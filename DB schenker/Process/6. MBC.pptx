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handoutMasterIdLst>
    <p:handoutMasterId r:id="rId42"/>
  </p:handoutMasterIdLst>
  <p:sldIdLst>
    <p:sldId id="256" r:id="rId5"/>
    <p:sldId id="2759" r:id="rId6"/>
    <p:sldId id="2760" r:id="rId7"/>
    <p:sldId id="2762" r:id="rId8"/>
    <p:sldId id="2754" r:id="rId9"/>
    <p:sldId id="2755" r:id="rId10"/>
    <p:sldId id="2752" r:id="rId11"/>
    <p:sldId id="2753" r:id="rId12"/>
    <p:sldId id="2757" r:id="rId13"/>
    <p:sldId id="2756" r:id="rId14"/>
    <p:sldId id="2758" r:id="rId15"/>
    <p:sldId id="2768" r:id="rId16"/>
    <p:sldId id="2769" r:id="rId17"/>
    <p:sldId id="2785" r:id="rId18"/>
    <p:sldId id="2773" r:id="rId19"/>
    <p:sldId id="2761" r:id="rId20"/>
    <p:sldId id="2767" r:id="rId21"/>
    <p:sldId id="2770" r:id="rId22"/>
    <p:sldId id="2763" r:id="rId23"/>
    <p:sldId id="2764" r:id="rId24"/>
    <p:sldId id="2765" r:id="rId25"/>
    <p:sldId id="2766" r:id="rId26"/>
    <p:sldId id="2771" r:id="rId27"/>
    <p:sldId id="2772" r:id="rId28"/>
    <p:sldId id="2774" r:id="rId29"/>
    <p:sldId id="2775" r:id="rId30"/>
    <p:sldId id="2776" r:id="rId31"/>
    <p:sldId id="2777" r:id="rId32"/>
    <p:sldId id="2779" r:id="rId33"/>
    <p:sldId id="2778" r:id="rId34"/>
    <p:sldId id="2781" r:id="rId35"/>
    <p:sldId id="2780" r:id="rId36"/>
    <p:sldId id="2783" r:id="rId37"/>
    <p:sldId id="2784" r:id="rId38"/>
    <p:sldId id="2782" r:id="rId39"/>
    <p:sldId id="2677" r:id="rId4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layouts" id="{FA43EFFD-A950-45C7-9495-FF65CA0A34A2}">
          <p14:sldIdLst>
            <p14:sldId id="256"/>
            <p14:sldId id="2759"/>
            <p14:sldId id="2760"/>
            <p14:sldId id="2762"/>
            <p14:sldId id="2754"/>
            <p14:sldId id="2755"/>
            <p14:sldId id="2752"/>
            <p14:sldId id="2753"/>
            <p14:sldId id="2757"/>
            <p14:sldId id="2756"/>
            <p14:sldId id="2758"/>
            <p14:sldId id="2768"/>
            <p14:sldId id="2769"/>
            <p14:sldId id="2785"/>
            <p14:sldId id="2773"/>
            <p14:sldId id="2761"/>
            <p14:sldId id="2767"/>
            <p14:sldId id="2770"/>
            <p14:sldId id="2763"/>
            <p14:sldId id="2764"/>
            <p14:sldId id="2765"/>
            <p14:sldId id="2766"/>
            <p14:sldId id="2771"/>
            <p14:sldId id="2772"/>
            <p14:sldId id="2774"/>
            <p14:sldId id="2775"/>
            <p14:sldId id="2776"/>
            <p14:sldId id="2777"/>
            <p14:sldId id="2779"/>
            <p14:sldId id="2778"/>
            <p14:sldId id="2781"/>
            <p14:sldId id="2780"/>
            <p14:sldId id="2783"/>
            <p14:sldId id="2784"/>
            <p14:sldId id="2782"/>
            <p14:sldId id="26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015"/>
    <a:srgbClr val="006E6B"/>
    <a:srgbClr val="D9D9D9"/>
    <a:srgbClr val="F7F6F3"/>
    <a:srgbClr val="BC36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p:cViewPr varScale="1">
        <p:scale>
          <a:sx n="62" d="100"/>
          <a:sy n="62" d="100"/>
        </p:scale>
        <p:origin x="812" y="7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 Vanessa" userId="a3ebf755-99db-4c08-9497-6074ee87b5e8" providerId="ADAL" clId="{ACCBAC9E-C812-4A10-AB1C-3C64B57456AD}"/>
    <pc:docChg chg="custSel addSld delSld modSld sldOrd modSection">
      <pc:chgData name="Xu, Vanessa" userId="a3ebf755-99db-4c08-9497-6074ee87b5e8" providerId="ADAL" clId="{ACCBAC9E-C812-4A10-AB1C-3C64B57456AD}" dt="2021-02-07T07:21:18.602" v="1066" actId="13926"/>
      <pc:docMkLst>
        <pc:docMk/>
      </pc:docMkLst>
      <pc:sldChg chg="delSp modSp mod">
        <pc:chgData name="Xu, Vanessa" userId="a3ebf755-99db-4c08-9497-6074ee87b5e8" providerId="ADAL" clId="{ACCBAC9E-C812-4A10-AB1C-3C64B57456AD}" dt="2021-02-01T08:49:13.650" v="4" actId="478"/>
        <pc:sldMkLst>
          <pc:docMk/>
          <pc:sldMk cId="745975132" sldId="256"/>
        </pc:sldMkLst>
        <pc:spChg chg="del">
          <ac:chgData name="Xu, Vanessa" userId="a3ebf755-99db-4c08-9497-6074ee87b5e8" providerId="ADAL" clId="{ACCBAC9E-C812-4A10-AB1C-3C64B57456AD}" dt="2021-02-01T08:49:13.650" v="4" actId="478"/>
          <ac:spMkLst>
            <pc:docMk/>
            <pc:sldMk cId="745975132" sldId="256"/>
            <ac:spMk id="2" creationId="{7CC30586-75DE-433F-9811-8B4C1EA93712}"/>
          </ac:spMkLst>
        </pc:spChg>
        <pc:spChg chg="mod">
          <ac:chgData name="Xu, Vanessa" userId="a3ebf755-99db-4c08-9497-6074ee87b5e8" providerId="ADAL" clId="{ACCBAC9E-C812-4A10-AB1C-3C64B57456AD}" dt="2021-02-01T08:49:10.176" v="3" actId="20577"/>
          <ac:spMkLst>
            <pc:docMk/>
            <pc:sldMk cId="745975132" sldId="256"/>
            <ac:spMk id="5" creationId="{39DC9637-B46D-4E45-9A92-24D0CD7A876F}"/>
          </ac:spMkLst>
        </pc:spChg>
      </pc:sldChg>
      <pc:sldChg chg="del">
        <pc:chgData name="Xu, Vanessa" userId="a3ebf755-99db-4c08-9497-6074ee87b5e8" providerId="ADAL" clId="{ACCBAC9E-C812-4A10-AB1C-3C64B57456AD}" dt="2021-02-01T08:49:28.631" v="6" actId="47"/>
        <pc:sldMkLst>
          <pc:docMk/>
          <pc:sldMk cId="3310180611" sldId="2655"/>
        </pc:sldMkLst>
      </pc:sldChg>
      <pc:sldChg chg="del">
        <pc:chgData name="Xu, Vanessa" userId="a3ebf755-99db-4c08-9497-6074ee87b5e8" providerId="ADAL" clId="{ACCBAC9E-C812-4A10-AB1C-3C64B57456AD}" dt="2021-02-01T08:49:26.367" v="5" actId="47"/>
        <pc:sldMkLst>
          <pc:docMk/>
          <pc:sldMk cId="566878967" sldId="2712"/>
        </pc:sldMkLst>
      </pc:sldChg>
      <pc:sldChg chg="addSp delSp modSp mod">
        <pc:chgData name="Xu, Vanessa" userId="a3ebf755-99db-4c08-9497-6074ee87b5e8" providerId="ADAL" clId="{ACCBAC9E-C812-4A10-AB1C-3C64B57456AD}" dt="2021-02-07T07:21:18.602" v="1066" actId="13926"/>
        <pc:sldMkLst>
          <pc:docMk/>
          <pc:sldMk cId="3382954910" sldId="2713"/>
        </pc:sldMkLst>
        <pc:spChg chg="mod">
          <ac:chgData name="Xu, Vanessa" userId="a3ebf755-99db-4c08-9497-6074ee87b5e8" providerId="ADAL" clId="{ACCBAC9E-C812-4A10-AB1C-3C64B57456AD}" dt="2021-02-01T08:54:36.629" v="45" actId="20577"/>
          <ac:spMkLst>
            <pc:docMk/>
            <pc:sldMk cId="3382954910" sldId="2713"/>
            <ac:spMk id="3" creationId="{D1E95BB4-F595-4D7D-AD68-B8F44B3A62C0}"/>
          </ac:spMkLst>
        </pc:spChg>
        <pc:spChg chg="add mod">
          <ac:chgData name="Xu, Vanessa" userId="a3ebf755-99db-4c08-9497-6074ee87b5e8" providerId="ADAL" clId="{ACCBAC9E-C812-4A10-AB1C-3C64B57456AD}" dt="2021-02-07T07:21:18.602" v="1066" actId="13926"/>
          <ac:spMkLst>
            <pc:docMk/>
            <pc:sldMk cId="3382954910" sldId="2713"/>
            <ac:spMk id="6" creationId="{4E726DB9-AB54-499B-A7EA-5D489593DC39}"/>
          </ac:spMkLst>
        </pc:spChg>
        <pc:spChg chg="add mod">
          <ac:chgData name="Xu, Vanessa" userId="a3ebf755-99db-4c08-9497-6074ee87b5e8" providerId="ADAL" clId="{ACCBAC9E-C812-4A10-AB1C-3C64B57456AD}" dt="2021-02-01T08:55:04.620" v="61" actId="1076"/>
          <ac:spMkLst>
            <pc:docMk/>
            <pc:sldMk cId="3382954910" sldId="2713"/>
            <ac:spMk id="7" creationId="{C4496753-1D05-4DEC-A007-85357FDB144F}"/>
          </ac:spMkLst>
        </pc:spChg>
        <pc:spChg chg="add mod">
          <ac:chgData name="Xu, Vanessa" userId="a3ebf755-99db-4c08-9497-6074ee87b5e8" providerId="ADAL" clId="{ACCBAC9E-C812-4A10-AB1C-3C64B57456AD}" dt="2021-02-01T08:55:28.253" v="70" actId="20577"/>
          <ac:spMkLst>
            <pc:docMk/>
            <pc:sldMk cId="3382954910" sldId="2713"/>
            <ac:spMk id="8" creationId="{6C6534E0-16DF-4E05-BB3E-5D0E33E51619}"/>
          </ac:spMkLst>
        </pc:spChg>
        <pc:spChg chg="add mod">
          <ac:chgData name="Xu, Vanessa" userId="a3ebf755-99db-4c08-9497-6074ee87b5e8" providerId="ADAL" clId="{ACCBAC9E-C812-4A10-AB1C-3C64B57456AD}" dt="2021-02-01T08:55:36.438" v="72" actId="1076"/>
          <ac:spMkLst>
            <pc:docMk/>
            <pc:sldMk cId="3382954910" sldId="2713"/>
            <ac:spMk id="9" creationId="{F53ABADE-BF68-4308-B239-B868938BBA8D}"/>
          </ac:spMkLst>
        </pc:spChg>
        <pc:picChg chg="del">
          <ac:chgData name="Xu, Vanessa" userId="a3ebf755-99db-4c08-9497-6074ee87b5e8" providerId="ADAL" clId="{ACCBAC9E-C812-4A10-AB1C-3C64B57456AD}" dt="2021-02-01T08:49:35.406" v="8" actId="478"/>
          <ac:picMkLst>
            <pc:docMk/>
            <pc:sldMk cId="3382954910" sldId="2713"/>
            <ac:picMk id="5" creationId="{49EAB956-EC51-481E-AADD-A352DF51AE9D}"/>
          </ac:picMkLst>
        </pc:picChg>
      </pc:sldChg>
      <pc:sldChg chg="addSp delSp modSp mod">
        <pc:chgData name="Xu, Vanessa" userId="a3ebf755-99db-4c08-9497-6074ee87b5e8" providerId="ADAL" clId="{ACCBAC9E-C812-4A10-AB1C-3C64B57456AD}" dt="2021-02-01T09:02:38.891" v="176" actId="20577"/>
        <pc:sldMkLst>
          <pc:docMk/>
          <pc:sldMk cId="3798459622" sldId="2714"/>
        </pc:sldMkLst>
        <pc:spChg chg="mod">
          <ac:chgData name="Xu, Vanessa" userId="a3ebf755-99db-4c08-9497-6074ee87b5e8" providerId="ADAL" clId="{ACCBAC9E-C812-4A10-AB1C-3C64B57456AD}" dt="2021-02-01T09:02:38.891" v="176" actId="20577"/>
          <ac:spMkLst>
            <pc:docMk/>
            <pc:sldMk cId="3798459622" sldId="2714"/>
            <ac:spMk id="3" creationId="{D1E95BB4-F595-4D7D-AD68-B8F44B3A62C0}"/>
          </ac:spMkLst>
        </pc:spChg>
        <pc:spChg chg="del">
          <ac:chgData name="Xu, Vanessa" userId="a3ebf755-99db-4c08-9497-6074ee87b5e8" providerId="ADAL" clId="{ACCBAC9E-C812-4A10-AB1C-3C64B57456AD}" dt="2021-02-01T08:58:42.252" v="129" actId="478"/>
          <ac:spMkLst>
            <pc:docMk/>
            <pc:sldMk cId="3798459622" sldId="2714"/>
            <ac:spMk id="6" creationId="{FBD2F427-EC47-4D94-9478-AD0769C69720}"/>
          </ac:spMkLst>
        </pc:spChg>
        <pc:spChg chg="add mod">
          <ac:chgData name="Xu, Vanessa" userId="a3ebf755-99db-4c08-9497-6074ee87b5e8" providerId="ADAL" clId="{ACCBAC9E-C812-4A10-AB1C-3C64B57456AD}" dt="2021-02-01T09:00:26.693" v="143" actId="1076"/>
          <ac:spMkLst>
            <pc:docMk/>
            <pc:sldMk cId="3798459622" sldId="2714"/>
            <ac:spMk id="7" creationId="{2C43C7A6-7C40-4311-A3F6-4D116E21A276}"/>
          </ac:spMkLst>
        </pc:spChg>
        <pc:spChg chg="del">
          <ac:chgData name="Xu, Vanessa" userId="a3ebf755-99db-4c08-9497-6074ee87b5e8" providerId="ADAL" clId="{ACCBAC9E-C812-4A10-AB1C-3C64B57456AD}" dt="2021-02-01T08:58:45.085" v="130" actId="478"/>
          <ac:spMkLst>
            <pc:docMk/>
            <pc:sldMk cId="3798459622" sldId="2714"/>
            <ac:spMk id="8" creationId="{B0879D52-E382-470B-BB27-7200CC919268}"/>
          </ac:spMkLst>
        </pc:spChg>
        <pc:spChg chg="del">
          <ac:chgData name="Xu, Vanessa" userId="a3ebf755-99db-4c08-9497-6074ee87b5e8" providerId="ADAL" clId="{ACCBAC9E-C812-4A10-AB1C-3C64B57456AD}" dt="2021-02-01T08:58:47.348" v="131" actId="478"/>
          <ac:spMkLst>
            <pc:docMk/>
            <pc:sldMk cId="3798459622" sldId="2714"/>
            <ac:spMk id="9" creationId="{F46BD41C-3679-4E62-AE3E-2EB64E7D4968}"/>
          </ac:spMkLst>
        </pc:spChg>
        <pc:spChg chg="del">
          <ac:chgData name="Xu, Vanessa" userId="a3ebf755-99db-4c08-9497-6074ee87b5e8" providerId="ADAL" clId="{ACCBAC9E-C812-4A10-AB1C-3C64B57456AD}" dt="2021-02-01T08:58:49.585" v="132" actId="478"/>
          <ac:spMkLst>
            <pc:docMk/>
            <pc:sldMk cId="3798459622" sldId="2714"/>
            <ac:spMk id="10" creationId="{D0B7E355-95DE-4DA7-948D-A5BD89286250}"/>
          </ac:spMkLst>
        </pc:spChg>
        <pc:spChg chg="add mod">
          <ac:chgData name="Xu, Vanessa" userId="a3ebf755-99db-4c08-9497-6074ee87b5e8" providerId="ADAL" clId="{ACCBAC9E-C812-4A10-AB1C-3C64B57456AD}" dt="2021-02-01T09:00:41.159" v="147" actId="1076"/>
          <ac:spMkLst>
            <pc:docMk/>
            <pc:sldMk cId="3798459622" sldId="2714"/>
            <ac:spMk id="12" creationId="{3918261A-5587-48AA-8034-0F6ECF4F9BA7}"/>
          </ac:spMkLst>
        </pc:spChg>
        <pc:spChg chg="del">
          <ac:chgData name="Xu, Vanessa" userId="a3ebf755-99db-4c08-9497-6074ee87b5e8" providerId="ADAL" clId="{ACCBAC9E-C812-4A10-AB1C-3C64B57456AD}" dt="2021-02-01T08:58:51.690" v="133" actId="478"/>
          <ac:spMkLst>
            <pc:docMk/>
            <pc:sldMk cId="3798459622" sldId="2714"/>
            <ac:spMk id="13" creationId="{EA3C8113-83E4-4396-8ED8-EC6211B38550}"/>
          </ac:spMkLst>
        </pc:spChg>
        <pc:graphicFrameChg chg="add mod">
          <ac:chgData name="Xu, Vanessa" userId="a3ebf755-99db-4c08-9497-6074ee87b5e8" providerId="ADAL" clId="{ACCBAC9E-C812-4A10-AB1C-3C64B57456AD}" dt="2021-02-01T09:00:22.399" v="142" actId="1076"/>
          <ac:graphicFrameMkLst>
            <pc:docMk/>
            <pc:sldMk cId="3798459622" sldId="2714"/>
            <ac:graphicFrameMk id="5" creationId="{660BAB6A-66DD-4C94-83BE-104F494ED952}"/>
          </ac:graphicFrameMkLst>
        </pc:graphicFrameChg>
      </pc:sldChg>
      <pc:sldChg chg="addSp delSp modSp mod">
        <pc:chgData name="Xu, Vanessa" userId="a3ebf755-99db-4c08-9497-6074ee87b5e8" providerId="ADAL" clId="{ACCBAC9E-C812-4A10-AB1C-3C64B57456AD}" dt="2021-02-01T09:06:16.054" v="292"/>
        <pc:sldMkLst>
          <pc:docMk/>
          <pc:sldMk cId="3019513386" sldId="2715"/>
        </pc:sldMkLst>
        <pc:spChg chg="mod">
          <ac:chgData name="Xu, Vanessa" userId="a3ebf755-99db-4c08-9497-6074ee87b5e8" providerId="ADAL" clId="{ACCBAC9E-C812-4A10-AB1C-3C64B57456AD}" dt="2021-02-01T08:55:53.824" v="80" actId="20577"/>
          <ac:spMkLst>
            <pc:docMk/>
            <pc:sldMk cId="3019513386" sldId="2715"/>
            <ac:spMk id="3" creationId="{D1E95BB4-F595-4D7D-AD68-B8F44B3A62C0}"/>
          </ac:spMkLst>
        </pc:spChg>
        <pc:spChg chg="add mod">
          <ac:chgData name="Xu, Vanessa" userId="a3ebf755-99db-4c08-9497-6074ee87b5e8" providerId="ADAL" clId="{ACCBAC9E-C812-4A10-AB1C-3C64B57456AD}" dt="2021-02-01T08:57:02.117" v="103" actId="1076"/>
          <ac:spMkLst>
            <pc:docMk/>
            <pc:sldMk cId="3019513386" sldId="2715"/>
            <ac:spMk id="5" creationId="{78C5B776-8C82-4F91-AC91-5DA3C0091299}"/>
          </ac:spMkLst>
        </pc:spChg>
        <pc:spChg chg="add mod">
          <ac:chgData name="Xu, Vanessa" userId="a3ebf755-99db-4c08-9497-6074ee87b5e8" providerId="ADAL" clId="{ACCBAC9E-C812-4A10-AB1C-3C64B57456AD}" dt="2021-02-01T09:06:16.054" v="292"/>
          <ac:spMkLst>
            <pc:docMk/>
            <pc:sldMk cId="3019513386" sldId="2715"/>
            <ac:spMk id="6" creationId="{A2FA1786-FE34-402A-8BCD-2FD7EF78791E}"/>
          </ac:spMkLst>
        </pc:spChg>
        <pc:spChg chg="add mod">
          <ac:chgData name="Xu, Vanessa" userId="a3ebf755-99db-4c08-9497-6074ee87b5e8" providerId="ADAL" clId="{ACCBAC9E-C812-4A10-AB1C-3C64B57456AD}" dt="2021-02-01T09:05:30.369" v="225" actId="1076"/>
          <ac:spMkLst>
            <pc:docMk/>
            <pc:sldMk cId="3019513386" sldId="2715"/>
            <ac:spMk id="7" creationId="{BDE51DEF-9815-4432-8327-38BB36A6C6CB}"/>
          </ac:spMkLst>
        </pc:spChg>
        <pc:spChg chg="add mod">
          <ac:chgData name="Xu, Vanessa" userId="a3ebf755-99db-4c08-9497-6074ee87b5e8" providerId="ADAL" clId="{ACCBAC9E-C812-4A10-AB1C-3C64B57456AD}" dt="2021-02-01T09:05:30.369" v="225" actId="1076"/>
          <ac:spMkLst>
            <pc:docMk/>
            <pc:sldMk cId="3019513386" sldId="2715"/>
            <ac:spMk id="8" creationId="{663DF028-D06B-4611-8AFB-62B592FB0008}"/>
          </ac:spMkLst>
        </pc:spChg>
        <pc:spChg chg="add del mod">
          <ac:chgData name="Xu, Vanessa" userId="a3ebf755-99db-4c08-9497-6074ee87b5e8" providerId="ADAL" clId="{ACCBAC9E-C812-4A10-AB1C-3C64B57456AD}" dt="2021-02-01T09:03:18.517" v="212" actId="21"/>
          <ac:spMkLst>
            <pc:docMk/>
            <pc:sldMk cId="3019513386" sldId="2715"/>
            <ac:spMk id="9" creationId="{2EFC2CA5-11D0-404C-9BFB-436E40FE5E27}"/>
          </ac:spMkLst>
        </pc:spChg>
        <pc:spChg chg="add del mod">
          <ac:chgData name="Xu, Vanessa" userId="a3ebf755-99db-4c08-9497-6074ee87b5e8" providerId="ADAL" clId="{ACCBAC9E-C812-4A10-AB1C-3C64B57456AD}" dt="2021-02-01T09:03:15.935" v="211" actId="478"/>
          <ac:spMkLst>
            <pc:docMk/>
            <pc:sldMk cId="3019513386" sldId="2715"/>
            <ac:spMk id="10" creationId="{D12BA9FC-E8A6-4D14-8B1F-B67C49B1A0C3}"/>
          </ac:spMkLst>
        </pc:spChg>
        <pc:picChg chg="del">
          <ac:chgData name="Xu, Vanessa" userId="a3ebf755-99db-4c08-9497-6074ee87b5e8" providerId="ADAL" clId="{ACCBAC9E-C812-4A10-AB1C-3C64B57456AD}" dt="2021-02-01T08:55:55.526" v="81" actId="478"/>
          <ac:picMkLst>
            <pc:docMk/>
            <pc:sldMk cId="3019513386" sldId="2715"/>
            <ac:picMk id="11" creationId="{00918984-47E3-4F46-ABD0-38B1CCCD437D}"/>
          </ac:picMkLst>
        </pc:picChg>
      </pc:sldChg>
      <pc:sldChg chg="addSp delSp modSp mod">
        <pc:chgData name="Xu, Vanessa" userId="a3ebf755-99db-4c08-9497-6074ee87b5e8" providerId="ADAL" clId="{ACCBAC9E-C812-4A10-AB1C-3C64B57456AD}" dt="2021-02-01T09:04:46.457" v="222" actId="1076"/>
        <pc:sldMkLst>
          <pc:docMk/>
          <pc:sldMk cId="3842827374" sldId="2716"/>
        </pc:sldMkLst>
        <pc:spChg chg="mod">
          <ac:chgData name="Xu, Vanessa" userId="a3ebf755-99db-4c08-9497-6074ee87b5e8" providerId="ADAL" clId="{ACCBAC9E-C812-4A10-AB1C-3C64B57456AD}" dt="2021-02-01T09:02:53.677" v="205" actId="20577"/>
          <ac:spMkLst>
            <pc:docMk/>
            <pc:sldMk cId="3842827374" sldId="2716"/>
            <ac:spMk id="3" creationId="{D1E95BB4-F595-4D7D-AD68-B8F44B3A62C0}"/>
          </ac:spMkLst>
        </pc:spChg>
        <pc:spChg chg="del">
          <ac:chgData name="Xu, Vanessa" userId="a3ebf755-99db-4c08-9497-6074ee87b5e8" providerId="ADAL" clId="{ACCBAC9E-C812-4A10-AB1C-3C64B57456AD}" dt="2021-02-01T09:02:57.580" v="206" actId="478"/>
          <ac:spMkLst>
            <pc:docMk/>
            <pc:sldMk cId="3842827374" sldId="2716"/>
            <ac:spMk id="6" creationId="{FBD2F427-EC47-4D94-9478-AD0769C69720}"/>
          </ac:spMkLst>
        </pc:spChg>
        <pc:spChg chg="add mod">
          <ac:chgData name="Xu, Vanessa" userId="a3ebf755-99db-4c08-9497-6074ee87b5e8" providerId="ADAL" clId="{ACCBAC9E-C812-4A10-AB1C-3C64B57456AD}" dt="2021-02-01T09:04:40.569" v="221" actId="2711"/>
          <ac:spMkLst>
            <pc:docMk/>
            <pc:sldMk cId="3842827374" sldId="2716"/>
            <ac:spMk id="7" creationId="{0694665F-E569-4F8D-BA63-80A543B0DCD7}"/>
          </ac:spMkLst>
        </pc:spChg>
        <pc:spChg chg="del">
          <ac:chgData name="Xu, Vanessa" userId="a3ebf755-99db-4c08-9497-6074ee87b5e8" providerId="ADAL" clId="{ACCBAC9E-C812-4A10-AB1C-3C64B57456AD}" dt="2021-02-01T09:03:00.269" v="207" actId="478"/>
          <ac:spMkLst>
            <pc:docMk/>
            <pc:sldMk cId="3842827374" sldId="2716"/>
            <ac:spMk id="8" creationId="{B0879D52-E382-470B-BB27-7200CC919268}"/>
          </ac:spMkLst>
        </pc:spChg>
        <pc:spChg chg="del">
          <ac:chgData name="Xu, Vanessa" userId="a3ebf755-99db-4c08-9497-6074ee87b5e8" providerId="ADAL" clId="{ACCBAC9E-C812-4A10-AB1C-3C64B57456AD}" dt="2021-02-01T09:03:03.713" v="208" actId="478"/>
          <ac:spMkLst>
            <pc:docMk/>
            <pc:sldMk cId="3842827374" sldId="2716"/>
            <ac:spMk id="9" creationId="{F46BD41C-3679-4E62-AE3E-2EB64E7D4968}"/>
          </ac:spMkLst>
        </pc:spChg>
        <pc:spChg chg="del">
          <ac:chgData name="Xu, Vanessa" userId="a3ebf755-99db-4c08-9497-6074ee87b5e8" providerId="ADAL" clId="{ACCBAC9E-C812-4A10-AB1C-3C64B57456AD}" dt="2021-02-01T09:03:06.387" v="209" actId="478"/>
          <ac:spMkLst>
            <pc:docMk/>
            <pc:sldMk cId="3842827374" sldId="2716"/>
            <ac:spMk id="10" creationId="{D0B7E355-95DE-4DA7-948D-A5BD89286250}"/>
          </ac:spMkLst>
        </pc:spChg>
        <pc:spChg chg="add mod">
          <ac:chgData name="Xu, Vanessa" userId="a3ebf755-99db-4c08-9497-6074ee87b5e8" providerId="ADAL" clId="{ACCBAC9E-C812-4A10-AB1C-3C64B57456AD}" dt="2021-02-01T09:03:28.026" v="214" actId="1076"/>
          <ac:spMkLst>
            <pc:docMk/>
            <pc:sldMk cId="3842827374" sldId="2716"/>
            <ac:spMk id="11" creationId="{AA65E882-AD77-404A-9817-B0D14DEA3264}"/>
          </ac:spMkLst>
        </pc:spChg>
        <pc:spChg chg="del">
          <ac:chgData name="Xu, Vanessa" userId="a3ebf755-99db-4c08-9497-6074ee87b5e8" providerId="ADAL" clId="{ACCBAC9E-C812-4A10-AB1C-3C64B57456AD}" dt="2021-02-01T09:03:08.735" v="210" actId="478"/>
          <ac:spMkLst>
            <pc:docMk/>
            <pc:sldMk cId="3842827374" sldId="2716"/>
            <ac:spMk id="13" creationId="{EA3C8113-83E4-4396-8ED8-EC6211B38550}"/>
          </ac:spMkLst>
        </pc:spChg>
        <pc:graphicFrameChg chg="add mod">
          <ac:chgData name="Xu, Vanessa" userId="a3ebf755-99db-4c08-9497-6074ee87b5e8" providerId="ADAL" clId="{ACCBAC9E-C812-4A10-AB1C-3C64B57456AD}" dt="2021-02-01T09:04:46.457" v="222" actId="1076"/>
          <ac:graphicFrameMkLst>
            <pc:docMk/>
            <pc:sldMk cId="3842827374" sldId="2716"/>
            <ac:graphicFrameMk id="5" creationId="{A59A7881-4CA7-4CDE-80B2-E7EFD3785B90}"/>
          </ac:graphicFrameMkLst>
        </pc:graphicFrameChg>
      </pc:sldChg>
      <pc:sldChg chg="addSp delSp modSp mod">
        <pc:chgData name="Xu, Vanessa" userId="a3ebf755-99db-4c08-9497-6074ee87b5e8" providerId="ADAL" clId="{ACCBAC9E-C812-4A10-AB1C-3C64B57456AD}" dt="2021-02-01T09:20:06.122" v="535" actId="11"/>
        <pc:sldMkLst>
          <pc:docMk/>
          <pc:sldMk cId="579257556" sldId="2717"/>
        </pc:sldMkLst>
        <pc:spChg chg="mod">
          <ac:chgData name="Xu, Vanessa" userId="a3ebf755-99db-4c08-9497-6074ee87b5e8" providerId="ADAL" clId="{ACCBAC9E-C812-4A10-AB1C-3C64B57456AD}" dt="2021-02-01T09:19:26.602" v="525" actId="20577"/>
          <ac:spMkLst>
            <pc:docMk/>
            <pc:sldMk cId="579257556" sldId="2717"/>
            <ac:spMk id="3" creationId="{D1E95BB4-F595-4D7D-AD68-B8F44B3A62C0}"/>
          </ac:spMkLst>
        </pc:spChg>
        <pc:spChg chg="del">
          <ac:chgData name="Xu, Vanessa" userId="a3ebf755-99db-4c08-9497-6074ee87b5e8" providerId="ADAL" clId="{ACCBAC9E-C812-4A10-AB1C-3C64B57456AD}" dt="2021-02-01T09:07:00.525" v="308" actId="478"/>
          <ac:spMkLst>
            <pc:docMk/>
            <pc:sldMk cId="579257556" sldId="2717"/>
            <ac:spMk id="5" creationId="{305E75E2-259A-4DC9-A759-D943F771DCCD}"/>
          </ac:spMkLst>
        </pc:spChg>
        <pc:spChg chg="del">
          <ac:chgData name="Xu, Vanessa" userId="a3ebf755-99db-4c08-9497-6074ee87b5e8" providerId="ADAL" clId="{ACCBAC9E-C812-4A10-AB1C-3C64B57456AD}" dt="2021-02-01T09:06:57.952" v="307" actId="478"/>
          <ac:spMkLst>
            <pc:docMk/>
            <pc:sldMk cId="579257556" sldId="2717"/>
            <ac:spMk id="6" creationId="{FBD2F427-EC47-4D94-9478-AD0769C69720}"/>
          </ac:spMkLst>
        </pc:spChg>
        <pc:spChg chg="add mod">
          <ac:chgData name="Xu, Vanessa" userId="a3ebf755-99db-4c08-9497-6074ee87b5e8" providerId="ADAL" clId="{ACCBAC9E-C812-4A10-AB1C-3C64B57456AD}" dt="2021-02-01T09:20:06.122" v="535" actId="11"/>
          <ac:spMkLst>
            <pc:docMk/>
            <pc:sldMk cId="579257556" sldId="2717"/>
            <ac:spMk id="8" creationId="{8BE45A1E-6F0F-4F1F-A058-7A007B468DC4}"/>
          </ac:spMkLst>
        </pc:spChg>
        <pc:picChg chg="del">
          <ac:chgData name="Xu, Vanessa" userId="a3ebf755-99db-4c08-9497-6074ee87b5e8" providerId="ADAL" clId="{ACCBAC9E-C812-4A10-AB1C-3C64B57456AD}" dt="2021-02-01T09:07:02.306" v="309" actId="478"/>
          <ac:picMkLst>
            <pc:docMk/>
            <pc:sldMk cId="579257556" sldId="2717"/>
            <ac:picMk id="7" creationId="{A84A73F5-9B5E-4CE9-8607-005753C33F4E}"/>
          </ac:picMkLst>
        </pc:picChg>
        <pc:picChg chg="add mod">
          <ac:chgData name="Xu, Vanessa" userId="a3ebf755-99db-4c08-9497-6074ee87b5e8" providerId="ADAL" clId="{ACCBAC9E-C812-4A10-AB1C-3C64B57456AD}" dt="2021-02-01T09:17:53.127" v="500" actId="1076"/>
          <ac:picMkLst>
            <pc:docMk/>
            <pc:sldMk cId="579257556" sldId="2717"/>
            <ac:picMk id="9" creationId="{C3498FE7-9817-4402-86B4-5A7C6100C211}"/>
          </ac:picMkLst>
        </pc:picChg>
        <pc:picChg chg="add del">
          <ac:chgData name="Xu, Vanessa" userId="a3ebf755-99db-4c08-9497-6074ee87b5e8" providerId="ADAL" clId="{ACCBAC9E-C812-4A10-AB1C-3C64B57456AD}" dt="2021-02-01T09:19:10.061" v="503" actId="21"/>
          <ac:picMkLst>
            <pc:docMk/>
            <pc:sldMk cId="579257556" sldId="2717"/>
            <ac:picMk id="10" creationId="{2D9D9A9C-A364-4BDF-BDE6-85336FB90F44}"/>
          </ac:picMkLst>
        </pc:picChg>
        <pc:picChg chg="del">
          <ac:chgData name="Xu, Vanessa" userId="a3ebf755-99db-4c08-9497-6074ee87b5e8" providerId="ADAL" clId="{ACCBAC9E-C812-4A10-AB1C-3C64B57456AD}" dt="2021-02-01T09:07:02.854" v="310" actId="478"/>
          <ac:picMkLst>
            <pc:docMk/>
            <pc:sldMk cId="579257556" sldId="2717"/>
            <ac:picMk id="11" creationId="{6CEAA146-A06C-4BC2-8C13-7295F49E84F6}"/>
          </ac:picMkLst>
        </pc:picChg>
      </pc:sldChg>
      <pc:sldChg chg="del">
        <pc:chgData name="Xu, Vanessa" userId="a3ebf755-99db-4c08-9497-6074ee87b5e8" providerId="ADAL" clId="{ACCBAC9E-C812-4A10-AB1C-3C64B57456AD}" dt="2021-02-01T09:37:24.042" v="554" actId="47"/>
        <pc:sldMkLst>
          <pc:docMk/>
          <pc:sldMk cId="3414079930" sldId="2718"/>
        </pc:sldMkLst>
      </pc:sldChg>
      <pc:sldChg chg="del">
        <pc:chgData name="Xu, Vanessa" userId="a3ebf755-99db-4c08-9497-6074ee87b5e8" providerId="ADAL" clId="{ACCBAC9E-C812-4A10-AB1C-3C64B57456AD}" dt="2021-02-01T09:37:28.669" v="557" actId="47"/>
        <pc:sldMkLst>
          <pc:docMk/>
          <pc:sldMk cId="2413029763" sldId="2719"/>
        </pc:sldMkLst>
      </pc:sldChg>
      <pc:sldChg chg="del">
        <pc:chgData name="Xu, Vanessa" userId="a3ebf755-99db-4c08-9497-6074ee87b5e8" providerId="ADAL" clId="{ACCBAC9E-C812-4A10-AB1C-3C64B57456AD}" dt="2021-02-01T09:37:27.584" v="556" actId="47"/>
        <pc:sldMkLst>
          <pc:docMk/>
          <pc:sldMk cId="3239993787" sldId="2720"/>
        </pc:sldMkLst>
      </pc:sldChg>
      <pc:sldChg chg="del">
        <pc:chgData name="Xu, Vanessa" userId="a3ebf755-99db-4c08-9497-6074ee87b5e8" providerId="ADAL" clId="{ACCBAC9E-C812-4A10-AB1C-3C64B57456AD}" dt="2021-02-01T09:37:29.723" v="558" actId="47"/>
        <pc:sldMkLst>
          <pc:docMk/>
          <pc:sldMk cId="3605115863" sldId="2721"/>
        </pc:sldMkLst>
      </pc:sldChg>
      <pc:sldChg chg="del">
        <pc:chgData name="Xu, Vanessa" userId="a3ebf755-99db-4c08-9497-6074ee87b5e8" providerId="ADAL" clId="{ACCBAC9E-C812-4A10-AB1C-3C64B57456AD}" dt="2021-02-01T09:37:31.089" v="559" actId="47"/>
        <pc:sldMkLst>
          <pc:docMk/>
          <pc:sldMk cId="2922544836" sldId="2722"/>
        </pc:sldMkLst>
      </pc:sldChg>
      <pc:sldChg chg="del">
        <pc:chgData name="Xu, Vanessa" userId="a3ebf755-99db-4c08-9497-6074ee87b5e8" providerId="ADAL" clId="{ACCBAC9E-C812-4A10-AB1C-3C64B57456AD}" dt="2021-02-01T09:37:32.011" v="560" actId="47"/>
        <pc:sldMkLst>
          <pc:docMk/>
          <pc:sldMk cId="808395140" sldId="2723"/>
        </pc:sldMkLst>
      </pc:sldChg>
      <pc:sldChg chg="del">
        <pc:chgData name="Xu, Vanessa" userId="a3ebf755-99db-4c08-9497-6074ee87b5e8" providerId="ADAL" clId="{ACCBAC9E-C812-4A10-AB1C-3C64B57456AD}" dt="2021-02-01T09:37:32.932" v="561" actId="47"/>
        <pc:sldMkLst>
          <pc:docMk/>
          <pc:sldMk cId="3739934213" sldId="2724"/>
        </pc:sldMkLst>
      </pc:sldChg>
      <pc:sldChg chg="del">
        <pc:chgData name="Xu, Vanessa" userId="a3ebf755-99db-4c08-9497-6074ee87b5e8" providerId="ADAL" clId="{ACCBAC9E-C812-4A10-AB1C-3C64B57456AD}" dt="2021-02-01T09:37:34.670" v="563" actId="47"/>
        <pc:sldMkLst>
          <pc:docMk/>
          <pc:sldMk cId="2056734363" sldId="2725"/>
        </pc:sldMkLst>
      </pc:sldChg>
      <pc:sldChg chg="del">
        <pc:chgData name="Xu, Vanessa" userId="a3ebf755-99db-4c08-9497-6074ee87b5e8" providerId="ADAL" clId="{ACCBAC9E-C812-4A10-AB1C-3C64B57456AD}" dt="2021-02-01T09:37:35.536" v="564" actId="47"/>
        <pc:sldMkLst>
          <pc:docMk/>
          <pc:sldMk cId="921081028" sldId="2726"/>
        </pc:sldMkLst>
      </pc:sldChg>
      <pc:sldChg chg="del">
        <pc:chgData name="Xu, Vanessa" userId="a3ebf755-99db-4c08-9497-6074ee87b5e8" providerId="ADAL" clId="{ACCBAC9E-C812-4A10-AB1C-3C64B57456AD}" dt="2021-02-01T09:37:36.381" v="565" actId="47"/>
        <pc:sldMkLst>
          <pc:docMk/>
          <pc:sldMk cId="3321162875" sldId="2727"/>
        </pc:sldMkLst>
      </pc:sldChg>
      <pc:sldChg chg="del">
        <pc:chgData name="Xu, Vanessa" userId="a3ebf755-99db-4c08-9497-6074ee87b5e8" providerId="ADAL" clId="{ACCBAC9E-C812-4A10-AB1C-3C64B57456AD}" dt="2021-02-01T09:37:37.371" v="566" actId="47"/>
        <pc:sldMkLst>
          <pc:docMk/>
          <pc:sldMk cId="3773577544" sldId="2728"/>
        </pc:sldMkLst>
      </pc:sldChg>
      <pc:sldChg chg="del">
        <pc:chgData name="Xu, Vanessa" userId="a3ebf755-99db-4c08-9497-6074ee87b5e8" providerId="ADAL" clId="{ACCBAC9E-C812-4A10-AB1C-3C64B57456AD}" dt="2021-02-01T09:37:38.368" v="567" actId="47"/>
        <pc:sldMkLst>
          <pc:docMk/>
          <pc:sldMk cId="2256835026" sldId="2729"/>
        </pc:sldMkLst>
      </pc:sldChg>
      <pc:sldChg chg="del">
        <pc:chgData name="Xu, Vanessa" userId="a3ebf755-99db-4c08-9497-6074ee87b5e8" providerId="ADAL" clId="{ACCBAC9E-C812-4A10-AB1C-3C64B57456AD}" dt="2021-02-01T09:37:39.307" v="568" actId="47"/>
        <pc:sldMkLst>
          <pc:docMk/>
          <pc:sldMk cId="1251385470" sldId="2730"/>
        </pc:sldMkLst>
      </pc:sldChg>
      <pc:sldChg chg="del">
        <pc:chgData name="Xu, Vanessa" userId="a3ebf755-99db-4c08-9497-6074ee87b5e8" providerId="ADAL" clId="{ACCBAC9E-C812-4A10-AB1C-3C64B57456AD}" dt="2021-02-01T09:37:40.108" v="569" actId="47"/>
        <pc:sldMkLst>
          <pc:docMk/>
          <pc:sldMk cId="52308622" sldId="2731"/>
        </pc:sldMkLst>
      </pc:sldChg>
      <pc:sldChg chg="del">
        <pc:chgData name="Xu, Vanessa" userId="a3ebf755-99db-4c08-9497-6074ee87b5e8" providerId="ADAL" clId="{ACCBAC9E-C812-4A10-AB1C-3C64B57456AD}" dt="2021-02-01T09:37:40.848" v="570" actId="47"/>
        <pc:sldMkLst>
          <pc:docMk/>
          <pc:sldMk cId="2475462332" sldId="2732"/>
        </pc:sldMkLst>
      </pc:sldChg>
      <pc:sldChg chg="del">
        <pc:chgData name="Xu, Vanessa" userId="a3ebf755-99db-4c08-9497-6074ee87b5e8" providerId="ADAL" clId="{ACCBAC9E-C812-4A10-AB1C-3C64B57456AD}" dt="2021-02-01T09:37:41.952" v="571" actId="47"/>
        <pc:sldMkLst>
          <pc:docMk/>
          <pc:sldMk cId="3024574803" sldId="2733"/>
        </pc:sldMkLst>
      </pc:sldChg>
      <pc:sldChg chg="del">
        <pc:chgData name="Xu, Vanessa" userId="a3ebf755-99db-4c08-9497-6074ee87b5e8" providerId="ADAL" clId="{ACCBAC9E-C812-4A10-AB1C-3C64B57456AD}" dt="2021-02-01T09:37:43.059" v="572" actId="47"/>
        <pc:sldMkLst>
          <pc:docMk/>
          <pc:sldMk cId="2527034913" sldId="2734"/>
        </pc:sldMkLst>
      </pc:sldChg>
      <pc:sldChg chg="del">
        <pc:chgData name="Xu, Vanessa" userId="a3ebf755-99db-4c08-9497-6074ee87b5e8" providerId="ADAL" clId="{ACCBAC9E-C812-4A10-AB1C-3C64B57456AD}" dt="2021-02-01T09:37:43.810" v="573" actId="47"/>
        <pc:sldMkLst>
          <pc:docMk/>
          <pc:sldMk cId="1817507138" sldId="2735"/>
        </pc:sldMkLst>
      </pc:sldChg>
      <pc:sldChg chg="del">
        <pc:chgData name="Xu, Vanessa" userId="a3ebf755-99db-4c08-9497-6074ee87b5e8" providerId="ADAL" clId="{ACCBAC9E-C812-4A10-AB1C-3C64B57456AD}" dt="2021-02-01T09:37:44.586" v="574" actId="47"/>
        <pc:sldMkLst>
          <pc:docMk/>
          <pc:sldMk cId="3783420181" sldId="2736"/>
        </pc:sldMkLst>
      </pc:sldChg>
      <pc:sldChg chg="del">
        <pc:chgData name="Xu, Vanessa" userId="a3ebf755-99db-4c08-9497-6074ee87b5e8" providerId="ADAL" clId="{ACCBAC9E-C812-4A10-AB1C-3C64B57456AD}" dt="2021-02-01T09:37:45.419" v="575" actId="47"/>
        <pc:sldMkLst>
          <pc:docMk/>
          <pc:sldMk cId="3086036491" sldId="2737"/>
        </pc:sldMkLst>
      </pc:sldChg>
      <pc:sldChg chg="del">
        <pc:chgData name="Xu, Vanessa" userId="a3ebf755-99db-4c08-9497-6074ee87b5e8" providerId="ADAL" clId="{ACCBAC9E-C812-4A10-AB1C-3C64B57456AD}" dt="2021-02-01T09:37:46.246" v="576" actId="47"/>
        <pc:sldMkLst>
          <pc:docMk/>
          <pc:sldMk cId="1692075116" sldId="2738"/>
        </pc:sldMkLst>
      </pc:sldChg>
      <pc:sldChg chg="del">
        <pc:chgData name="Xu, Vanessa" userId="a3ebf755-99db-4c08-9497-6074ee87b5e8" providerId="ADAL" clId="{ACCBAC9E-C812-4A10-AB1C-3C64B57456AD}" dt="2021-02-01T09:37:46.943" v="577" actId="47"/>
        <pc:sldMkLst>
          <pc:docMk/>
          <pc:sldMk cId="327317002" sldId="2739"/>
        </pc:sldMkLst>
      </pc:sldChg>
      <pc:sldChg chg="del">
        <pc:chgData name="Xu, Vanessa" userId="a3ebf755-99db-4c08-9497-6074ee87b5e8" providerId="ADAL" clId="{ACCBAC9E-C812-4A10-AB1C-3C64B57456AD}" dt="2021-02-01T09:37:47.755" v="578" actId="47"/>
        <pc:sldMkLst>
          <pc:docMk/>
          <pc:sldMk cId="2915551289" sldId="2740"/>
        </pc:sldMkLst>
      </pc:sldChg>
      <pc:sldChg chg="del">
        <pc:chgData name="Xu, Vanessa" userId="a3ebf755-99db-4c08-9497-6074ee87b5e8" providerId="ADAL" clId="{ACCBAC9E-C812-4A10-AB1C-3C64B57456AD}" dt="2021-02-01T09:37:48.661" v="579" actId="47"/>
        <pc:sldMkLst>
          <pc:docMk/>
          <pc:sldMk cId="3224151974" sldId="2741"/>
        </pc:sldMkLst>
      </pc:sldChg>
      <pc:sldChg chg="del">
        <pc:chgData name="Xu, Vanessa" userId="a3ebf755-99db-4c08-9497-6074ee87b5e8" providerId="ADAL" clId="{ACCBAC9E-C812-4A10-AB1C-3C64B57456AD}" dt="2021-02-01T09:37:49.553" v="580" actId="47"/>
        <pc:sldMkLst>
          <pc:docMk/>
          <pc:sldMk cId="3459689555" sldId="2742"/>
        </pc:sldMkLst>
      </pc:sldChg>
      <pc:sldChg chg="del">
        <pc:chgData name="Xu, Vanessa" userId="a3ebf755-99db-4c08-9497-6074ee87b5e8" providerId="ADAL" clId="{ACCBAC9E-C812-4A10-AB1C-3C64B57456AD}" dt="2021-02-01T09:37:50.401" v="581" actId="47"/>
        <pc:sldMkLst>
          <pc:docMk/>
          <pc:sldMk cId="2220452566" sldId="2743"/>
        </pc:sldMkLst>
      </pc:sldChg>
      <pc:sldChg chg="del">
        <pc:chgData name="Xu, Vanessa" userId="a3ebf755-99db-4c08-9497-6074ee87b5e8" providerId="ADAL" clId="{ACCBAC9E-C812-4A10-AB1C-3C64B57456AD}" dt="2021-02-01T09:37:51.131" v="582" actId="47"/>
        <pc:sldMkLst>
          <pc:docMk/>
          <pc:sldMk cId="722843559" sldId="2744"/>
        </pc:sldMkLst>
      </pc:sldChg>
      <pc:sldChg chg="del">
        <pc:chgData name="Xu, Vanessa" userId="a3ebf755-99db-4c08-9497-6074ee87b5e8" providerId="ADAL" clId="{ACCBAC9E-C812-4A10-AB1C-3C64B57456AD}" dt="2021-02-01T09:37:51.841" v="583" actId="47"/>
        <pc:sldMkLst>
          <pc:docMk/>
          <pc:sldMk cId="1049553419" sldId="2745"/>
        </pc:sldMkLst>
      </pc:sldChg>
      <pc:sldChg chg="del">
        <pc:chgData name="Xu, Vanessa" userId="a3ebf755-99db-4c08-9497-6074ee87b5e8" providerId="ADAL" clId="{ACCBAC9E-C812-4A10-AB1C-3C64B57456AD}" dt="2021-02-01T09:37:52.643" v="584" actId="47"/>
        <pc:sldMkLst>
          <pc:docMk/>
          <pc:sldMk cId="3658457268" sldId="2746"/>
        </pc:sldMkLst>
      </pc:sldChg>
      <pc:sldChg chg="del">
        <pc:chgData name="Xu, Vanessa" userId="a3ebf755-99db-4c08-9497-6074ee87b5e8" providerId="ADAL" clId="{ACCBAC9E-C812-4A10-AB1C-3C64B57456AD}" dt="2021-02-01T08:49:30.292" v="7" actId="47"/>
        <pc:sldMkLst>
          <pc:docMk/>
          <pc:sldMk cId="1983058585" sldId="2747"/>
        </pc:sldMkLst>
      </pc:sldChg>
      <pc:sldChg chg="del">
        <pc:chgData name="Xu, Vanessa" userId="a3ebf755-99db-4c08-9497-6074ee87b5e8" providerId="ADAL" clId="{ACCBAC9E-C812-4A10-AB1C-3C64B57456AD}" dt="2021-02-01T09:37:26.435" v="555" actId="47"/>
        <pc:sldMkLst>
          <pc:docMk/>
          <pc:sldMk cId="2422665045" sldId="2748"/>
        </pc:sldMkLst>
      </pc:sldChg>
      <pc:sldChg chg="del">
        <pc:chgData name="Xu, Vanessa" userId="a3ebf755-99db-4c08-9497-6074ee87b5e8" providerId="ADAL" clId="{ACCBAC9E-C812-4A10-AB1C-3C64B57456AD}" dt="2021-02-01T09:37:33.835" v="562" actId="47"/>
        <pc:sldMkLst>
          <pc:docMk/>
          <pc:sldMk cId="3339887635" sldId="2749"/>
        </pc:sldMkLst>
      </pc:sldChg>
      <pc:sldChg chg="addSp modSp new del mod">
        <pc:chgData name="Xu, Vanessa" userId="a3ebf755-99db-4c08-9497-6074ee87b5e8" providerId="ADAL" clId="{ACCBAC9E-C812-4A10-AB1C-3C64B57456AD}" dt="2021-02-01T08:55:39.422" v="73" actId="47"/>
        <pc:sldMkLst>
          <pc:docMk/>
          <pc:sldMk cId="461944026" sldId="2750"/>
        </pc:sldMkLst>
        <pc:spChg chg="mod">
          <ac:chgData name="Xu, Vanessa" userId="a3ebf755-99db-4c08-9497-6074ee87b5e8" providerId="ADAL" clId="{ACCBAC9E-C812-4A10-AB1C-3C64B57456AD}" dt="2021-02-01T08:51:38.737" v="37" actId="20577"/>
          <ac:spMkLst>
            <pc:docMk/>
            <pc:sldMk cId="461944026" sldId="2750"/>
            <ac:spMk id="3" creationId="{F97E9710-48D1-403A-AAA5-FD2C5D816D9B}"/>
          </ac:spMkLst>
        </pc:spChg>
        <pc:spChg chg="add mod">
          <ac:chgData name="Xu, Vanessa" userId="a3ebf755-99db-4c08-9497-6074ee87b5e8" providerId="ADAL" clId="{ACCBAC9E-C812-4A10-AB1C-3C64B57456AD}" dt="2021-02-01T08:52:07.854" v="41" actId="20577"/>
          <ac:spMkLst>
            <pc:docMk/>
            <pc:sldMk cId="461944026" sldId="2750"/>
            <ac:spMk id="5" creationId="{42375099-B3B6-4FF6-8556-D6F69F4587F9}"/>
          </ac:spMkLst>
        </pc:spChg>
      </pc:sldChg>
      <pc:sldChg chg="addSp modSp new mod">
        <pc:chgData name="Xu, Vanessa" userId="a3ebf755-99db-4c08-9497-6074ee87b5e8" providerId="ADAL" clId="{ACCBAC9E-C812-4A10-AB1C-3C64B57456AD}" dt="2021-02-01T09:21:23.935" v="551"/>
        <pc:sldMkLst>
          <pc:docMk/>
          <pc:sldMk cId="2598870623" sldId="2750"/>
        </pc:sldMkLst>
        <pc:spChg chg="mod">
          <ac:chgData name="Xu, Vanessa" userId="a3ebf755-99db-4c08-9497-6074ee87b5e8" providerId="ADAL" clId="{ACCBAC9E-C812-4A10-AB1C-3C64B57456AD}" dt="2021-02-01T09:19:31.741" v="526"/>
          <ac:spMkLst>
            <pc:docMk/>
            <pc:sldMk cId="2598870623" sldId="2750"/>
            <ac:spMk id="3" creationId="{3C8A439A-FD50-46B0-8883-FE6BE9C07FCA}"/>
          </ac:spMkLst>
        </pc:spChg>
        <pc:spChg chg="add mod">
          <ac:chgData name="Xu, Vanessa" userId="a3ebf755-99db-4c08-9497-6074ee87b5e8" providerId="ADAL" clId="{ACCBAC9E-C812-4A10-AB1C-3C64B57456AD}" dt="2021-02-01T09:21:23.935" v="551"/>
          <ac:spMkLst>
            <pc:docMk/>
            <pc:sldMk cId="2598870623" sldId="2750"/>
            <ac:spMk id="6" creationId="{3E2226ED-B025-4EE2-A320-E6EEB3849186}"/>
          </ac:spMkLst>
        </pc:spChg>
        <pc:picChg chg="add mod">
          <ac:chgData name="Xu, Vanessa" userId="a3ebf755-99db-4c08-9497-6074ee87b5e8" providerId="ADAL" clId="{ACCBAC9E-C812-4A10-AB1C-3C64B57456AD}" dt="2021-02-01T09:20:25.439" v="545" actId="1076"/>
          <ac:picMkLst>
            <pc:docMk/>
            <pc:sldMk cId="2598870623" sldId="2750"/>
            <ac:picMk id="5" creationId="{6D901840-6870-4CBE-AD67-1EEAA52BBB72}"/>
          </ac:picMkLst>
        </pc:picChg>
        <pc:picChg chg="add mod">
          <ac:chgData name="Xu, Vanessa" userId="a3ebf755-99db-4c08-9497-6074ee87b5e8" providerId="ADAL" clId="{ACCBAC9E-C812-4A10-AB1C-3C64B57456AD}" dt="2021-02-01T09:21:15.496" v="547" actId="1076"/>
          <ac:picMkLst>
            <pc:docMk/>
            <pc:sldMk cId="2598870623" sldId="2750"/>
            <ac:picMk id="7" creationId="{4BC6459E-D271-490C-93D0-1554FBB7B04F}"/>
          </ac:picMkLst>
        </pc:picChg>
      </pc:sldChg>
      <pc:sldChg chg="addSp modSp new mod ord">
        <pc:chgData name="Xu, Vanessa" userId="a3ebf755-99db-4c08-9497-6074ee87b5e8" providerId="ADAL" clId="{ACCBAC9E-C812-4A10-AB1C-3C64B57456AD}" dt="2021-02-02T02:56:32.690" v="1026"/>
        <pc:sldMkLst>
          <pc:docMk/>
          <pc:sldMk cId="2190469791" sldId="2751"/>
        </pc:sldMkLst>
        <pc:spChg chg="mod">
          <ac:chgData name="Xu, Vanessa" userId="a3ebf755-99db-4c08-9497-6074ee87b5e8" providerId="ADAL" clId="{ACCBAC9E-C812-4A10-AB1C-3C64B57456AD}" dt="2021-02-01T09:24:50.983" v="553"/>
          <ac:spMkLst>
            <pc:docMk/>
            <pc:sldMk cId="2190469791" sldId="2751"/>
            <ac:spMk id="3" creationId="{13E786DE-2C69-4B96-96C1-9CEC51393FC9}"/>
          </ac:spMkLst>
        </pc:spChg>
        <pc:spChg chg="add mod">
          <ac:chgData name="Xu, Vanessa" userId="a3ebf755-99db-4c08-9497-6074ee87b5e8" providerId="ADAL" clId="{ACCBAC9E-C812-4A10-AB1C-3C64B57456AD}" dt="2021-02-02T02:48:54.476" v="745" actId="20577"/>
          <ac:spMkLst>
            <pc:docMk/>
            <pc:sldMk cId="2190469791" sldId="2751"/>
            <ac:spMk id="5" creationId="{4641B17C-506E-45D5-A797-DF7FE579B75C}"/>
          </ac:spMkLst>
        </pc:spChg>
      </pc:sldChg>
      <pc:sldChg chg="addSp modSp new mod">
        <pc:chgData name="Xu, Vanessa" userId="a3ebf755-99db-4c08-9497-6074ee87b5e8" providerId="ADAL" clId="{ACCBAC9E-C812-4A10-AB1C-3C64B57456AD}" dt="2021-02-02T02:52:49.730" v="940" actId="20577"/>
        <pc:sldMkLst>
          <pc:docMk/>
          <pc:sldMk cId="2310685783" sldId="2752"/>
        </pc:sldMkLst>
        <pc:spChg chg="mod">
          <ac:chgData name="Xu, Vanessa" userId="a3ebf755-99db-4c08-9497-6074ee87b5e8" providerId="ADAL" clId="{ACCBAC9E-C812-4A10-AB1C-3C64B57456AD}" dt="2021-02-01T09:42:55.157" v="709" actId="20577"/>
          <ac:spMkLst>
            <pc:docMk/>
            <pc:sldMk cId="2310685783" sldId="2752"/>
            <ac:spMk id="3" creationId="{B0D7D7D2-F938-4D74-A4B3-48E648F1AEB6}"/>
          </ac:spMkLst>
        </pc:spChg>
        <pc:spChg chg="add mod">
          <ac:chgData name="Xu, Vanessa" userId="a3ebf755-99db-4c08-9497-6074ee87b5e8" providerId="ADAL" clId="{ACCBAC9E-C812-4A10-AB1C-3C64B57456AD}" dt="2021-02-02T02:52:49.730" v="940" actId="20577"/>
          <ac:spMkLst>
            <pc:docMk/>
            <pc:sldMk cId="2310685783" sldId="2752"/>
            <ac:spMk id="5" creationId="{23DE3E6D-9705-4916-A781-E39E4A8FF882}"/>
          </ac:spMkLst>
        </pc:spChg>
      </pc:sldChg>
      <pc:sldChg chg="addSp modSp new mod">
        <pc:chgData name="Xu, Vanessa" userId="a3ebf755-99db-4c08-9497-6074ee87b5e8" providerId="ADAL" clId="{ACCBAC9E-C812-4A10-AB1C-3C64B57456AD}" dt="2021-02-02T02:57:54.190" v="1035" actId="14100"/>
        <pc:sldMkLst>
          <pc:docMk/>
          <pc:sldMk cId="3993884709" sldId="2753"/>
        </pc:sldMkLst>
        <pc:spChg chg="mod">
          <ac:chgData name="Xu, Vanessa" userId="a3ebf755-99db-4c08-9497-6074ee87b5e8" providerId="ADAL" clId="{ACCBAC9E-C812-4A10-AB1C-3C64B57456AD}" dt="2021-02-02T02:53:30.226" v="971" actId="20577"/>
          <ac:spMkLst>
            <pc:docMk/>
            <pc:sldMk cId="3993884709" sldId="2753"/>
            <ac:spMk id="3" creationId="{C3FFFE9E-53E8-4889-A451-79287DB98C35}"/>
          </ac:spMkLst>
        </pc:spChg>
        <pc:spChg chg="add mod">
          <ac:chgData name="Xu, Vanessa" userId="a3ebf755-99db-4c08-9497-6074ee87b5e8" providerId="ADAL" clId="{ACCBAC9E-C812-4A10-AB1C-3C64B57456AD}" dt="2021-02-02T02:54:25.887" v="1024" actId="20577"/>
          <ac:spMkLst>
            <pc:docMk/>
            <pc:sldMk cId="3993884709" sldId="2753"/>
            <ac:spMk id="5" creationId="{2333D829-0B9C-4D10-A51E-E3C1434214F0}"/>
          </ac:spMkLst>
        </pc:spChg>
        <pc:spChg chg="add mod">
          <ac:chgData name="Xu, Vanessa" userId="a3ebf755-99db-4c08-9497-6074ee87b5e8" providerId="ADAL" clId="{ACCBAC9E-C812-4A10-AB1C-3C64B57456AD}" dt="2021-02-02T02:57:46.099" v="1034" actId="1076"/>
          <ac:spMkLst>
            <pc:docMk/>
            <pc:sldMk cId="3993884709" sldId="2753"/>
            <ac:spMk id="7" creationId="{60BF1984-5405-45FA-9E79-126F9133FFF6}"/>
          </ac:spMkLst>
        </pc:spChg>
        <pc:graphicFrameChg chg="add mod modGraphic">
          <ac:chgData name="Xu, Vanessa" userId="a3ebf755-99db-4c08-9497-6074ee87b5e8" providerId="ADAL" clId="{ACCBAC9E-C812-4A10-AB1C-3C64B57456AD}" dt="2021-02-02T02:57:54.190" v="1035" actId="14100"/>
          <ac:graphicFrameMkLst>
            <pc:docMk/>
            <pc:sldMk cId="3993884709" sldId="2753"/>
            <ac:graphicFrameMk id="6" creationId="{052A5E94-6FED-4335-AC03-C92A9FDE78FD}"/>
          </ac:graphicFrameMkLst>
        </pc:graphicFrameChg>
      </pc:sldChg>
      <pc:sldChg chg="addSp modSp new mod">
        <pc:chgData name="Xu, Vanessa" userId="a3ebf755-99db-4c08-9497-6074ee87b5e8" providerId="ADAL" clId="{ACCBAC9E-C812-4A10-AB1C-3C64B57456AD}" dt="2021-02-02T02:58:45.054" v="1040" actId="27614"/>
        <pc:sldMkLst>
          <pc:docMk/>
          <pc:sldMk cId="1721827462" sldId="2754"/>
        </pc:sldMkLst>
        <pc:spChg chg="mod">
          <ac:chgData name="Xu, Vanessa" userId="a3ebf755-99db-4c08-9497-6074ee87b5e8" providerId="ADAL" clId="{ACCBAC9E-C812-4A10-AB1C-3C64B57456AD}" dt="2021-02-02T02:58:18.173" v="1037"/>
          <ac:spMkLst>
            <pc:docMk/>
            <pc:sldMk cId="1721827462" sldId="2754"/>
            <ac:spMk id="3" creationId="{ACEE64B5-7DFB-4646-90CD-A585DBEFFD05}"/>
          </ac:spMkLst>
        </pc:spChg>
        <pc:picChg chg="add mod">
          <ac:chgData name="Xu, Vanessa" userId="a3ebf755-99db-4c08-9497-6074ee87b5e8" providerId="ADAL" clId="{ACCBAC9E-C812-4A10-AB1C-3C64B57456AD}" dt="2021-02-02T02:58:45.054" v="1040" actId="27614"/>
          <ac:picMkLst>
            <pc:docMk/>
            <pc:sldMk cId="1721827462" sldId="2754"/>
            <ac:picMk id="6" creationId="{099C925B-1BBE-4479-A83F-801F23A3E1FE}"/>
          </ac:picMkLst>
        </pc:picChg>
      </pc:sldChg>
      <pc:sldChg chg="addSp modSp new mod">
        <pc:chgData name="Xu, Vanessa" userId="a3ebf755-99db-4c08-9497-6074ee87b5e8" providerId="ADAL" clId="{ACCBAC9E-C812-4A10-AB1C-3C64B57456AD}" dt="2021-02-02T02:59:52.623" v="1065" actId="27614"/>
        <pc:sldMkLst>
          <pc:docMk/>
          <pc:sldMk cId="2840463212" sldId="2755"/>
        </pc:sldMkLst>
        <pc:spChg chg="mod">
          <ac:chgData name="Xu, Vanessa" userId="a3ebf755-99db-4c08-9497-6074ee87b5e8" providerId="ADAL" clId="{ACCBAC9E-C812-4A10-AB1C-3C64B57456AD}" dt="2021-02-02T02:59:15.115" v="1042"/>
          <ac:spMkLst>
            <pc:docMk/>
            <pc:sldMk cId="2840463212" sldId="2755"/>
            <ac:spMk id="3" creationId="{47DA889E-F8E2-4B41-9F8F-1E6A3BA3C6D5}"/>
          </ac:spMkLst>
        </pc:spChg>
        <pc:spChg chg="add mod">
          <ac:chgData name="Xu, Vanessa" userId="a3ebf755-99db-4c08-9497-6074ee87b5e8" providerId="ADAL" clId="{ACCBAC9E-C812-4A10-AB1C-3C64B57456AD}" dt="2021-02-02T02:59:34.736" v="1062" actId="20577"/>
          <ac:spMkLst>
            <pc:docMk/>
            <pc:sldMk cId="2840463212" sldId="2755"/>
            <ac:spMk id="5" creationId="{5A1D44EA-C46B-4D7E-81CB-7CD802BCB6C1}"/>
          </ac:spMkLst>
        </pc:spChg>
        <pc:picChg chg="add mod">
          <ac:chgData name="Xu, Vanessa" userId="a3ebf755-99db-4c08-9497-6074ee87b5e8" providerId="ADAL" clId="{ACCBAC9E-C812-4A10-AB1C-3C64B57456AD}" dt="2021-02-02T02:59:52.623" v="1065" actId="27614"/>
          <ac:picMkLst>
            <pc:docMk/>
            <pc:sldMk cId="2840463212" sldId="2755"/>
            <ac:picMk id="7" creationId="{05EB2401-0CBF-4672-9B4A-5DFBDD2537FF}"/>
          </ac:picMkLst>
        </pc:picChg>
      </pc:sldChg>
    </pc:docChg>
  </pc:docChgLst>
  <pc:docChgLst>
    <pc:chgData name="Chen, Claudia" userId="4e174740-3a25-4739-b15b-2bac5eff56c3" providerId="ADAL" clId="{8900C7D0-5F0A-455A-AFE2-5C97DCA0C20C}"/>
    <pc:docChg chg="addSld delSld modSld delSection modSection">
      <pc:chgData name="Chen, Claudia" userId="4e174740-3a25-4739-b15b-2bac5eff56c3" providerId="ADAL" clId="{8900C7D0-5F0A-455A-AFE2-5C97DCA0C20C}" dt="2020-07-10T02:53:00.758" v="72"/>
      <pc:docMkLst>
        <pc:docMk/>
      </pc:docMkLst>
      <pc:sldChg chg="del">
        <pc:chgData name="Chen, Claudia" userId="4e174740-3a25-4739-b15b-2bac5eff56c3" providerId="ADAL" clId="{8900C7D0-5F0A-455A-AFE2-5C97DCA0C20C}" dt="2020-07-10T02:50:47.262" v="10" actId="2696"/>
        <pc:sldMkLst>
          <pc:docMk/>
          <pc:sldMk cId="1303861220" sldId="259"/>
        </pc:sldMkLst>
      </pc:sldChg>
      <pc:sldChg chg="del">
        <pc:chgData name="Chen, Claudia" userId="4e174740-3a25-4739-b15b-2bac5eff56c3" providerId="ADAL" clId="{8900C7D0-5F0A-455A-AFE2-5C97DCA0C20C}" dt="2020-07-10T02:50:47.286" v="11" actId="2696"/>
        <pc:sldMkLst>
          <pc:docMk/>
          <pc:sldMk cId="1787785843" sldId="260"/>
        </pc:sldMkLst>
      </pc:sldChg>
      <pc:sldChg chg="del">
        <pc:chgData name="Chen, Claudia" userId="4e174740-3a25-4739-b15b-2bac5eff56c3" providerId="ADAL" clId="{8900C7D0-5F0A-455A-AFE2-5C97DCA0C20C}" dt="2020-07-10T02:50:47.237" v="9" actId="2696"/>
        <pc:sldMkLst>
          <pc:docMk/>
          <pc:sldMk cId="1560497995" sldId="261"/>
        </pc:sldMkLst>
      </pc:sldChg>
      <pc:sldChg chg="del">
        <pc:chgData name="Chen, Claudia" userId="4e174740-3a25-4739-b15b-2bac5eff56c3" providerId="ADAL" clId="{8900C7D0-5F0A-455A-AFE2-5C97DCA0C20C}" dt="2020-07-10T02:50:47.315" v="12" actId="2696"/>
        <pc:sldMkLst>
          <pc:docMk/>
          <pc:sldMk cId="1765955280" sldId="263"/>
        </pc:sldMkLst>
      </pc:sldChg>
      <pc:sldChg chg="del">
        <pc:chgData name="Chen, Claudia" userId="4e174740-3a25-4739-b15b-2bac5eff56c3" providerId="ADAL" clId="{8900C7D0-5F0A-455A-AFE2-5C97DCA0C20C}" dt="2020-07-10T02:50:47.344" v="13" actId="2696"/>
        <pc:sldMkLst>
          <pc:docMk/>
          <pc:sldMk cId="1915492487" sldId="264"/>
        </pc:sldMkLst>
      </pc:sldChg>
      <pc:sldChg chg="del">
        <pc:chgData name="Chen, Claudia" userId="4e174740-3a25-4739-b15b-2bac5eff56c3" providerId="ADAL" clId="{8900C7D0-5F0A-455A-AFE2-5C97DCA0C20C}" dt="2020-07-10T02:50:47.363" v="14" actId="2696"/>
        <pc:sldMkLst>
          <pc:docMk/>
          <pc:sldMk cId="1347011220" sldId="265"/>
        </pc:sldMkLst>
      </pc:sldChg>
      <pc:sldChg chg="del">
        <pc:chgData name="Chen, Claudia" userId="4e174740-3a25-4739-b15b-2bac5eff56c3" providerId="ADAL" clId="{8900C7D0-5F0A-455A-AFE2-5C97DCA0C20C}" dt="2020-07-10T02:50:47.431" v="15" actId="2696"/>
        <pc:sldMkLst>
          <pc:docMk/>
          <pc:sldMk cId="1735979572" sldId="266"/>
        </pc:sldMkLst>
      </pc:sldChg>
      <pc:sldChg chg="del">
        <pc:chgData name="Chen, Claudia" userId="4e174740-3a25-4739-b15b-2bac5eff56c3" providerId="ADAL" clId="{8900C7D0-5F0A-455A-AFE2-5C97DCA0C20C}" dt="2020-07-10T02:50:47.604" v="19" actId="2696"/>
        <pc:sldMkLst>
          <pc:docMk/>
          <pc:sldMk cId="4293164193" sldId="267"/>
        </pc:sldMkLst>
      </pc:sldChg>
      <pc:sldChg chg="del">
        <pc:chgData name="Chen, Claudia" userId="4e174740-3a25-4739-b15b-2bac5eff56c3" providerId="ADAL" clId="{8900C7D0-5F0A-455A-AFE2-5C97DCA0C20C}" dt="2020-07-10T02:50:47.632" v="20" actId="2696"/>
        <pc:sldMkLst>
          <pc:docMk/>
          <pc:sldMk cId="552642340" sldId="268"/>
        </pc:sldMkLst>
      </pc:sldChg>
      <pc:sldChg chg="del">
        <pc:chgData name="Chen, Claudia" userId="4e174740-3a25-4739-b15b-2bac5eff56c3" providerId="ADAL" clId="{8900C7D0-5F0A-455A-AFE2-5C97DCA0C20C}" dt="2020-07-10T02:50:47.676" v="21" actId="2696"/>
        <pc:sldMkLst>
          <pc:docMk/>
          <pc:sldMk cId="3308713169" sldId="269"/>
        </pc:sldMkLst>
      </pc:sldChg>
      <pc:sldChg chg="del">
        <pc:chgData name="Chen, Claudia" userId="4e174740-3a25-4739-b15b-2bac5eff56c3" providerId="ADAL" clId="{8900C7D0-5F0A-455A-AFE2-5C97DCA0C20C}" dt="2020-07-10T02:50:47.714" v="22" actId="2696"/>
        <pc:sldMkLst>
          <pc:docMk/>
          <pc:sldMk cId="616782344" sldId="270"/>
        </pc:sldMkLst>
      </pc:sldChg>
      <pc:sldChg chg="del">
        <pc:chgData name="Chen, Claudia" userId="4e174740-3a25-4739-b15b-2bac5eff56c3" providerId="ADAL" clId="{8900C7D0-5F0A-455A-AFE2-5C97DCA0C20C}" dt="2020-07-10T02:50:47.741" v="23" actId="2696"/>
        <pc:sldMkLst>
          <pc:docMk/>
          <pc:sldMk cId="1458880347" sldId="271"/>
        </pc:sldMkLst>
      </pc:sldChg>
      <pc:sldChg chg="del">
        <pc:chgData name="Chen, Claudia" userId="4e174740-3a25-4739-b15b-2bac5eff56c3" providerId="ADAL" clId="{8900C7D0-5F0A-455A-AFE2-5C97DCA0C20C}" dt="2020-07-10T02:50:47.766" v="24" actId="2696"/>
        <pc:sldMkLst>
          <pc:docMk/>
          <pc:sldMk cId="3653218473" sldId="272"/>
        </pc:sldMkLst>
      </pc:sldChg>
      <pc:sldChg chg="del">
        <pc:chgData name="Chen, Claudia" userId="4e174740-3a25-4739-b15b-2bac5eff56c3" providerId="ADAL" clId="{8900C7D0-5F0A-455A-AFE2-5C97DCA0C20C}" dt="2020-07-10T02:50:47.789" v="25" actId="2696"/>
        <pc:sldMkLst>
          <pc:docMk/>
          <pc:sldMk cId="2256902841" sldId="273"/>
        </pc:sldMkLst>
      </pc:sldChg>
      <pc:sldChg chg="del">
        <pc:chgData name="Chen, Claudia" userId="4e174740-3a25-4739-b15b-2bac5eff56c3" providerId="ADAL" clId="{8900C7D0-5F0A-455A-AFE2-5C97DCA0C20C}" dt="2020-07-10T02:50:47.834" v="26" actId="2696"/>
        <pc:sldMkLst>
          <pc:docMk/>
          <pc:sldMk cId="843918268" sldId="274"/>
        </pc:sldMkLst>
      </pc:sldChg>
      <pc:sldChg chg="del">
        <pc:chgData name="Chen, Claudia" userId="4e174740-3a25-4739-b15b-2bac5eff56c3" providerId="ADAL" clId="{8900C7D0-5F0A-455A-AFE2-5C97DCA0C20C}" dt="2020-07-10T02:50:47.892" v="27" actId="2696"/>
        <pc:sldMkLst>
          <pc:docMk/>
          <pc:sldMk cId="3683868493" sldId="275"/>
        </pc:sldMkLst>
      </pc:sldChg>
      <pc:sldChg chg="del">
        <pc:chgData name="Chen, Claudia" userId="4e174740-3a25-4739-b15b-2bac5eff56c3" providerId="ADAL" clId="{8900C7D0-5F0A-455A-AFE2-5C97DCA0C20C}" dt="2020-07-10T02:50:47.921" v="28" actId="2696"/>
        <pc:sldMkLst>
          <pc:docMk/>
          <pc:sldMk cId="1541537358" sldId="276"/>
        </pc:sldMkLst>
      </pc:sldChg>
      <pc:sldChg chg="del">
        <pc:chgData name="Chen, Claudia" userId="4e174740-3a25-4739-b15b-2bac5eff56c3" providerId="ADAL" clId="{8900C7D0-5F0A-455A-AFE2-5C97DCA0C20C}" dt="2020-07-10T02:50:47.530" v="16" actId="2696"/>
        <pc:sldMkLst>
          <pc:docMk/>
          <pc:sldMk cId="1850991619" sldId="277"/>
        </pc:sldMkLst>
      </pc:sldChg>
      <pc:sldChg chg="del">
        <pc:chgData name="Chen, Claudia" userId="4e174740-3a25-4739-b15b-2bac5eff56c3" providerId="ADAL" clId="{8900C7D0-5F0A-455A-AFE2-5C97DCA0C20C}" dt="2020-07-10T02:50:47.556" v="17" actId="2696"/>
        <pc:sldMkLst>
          <pc:docMk/>
          <pc:sldMk cId="3190005418" sldId="278"/>
        </pc:sldMkLst>
      </pc:sldChg>
      <pc:sldChg chg="del">
        <pc:chgData name="Chen, Claudia" userId="4e174740-3a25-4739-b15b-2bac5eff56c3" providerId="ADAL" clId="{8900C7D0-5F0A-455A-AFE2-5C97DCA0C20C}" dt="2020-07-10T02:50:47.579" v="18" actId="2696"/>
        <pc:sldMkLst>
          <pc:docMk/>
          <pc:sldMk cId="2189985889" sldId="279"/>
        </pc:sldMkLst>
      </pc:sldChg>
      <pc:sldChg chg="del">
        <pc:chgData name="Chen, Claudia" userId="4e174740-3a25-4739-b15b-2bac5eff56c3" providerId="ADAL" clId="{8900C7D0-5F0A-455A-AFE2-5C97DCA0C20C}" dt="2020-07-10T02:50:48.544" v="36" actId="2696"/>
        <pc:sldMkLst>
          <pc:docMk/>
          <pc:sldMk cId="318550835" sldId="283"/>
        </pc:sldMkLst>
      </pc:sldChg>
      <pc:sldChg chg="del">
        <pc:chgData name="Chen, Claudia" userId="4e174740-3a25-4739-b15b-2bac5eff56c3" providerId="ADAL" clId="{8900C7D0-5F0A-455A-AFE2-5C97DCA0C20C}" dt="2020-07-10T02:50:48.105" v="30" actId="2696"/>
        <pc:sldMkLst>
          <pc:docMk/>
          <pc:sldMk cId="1143372593" sldId="284"/>
        </pc:sldMkLst>
      </pc:sldChg>
      <pc:sldChg chg="del">
        <pc:chgData name="Chen, Claudia" userId="4e174740-3a25-4739-b15b-2bac5eff56c3" providerId="ADAL" clId="{8900C7D0-5F0A-455A-AFE2-5C97DCA0C20C}" dt="2020-07-10T02:50:47.999" v="29" actId="2696"/>
        <pc:sldMkLst>
          <pc:docMk/>
          <pc:sldMk cId="3554209177" sldId="285"/>
        </pc:sldMkLst>
      </pc:sldChg>
      <pc:sldChg chg="del">
        <pc:chgData name="Chen, Claudia" userId="4e174740-3a25-4739-b15b-2bac5eff56c3" providerId="ADAL" clId="{8900C7D0-5F0A-455A-AFE2-5C97DCA0C20C}" dt="2020-07-10T02:50:48.209" v="31" actId="2696"/>
        <pc:sldMkLst>
          <pc:docMk/>
          <pc:sldMk cId="395310068" sldId="286"/>
        </pc:sldMkLst>
      </pc:sldChg>
      <pc:sldChg chg="del">
        <pc:chgData name="Chen, Claudia" userId="4e174740-3a25-4739-b15b-2bac5eff56c3" providerId="ADAL" clId="{8900C7D0-5F0A-455A-AFE2-5C97DCA0C20C}" dt="2020-07-10T02:50:48.296" v="32" actId="2696"/>
        <pc:sldMkLst>
          <pc:docMk/>
          <pc:sldMk cId="2104566009" sldId="288"/>
        </pc:sldMkLst>
      </pc:sldChg>
      <pc:sldChg chg="del">
        <pc:chgData name="Chen, Claudia" userId="4e174740-3a25-4739-b15b-2bac5eff56c3" providerId="ADAL" clId="{8900C7D0-5F0A-455A-AFE2-5C97DCA0C20C}" dt="2020-07-10T02:50:48.364" v="33" actId="2696"/>
        <pc:sldMkLst>
          <pc:docMk/>
          <pc:sldMk cId="44990296" sldId="289"/>
        </pc:sldMkLst>
      </pc:sldChg>
      <pc:sldChg chg="del">
        <pc:chgData name="Chen, Claudia" userId="4e174740-3a25-4739-b15b-2bac5eff56c3" providerId="ADAL" clId="{8900C7D0-5F0A-455A-AFE2-5C97DCA0C20C}" dt="2020-07-10T02:50:48.429" v="34" actId="2696"/>
        <pc:sldMkLst>
          <pc:docMk/>
          <pc:sldMk cId="3812518120" sldId="290"/>
        </pc:sldMkLst>
      </pc:sldChg>
      <pc:sldChg chg="del">
        <pc:chgData name="Chen, Claudia" userId="4e174740-3a25-4739-b15b-2bac5eff56c3" providerId="ADAL" clId="{8900C7D0-5F0A-455A-AFE2-5C97DCA0C20C}" dt="2020-07-10T02:50:49.680" v="53" actId="2696"/>
        <pc:sldMkLst>
          <pc:docMk/>
          <pc:sldMk cId="852453104" sldId="649"/>
        </pc:sldMkLst>
      </pc:sldChg>
      <pc:sldChg chg="del">
        <pc:chgData name="Chen, Claudia" userId="4e174740-3a25-4739-b15b-2bac5eff56c3" providerId="ADAL" clId="{8900C7D0-5F0A-455A-AFE2-5C97DCA0C20C}" dt="2020-07-10T02:50:49.321" v="47" actId="2696"/>
        <pc:sldMkLst>
          <pc:docMk/>
          <pc:sldMk cId="2146198480" sldId="1178"/>
        </pc:sldMkLst>
      </pc:sldChg>
      <pc:sldChg chg="del">
        <pc:chgData name="Chen, Claudia" userId="4e174740-3a25-4739-b15b-2bac5eff56c3" providerId="ADAL" clId="{8900C7D0-5F0A-455A-AFE2-5C97DCA0C20C}" dt="2020-07-10T02:50:48.705" v="38" actId="2696"/>
        <pc:sldMkLst>
          <pc:docMk/>
          <pc:sldMk cId="726660884" sldId="1862"/>
        </pc:sldMkLst>
      </pc:sldChg>
      <pc:sldChg chg="del">
        <pc:chgData name="Chen, Claudia" userId="4e174740-3a25-4739-b15b-2bac5eff56c3" providerId="ADAL" clId="{8900C7D0-5F0A-455A-AFE2-5C97DCA0C20C}" dt="2020-07-10T02:50:49.370" v="48" actId="2696"/>
        <pc:sldMkLst>
          <pc:docMk/>
          <pc:sldMk cId="2947883906" sldId="1991"/>
        </pc:sldMkLst>
      </pc:sldChg>
      <pc:sldChg chg="del">
        <pc:chgData name="Chen, Claudia" userId="4e174740-3a25-4739-b15b-2bac5eff56c3" providerId="ADAL" clId="{8900C7D0-5F0A-455A-AFE2-5C97DCA0C20C}" dt="2020-07-10T02:50:49.279" v="46" actId="2696"/>
        <pc:sldMkLst>
          <pc:docMk/>
          <pc:sldMk cId="2376455994" sldId="2321"/>
        </pc:sldMkLst>
      </pc:sldChg>
      <pc:sldChg chg="del">
        <pc:chgData name="Chen, Claudia" userId="4e174740-3a25-4739-b15b-2bac5eff56c3" providerId="ADAL" clId="{8900C7D0-5F0A-455A-AFE2-5C97DCA0C20C}" dt="2020-07-10T02:50:50.749" v="58" actId="2696"/>
        <pc:sldMkLst>
          <pc:docMk/>
          <pc:sldMk cId="2610640319" sldId="2349"/>
        </pc:sldMkLst>
      </pc:sldChg>
      <pc:sldChg chg="del">
        <pc:chgData name="Chen, Claudia" userId="4e174740-3a25-4739-b15b-2bac5eff56c3" providerId="ADAL" clId="{8900C7D0-5F0A-455A-AFE2-5C97DCA0C20C}" dt="2020-07-10T02:50:49.209" v="45" actId="2696"/>
        <pc:sldMkLst>
          <pc:docMk/>
          <pc:sldMk cId="2769151072" sldId="2394"/>
        </pc:sldMkLst>
      </pc:sldChg>
      <pc:sldChg chg="del">
        <pc:chgData name="Chen, Claudia" userId="4e174740-3a25-4739-b15b-2bac5eff56c3" providerId="ADAL" clId="{8900C7D0-5F0A-455A-AFE2-5C97DCA0C20C}" dt="2020-07-10T02:50:49.030" v="43" actId="2696"/>
        <pc:sldMkLst>
          <pc:docMk/>
          <pc:sldMk cId="2826926038" sldId="2448"/>
        </pc:sldMkLst>
      </pc:sldChg>
      <pc:sldChg chg="del">
        <pc:chgData name="Chen, Claudia" userId="4e174740-3a25-4739-b15b-2bac5eff56c3" providerId="ADAL" clId="{8900C7D0-5F0A-455A-AFE2-5C97DCA0C20C}" dt="2020-07-10T02:50:49.450" v="49" actId="2696"/>
        <pc:sldMkLst>
          <pc:docMk/>
          <pc:sldMk cId="816997975" sldId="2552"/>
        </pc:sldMkLst>
      </pc:sldChg>
      <pc:sldChg chg="del">
        <pc:chgData name="Chen, Claudia" userId="4e174740-3a25-4739-b15b-2bac5eff56c3" providerId="ADAL" clId="{8900C7D0-5F0A-455A-AFE2-5C97DCA0C20C}" dt="2020-07-10T02:50:49.795" v="55" actId="2696"/>
        <pc:sldMkLst>
          <pc:docMk/>
          <pc:sldMk cId="3124470859" sldId="2560"/>
        </pc:sldMkLst>
      </pc:sldChg>
      <pc:sldChg chg="del">
        <pc:chgData name="Chen, Claudia" userId="4e174740-3a25-4739-b15b-2bac5eff56c3" providerId="ADAL" clId="{8900C7D0-5F0A-455A-AFE2-5C97DCA0C20C}" dt="2020-07-10T02:50:48.470" v="35" actId="2696"/>
        <pc:sldMkLst>
          <pc:docMk/>
          <pc:sldMk cId="1717099412" sldId="2593"/>
        </pc:sldMkLst>
      </pc:sldChg>
      <pc:sldChg chg="del">
        <pc:chgData name="Chen, Claudia" userId="4e174740-3a25-4739-b15b-2bac5eff56c3" providerId="ADAL" clId="{8900C7D0-5F0A-455A-AFE2-5C97DCA0C20C}" dt="2020-07-10T02:50:50.004" v="56" actId="2696"/>
        <pc:sldMkLst>
          <pc:docMk/>
          <pc:sldMk cId="4104708501" sldId="2610"/>
        </pc:sldMkLst>
      </pc:sldChg>
      <pc:sldChg chg="del">
        <pc:chgData name="Chen, Claudia" userId="4e174740-3a25-4739-b15b-2bac5eff56c3" providerId="ADAL" clId="{8900C7D0-5F0A-455A-AFE2-5C97DCA0C20C}" dt="2020-07-10T02:50:50.399" v="57" actId="2696"/>
        <pc:sldMkLst>
          <pc:docMk/>
          <pc:sldMk cId="2454785223" sldId="2611"/>
        </pc:sldMkLst>
      </pc:sldChg>
      <pc:sldChg chg="del">
        <pc:chgData name="Chen, Claudia" userId="4e174740-3a25-4739-b15b-2bac5eff56c3" providerId="ADAL" clId="{8900C7D0-5F0A-455A-AFE2-5C97DCA0C20C}" dt="2020-07-10T02:50:49.731" v="54" actId="2696"/>
        <pc:sldMkLst>
          <pc:docMk/>
          <pc:sldMk cId="3000611110" sldId="2612"/>
        </pc:sldMkLst>
      </pc:sldChg>
      <pc:sldChg chg="del">
        <pc:chgData name="Chen, Claudia" userId="4e174740-3a25-4739-b15b-2bac5eff56c3" providerId="ADAL" clId="{8900C7D0-5F0A-455A-AFE2-5C97DCA0C20C}" dt="2020-07-10T02:50:49.636" v="52" actId="2696"/>
        <pc:sldMkLst>
          <pc:docMk/>
          <pc:sldMk cId="2190931407" sldId="2613"/>
        </pc:sldMkLst>
      </pc:sldChg>
      <pc:sldChg chg="del">
        <pc:chgData name="Chen, Claudia" userId="4e174740-3a25-4739-b15b-2bac5eff56c3" providerId="ADAL" clId="{8900C7D0-5F0A-455A-AFE2-5C97DCA0C20C}" dt="2020-07-10T02:50:49.578" v="51" actId="2696"/>
        <pc:sldMkLst>
          <pc:docMk/>
          <pc:sldMk cId="1689199722" sldId="2614"/>
        </pc:sldMkLst>
      </pc:sldChg>
      <pc:sldChg chg="del">
        <pc:chgData name="Chen, Claudia" userId="4e174740-3a25-4739-b15b-2bac5eff56c3" providerId="ADAL" clId="{8900C7D0-5F0A-455A-AFE2-5C97DCA0C20C}" dt="2020-07-10T02:50:49.506" v="50" actId="2696"/>
        <pc:sldMkLst>
          <pc:docMk/>
          <pc:sldMk cId="3498804766" sldId="2615"/>
        </pc:sldMkLst>
      </pc:sldChg>
      <pc:sldChg chg="del">
        <pc:chgData name="Chen, Claudia" userId="4e174740-3a25-4739-b15b-2bac5eff56c3" providerId="ADAL" clId="{8900C7D0-5F0A-455A-AFE2-5C97DCA0C20C}" dt="2020-07-10T02:50:48.630" v="37" actId="2696"/>
        <pc:sldMkLst>
          <pc:docMk/>
          <pc:sldMk cId="3484910544" sldId="2616"/>
        </pc:sldMkLst>
      </pc:sldChg>
      <pc:sldChg chg="del">
        <pc:chgData name="Chen, Claudia" userId="4e174740-3a25-4739-b15b-2bac5eff56c3" providerId="ADAL" clId="{8900C7D0-5F0A-455A-AFE2-5C97DCA0C20C}" dt="2020-07-10T02:50:48.793" v="39" actId="2696"/>
        <pc:sldMkLst>
          <pc:docMk/>
          <pc:sldMk cId="2046333147" sldId="2618"/>
        </pc:sldMkLst>
      </pc:sldChg>
      <pc:sldChg chg="del">
        <pc:chgData name="Chen, Claudia" userId="4e174740-3a25-4739-b15b-2bac5eff56c3" providerId="ADAL" clId="{8900C7D0-5F0A-455A-AFE2-5C97DCA0C20C}" dt="2020-07-10T02:50:49.098" v="44" actId="2696"/>
        <pc:sldMkLst>
          <pc:docMk/>
          <pc:sldMk cId="3294134942" sldId="2619"/>
        </pc:sldMkLst>
      </pc:sldChg>
      <pc:sldChg chg="del">
        <pc:chgData name="Chen, Claudia" userId="4e174740-3a25-4739-b15b-2bac5eff56c3" providerId="ADAL" clId="{8900C7D0-5F0A-455A-AFE2-5C97DCA0C20C}" dt="2020-07-10T02:50:48.838" v="40" actId="2696"/>
        <pc:sldMkLst>
          <pc:docMk/>
          <pc:sldMk cId="367074689" sldId="2620"/>
        </pc:sldMkLst>
      </pc:sldChg>
      <pc:sldChg chg="del">
        <pc:chgData name="Chen, Claudia" userId="4e174740-3a25-4739-b15b-2bac5eff56c3" providerId="ADAL" clId="{8900C7D0-5F0A-455A-AFE2-5C97DCA0C20C}" dt="2020-07-10T02:50:48.876" v="41" actId="2696"/>
        <pc:sldMkLst>
          <pc:docMk/>
          <pc:sldMk cId="1011430708" sldId="2621"/>
        </pc:sldMkLst>
      </pc:sldChg>
      <pc:sldChg chg="del">
        <pc:chgData name="Chen, Claudia" userId="4e174740-3a25-4739-b15b-2bac5eff56c3" providerId="ADAL" clId="{8900C7D0-5F0A-455A-AFE2-5C97DCA0C20C}" dt="2020-07-10T02:50:48.965" v="42" actId="2696"/>
        <pc:sldMkLst>
          <pc:docMk/>
          <pc:sldMk cId="3216049307" sldId="2622"/>
        </pc:sldMkLst>
      </pc:sldChg>
      <pc:sldChg chg="del">
        <pc:chgData name="Chen, Claudia" userId="4e174740-3a25-4739-b15b-2bac5eff56c3" providerId="ADAL" clId="{8900C7D0-5F0A-455A-AFE2-5C97DCA0C20C}" dt="2020-07-10T02:50:51.044" v="59" actId="2696"/>
        <pc:sldMkLst>
          <pc:docMk/>
          <pc:sldMk cId="504785962" sldId="2623"/>
        </pc:sldMkLst>
      </pc:sldChg>
      <pc:sldChg chg="del">
        <pc:chgData name="Chen, Claudia" userId="4e174740-3a25-4739-b15b-2bac5eff56c3" providerId="ADAL" clId="{8900C7D0-5F0A-455A-AFE2-5C97DCA0C20C}" dt="2020-07-10T02:50:51.141" v="60" actId="2696"/>
        <pc:sldMkLst>
          <pc:docMk/>
          <pc:sldMk cId="2014668424" sldId="2625"/>
        </pc:sldMkLst>
      </pc:sldChg>
      <pc:sldChg chg="del">
        <pc:chgData name="Chen, Claudia" userId="4e174740-3a25-4739-b15b-2bac5eff56c3" providerId="ADAL" clId="{8900C7D0-5F0A-455A-AFE2-5C97DCA0C20C}" dt="2020-07-10T02:50:51.224" v="61" actId="2696"/>
        <pc:sldMkLst>
          <pc:docMk/>
          <pc:sldMk cId="2760999450" sldId="2626"/>
        </pc:sldMkLst>
      </pc:sldChg>
      <pc:sldChg chg="del">
        <pc:chgData name="Chen, Claudia" userId="4e174740-3a25-4739-b15b-2bac5eff56c3" providerId="ADAL" clId="{8900C7D0-5F0A-455A-AFE2-5C97DCA0C20C}" dt="2020-07-10T02:50:51.399" v="62" actId="2696"/>
        <pc:sldMkLst>
          <pc:docMk/>
          <pc:sldMk cId="1718078648" sldId="2627"/>
        </pc:sldMkLst>
      </pc:sldChg>
      <pc:sldChg chg="del">
        <pc:chgData name="Chen, Claudia" userId="4e174740-3a25-4739-b15b-2bac5eff56c3" providerId="ADAL" clId="{8900C7D0-5F0A-455A-AFE2-5C97DCA0C20C}" dt="2020-07-10T02:50:51.665" v="63" actId="2696"/>
        <pc:sldMkLst>
          <pc:docMk/>
          <pc:sldMk cId="2447878884" sldId="2628"/>
        </pc:sldMkLst>
      </pc:sldChg>
      <pc:sldChg chg="del">
        <pc:chgData name="Chen, Claudia" userId="4e174740-3a25-4739-b15b-2bac5eff56c3" providerId="ADAL" clId="{8900C7D0-5F0A-455A-AFE2-5C97DCA0C20C}" dt="2020-07-10T02:50:51.713" v="64" actId="2696"/>
        <pc:sldMkLst>
          <pc:docMk/>
          <pc:sldMk cId="4529154" sldId="2630"/>
        </pc:sldMkLst>
      </pc:sldChg>
      <pc:sldChg chg="del">
        <pc:chgData name="Chen, Claudia" userId="4e174740-3a25-4739-b15b-2bac5eff56c3" providerId="ADAL" clId="{8900C7D0-5F0A-455A-AFE2-5C97DCA0C20C}" dt="2020-07-10T02:50:51.777" v="65" actId="2696"/>
        <pc:sldMkLst>
          <pc:docMk/>
          <pc:sldMk cId="2324845934" sldId="2631"/>
        </pc:sldMkLst>
      </pc:sldChg>
      <pc:sldChg chg="del">
        <pc:chgData name="Chen, Claudia" userId="4e174740-3a25-4739-b15b-2bac5eff56c3" providerId="ADAL" clId="{8900C7D0-5F0A-455A-AFE2-5C97DCA0C20C}" dt="2020-07-10T02:50:51.902" v="68" actId="2696"/>
        <pc:sldMkLst>
          <pc:docMk/>
          <pc:sldMk cId="709409082" sldId="2632"/>
        </pc:sldMkLst>
      </pc:sldChg>
      <pc:sldChg chg="del">
        <pc:chgData name="Chen, Claudia" userId="4e174740-3a25-4739-b15b-2bac5eff56c3" providerId="ADAL" clId="{8900C7D0-5F0A-455A-AFE2-5C97DCA0C20C}" dt="2020-07-10T02:50:51.838" v="66" actId="2696"/>
        <pc:sldMkLst>
          <pc:docMk/>
          <pc:sldMk cId="2111405329" sldId="2633"/>
        </pc:sldMkLst>
      </pc:sldChg>
      <pc:sldChg chg="del">
        <pc:chgData name="Chen, Claudia" userId="4e174740-3a25-4739-b15b-2bac5eff56c3" providerId="ADAL" clId="{8900C7D0-5F0A-455A-AFE2-5C97DCA0C20C}" dt="2020-07-10T02:50:51.874" v="67" actId="2696"/>
        <pc:sldMkLst>
          <pc:docMk/>
          <pc:sldMk cId="1032151151" sldId="2634"/>
        </pc:sldMkLst>
      </pc:sldChg>
      <pc:sldChg chg="del">
        <pc:chgData name="Chen, Claudia" userId="4e174740-3a25-4739-b15b-2bac5eff56c3" providerId="ADAL" clId="{8900C7D0-5F0A-455A-AFE2-5C97DCA0C20C}" dt="2020-07-10T02:50:47.196" v="7" actId="2696"/>
        <pc:sldMkLst>
          <pc:docMk/>
          <pc:sldMk cId="41271360" sldId="2636"/>
        </pc:sldMkLst>
      </pc:sldChg>
      <pc:sldChg chg="del">
        <pc:chgData name="Chen, Claudia" userId="4e174740-3a25-4739-b15b-2bac5eff56c3" providerId="ADAL" clId="{8900C7D0-5F0A-455A-AFE2-5C97DCA0C20C}" dt="2020-07-10T02:50:47.217" v="8" actId="2696"/>
        <pc:sldMkLst>
          <pc:docMk/>
          <pc:sldMk cId="3831200987" sldId="2638"/>
        </pc:sldMkLst>
      </pc:sldChg>
      <pc:sldChg chg="del">
        <pc:chgData name="Chen, Claudia" userId="4e174740-3a25-4739-b15b-2bac5eff56c3" providerId="ADAL" clId="{8900C7D0-5F0A-455A-AFE2-5C97DCA0C20C}" dt="2020-07-10T02:50:47.176" v="6" actId="2696"/>
        <pc:sldMkLst>
          <pc:docMk/>
          <pc:sldMk cId="1053498468" sldId="2639"/>
        </pc:sldMkLst>
      </pc:sldChg>
      <pc:sldChg chg="del">
        <pc:chgData name="Chen, Claudia" userId="4e174740-3a25-4739-b15b-2bac5eff56c3" providerId="ADAL" clId="{8900C7D0-5F0A-455A-AFE2-5C97DCA0C20C}" dt="2020-07-10T02:50:47.134" v="4" actId="2696"/>
        <pc:sldMkLst>
          <pc:docMk/>
          <pc:sldMk cId="977960406" sldId="2640"/>
        </pc:sldMkLst>
      </pc:sldChg>
      <pc:sldChg chg="del">
        <pc:chgData name="Chen, Claudia" userId="4e174740-3a25-4739-b15b-2bac5eff56c3" providerId="ADAL" clId="{8900C7D0-5F0A-455A-AFE2-5C97DCA0C20C}" dt="2020-07-10T02:50:47.153" v="5" actId="2696"/>
        <pc:sldMkLst>
          <pc:docMk/>
          <pc:sldMk cId="2574182021" sldId="2664"/>
        </pc:sldMkLst>
      </pc:sldChg>
      <pc:sldChg chg="modTransition">
        <pc:chgData name="Chen, Claudia" userId="4e174740-3a25-4739-b15b-2bac5eff56c3" providerId="ADAL" clId="{8900C7D0-5F0A-455A-AFE2-5C97DCA0C20C}" dt="2020-07-10T02:52:48.041" v="71"/>
        <pc:sldMkLst>
          <pc:docMk/>
          <pc:sldMk cId="2382501824" sldId="2676"/>
        </pc:sldMkLst>
      </pc:sldChg>
      <pc:sldChg chg="add modTransition">
        <pc:chgData name="Chen, Claudia" userId="4e174740-3a25-4739-b15b-2bac5eff56c3" providerId="ADAL" clId="{8900C7D0-5F0A-455A-AFE2-5C97DCA0C20C}" dt="2020-07-10T02:53:00.758" v="72"/>
        <pc:sldMkLst>
          <pc:docMk/>
          <pc:sldMk cId="3698919919" sldId="2677"/>
        </pc:sldMkLst>
      </pc:sldChg>
      <pc:sldChg chg="modSp add">
        <pc:chgData name="Chen, Claudia" userId="4e174740-3a25-4739-b15b-2bac5eff56c3" providerId="ADAL" clId="{8900C7D0-5F0A-455A-AFE2-5C97DCA0C20C}" dt="2020-07-10T02:50:40.592" v="3" actId="108"/>
        <pc:sldMkLst>
          <pc:docMk/>
          <pc:sldMk cId="2126466962" sldId="2678"/>
        </pc:sldMkLst>
        <pc:spChg chg="mod">
          <ac:chgData name="Chen, Claudia" userId="4e174740-3a25-4739-b15b-2bac5eff56c3" providerId="ADAL" clId="{8900C7D0-5F0A-455A-AFE2-5C97DCA0C20C}" dt="2020-07-10T02:50:40.592" v="3" actId="108"/>
          <ac:spMkLst>
            <pc:docMk/>
            <pc:sldMk cId="2126466962" sldId="2678"/>
            <ac:spMk id="16" creationId="{F42D0960-3670-4F58-AD98-A7A0EAF757B2}"/>
          </ac:spMkLst>
        </pc:spChg>
        <pc:spChg chg="mod">
          <ac:chgData name="Chen, Claudia" userId="4e174740-3a25-4739-b15b-2bac5eff56c3" providerId="ADAL" clId="{8900C7D0-5F0A-455A-AFE2-5C97DCA0C20C}" dt="2020-07-10T02:50:36.286" v="2" actId="108"/>
          <ac:spMkLst>
            <pc:docMk/>
            <pc:sldMk cId="2126466962" sldId="2678"/>
            <ac:spMk id="17" creationId="{BFA501A0-FF11-49B5-8A54-A9CBA111351F}"/>
          </ac:spMkLst>
        </pc:spChg>
      </pc:sldChg>
    </pc:docChg>
  </pc:docChgLst>
  <pc:docChgLst>
    <pc:chgData name="Xu, Vanessa" userId="a3ebf755-99db-4c08-9497-6074ee87b5e8" providerId="ADAL" clId="{2CB074F2-E225-4898-A476-AFB7189E6F8E}"/>
    <pc:docChg chg="undo custSel addSld delSld modSld modSection">
      <pc:chgData name="Xu, Vanessa" userId="a3ebf755-99db-4c08-9497-6074ee87b5e8" providerId="ADAL" clId="{2CB074F2-E225-4898-A476-AFB7189E6F8E}" dt="2021-01-13T03:00:32.970" v="878"/>
      <pc:docMkLst>
        <pc:docMk/>
      </pc:docMkLst>
      <pc:sldChg chg="delSp modSp add del delAnim">
        <pc:chgData name="Xu, Vanessa" userId="a3ebf755-99db-4c08-9497-6074ee87b5e8" providerId="ADAL" clId="{2CB074F2-E225-4898-A476-AFB7189E6F8E}" dt="2020-12-16T09:43:32.824" v="820" actId="2696"/>
        <pc:sldMkLst>
          <pc:docMk/>
          <pc:sldMk cId="1920762214" sldId="2657"/>
        </pc:sldMkLst>
        <pc:spChg chg="mod">
          <ac:chgData name="Xu, Vanessa" userId="a3ebf755-99db-4c08-9497-6074ee87b5e8" providerId="ADAL" clId="{2CB074F2-E225-4898-A476-AFB7189E6F8E}" dt="2020-12-16T09:05:20.437" v="501" actId="688"/>
          <ac:spMkLst>
            <pc:docMk/>
            <pc:sldMk cId="1920762214" sldId="2657"/>
            <ac:spMk id="10" creationId="{94564F3C-908F-4843-92AF-67FCDB9D7040}"/>
          </ac:spMkLst>
        </pc:spChg>
        <pc:spChg chg="del">
          <ac:chgData name="Xu, Vanessa" userId="a3ebf755-99db-4c08-9497-6074ee87b5e8" providerId="ADAL" clId="{2CB074F2-E225-4898-A476-AFB7189E6F8E}" dt="2020-12-16T09:01:56.238" v="496" actId="478"/>
          <ac:spMkLst>
            <pc:docMk/>
            <pc:sldMk cId="1920762214" sldId="2657"/>
            <ac:spMk id="11" creationId="{B6909156-4A0E-4FC1-B057-B6D110693FD3}"/>
          </ac:spMkLst>
        </pc:spChg>
        <pc:spChg chg="del">
          <ac:chgData name="Xu, Vanessa" userId="a3ebf755-99db-4c08-9497-6074ee87b5e8" providerId="ADAL" clId="{2CB074F2-E225-4898-A476-AFB7189E6F8E}" dt="2020-12-16T09:02:01.190" v="498" actId="478"/>
          <ac:spMkLst>
            <pc:docMk/>
            <pc:sldMk cId="1920762214" sldId="2657"/>
            <ac:spMk id="12" creationId="{B1E1848A-6D36-4850-BC66-3997FD84B309}"/>
          </ac:spMkLst>
        </pc:spChg>
        <pc:spChg chg="del">
          <ac:chgData name="Xu, Vanessa" userId="a3ebf755-99db-4c08-9497-6074ee87b5e8" providerId="ADAL" clId="{2CB074F2-E225-4898-A476-AFB7189E6F8E}" dt="2020-12-16T09:01:54.164" v="495" actId="478"/>
          <ac:spMkLst>
            <pc:docMk/>
            <pc:sldMk cId="1920762214" sldId="2657"/>
            <ac:spMk id="14" creationId="{8AA690D5-A3E1-4937-BF9D-9A8036BB4A93}"/>
          </ac:spMkLst>
        </pc:spChg>
        <pc:spChg chg="mod">
          <ac:chgData name="Xu, Vanessa" userId="a3ebf755-99db-4c08-9497-6074ee87b5e8" providerId="ADAL" clId="{2CB074F2-E225-4898-A476-AFB7189E6F8E}" dt="2020-12-16T09:05:20.437" v="501" actId="688"/>
          <ac:spMkLst>
            <pc:docMk/>
            <pc:sldMk cId="1920762214" sldId="2657"/>
            <ac:spMk id="23" creationId="{AC426B6D-4C35-4353-9104-06B065B38754}"/>
          </ac:spMkLst>
        </pc:spChg>
        <pc:spChg chg="mod">
          <ac:chgData name="Xu, Vanessa" userId="a3ebf755-99db-4c08-9497-6074ee87b5e8" providerId="ADAL" clId="{2CB074F2-E225-4898-A476-AFB7189E6F8E}" dt="2020-12-16T09:05:20.437" v="501" actId="688"/>
          <ac:spMkLst>
            <pc:docMk/>
            <pc:sldMk cId="1920762214" sldId="2657"/>
            <ac:spMk id="26" creationId="{C31EC76B-9C9A-41BD-A5E4-09CCD29C6FEB}"/>
          </ac:spMkLst>
        </pc:spChg>
        <pc:spChg chg="mod">
          <ac:chgData name="Xu, Vanessa" userId="a3ebf755-99db-4c08-9497-6074ee87b5e8" providerId="ADAL" clId="{2CB074F2-E225-4898-A476-AFB7189E6F8E}" dt="2020-12-16T09:05:20.437" v="501" actId="688"/>
          <ac:spMkLst>
            <pc:docMk/>
            <pc:sldMk cId="1920762214" sldId="2657"/>
            <ac:spMk id="41" creationId="{E4C54141-0E53-4902-BC3C-4B33452C8062}"/>
          </ac:spMkLst>
        </pc:spChg>
        <pc:spChg chg="mod">
          <ac:chgData name="Xu, Vanessa" userId="a3ebf755-99db-4c08-9497-6074ee87b5e8" providerId="ADAL" clId="{2CB074F2-E225-4898-A476-AFB7189E6F8E}" dt="2020-12-16T09:05:20.437" v="501" actId="688"/>
          <ac:spMkLst>
            <pc:docMk/>
            <pc:sldMk cId="1920762214" sldId="2657"/>
            <ac:spMk id="44" creationId="{EE642899-3878-40A9-8308-45A83107951E}"/>
          </ac:spMkLst>
        </pc:spChg>
        <pc:spChg chg="mod">
          <ac:chgData name="Xu, Vanessa" userId="a3ebf755-99db-4c08-9497-6074ee87b5e8" providerId="ADAL" clId="{2CB074F2-E225-4898-A476-AFB7189E6F8E}" dt="2020-12-16T09:05:20.437" v="501" actId="688"/>
          <ac:spMkLst>
            <pc:docMk/>
            <pc:sldMk cId="1920762214" sldId="2657"/>
            <ac:spMk id="45" creationId="{E81B0E8D-58BB-4730-9229-836976B78645}"/>
          </ac:spMkLst>
        </pc:spChg>
        <pc:spChg chg="mod">
          <ac:chgData name="Xu, Vanessa" userId="a3ebf755-99db-4c08-9497-6074ee87b5e8" providerId="ADAL" clId="{2CB074F2-E225-4898-A476-AFB7189E6F8E}" dt="2020-12-16T09:05:20.437" v="501" actId="688"/>
          <ac:spMkLst>
            <pc:docMk/>
            <pc:sldMk cId="1920762214" sldId="2657"/>
            <ac:spMk id="49" creationId="{AC2D7FE7-ACCD-4C20-8A83-EC55FCD97A36}"/>
          </ac:spMkLst>
        </pc:spChg>
        <pc:spChg chg="mod">
          <ac:chgData name="Xu, Vanessa" userId="a3ebf755-99db-4c08-9497-6074ee87b5e8" providerId="ADAL" clId="{2CB074F2-E225-4898-A476-AFB7189E6F8E}" dt="2020-12-16T09:05:20.437" v="501" actId="688"/>
          <ac:spMkLst>
            <pc:docMk/>
            <pc:sldMk cId="1920762214" sldId="2657"/>
            <ac:spMk id="76" creationId="{C32A0674-CFE0-49ED-B717-6BA97B1FAA49}"/>
          </ac:spMkLst>
        </pc:spChg>
        <pc:spChg chg="del">
          <ac:chgData name="Xu, Vanessa" userId="a3ebf755-99db-4c08-9497-6074ee87b5e8" providerId="ADAL" clId="{2CB074F2-E225-4898-A476-AFB7189E6F8E}" dt="2020-12-16T09:02:02.683" v="499" actId="478"/>
          <ac:spMkLst>
            <pc:docMk/>
            <pc:sldMk cId="1920762214" sldId="2657"/>
            <ac:spMk id="79" creationId="{C1660533-9A2B-4DC5-9174-31F049F19EF7}"/>
          </ac:spMkLst>
        </pc:spChg>
        <pc:spChg chg="del">
          <ac:chgData name="Xu, Vanessa" userId="a3ebf755-99db-4c08-9497-6074ee87b5e8" providerId="ADAL" clId="{2CB074F2-E225-4898-A476-AFB7189E6F8E}" dt="2020-12-16T09:01:59.521" v="497" actId="478"/>
          <ac:spMkLst>
            <pc:docMk/>
            <pc:sldMk cId="1920762214" sldId="2657"/>
            <ac:spMk id="80" creationId="{5CC8C20C-3527-4550-AC18-17626778859E}"/>
          </ac:spMkLst>
        </pc:spChg>
        <pc:grpChg chg="mod">
          <ac:chgData name="Xu, Vanessa" userId="a3ebf755-99db-4c08-9497-6074ee87b5e8" providerId="ADAL" clId="{2CB074F2-E225-4898-A476-AFB7189E6F8E}" dt="2020-12-16T09:05:20.437" v="501" actId="688"/>
          <ac:grpSpMkLst>
            <pc:docMk/>
            <pc:sldMk cId="1920762214" sldId="2657"/>
            <ac:grpSpMk id="27" creationId="{345DEB20-979E-4C5E-9218-5DD769902417}"/>
          </ac:grpSpMkLst>
        </pc:grpChg>
      </pc:sldChg>
      <pc:sldChg chg="addSp modSp modAnim">
        <pc:chgData name="Xu, Vanessa" userId="a3ebf755-99db-4c08-9497-6074ee87b5e8" providerId="ADAL" clId="{2CB074F2-E225-4898-A476-AFB7189E6F8E}" dt="2021-01-13T03:00:32.970" v="878"/>
        <pc:sldMkLst>
          <pc:docMk/>
          <pc:sldMk cId="2014569698" sldId="2690"/>
        </pc:sldMkLst>
        <pc:spChg chg="add mod ord">
          <ac:chgData name="Xu, Vanessa" userId="a3ebf755-99db-4c08-9497-6074ee87b5e8" providerId="ADAL" clId="{2CB074F2-E225-4898-A476-AFB7189E6F8E}" dt="2020-12-17T01:36:43.760" v="822" actId="167"/>
          <ac:spMkLst>
            <pc:docMk/>
            <pc:sldMk cId="2014569698" sldId="2690"/>
            <ac:spMk id="2" creationId="{D54A42EC-4BCC-4B34-820E-F330FB3B9F54}"/>
          </ac:spMkLst>
        </pc:spChg>
        <pc:spChg chg="add mod">
          <ac:chgData name="Xu, Vanessa" userId="a3ebf755-99db-4c08-9497-6074ee87b5e8" providerId="ADAL" clId="{2CB074F2-E225-4898-A476-AFB7189E6F8E}" dt="2020-12-17T01:37:12.036" v="835" actId="1076"/>
          <ac:spMkLst>
            <pc:docMk/>
            <pc:sldMk cId="2014569698" sldId="2690"/>
            <ac:spMk id="4" creationId="{2A1901A0-398A-41FA-90DA-2BE4768EA720}"/>
          </ac:spMkLst>
        </pc:spChg>
      </pc:sldChg>
      <pc:sldChg chg="addSp delSp modSp">
        <pc:chgData name="Xu, Vanessa" userId="a3ebf755-99db-4c08-9497-6074ee87b5e8" providerId="ADAL" clId="{2CB074F2-E225-4898-A476-AFB7189E6F8E}" dt="2020-12-16T08:51:24.620" v="461" actId="207"/>
        <pc:sldMkLst>
          <pc:docMk/>
          <pc:sldMk cId="1128851655" sldId="2693"/>
        </pc:sldMkLst>
        <pc:spChg chg="mod">
          <ac:chgData name="Xu, Vanessa" userId="a3ebf755-99db-4c08-9497-6074ee87b5e8" providerId="ADAL" clId="{2CB074F2-E225-4898-A476-AFB7189E6F8E}" dt="2020-12-16T08:50:58.366" v="449" actId="1076"/>
          <ac:spMkLst>
            <pc:docMk/>
            <pc:sldMk cId="1128851655" sldId="2693"/>
            <ac:spMk id="4" creationId="{6B74C7FC-7B29-490E-A236-4A75A68640F7}"/>
          </ac:spMkLst>
        </pc:spChg>
        <pc:spChg chg="add mod">
          <ac:chgData name="Xu, Vanessa" userId="a3ebf755-99db-4c08-9497-6074ee87b5e8" providerId="ADAL" clId="{2CB074F2-E225-4898-A476-AFB7189E6F8E}" dt="2020-12-16T08:51:24.620" v="461" actId="207"/>
          <ac:spMkLst>
            <pc:docMk/>
            <pc:sldMk cId="1128851655" sldId="2693"/>
            <ac:spMk id="6" creationId="{A104D909-C05A-4510-B4D5-A548C588826B}"/>
          </ac:spMkLst>
        </pc:spChg>
        <pc:picChg chg="add mod">
          <ac:chgData name="Xu, Vanessa" userId="a3ebf755-99db-4c08-9497-6074ee87b5e8" providerId="ADAL" clId="{2CB074F2-E225-4898-A476-AFB7189E6F8E}" dt="2020-12-16T05:33:08.746" v="152" actId="1076"/>
          <ac:picMkLst>
            <pc:docMk/>
            <pc:sldMk cId="1128851655" sldId="2693"/>
            <ac:picMk id="2" creationId="{D9A5302A-B5FE-4E6C-A028-5B1E6ECCA106}"/>
          </ac:picMkLst>
        </pc:picChg>
        <pc:picChg chg="add del mod">
          <ac:chgData name="Xu, Vanessa" userId="a3ebf755-99db-4c08-9497-6074ee87b5e8" providerId="ADAL" clId="{2CB074F2-E225-4898-A476-AFB7189E6F8E}" dt="2020-12-16T05:33:05.388" v="151" actId="478"/>
          <ac:picMkLst>
            <pc:docMk/>
            <pc:sldMk cId="1128851655" sldId="2693"/>
            <ac:picMk id="6" creationId="{65D72E4A-44EA-4490-AEFD-7BEC803DBE76}"/>
          </ac:picMkLst>
        </pc:picChg>
        <pc:picChg chg="add mod">
          <ac:chgData name="Xu, Vanessa" userId="a3ebf755-99db-4c08-9497-6074ee87b5e8" providerId="ADAL" clId="{2CB074F2-E225-4898-A476-AFB7189E6F8E}" dt="2020-12-16T05:33:49.786" v="154" actId="1076"/>
          <ac:picMkLst>
            <pc:docMk/>
            <pc:sldMk cId="1128851655" sldId="2693"/>
            <ac:picMk id="7" creationId="{C4B5B529-FA8C-4F3F-BF96-E3AAF36D208A}"/>
          </ac:picMkLst>
        </pc:picChg>
        <pc:picChg chg="add mod">
          <ac:chgData name="Xu, Vanessa" userId="a3ebf755-99db-4c08-9497-6074ee87b5e8" providerId="ADAL" clId="{2CB074F2-E225-4898-A476-AFB7189E6F8E}" dt="2020-12-16T05:35:02.603" v="156" actId="1076"/>
          <ac:picMkLst>
            <pc:docMk/>
            <pc:sldMk cId="1128851655" sldId="2693"/>
            <ac:picMk id="8" creationId="{EDCF0F6A-ABE4-4C79-99E7-45688652A1FB}"/>
          </ac:picMkLst>
        </pc:picChg>
      </pc:sldChg>
      <pc:sldChg chg="addSp modSp">
        <pc:chgData name="Xu, Vanessa" userId="a3ebf755-99db-4c08-9497-6074ee87b5e8" providerId="ADAL" clId="{2CB074F2-E225-4898-A476-AFB7189E6F8E}" dt="2020-12-17T01:37:52.120" v="838" actId="167"/>
        <pc:sldMkLst>
          <pc:docMk/>
          <pc:sldMk cId="704480083" sldId="2694"/>
        </pc:sldMkLst>
        <pc:spChg chg="add mod">
          <ac:chgData name="Xu, Vanessa" userId="a3ebf755-99db-4c08-9497-6074ee87b5e8" providerId="ADAL" clId="{2CB074F2-E225-4898-A476-AFB7189E6F8E}" dt="2020-12-16T05:57:37.718" v="208" actId="113"/>
          <ac:spMkLst>
            <pc:docMk/>
            <pc:sldMk cId="704480083" sldId="2694"/>
            <ac:spMk id="6" creationId="{2FBF8646-4646-4FA1-B321-5A08923117CD}"/>
          </ac:spMkLst>
        </pc:spChg>
        <pc:spChg chg="add mod ord">
          <ac:chgData name="Xu, Vanessa" userId="a3ebf755-99db-4c08-9497-6074ee87b5e8" providerId="ADAL" clId="{2CB074F2-E225-4898-A476-AFB7189E6F8E}" dt="2020-12-17T01:37:52.120" v="838" actId="167"/>
          <ac:spMkLst>
            <pc:docMk/>
            <pc:sldMk cId="704480083" sldId="2694"/>
            <ac:spMk id="35" creationId="{9E03C6A6-7E30-4471-A577-FE4EC6651F1D}"/>
          </ac:spMkLst>
        </pc:spChg>
        <pc:spChg chg="add mod ord">
          <ac:chgData name="Xu, Vanessa" userId="a3ebf755-99db-4c08-9497-6074ee87b5e8" providerId="ADAL" clId="{2CB074F2-E225-4898-A476-AFB7189E6F8E}" dt="2020-12-17T01:37:52.120" v="838" actId="167"/>
          <ac:spMkLst>
            <pc:docMk/>
            <pc:sldMk cId="704480083" sldId="2694"/>
            <ac:spMk id="36" creationId="{C4C7F14D-8D1C-4318-AF6B-ACBC8A2271A9}"/>
          </ac:spMkLst>
        </pc:spChg>
      </pc:sldChg>
      <pc:sldChg chg="addSp modSp">
        <pc:chgData name="Xu, Vanessa" userId="a3ebf755-99db-4c08-9497-6074ee87b5e8" providerId="ADAL" clId="{2CB074F2-E225-4898-A476-AFB7189E6F8E}" dt="2020-12-16T05:26:29.917" v="135" actId="20577"/>
        <pc:sldMkLst>
          <pc:docMk/>
          <pc:sldMk cId="630447485" sldId="2695"/>
        </pc:sldMkLst>
        <pc:spChg chg="mod">
          <ac:chgData name="Xu, Vanessa" userId="a3ebf755-99db-4c08-9497-6074ee87b5e8" providerId="ADAL" clId="{2CB074F2-E225-4898-A476-AFB7189E6F8E}" dt="2020-12-16T05:10:57.305" v="123" actId="207"/>
          <ac:spMkLst>
            <pc:docMk/>
            <pc:sldMk cId="630447485" sldId="2695"/>
            <ac:spMk id="4" creationId="{41CFF1AE-644F-4105-89B8-2F34B20AF1B9}"/>
          </ac:spMkLst>
        </pc:spChg>
        <pc:spChg chg="add mod">
          <ac:chgData name="Xu, Vanessa" userId="a3ebf755-99db-4c08-9497-6074ee87b5e8" providerId="ADAL" clId="{2CB074F2-E225-4898-A476-AFB7189E6F8E}" dt="2020-12-16T05:10:39.422" v="119" actId="1076"/>
          <ac:spMkLst>
            <pc:docMk/>
            <pc:sldMk cId="630447485" sldId="2695"/>
            <ac:spMk id="8" creationId="{C4C663C8-0BD2-4563-9C62-30BE536A38BB}"/>
          </ac:spMkLst>
        </pc:spChg>
        <pc:spChg chg="add mod">
          <ac:chgData name="Xu, Vanessa" userId="a3ebf755-99db-4c08-9497-6074ee87b5e8" providerId="ADAL" clId="{2CB074F2-E225-4898-A476-AFB7189E6F8E}" dt="2020-12-16T05:11:43.404" v="133" actId="20577"/>
          <ac:spMkLst>
            <pc:docMk/>
            <pc:sldMk cId="630447485" sldId="2695"/>
            <ac:spMk id="10" creationId="{9469C9FF-7AC5-4739-8195-B3162C2A5F5B}"/>
          </ac:spMkLst>
        </pc:spChg>
        <pc:graphicFrameChg chg="add mod modGraphic">
          <ac:chgData name="Xu, Vanessa" userId="a3ebf755-99db-4c08-9497-6074ee87b5e8" providerId="ADAL" clId="{2CB074F2-E225-4898-A476-AFB7189E6F8E}" dt="2020-12-16T05:10:42.349" v="120" actId="1076"/>
          <ac:graphicFrameMkLst>
            <pc:docMk/>
            <pc:sldMk cId="630447485" sldId="2695"/>
            <ac:graphicFrameMk id="6" creationId="{2FC7D317-9F88-4C21-A796-1C7F5A8F4E46}"/>
          </ac:graphicFrameMkLst>
        </pc:graphicFrameChg>
        <pc:graphicFrameChg chg="add mod modGraphic">
          <ac:chgData name="Xu, Vanessa" userId="a3ebf755-99db-4c08-9497-6074ee87b5e8" providerId="ADAL" clId="{2CB074F2-E225-4898-A476-AFB7189E6F8E}" dt="2020-12-16T05:26:29.917" v="135" actId="20577"/>
          <ac:graphicFrameMkLst>
            <pc:docMk/>
            <pc:sldMk cId="630447485" sldId="2695"/>
            <ac:graphicFrameMk id="9" creationId="{7FA57D55-D55B-49AF-83E6-78A46B6EA330}"/>
          </ac:graphicFrameMkLst>
        </pc:graphicFrameChg>
      </pc:sldChg>
      <pc:sldChg chg="modSp add">
        <pc:chgData name="Xu, Vanessa" userId="a3ebf755-99db-4c08-9497-6074ee87b5e8" providerId="ADAL" clId="{2CB074F2-E225-4898-A476-AFB7189E6F8E}" dt="2020-12-16T05:41:22.298" v="188" actId="20577"/>
        <pc:sldMkLst>
          <pc:docMk/>
          <pc:sldMk cId="1287814265" sldId="2696"/>
        </pc:sldMkLst>
        <pc:spChg chg="mod">
          <ac:chgData name="Xu, Vanessa" userId="a3ebf755-99db-4c08-9497-6074ee87b5e8" providerId="ADAL" clId="{2CB074F2-E225-4898-A476-AFB7189E6F8E}" dt="2020-12-16T05:36:58.314" v="182" actId="20577"/>
          <ac:spMkLst>
            <pc:docMk/>
            <pc:sldMk cId="1287814265" sldId="2696"/>
            <ac:spMk id="4" creationId="{41CFF1AE-644F-4105-89B8-2F34B20AF1B9}"/>
          </ac:spMkLst>
        </pc:spChg>
        <pc:graphicFrameChg chg="modGraphic">
          <ac:chgData name="Xu, Vanessa" userId="a3ebf755-99db-4c08-9497-6074ee87b5e8" providerId="ADAL" clId="{2CB074F2-E225-4898-A476-AFB7189E6F8E}" dt="2020-12-16T05:41:22.298" v="188" actId="20577"/>
          <ac:graphicFrameMkLst>
            <pc:docMk/>
            <pc:sldMk cId="1287814265" sldId="2696"/>
            <ac:graphicFrameMk id="9" creationId="{7FA57D55-D55B-49AF-83E6-78A46B6EA330}"/>
          </ac:graphicFrameMkLst>
        </pc:graphicFrameChg>
      </pc:sldChg>
      <pc:sldChg chg="addSp modSp">
        <pc:chgData name="Xu, Vanessa" userId="a3ebf755-99db-4c08-9497-6074ee87b5e8" providerId="ADAL" clId="{2CB074F2-E225-4898-A476-AFB7189E6F8E}" dt="2020-12-17T01:38:15.119" v="844" actId="167"/>
        <pc:sldMkLst>
          <pc:docMk/>
          <pc:sldMk cId="2039065170" sldId="2697"/>
        </pc:sldMkLst>
        <pc:spChg chg="mod">
          <ac:chgData name="Xu, Vanessa" userId="a3ebf755-99db-4c08-9497-6074ee87b5e8" providerId="ADAL" clId="{2CB074F2-E225-4898-A476-AFB7189E6F8E}" dt="2020-12-16T06:00:04.565" v="309" actId="20577"/>
          <ac:spMkLst>
            <pc:docMk/>
            <pc:sldMk cId="2039065170" sldId="2697"/>
            <ac:spMk id="2" creationId="{96A38077-9249-41F9-92CC-147FBF7F9E5F}"/>
          </ac:spMkLst>
        </pc:spChg>
        <pc:spChg chg="mod">
          <ac:chgData name="Xu, Vanessa" userId="a3ebf755-99db-4c08-9497-6074ee87b5e8" providerId="ADAL" clId="{2CB074F2-E225-4898-A476-AFB7189E6F8E}" dt="2020-12-16T06:00:18.903" v="314" actId="5793"/>
          <ac:spMkLst>
            <pc:docMk/>
            <pc:sldMk cId="2039065170" sldId="2697"/>
            <ac:spMk id="4" creationId="{41CFF1AE-644F-4105-89B8-2F34B20AF1B9}"/>
          </ac:spMkLst>
        </pc:spChg>
        <pc:spChg chg="add mod">
          <ac:chgData name="Xu, Vanessa" userId="a3ebf755-99db-4c08-9497-6074ee87b5e8" providerId="ADAL" clId="{2CB074F2-E225-4898-A476-AFB7189E6F8E}" dt="2020-12-16T05:59:24.132" v="265" actId="20577"/>
          <ac:spMkLst>
            <pc:docMk/>
            <pc:sldMk cId="2039065170" sldId="2697"/>
            <ac:spMk id="35" creationId="{87909513-C525-4585-B85C-FA582FB468D3}"/>
          </ac:spMkLst>
        </pc:spChg>
        <pc:spChg chg="add mod ord">
          <ac:chgData name="Xu, Vanessa" userId="a3ebf755-99db-4c08-9497-6074ee87b5e8" providerId="ADAL" clId="{2CB074F2-E225-4898-A476-AFB7189E6F8E}" dt="2020-12-17T01:38:15.119" v="844" actId="167"/>
          <ac:spMkLst>
            <pc:docMk/>
            <pc:sldMk cId="2039065170" sldId="2697"/>
            <ac:spMk id="36" creationId="{FAF5455D-1D7C-4940-AA8E-A77C3DF1E57C}"/>
          </ac:spMkLst>
        </pc:spChg>
        <pc:spChg chg="add mod ord">
          <ac:chgData name="Xu, Vanessa" userId="a3ebf755-99db-4c08-9497-6074ee87b5e8" providerId="ADAL" clId="{2CB074F2-E225-4898-A476-AFB7189E6F8E}" dt="2020-12-17T01:38:15.119" v="844" actId="167"/>
          <ac:spMkLst>
            <pc:docMk/>
            <pc:sldMk cId="2039065170" sldId="2697"/>
            <ac:spMk id="37" creationId="{E5489299-BF93-48BF-84AF-D6B6B3B3087F}"/>
          </ac:spMkLst>
        </pc:spChg>
      </pc:sldChg>
      <pc:sldChg chg="addSp delSp modSp">
        <pc:chgData name="Xu, Vanessa" userId="a3ebf755-99db-4c08-9497-6074ee87b5e8" providerId="ADAL" clId="{2CB074F2-E225-4898-A476-AFB7189E6F8E}" dt="2020-12-16T06:02:05.501" v="354" actId="20577"/>
        <pc:sldMkLst>
          <pc:docMk/>
          <pc:sldMk cId="1786466935" sldId="2698"/>
        </pc:sldMkLst>
        <pc:spChg chg="del">
          <ac:chgData name="Xu, Vanessa" userId="a3ebf755-99db-4c08-9497-6074ee87b5e8" providerId="ADAL" clId="{2CB074F2-E225-4898-A476-AFB7189E6F8E}" dt="2020-12-16T06:01:27.759" v="342" actId="478"/>
          <ac:spMkLst>
            <pc:docMk/>
            <pc:sldMk cId="1786466935" sldId="2698"/>
            <ac:spMk id="2" creationId="{96A38077-9249-41F9-92CC-147FBF7F9E5F}"/>
          </ac:spMkLst>
        </pc:spChg>
        <pc:spChg chg="add mod">
          <ac:chgData name="Xu, Vanessa" userId="a3ebf755-99db-4c08-9497-6074ee87b5e8" providerId="ADAL" clId="{2CB074F2-E225-4898-A476-AFB7189E6F8E}" dt="2020-12-16T06:01:31.198" v="344" actId="1076"/>
          <ac:spMkLst>
            <pc:docMk/>
            <pc:sldMk cId="1786466935" sldId="2698"/>
            <ac:spMk id="11" creationId="{3D2039D8-6441-4ED9-BADE-ECE7E38352EE}"/>
          </ac:spMkLst>
        </pc:spChg>
        <pc:graphicFrameChg chg="modGraphic">
          <ac:chgData name="Xu, Vanessa" userId="a3ebf755-99db-4c08-9497-6074ee87b5e8" providerId="ADAL" clId="{2CB074F2-E225-4898-A476-AFB7189E6F8E}" dt="2020-12-16T06:01:59.022" v="350" actId="20577"/>
          <ac:graphicFrameMkLst>
            <pc:docMk/>
            <pc:sldMk cId="1786466935" sldId="2698"/>
            <ac:graphicFrameMk id="6" creationId="{2FC7D317-9F88-4C21-A796-1C7F5A8F4E46}"/>
          </ac:graphicFrameMkLst>
        </pc:graphicFrameChg>
        <pc:graphicFrameChg chg="modGraphic">
          <ac:chgData name="Xu, Vanessa" userId="a3ebf755-99db-4c08-9497-6074ee87b5e8" providerId="ADAL" clId="{2CB074F2-E225-4898-A476-AFB7189E6F8E}" dt="2020-12-16T06:02:05.501" v="354" actId="20577"/>
          <ac:graphicFrameMkLst>
            <pc:docMk/>
            <pc:sldMk cId="1786466935" sldId="2698"/>
            <ac:graphicFrameMk id="9" creationId="{7FA57D55-D55B-49AF-83E6-78A46B6EA330}"/>
          </ac:graphicFrameMkLst>
        </pc:graphicFrameChg>
      </pc:sldChg>
      <pc:sldChg chg="addSp delSp modSp">
        <pc:chgData name="Xu, Vanessa" userId="a3ebf755-99db-4c08-9497-6074ee87b5e8" providerId="ADAL" clId="{2CB074F2-E225-4898-A476-AFB7189E6F8E}" dt="2020-12-16T08:38:41.027" v="360"/>
        <pc:sldMkLst>
          <pc:docMk/>
          <pc:sldMk cId="519426044" sldId="2699"/>
        </pc:sldMkLst>
        <pc:spChg chg="del">
          <ac:chgData name="Xu, Vanessa" userId="a3ebf755-99db-4c08-9497-6074ee87b5e8" providerId="ADAL" clId="{2CB074F2-E225-4898-A476-AFB7189E6F8E}" dt="2020-12-16T06:01:43.974" v="345" actId="478"/>
          <ac:spMkLst>
            <pc:docMk/>
            <pc:sldMk cId="519426044" sldId="2699"/>
            <ac:spMk id="2" creationId="{96A38077-9249-41F9-92CC-147FBF7F9E5F}"/>
          </ac:spMkLst>
        </pc:spChg>
        <pc:spChg chg="add del">
          <ac:chgData name="Xu, Vanessa" userId="a3ebf755-99db-4c08-9497-6074ee87b5e8" providerId="ADAL" clId="{2CB074F2-E225-4898-A476-AFB7189E6F8E}" dt="2020-12-16T08:38:41.027" v="360"/>
          <ac:spMkLst>
            <pc:docMk/>
            <pc:sldMk cId="519426044" sldId="2699"/>
            <ac:spMk id="7" creationId="{6ADB5B5B-F48B-4791-85E1-70E85CCAFD16}"/>
          </ac:spMkLst>
        </pc:spChg>
        <pc:spChg chg="add">
          <ac:chgData name="Xu, Vanessa" userId="a3ebf755-99db-4c08-9497-6074ee87b5e8" providerId="ADAL" clId="{2CB074F2-E225-4898-A476-AFB7189E6F8E}" dt="2020-12-16T06:01:44.597" v="346"/>
          <ac:spMkLst>
            <pc:docMk/>
            <pc:sldMk cId="519426044" sldId="2699"/>
            <ac:spMk id="11" creationId="{F551EE4A-1103-4A2D-8BDA-EDF85C62988A}"/>
          </ac:spMkLst>
        </pc:spChg>
        <pc:graphicFrameChg chg="modGraphic">
          <ac:chgData name="Xu, Vanessa" userId="a3ebf755-99db-4c08-9497-6074ee87b5e8" providerId="ADAL" clId="{2CB074F2-E225-4898-A476-AFB7189E6F8E}" dt="2020-12-16T06:02:24.142" v="358" actId="20577"/>
          <ac:graphicFrameMkLst>
            <pc:docMk/>
            <pc:sldMk cId="519426044" sldId="2699"/>
            <ac:graphicFrameMk id="6" creationId="{2FC7D317-9F88-4C21-A796-1C7F5A8F4E46}"/>
          </ac:graphicFrameMkLst>
        </pc:graphicFrameChg>
      </pc:sldChg>
      <pc:sldChg chg="addSp delSp modSp add">
        <pc:chgData name="Xu, Vanessa" userId="a3ebf755-99db-4c08-9497-6074ee87b5e8" providerId="ADAL" clId="{2CB074F2-E225-4898-A476-AFB7189E6F8E}" dt="2020-12-17T01:38:05.588" v="841" actId="167"/>
        <pc:sldMkLst>
          <pc:docMk/>
          <pc:sldMk cId="143095793" sldId="2700"/>
        </pc:sldMkLst>
        <pc:spChg chg="add mod ord">
          <ac:chgData name="Xu, Vanessa" userId="a3ebf755-99db-4c08-9497-6074ee87b5e8" providerId="ADAL" clId="{2CB074F2-E225-4898-A476-AFB7189E6F8E}" dt="2020-12-17T01:38:05.588" v="841" actId="167"/>
          <ac:spMkLst>
            <pc:docMk/>
            <pc:sldMk cId="143095793" sldId="2700"/>
            <ac:spMk id="35" creationId="{EB6EB440-A61C-48D4-A7B4-A8372BB51959}"/>
          </ac:spMkLst>
        </pc:spChg>
        <pc:spChg chg="add mod ord">
          <ac:chgData name="Xu, Vanessa" userId="a3ebf755-99db-4c08-9497-6074ee87b5e8" providerId="ADAL" clId="{2CB074F2-E225-4898-A476-AFB7189E6F8E}" dt="2020-12-17T01:38:05.588" v="841" actId="167"/>
          <ac:spMkLst>
            <pc:docMk/>
            <pc:sldMk cId="143095793" sldId="2700"/>
            <ac:spMk id="36" creationId="{CF5759B7-895C-4104-A3A2-03CD2FFEBCCF}"/>
          </ac:spMkLst>
        </pc:spChg>
        <pc:spChg chg="add del mod">
          <ac:chgData name="Xu, Vanessa" userId="a3ebf755-99db-4c08-9497-6074ee87b5e8" providerId="ADAL" clId="{2CB074F2-E225-4898-A476-AFB7189E6F8E}" dt="2020-12-16T06:01:06.637" v="341" actId="1076"/>
          <ac:spMkLst>
            <pc:docMk/>
            <pc:sldMk cId="143095793" sldId="2700"/>
            <ac:spMk id="64" creationId="{99AF6BA0-E8B9-46B9-A13C-6DCFDDD4CAF6}"/>
          </ac:spMkLst>
        </pc:spChg>
      </pc:sldChg>
      <pc:sldChg chg="addSp modSp add">
        <pc:chgData name="Xu, Vanessa" userId="a3ebf755-99db-4c08-9497-6074ee87b5e8" providerId="ADAL" clId="{2CB074F2-E225-4898-A476-AFB7189E6F8E}" dt="2020-12-17T01:38:26.922" v="847" actId="167"/>
        <pc:sldMkLst>
          <pc:docMk/>
          <pc:sldMk cId="2588147045" sldId="2701"/>
        </pc:sldMkLst>
        <pc:spChg chg="mod">
          <ac:chgData name="Xu, Vanessa" userId="a3ebf755-99db-4c08-9497-6074ee87b5e8" providerId="ADAL" clId="{2CB074F2-E225-4898-A476-AFB7189E6F8E}" dt="2020-12-16T06:00:53.712" v="339" actId="20577"/>
          <ac:spMkLst>
            <pc:docMk/>
            <pc:sldMk cId="2588147045" sldId="2701"/>
            <ac:spMk id="4" creationId="{41CFF1AE-644F-4105-89B8-2F34B20AF1B9}"/>
          </ac:spMkLst>
        </pc:spChg>
        <pc:spChg chg="add mod ord">
          <ac:chgData name="Xu, Vanessa" userId="a3ebf755-99db-4c08-9497-6074ee87b5e8" providerId="ADAL" clId="{2CB074F2-E225-4898-A476-AFB7189E6F8E}" dt="2020-12-17T01:38:26.922" v="847" actId="167"/>
          <ac:spMkLst>
            <pc:docMk/>
            <pc:sldMk cId="2588147045" sldId="2701"/>
            <ac:spMk id="36" creationId="{25E235DE-BE02-4563-B564-5FB413419E88}"/>
          </ac:spMkLst>
        </pc:spChg>
        <pc:spChg chg="add mod ord">
          <ac:chgData name="Xu, Vanessa" userId="a3ebf755-99db-4c08-9497-6074ee87b5e8" providerId="ADAL" clId="{2CB074F2-E225-4898-A476-AFB7189E6F8E}" dt="2020-12-17T01:38:26.922" v="847" actId="167"/>
          <ac:spMkLst>
            <pc:docMk/>
            <pc:sldMk cId="2588147045" sldId="2701"/>
            <ac:spMk id="37" creationId="{7CAB3222-8183-4EAB-BC08-0706AFF1F301}"/>
          </ac:spMkLst>
        </pc:spChg>
        <pc:spChg chg="mod">
          <ac:chgData name="Xu, Vanessa" userId="a3ebf755-99db-4c08-9497-6074ee87b5e8" providerId="ADAL" clId="{2CB074F2-E225-4898-A476-AFB7189E6F8E}" dt="2020-12-16T06:01:01.021" v="340" actId="1076"/>
          <ac:spMkLst>
            <pc:docMk/>
            <pc:sldMk cId="2588147045" sldId="2701"/>
            <ac:spMk id="64" creationId="{99AF6BA0-E8B9-46B9-A13C-6DCFDDD4CAF6}"/>
          </ac:spMkLst>
        </pc:spChg>
      </pc:sldChg>
      <pc:sldChg chg="addSp delSp modSp add">
        <pc:chgData name="Xu, Vanessa" userId="a3ebf755-99db-4c08-9497-6074ee87b5e8" providerId="ADAL" clId="{2CB074F2-E225-4898-A476-AFB7189E6F8E}" dt="2020-12-17T01:40:00.412" v="859" actId="207"/>
        <pc:sldMkLst>
          <pc:docMk/>
          <pc:sldMk cId="402817371" sldId="2702"/>
        </pc:sldMkLst>
        <pc:spChg chg="mod">
          <ac:chgData name="Xu, Vanessa" userId="a3ebf755-99db-4c08-9497-6074ee87b5e8" providerId="ADAL" clId="{2CB074F2-E225-4898-A476-AFB7189E6F8E}" dt="2020-12-16T08:47:33.692" v="430" actId="1076"/>
          <ac:spMkLst>
            <pc:docMk/>
            <pc:sldMk cId="402817371" sldId="2702"/>
            <ac:spMk id="2" creationId="{96A38077-9249-41F9-92CC-147FBF7F9E5F}"/>
          </ac:spMkLst>
        </pc:spChg>
        <pc:spChg chg="mod">
          <ac:chgData name="Xu, Vanessa" userId="a3ebf755-99db-4c08-9497-6074ee87b5e8" providerId="ADAL" clId="{2CB074F2-E225-4898-A476-AFB7189E6F8E}" dt="2020-12-16T08:46:41.102" v="395" actId="20577"/>
          <ac:spMkLst>
            <pc:docMk/>
            <pc:sldMk cId="402817371" sldId="2702"/>
            <ac:spMk id="3" creationId="{00000000-0000-0000-0000-000000000000}"/>
          </ac:spMkLst>
        </pc:spChg>
        <pc:spChg chg="del">
          <ac:chgData name="Xu, Vanessa" userId="a3ebf755-99db-4c08-9497-6074ee87b5e8" providerId="ADAL" clId="{2CB074F2-E225-4898-A476-AFB7189E6F8E}" dt="2020-12-16T08:46:46.824" v="396" actId="478"/>
          <ac:spMkLst>
            <pc:docMk/>
            <pc:sldMk cId="402817371" sldId="2702"/>
            <ac:spMk id="4" creationId="{41CFF1AE-644F-4105-89B8-2F34B20AF1B9}"/>
          </ac:spMkLst>
        </pc:spChg>
        <pc:spChg chg="add del mod ord">
          <ac:chgData name="Xu, Vanessa" userId="a3ebf755-99db-4c08-9497-6074ee87b5e8" providerId="ADAL" clId="{2CB074F2-E225-4898-A476-AFB7189E6F8E}" dt="2020-12-17T01:39:37.968" v="855" actId="11529"/>
          <ac:spMkLst>
            <pc:docMk/>
            <pc:sldMk cId="402817371" sldId="2702"/>
            <ac:spMk id="4" creationId="{54A23A35-91D6-4A97-BF4E-DF28A3D7551B}"/>
          </ac:spMkLst>
        </pc:spChg>
        <pc:spChg chg="mod">
          <ac:chgData name="Xu, Vanessa" userId="a3ebf755-99db-4c08-9497-6074ee87b5e8" providerId="ADAL" clId="{2CB074F2-E225-4898-A476-AFB7189E6F8E}" dt="2020-12-16T08:40:12.402" v="369" actId="1076"/>
          <ac:spMkLst>
            <pc:docMk/>
            <pc:sldMk cId="402817371" sldId="2702"/>
            <ac:spMk id="8" creationId="{C4C663C8-0BD2-4563-9C62-30BE536A38BB}"/>
          </ac:spMkLst>
        </pc:spChg>
        <pc:spChg chg="mod">
          <ac:chgData name="Xu, Vanessa" userId="a3ebf755-99db-4c08-9497-6074ee87b5e8" providerId="ADAL" clId="{2CB074F2-E225-4898-A476-AFB7189E6F8E}" dt="2020-12-16T08:40:23.873" v="371" actId="1076"/>
          <ac:spMkLst>
            <pc:docMk/>
            <pc:sldMk cId="402817371" sldId="2702"/>
            <ac:spMk id="10" creationId="{9469C9FF-7AC5-4739-8195-B3162C2A5F5B}"/>
          </ac:spMkLst>
        </pc:spChg>
        <pc:spChg chg="add del mod">
          <ac:chgData name="Xu, Vanessa" userId="a3ebf755-99db-4c08-9497-6074ee87b5e8" providerId="ADAL" clId="{2CB074F2-E225-4898-A476-AFB7189E6F8E}" dt="2020-12-16T08:46:53.241" v="397"/>
          <ac:spMkLst>
            <pc:docMk/>
            <pc:sldMk cId="402817371" sldId="2702"/>
            <ac:spMk id="11" creationId="{CF29453B-D344-41D8-8C29-5A0A34A5B704}"/>
          </ac:spMkLst>
        </pc:spChg>
        <pc:spChg chg="add mod">
          <ac:chgData name="Xu, Vanessa" userId="a3ebf755-99db-4c08-9497-6074ee87b5e8" providerId="ADAL" clId="{2CB074F2-E225-4898-A476-AFB7189E6F8E}" dt="2020-12-16T08:41:22.711" v="385" actId="1076"/>
          <ac:spMkLst>
            <pc:docMk/>
            <pc:sldMk cId="402817371" sldId="2702"/>
            <ac:spMk id="13" creationId="{AEACA920-F960-4839-8CBB-AC4FE5DD9357}"/>
          </ac:spMkLst>
        </pc:spChg>
        <pc:spChg chg="add mod">
          <ac:chgData name="Xu, Vanessa" userId="a3ebf755-99db-4c08-9497-6074ee87b5e8" providerId="ADAL" clId="{2CB074F2-E225-4898-A476-AFB7189E6F8E}" dt="2020-12-16T08:41:29.982" v="387" actId="1076"/>
          <ac:spMkLst>
            <pc:docMk/>
            <pc:sldMk cId="402817371" sldId="2702"/>
            <ac:spMk id="15" creationId="{BDABB6B4-522C-406A-8EFA-2EB3591E5D43}"/>
          </ac:spMkLst>
        </pc:spChg>
        <pc:spChg chg="add mod">
          <ac:chgData name="Xu, Vanessa" userId="a3ebf755-99db-4c08-9497-6074ee87b5e8" providerId="ADAL" clId="{2CB074F2-E225-4898-A476-AFB7189E6F8E}" dt="2020-12-16T08:47:43.917" v="433" actId="1076"/>
          <ac:spMkLst>
            <pc:docMk/>
            <pc:sldMk cId="402817371" sldId="2702"/>
            <ac:spMk id="16" creationId="{C0FDF2E8-B2E7-45D5-AE00-242DFD90E5E7}"/>
          </ac:spMkLst>
        </pc:spChg>
        <pc:spChg chg="add mod">
          <ac:chgData name="Xu, Vanessa" userId="a3ebf755-99db-4c08-9497-6074ee87b5e8" providerId="ADAL" clId="{2CB074F2-E225-4898-A476-AFB7189E6F8E}" dt="2020-12-16T08:47:52.477" v="434" actId="1076"/>
          <ac:spMkLst>
            <pc:docMk/>
            <pc:sldMk cId="402817371" sldId="2702"/>
            <ac:spMk id="17" creationId="{95D59473-76D8-46FF-88C3-149E71DA8166}"/>
          </ac:spMkLst>
        </pc:spChg>
        <pc:graphicFrameChg chg="mod modGraphic">
          <ac:chgData name="Xu, Vanessa" userId="a3ebf755-99db-4c08-9497-6074ee87b5e8" providerId="ADAL" clId="{2CB074F2-E225-4898-A476-AFB7189E6F8E}" dt="2020-12-17T01:39:42.884" v="856" actId="207"/>
          <ac:graphicFrameMkLst>
            <pc:docMk/>
            <pc:sldMk cId="402817371" sldId="2702"/>
            <ac:graphicFrameMk id="6" creationId="{2FC7D317-9F88-4C21-A796-1C7F5A8F4E46}"/>
          </ac:graphicFrameMkLst>
        </pc:graphicFrameChg>
        <pc:graphicFrameChg chg="mod modGraphic">
          <ac:chgData name="Xu, Vanessa" userId="a3ebf755-99db-4c08-9497-6074ee87b5e8" providerId="ADAL" clId="{2CB074F2-E225-4898-A476-AFB7189E6F8E}" dt="2020-12-17T01:39:56.764" v="858" actId="207"/>
          <ac:graphicFrameMkLst>
            <pc:docMk/>
            <pc:sldMk cId="402817371" sldId="2702"/>
            <ac:graphicFrameMk id="9" creationId="{7FA57D55-D55B-49AF-83E6-78A46B6EA330}"/>
          </ac:graphicFrameMkLst>
        </pc:graphicFrameChg>
        <pc:graphicFrameChg chg="add mod modGraphic">
          <ac:chgData name="Xu, Vanessa" userId="a3ebf755-99db-4c08-9497-6074ee87b5e8" providerId="ADAL" clId="{2CB074F2-E225-4898-A476-AFB7189E6F8E}" dt="2020-12-17T01:39:46.348" v="857" actId="207"/>
          <ac:graphicFrameMkLst>
            <pc:docMk/>
            <pc:sldMk cId="402817371" sldId="2702"/>
            <ac:graphicFrameMk id="12" creationId="{9CD52662-5063-4545-A7CA-8DDCDBF92155}"/>
          </ac:graphicFrameMkLst>
        </pc:graphicFrameChg>
        <pc:graphicFrameChg chg="add mod modGraphic">
          <ac:chgData name="Xu, Vanessa" userId="a3ebf755-99db-4c08-9497-6074ee87b5e8" providerId="ADAL" clId="{2CB074F2-E225-4898-A476-AFB7189E6F8E}" dt="2020-12-17T01:40:00.412" v="859" actId="207"/>
          <ac:graphicFrameMkLst>
            <pc:docMk/>
            <pc:sldMk cId="402817371" sldId="2702"/>
            <ac:graphicFrameMk id="14" creationId="{67C4032E-7FBD-4646-85ED-932B676E2091}"/>
          </ac:graphicFrameMkLst>
        </pc:graphicFrameChg>
      </pc:sldChg>
      <pc:sldChg chg="add del">
        <pc:chgData name="Xu, Vanessa" userId="a3ebf755-99db-4c08-9497-6074ee87b5e8" providerId="ADAL" clId="{2CB074F2-E225-4898-A476-AFB7189E6F8E}" dt="2020-12-16T08:39:26.806" v="362" actId="2696"/>
        <pc:sldMkLst>
          <pc:docMk/>
          <pc:sldMk cId="1448305951" sldId="2702"/>
        </pc:sldMkLst>
      </pc:sldChg>
      <pc:sldChg chg="addSp delSp modSp add">
        <pc:chgData name="Xu, Vanessa" userId="a3ebf755-99db-4c08-9497-6074ee87b5e8" providerId="ADAL" clId="{2CB074F2-E225-4898-A476-AFB7189E6F8E}" dt="2020-12-17T01:40:31.835" v="861" actId="207"/>
        <pc:sldMkLst>
          <pc:docMk/>
          <pc:sldMk cId="2884362536" sldId="2703"/>
        </pc:sldMkLst>
        <pc:spChg chg="mod">
          <ac:chgData name="Xu, Vanessa" userId="a3ebf755-99db-4c08-9497-6074ee87b5e8" providerId="ADAL" clId="{2CB074F2-E225-4898-A476-AFB7189E6F8E}" dt="2020-12-16T08:48:01.165" v="437" actId="20577"/>
          <ac:spMkLst>
            <pc:docMk/>
            <pc:sldMk cId="2884362536" sldId="2703"/>
            <ac:spMk id="3" creationId="{00000000-0000-0000-0000-000000000000}"/>
          </ac:spMkLst>
        </pc:spChg>
        <pc:spChg chg="del">
          <ac:chgData name="Xu, Vanessa" userId="a3ebf755-99db-4c08-9497-6074ee87b5e8" providerId="ADAL" clId="{2CB074F2-E225-4898-A476-AFB7189E6F8E}" dt="2020-12-16T08:48:13.573" v="438" actId="478"/>
          <ac:spMkLst>
            <pc:docMk/>
            <pc:sldMk cId="2884362536" sldId="2703"/>
            <ac:spMk id="17" creationId="{95D59473-76D8-46FF-88C3-149E71DA8166}"/>
          </ac:spMkLst>
        </pc:spChg>
        <pc:spChg chg="add mod">
          <ac:chgData name="Xu, Vanessa" userId="a3ebf755-99db-4c08-9497-6074ee87b5e8" providerId="ADAL" clId="{2CB074F2-E225-4898-A476-AFB7189E6F8E}" dt="2020-12-16T08:48:18.075" v="440" actId="1076"/>
          <ac:spMkLst>
            <pc:docMk/>
            <pc:sldMk cId="2884362536" sldId="2703"/>
            <ac:spMk id="18" creationId="{146F3212-F1A1-480B-AC53-61BE73ACE0ED}"/>
          </ac:spMkLst>
        </pc:spChg>
        <pc:graphicFrameChg chg="modGraphic">
          <ac:chgData name="Xu, Vanessa" userId="a3ebf755-99db-4c08-9497-6074ee87b5e8" providerId="ADAL" clId="{2CB074F2-E225-4898-A476-AFB7189E6F8E}" dt="2020-12-17T01:40:28.555" v="860" actId="207"/>
          <ac:graphicFrameMkLst>
            <pc:docMk/>
            <pc:sldMk cId="2884362536" sldId="2703"/>
            <ac:graphicFrameMk id="6" creationId="{2FC7D317-9F88-4C21-A796-1C7F5A8F4E46}"/>
          </ac:graphicFrameMkLst>
        </pc:graphicFrameChg>
        <pc:graphicFrameChg chg="modGraphic">
          <ac:chgData name="Xu, Vanessa" userId="a3ebf755-99db-4c08-9497-6074ee87b5e8" providerId="ADAL" clId="{2CB074F2-E225-4898-A476-AFB7189E6F8E}" dt="2020-12-16T08:49:53.586" v="442" actId="20577"/>
          <ac:graphicFrameMkLst>
            <pc:docMk/>
            <pc:sldMk cId="2884362536" sldId="2703"/>
            <ac:graphicFrameMk id="9" creationId="{7FA57D55-D55B-49AF-83E6-78A46B6EA330}"/>
          </ac:graphicFrameMkLst>
        </pc:graphicFrameChg>
        <pc:graphicFrameChg chg="modGraphic">
          <ac:chgData name="Xu, Vanessa" userId="a3ebf755-99db-4c08-9497-6074ee87b5e8" providerId="ADAL" clId="{2CB074F2-E225-4898-A476-AFB7189E6F8E}" dt="2020-12-17T01:40:31.835" v="861" actId="207"/>
          <ac:graphicFrameMkLst>
            <pc:docMk/>
            <pc:sldMk cId="2884362536" sldId="2703"/>
            <ac:graphicFrameMk id="12" creationId="{9CD52662-5063-4545-A7CA-8DDCDBF92155}"/>
          </ac:graphicFrameMkLst>
        </pc:graphicFrameChg>
        <pc:graphicFrameChg chg="modGraphic">
          <ac:chgData name="Xu, Vanessa" userId="a3ebf755-99db-4c08-9497-6074ee87b5e8" providerId="ADAL" clId="{2CB074F2-E225-4898-A476-AFB7189E6F8E}" dt="2020-12-16T08:50:12.451" v="448" actId="20577"/>
          <ac:graphicFrameMkLst>
            <pc:docMk/>
            <pc:sldMk cId="2884362536" sldId="2703"/>
            <ac:graphicFrameMk id="14" creationId="{67C4032E-7FBD-4646-85ED-932B676E2091}"/>
          </ac:graphicFrameMkLst>
        </pc:graphicFrameChg>
      </pc:sldChg>
      <pc:sldChg chg="addSp delSp modSp add addAnim delAnim modAnim">
        <pc:chgData name="Xu, Vanessa" userId="a3ebf755-99db-4c08-9497-6074ee87b5e8" providerId="ADAL" clId="{2CB074F2-E225-4898-A476-AFB7189E6F8E}" dt="2020-12-17T02:44:35.356" v="875" actId="20577"/>
        <pc:sldMkLst>
          <pc:docMk/>
          <pc:sldMk cId="3675364645" sldId="2704"/>
        </pc:sldMkLst>
        <pc:spChg chg="mod">
          <ac:chgData name="Xu, Vanessa" userId="a3ebf755-99db-4c08-9497-6074ee87b5e8" providerId="ADAL" clId="{2CB074F2-E225-4898-A476-AFB7189E6F8E}" dt="2020-12-16T09:29:48.009" v="715" actId="20577"/>
          <ac:spMkLst>
            <pc:docMk/>
            <pc:sldMk cId="3675364645" sldId="2704"/>
            <ac:spMk id="3" creationId="{00000000-0000-0000-0000-000000000000}"/>
          </ac:spMkLst>
        </pc:spChg>
        <pc:spChg chg="mod">
          <ac:chgData name="Xu, Vanessa" userId="a3ebf755-99db-4c08-9497-6074ee87b5e8" providerId="ADAL" clId="{2CB074F2-E225-4898-A476-AFB7189E6F8E}" dt="2020-12-16T08:55:59.588" v="491" actId="1076"/>
          <ac:spMkLst>
            <pc:docMk/>
            <pc:sldMk cId="3675364645" sldId="2704"/>
            <ac:spMk id="4" creationId="{6B74C7FC-7B29-490E-A236-4A75A68640F7}"/>
          </ac:spMkLst>
        </pc:spChg>
        <pc:spChg chg="mod">
          <ac:chgData name="Xu, Vanessa" userId="a3ebf755-99db-4c08-9497-6074ee87b5e8" providerId="ADAL" clId="{2CB074F2-E225-4898-A476-AFB7189E6F8E}" dt="2020-12-16T08:55:55.596" v="490" actId="1076"/>
          <ac:spMkLst>
            <pc:docMk/>
            <pc:sldMk cId="3675364645" sldId="2704"/>
            <ac:spMk id="6" creationId="{A104D909-C05A-4510-B4D5-A548C588826B}"/>
          </ac:spMkLst>
        </pc:spChg>
        <pc:spChg chg="add del mod">
          <ac:chgData name="Xu, Vanessa" userId="a3ebf755-99db-4c08-9497-6074ee87b5e8" providerId="ADAL" clId="{2CB074F2-E225-4898-A476-AFB7189E6F8E}" dt="2020-12-16T09:01:47.445" v="493" actId="478"/>
          <ac:spMkLst>
            <pc:docMk/>
            <pc:sldMk cId="3675364645" sldId="2704"/>
            <ac:spMk id="9" creationId="{976AD6EB-CB40-4CD3-896F-7009795F9F10}"/>
          </ac:spMkLst>
        </pc:spChg>
        <pc:spChg chg="add del mod">
          <ac:chgData name="Xu, Vanessa" userId="a3ebf755-99db-4c08-9497-6074ee87b5e8" providerId="ADAL" clId="{2CB074F2-E225-4898-A476-AFB7189E6F8E}" dt="2020-12-16T09:25:19.852" v="671" actId="14100"/>
          <ac:spMkLst>
            <pc:docMk/>
            <pc:sldMk cId="3675364645" sldId="2704"/>
            <ac:spMk id="10" creationId="{13D4E314-FA71-45B5-AA79-259555D142A8}"/>
          </ac:spMkLst>
        </pc:spChg>
        <pc:spChg chg="add del mod">
          <ac:chgData name="Xu, Vanessa" userId="a3ebf755-99db-4c08-9497-6074ee87b5e8" providerId="ADAL" clId="{2CB074F2-E225-4898-A476-AFB7189E6F8E}" dt="2020-12-16T09:12:51.101" v="597" actId="478"/>
          <ac:spMkLst>
            <pc:docMk/>
            <pc:sldMk cId="3675364645" sldId="2704"/>
            <ac:spMk id="11" creationId="{F5A5C898-B28A-4D57-842F-7F1A696B2778}"/>
          </ac:spMkLst>
        </pc:spChg>
        <pc:spChg chg="add del mod">
          <ac:chgData name="Xu, Vanessa" userId="a3ebf755-99db-4c08-9497-6074ee87b5e8" providerId="ADAL" clId="{2CB074F2-E225-4898-A476-AFB7189E6F8E}" dt="2020-12-16T09:12:54.756" v="598" actId="478"/>
          <ac:spMkLst>
            <pc:docMk/>
            <pc:sldMk cId="3675364645" sldId="2704"/>
            <ac:spMk id="12" creationId="{43C4B1A7-17B9-4BBC-BC24-75A10452B5A4}"/>
          </ac:spMkLst>
        </pc:spChg>
        <pc:spChg chg="add del mod">
          <ac:chgData name="Xu, Vanessa" userId="a3ebf755-99db-4c08-9497-6074ee87b5e8" providerId="ADAL" clId="{2CB074F2-E225-4898-A476-AFB7189E6F8E}" dt="2020-12-16T09:13:06.034" v="600" actId="478"/>
          <ac:spMkLst>
            <pc:docMk/>
            <pc:sldMk cId="3675364645" sldId="2704"/>
            <ac:spMk id="13" creationId="{0C443C84-76F3-4CBA-ABF7-069188E0DCF7}"/>
          </ac:spMkLst>
        </pc:spChg>
        <pc:spChg chg="add del mod">
          <ac:chgData name="Xu, Vanessa" userId="a3ebf755-99db-4c08-9497-6074ee87b5e8" providerId="ADAL" clId="{2CB074F2-E225-4898-A476-AFB7189E6F8E}" dt="2020-12-16T09:13:06.034" v="600" actId="478"/>
          <ac:spMkLst>
            <pc:docMk/>
            <pc:sldMk cId="3675364645" sldId="2704"/>
            <ac:spMk id="14" creationId="{660E8435-DCCC-45EA-8202-342193C953CD}"/>
          </ac:spMkLst>
        </pc:spChg>
        <pc:spChg chg="add del mod">
          <ac:chgData name="Xu, Vanessa" userId="a3ebf755-99db-4c08-9497-6074ee87b5e8" providerId="ADAL" clId="{2CB074F2-E225-4898-A476-AFB7189E6F8E}" dt="2020-12-16T09:25:14.820" v="670" actId="1076"/>
          <ac:spMkLst>
            <pc:docMk/>
            <pc:sldMk cId="3675364645" sldId="2704"/>
            <ac:spMk id="15" creationId="{F05663AD-A242-4D11-9CC3-07D7F2C84463}"/>
          </ac:spMkLst>
        </pc:spChg>
        <pc:spChg chg="add del mod">
          <ac:chgData name="Xu, Vanessa" userId="a3ebf755-99db-4c08-9497-6074ee87b5e8" providerId="ADAL" clId="{2CB074F2-E225-4898-A476-AFB7189E6F8E}" dt="2020-12-16T09:25:08.676" v="669" actId="1076"/>
          <ac:spMkLst>
            <pc:docMk/>
            <pc:sldMk cId="3675364645" sldId="2704"/>
            <ac:spMk id="16" creationId="{415A1049-9E66-450C-B80D-0D56954048E8}"/>
          </ac:spMkLst>
        </pc:spChg>
        <pc:spChg chg="add del mod">
          <ac:chgData name="Xu, Vanessa" userId="a3ebf755-99db-4c08-9497-6074ee87b5e8" providerId="ADAL" clId="{2CB074F2-E225-4898-A476-AFB7189E6F8E}" dt="2020-12-16T09:18:20.621" v="642" actId="14100"/>
          <ac:spMkLst>
            <pc:docMk/>
            <pc:sldMk cId="3675364645" sldId="2704"/>
            <ac:spMk id="17" creationId="{9B7F2B83-378D-4E80-8C54-B0144ADD8941}"/>
          </ac:spMkLst>
        </pc:spChg>
        <pc:spChg chg="add del mod">
          <ac:chgData name="Xu, Vanessa" userId="a3ebf755-99db-4c08-9497-6074ee87b5e8" providerId="ADAL" clId="{2CB074F2-E225-4898-A476-AFB7189E6F8E}" dt="2020-12-16T09:14:01.994" v="609" actId="478"/>
          <ac:spMkLst>
            <pc:docMk/>
            <pc:sldMk cId="3675364645" sldId="2704"/>
            <ac:spMk id="18" creationId="{DA46D8D7-08FA-49E1-8D07-B123967DCD30}"/>
          </ac:spMkLst>
        </pc:spChg>
        <pc:spChg chg="add del mod">
          <ac:chgData name="Xu, Vanessa" userId="a3ebf755-99db-4c08-9497-6074ee87b5e8" providerId="ADAL" clId="{2CB074F2-E225-4898-A476-AFB7189E6F8E}" dt="2020-12-16T09:14:02.894" v="610" actId="478"/>
          <ac:spMkLst>
            <pc:docMk/>
            <pc:sldMk cId="3675364645" sldId="2704"/>
            <ac:spMk id="19" creationId="{AFEB3CCA-74FA-40DC-A76E-713ED08B5661}"/>
          </ac:spMkLst>
        </pc:spChg>
        <pc:spChg chg="add del mod">
          <ac:chgData name="Xu, Vanessa" userId="a3ebf755-99db-4c08-9497-6074ee87b5e8" providerId="ADAL" clId="{2CB074F2-E225-4898-A476-AFB7189E6F8E}" dt="2020-12-16T09:24:07.821" v="660" actId="1076"/>
          <ac:spMkLst>
            <pc:docMk/>
            <pc:sldMk cId="3675364645" sldId="2704"/>
            <ac:spMk id="20" creationId="{6B0EAD57-C955-486D-A6AF-DB40C30571D0}"/>
          </ac:spMkLst>
        </pc:spChg>
        <pc:spChg chg="add mod">
          <ac:chgData name="Xu, Vanessa" userId="a3ebf755-99db-4c08-9497-6074ee87b5e8" providerId="ADAL" clId="{2CB074F2-E225-4898-A476-AFB7189E6F8E}" dt="2020-12-16T09:26:23.312" v="687" actId="20577"/>
          <ac:spMkLst>
            <pc:docMk/>
            <pc:sldMk cId="3675364645" sldId="2704"/>
            <ac:spMk id="21" creationId="{1E7F0F51-66F6-400B-8971-190D423851CD}"/>
          </ac:spMkLst>
        </pc:spChg>
        <pc:spChg chg="add mod">
          <ac:chgData name="Xu, Vanessa" userId="a3ebf755-99db-4c08-9497-6074ee87b5e8" providerId="ADAL" clId="{2CB074F2-E225-4898-A476-AFB7189E6F8E}" dt="2020-12-16T09:28:41.032" v="694" actId="207"/>
          <ac:spMkLst>
            <pc:docMk/>
            <pc:sldMk cId="3675364645" sldId="2704"/>
            <ac:spMk id="22" creationId="{93C0E883-8E54-4F82-B50A-F58B3393971C}"/>
          </ac:spMkLst>
        </pc:spChg>
        <pc:spChg chg="add mod">
          <ac:chgData name="Xu, Vanessa" userId="a3ebf755-99db-4c08-9497-6074ee87b5e8" providerId="ADAL" clId="{2CB074F2-E225-4898-A476-AFB7189E6F8E}" dt="2020-12-16T09:25:56.195" v="678" actId="207"/>
          <ac:spMkLst>
            <pc:docMk/>
            <pc:sldMk cId="3675364645" sldId="2704"/>
            <ac:spMk id="23" creationId="{E27B788B-EF5F-4C1C-9A07-F278710E9ABB}"/>
          </ac:spMkLst>
        </pc:spChg>
        <pc:spChg chg="add mod ord">
          <ac:chgData name="Xu, Vanessa" userId="a3ebf755-99db-4c08-9497-6074ee87b5e8" providerId="ADAL" clId="{2CB074F2-E225-4898-A476-AFB7189E6F8E}" dt="2020-12-16T09:19:25.116" v="647" actId="14100"/>
          <ac:spMkLst>
            <pc:docMk/>
            <pc:sldMk cId="3675364645" sldId="2704"/>
            <ac:spMk id="24" creationId="{964AC838-4EED-4FC9-A38F-FA869D567356}"/>
          </ac:spMkLst>
        </pc:spChg>
        <pc:spChg chg="add mod">
          <ac:chgData name="Xu, Vanessa" userId="a3ebf755-99db-4c08-9497-6074ee87b5e8" providerId="ADAL" clId="{2CB074F2-E225-4898-A476-AFB7189E6F8E}" dt="2020-12-16T09:25:28.747" v="672" actId="1076"/>
          <ac:spMkLst>
            <pc:docMk/>
            <pc:sldMk cId="3675364645" sldId="2704"/>
            <ac:spMk id="29" creationId="{BD2B0C21-532C-41D9-ACAE-720FDDFA509D}"/>
          </ac:spMkLst>
        </pc:spChg>
        <pc:spChg chg="add mod">
          <ac:chgData name="Xu, Vanessa" userId="a3ebf755-99db-4c08-9497-6074ee87b5e8" providerId="ADAL" clId="{2CB074F2-E225-4898-A476-AFB7189E6F8E}" dt="2020-12-16T09:25:28.747" v="672" actId="1076"/>
          <ac:spMkLst>
            <pc:docMk/>
            <pc:sldMk cId="3675364645" sldId="2704"/>
            <ac:spMk id="30" creationId="{1515438C-0022-4225-8FB2-9B4BBF36C9DC}"/>
          </ac:spMkLst>
        </pc:spChg>
        <pc:spChg chg="add mod">
          <ac:chgData name="Xu, Vanessa" userId="a3ebf755-99db-4c08-9497-6074ee87b5e8" providerId="ADAL" clId="{2CB074F2-E225-4898-A476-AFB7189E6F8E}" dt="2020-12-16T09:24:14.269" v="661" actId="1076"/>
          <ac:spMkLst>
            <pc:docMk/>
            <pc:sldMk cId="3675364645" sldId="2704"/>
            <ac:spMk id="33" creationId="{1F0F3B80-8A5A-486B-BEC2-890C21A62DBF}"/>
          </ac:spMkLst>
        </pc:spChg>
        <pc:spChg chg="add mod">
          <ac:chgData name="Xu, Vanessa" userId="a3ebf755-99db-4c08-9497-6074ee87b5e8" providerId="ADAL" clId="{2CB074F2-E225-4898-A476-AFB7189E6F8E}" dt="2020-12-16T09:18:33.862" v="645" actId="1076"/>
          <ac:spMkLst>
            <pc:docMk/>
            <pc:sldMk cId="3675364645" sldId="2704"/>
            <ac:spMk id="35" creationId="{4A71BF41-46E1-4501-9F88-48EEF03ACA14}"/>
          </ac:spMkLst>
        </pc:spChg>
        <pc:spChg chg="add mod">
          <ac:chgData name="Xu, Vanessa" userId="a3ebf755-99db-4c08-9497-6074ee87b5e8" providerId="ADAL" clId="{2CB074F2-E225-4898-A476-AFB7189E6F8E}" dt="2020-12-16T09:18:33.862" v="645" actId="1076"/>
          <ac:spMkLst>
            <pc:docMk/>
            <pc:sldMk cId="3675364645" sldId="2704"/>
            <ac:spMk id="36" creationId="{B142234E-E1D7-4F64-A30B-F2AECCDE5C97}"/>
          </ac:spMkLst>
        </pc:spChg>
        <pc:spChg chg="add mod">
          <ac:chgData name="Xu, Vanessa" userId="a3ebf755-99db-4c08-9497-6074ee87b5e8" providerId="ADAL" clId="{2CB074F2-E225-4898-A476-AFB7189E6F8E}" dt="2020-12-16T09:19:33.892" v="648" actId="1076"/>
          <ac:spMkLst>
            <pc:docMk/>
            <pc:sldMk cId="3675364645" sldId="2704"/>
            <ac:spMk id="43" creationId="{724BDE65-284D-4D14-A4E1-478CAB20A153}"/>
          </ac:spMkLst>
        </pc:spChg>
        <pc:spChg chg="add mod">
          <ac:chgData name="Xu, Vanessa" userId="a3ebf755-99db-4c08-9497-6074ee87b5e8" providerId="ADAL" clId="{2CB074F2-E225-4898-A476-AFB7189E6F8E}" dt="2020-12-16T09:19:33.892" v="648" actId="1076"/>
          <ac:spMkLst>
            <pc:docMk/>
            <pc:sldMk cId="3675364645" sldId="2704"/>
            <ac:spMk id="44" creationId="{2E43D21B-47F2-476C-B19B-A7ACFFF85616}"/>
          </ac:spMkLst>
        </pc:spChg>
        <pc:spChg chg="add mod">
          <ac:chgData name="Xu, Vanessa" userId="a3ebf755-99db-4c08-9497-6074ee87b5e8" providerId="ADAL" clId="{2CB074F2-E225-4898-A476-AFB7189E6F8E}" dt="2020-12-16T09:20:32.586" v="651" actId="11529"/>
          <ac:spMkLst>
            <pc:docMk/>
            <pc:sldMk cId="3675364645" sldId="2704"/>
            <ac:spMk id="46" creationId="{ECE3BD8F-218D-46F8-943C-479B845A23E4}"/>
          </ac:spMkLst>
        </pc:spChg>
        <pc:spChg chg="add mod">
          <ac:chgData name="Xu, Vanessa" userId="a3ebf755-99db-4c08-9497-6074ee87b5e8" providerId="ADAL" clId="{2CB074F2-E225-4898-A476-AFB7189E6F8E}" dt="2020-12-16T09:22:58.366" v="655" actId="1076"/>
          <ac:spMkLst>
            <pc:docMk/>
            <pc:sldMk cId="3675364645" sldId="2704"/>
            <ac:spMk id="51" creationId="{A86077A7-8AE0-497E-B2F9-35514B95DE36}"/>
          </ac:spMkLst>
        </pc:spChg>
        <pc:spChg chg="add mod">
          <ac:chgData name="Xu, Vanessa" userId="a3ebf755-99db-4c08-9497-6074ee87b5e8" providerId="ADAL" clId="{2CB074F2-E225-4898-A476-AFB7189E6F8E}" dt="2020-12-16T09:22:58.366" v="655" actId="1076"/>
          <ac:spMkLst>
            <pc:docMk/>
            <pc:sldMk cId="3675364645" sldId="2704"/>
            <ac:spMk id="52" creationId="{EB6094C9-E807-4150-852A-C3834D1B903A}"/>
          </ac:spMkLst>
        </pc:spChg>
        <pc:spChg chg="add mod">
          <ac:chgData name="Xu, Vanessa" userId="a3ebf755-99db-4c08-9497-6074ee87b5e8" providerId="ADAL" clId="{2CB074F2-E225-4898-A476-AFB7189E6F8E}" dt="2020-12-16T09:23:05.581" v="657" actId="1076"/>
          <ac:spMkLst>
            <pc:docMk/>
            <pc:sldMk cId="3675364645" sldId="2704"/>
            <ac:spMk id="53" creationId="{B32B37C8-54D8-4BB0-9D35-2C0182257567}"/>
          </ac:spMkLst>
        </pc:spChg>
        <pc:spChg chg="add mod">
          <ac:chgData name="Xu, Vanessa" userId="a3ebf755-99db-4c08-9497-6074ee87b5e8" providerId="ADAL" clId="{2CB074F2-E225-4898-A476-AFB7189E6F8E}" dt="2020-12-16T09:23:05.581" v="657" actId="1076"/>
          <ac:spMkLst>
            <pc:docMk/>
            <pc:sldMk cId="3675364645" sldId="2704"/>
            <ac:spMk id="54" creationId="{967E401A-CB0C-4D19-A7EF-695E3DE746CC}"/>
          </ac:spMkLst>
        </pc:spChg>
        <pc:spChg chg="add mod">
          <ac:chgData name="Xu, Vanessa" userId="a3ebf755-99db-4c08-9497-6074ee87b5e8" providerId="ADAL" clId="{2CB074F2-E225-4898-A476-AFB7189E6F8E}" dt="2020-12-16T09:26:37.380" v="691" actId="113"/>
          <ac:spMkLst>
            <pc:docMk/>
            <pc:sldMk cId="3675364645" sldId="2704"/>
            <ac:spMk id="61" creationId="{FE4AA081-FAE3-414C-A49D-7EA117D293D7}"/>
          </ac:spMkLst>
        </pc:spChg>
        <pc:spChg chg="add del mod">
          <ac:chgData name="Xu, Vanessa" userId="a3ebf755-99db-4c08-9497-6074ee87b5e8" providerId="ADAL" clId="{2CB074F2-E225-4898-A476-AFB7189E6F8E}" dt="2020-12-16T09:29:39.350" v="696" actId="767"/>
          <ac:spMkLst>
            <pc:docMk/>
            <pc:sldMk cId="3675364645" sldId="2704"/>
            <ac:spMk id="62" creationId="{681B9E91-BDAD-4983-876B-AFF08D91C7E6}"/>
          </ac:spMkLst>
        </pc:spChg>
        <pc:spChg chg="add mod">
          <ac:chgData name="Xu, Vanessa" userId="a3ebf755-99db-4c08-9497-6074ee87b5e8" providerId="ADAL" clId="{2CB074F2-E225-4898-A476-AFB7189E6F8E}" dt="2020-12-16T09:34:27.739" v="771" actId="1076"/>
          <ac:spMkLst>
            <pc:docMk/>
            <pc:sldMk cId="3675364645" sldId="2704"/>
            <ac:spMk id="63" creationId="{303D6845-6AF9-417D-A86A-9EEFA9313B20}"/>
          </ac:spMkLst>
        </pc:spChg>
        <pc:spChg chg="add mod">
          <ac:chgData name="Xu, Vanessa" userId="a3ebf755-99db-4c08-9497-6074ee87b5e8" providerId="ADAL" clId="{2CB074F2-E225-4898-A476-AFB7189E6F8E}" dt="2020-12-17T02:44:35.356" v="875" actId="20577"/>
          <ac:spMkLst>
            <pc:docMk/>
            <pc:sldMk cId="3675364645" sldId="2704"/>
            <ac:spMk id="64" creationId="{4913B1E6-FD4E-4923-BD60-C6A4EE066D86}"/>
          </ac:spMkLst>
        </pc:spChg>
        <pc:picChg chg="del">
          <ac:chgData name="Xu, Vanessa" userId="a3ebf755-99db-4c08-9497-6074ee87b5e8" providerId="ADAL" clId="{2CB074F2-E225-4898-A476-AFB7189E6F8E}" dt="2020-12-16T08:53:13.959" v="483" actId="478"/>
          <ac:picMkLst>
            <pc:docMk/>
            <pc:sldMk cId="3675364645" sldId="2704"/>
            <ac:picMk id="2" creationId="{D9A5302A-B5FE-4E6C-A028-5B1E6ECCA106}"/>
          </ac:picMkLst>
        </pc:picChg>
        <pc:picChg chg="del">
          <ac:chgData name="Xu, Vanessa" userId="a3ebf755-99db-4c08-9497-6074ee87b5e8" providerId="ADAL" clId="{2CB074F2-E225-4898-A476-AFB7189E6F8E}" dt="2020-12-16T08:53:15.502" v="484" actId="478"/>
          <ac:picMkLst>
            <pc:docMk/>
            <pc:sldMk cId="3675364645" sldId="2704"/>
            <ac:picMk id="7" creationId="{C4B5B529-FA8C-4F3F-BF96-E3AAF36D208A}"/>
          </ac:picMkLst>
        </pc:picChg>
        <pc:picChg chg="del">
          <ac:chgData name="Xu, Vanessa" userId="a3ebf755-99db-4c08-9497-6074ee87b5e8" providerId="ADAL" clId="{2CB074F2-E225-4898-A476-AFB7189E6F8E}" dt="2020-12-16T08:53:17.230" v="485" actId="478"/>
          <ac:picMkLst>
            <pc:docMk/>
            <pc:sldMk cId="3675364645" sldId="2704"/>
            <ac:picMk id="8" creationId="{EDCF0F6A-ABE4-4C79-99E7-45688652A1FB}"/>
          </ac:picMkLst>
        </pc:picChg>
        <pc:cxnChg chg="add mod">
          <ac:chgData name="Xu, Vanessa" userId="a3ebf755-99db-4c08-9497-6074ee87b5e8" providerId="ADAL" clId="{2CB074F2-E225-4898-A476-AFB7189E6F8E}" dt="2020-12-16T09:24:55.956" v="667" actId="1076"/>
          <ac:cxnSpMkLst>
            <pc:docMk/>
            <pc:sldMk cId="3675364645" sldId="2704"/>
            <ac:cxnSpMk id="26" creationId="{E2C140D7-A287-4555-8992-1BD16C5D5C08}"/>
          </ac:cxnSpMkLst>
        </pc:cxnChg>
        <pc:cxnChg chg="add mod">
          <ac:chgData name="Xu, Vanessa" userId="a3ebf755-99db-4c08-9497-6074ee87b5e8" providerId="ADAL" clId="{2CB074F2-E225-4898-A476-AFB7189E6F8E}" dt="2020-12-16T09:25:02.220" v="668" actId="1076"/>
          <ac:cxnSpMkLst>
            <pc:docMk/>
            <pc:sldMk cId="3675364645" sldId="2704"/>
            <ac:cxnSpMk id="28" creationId="{5ADD8F27-123D-4304-8662-E12313242382}"/>
          </ac:cxnSpMkLst>
        </pc:cxnChg>
        <pc:cxnChg chg="add mod">
          <ac:chgData name="Xu, Vanessa" userId="a3ebf755-99db-4c08-9497-6074ee87b5e8" providerId="ADAL" clId="{2CB074F2-E225-4898-A476-AFB7189E6F8E}" dt="2020-12-16T09:24:07.821" v="660" actId="1076"/>
          <ac:cxnSpMkLst>
            <pc:docMk/>
            <pc:sldMk cId="3675364645" sldId="2704"/>
            <ac:cxnSpMk id="32" creationId="{02201907-E5D2-4AFE-BDF3-08D3834FAA9B}"/>
          </ac:cxnSpMkLst>
        </pc:cxnChg>
        <pc:cxnChg chg="add mod">
          <ac:chgData name="Xu, Vanessa" userId="a3ebf755-99db-4c08-9497-6074ee87b5e8" providerId="ADAL" clId="{2CB074F2-E225-4898-A476-AFB7189E6F8E}" dt="2020-12-16T09:18:33.862" v="645" actId="1076"/>
          <ac:cxnSpMkLst>
            <pc:docMk/>
            <pc:sldMk cId="3675364645" sldId="2704"/>
            <ac:cxnSpMk id="34" creationId="{4D8F72F4-A823-443E-8AC1-F0EF2F501A36}"/>
          </ac:cxnSpMkLst>
        </pc:cxnChg>
        <pc:cxnChg chg="add mod">
          <ac:chgData name="Xu, Vanessa" userId="a3ebf755-99db-4c08-9497-6074ee87b5e8" providerId="ADAL" clId="{2CB074F2-E225-4898-A476-AFB7189E6F8E}" dt="2020-12-16T09:16:14.235" v="627" actId="11529"/>
          <ac:cxnSpMkLst>
            <pc:docMk/>
            <pc:sldMk cId="3675364645" sldId="2704"/>
            <ac:cxnSpMk id="38" creationId="{38B688E6-7DF1-45CF-ABD8-29F074F0F0D1}"/>
          </ac:cxnSpMkLst>
        </pc:cxnChg>
        <pc:cxnChg chg="add mod">
          <ac:chgData name="Xu, Vanessa" userId="a3ebf755-99db-4c08-9497-6074ee87b5e8" providerId="ADAL" clId="{2CB074F2-E225-4898-A476-AFB7189E6F8E}" dt="2020-12-16T09:16:24.916" v="628" actId="11529"/>
          <ac:cxnSpMkLst>
            <pc:docMk/>
            <pc:sldMk cId="3675364645" sldId="2704"/>
            <ac:cxnSpMk id="40" creationId="{FB8D8906-0603-4D5F-91CB-13756F2F3BF2}"/>
          </ac:cxnSpMkLst>
        </pc:cxnChg>
        <pc:cxnChg chg="add mod">
          <ac:chgData name="Xu, Vanessa" userId="a3ebf755-99db-4c08-9497-6074ee87b5e8" providerId="ADAL" clId="{2CB074F2-E225-4898-A476-AFB7189E6F8E}" dt="2020-12-16T09:19:45.716" v="649" actId="14100"/>
          <ac:cxnSpMkLst>
            <pc:docMk/>
            <pc:sldMk cId="3675364645" sldId="2704"/>
            <ac:cxnSpMk id="42" creationId="{01E6B94B-2223-4B6C-B621-578E43F1513E}"/>
          </ac:cxnSpMkLst>
        </pc:cxnChg>
        <pc:cxnChg chg="add mod">
          <ac:chgData name="Xu, Vanessa" userId="a3ebf755-99db-4c08-9497-6074ee87b5e8" providerId="ADAL" clId="{2CB074F2-E225-4898-A476-AFB7189E6F8E}" dt="2020-12-16T09:20:56.786" v="652" actId="11529"/>
          <ac:cxnSpMkLst>
            <pc:docMk/>
            <pc:sldMk cId="3675364645" sldId="2704"/>
            <ac:cxnSpMk id="48" creationId="{97EBA2A7-638D-4815-BBC3-A17CA3963A64}"/>
          </ac:cxnSpMkLst>
        </pc:cxnChg>
        <pc:cxnChg chg="add mod">
          <ac:chgData name="Xu, Vanessa" userId="a3ebf755-99db-4c08-9497-6074ee87b5e8" providerId="ADAL" clId="{2CB074F2-E225-4898-A476-AFB7189E6F8E}" dt="2020-12-16T09:21:04.065" v="653" actId="11529"/>
          <ac:cxnSpMkLst>
            <pc:docMk/>
            <pc:sldMk cId="3675364645" sldId="2704"/>
            <ac:cxnSpMk id="50" creationId="{F7A66825-A436-4C0C-A284-003BA8BAC85B}"/>
          </ac:cxnSpMkLst>
        </pc:cxnChg>
        <pc:cxnChg chg="add mod">
          <ac:chgData name="Xu, Vanessa" userId="a3ebf755-99db-4c08-9497-6074ee87b5e8" providerId="ADAL" clId="{2CB074F2-E225-4898-A476-AFB7189E6F8E}" dt="2020-12-16T09:24:29.604" v="662" actId="11529"/>
          <ac:cxnSpMkLst>
            <pc:docMk/>
            <pc:sldMk cId="3675364645" sldId="2704"/>
            <ac:cxnSpMk id="56" creationId="{3577F012-3197-4CD6-8D13-C3189A20B059}"/>
          </ac:cxnSpMkLst>
        </pc:cxnChg>
        <pc:cxnChg chg="add del mod">
          <ac:chgData name="Xu, Vanessa" userId="a3ebf755-99db-4c08-9497-6074ee87b5e8" providerId="ADAL" clId="{2CB074F2-E225-4898-A476-AFB7189E6F8E}" dt="2020-12-16T09:24:43.324" v="665" actId="478"/>
          <ac:cxnSpMkLst>
            <pc:docMk/>
            <pc:sldMk cId="3675364645" sldId="2704"/>
            <ac:cxnSpMk id="58" creationId="{FE763923-E6F4-482F-A120-09FBDDB04329}"/>
          </ac:cxnSpMkLst>
        </pc:cxnChg>
        <pc:cxnChg chg="add mod">
          <ac:chgData name="Xu, Vanessa" userId="a3ebf755-99db-4c08-9497-6074ee87b5e8" providerId="ADAL" clId="{2CB074F2-E225-4898-A476-AFB7189E6F8E}" dt="2020-12-16T09:24:52.300" v="666" actId="11529"/>
          <ac:cxnSpMkLst>
            <pc:docMk/>
            <pc:sldMk cId="3675364645" sldId="2704"/>
            <ac:cxnSpMk id="60" creationId="{60C24EF7-F128-48B2-8A83-6C30C15A218D}"/>
          </ac:cxnSpMkLst>
        </pc:cxnChg>
      </pc:sldChg>
    </pc:docChg>
  </pc:docChgLst>
  <pc:docChgLst>
    <pc:chgData name="Xu, Vanessa" userId="a3ebf755-99db-4c08-9497-6074ee87b5e8" providerId="ADAL" clId="{EBB4CE37-905D-4977-AAA1-905FBCCDBB0A}"/>
    <pc:docChg chg="undo custSel addSld delSld modSld sldOrd modMainMaster modSection">
      <pc:chgData name="Xu, Vanessa" userId="a3ebf755-99db-4c08-9497-6074ee87b5e8" providerId="ADAL" clId="{EBB4CE37-905D-4977-AAA1-905FBCCDBB0A}" dt="2021-02-01T05:48:31.907" v="1503" actId="20577"/>
      <pc:docMkLst>
        <pc:docMk/>
      </pc:docMkLst>
      <pc:sldChg chg="addSp modSp mod">
        <pc:chgData name="Xu, Vanessa" userId="a3ebf755-99db-4c08-9497-6074ee87b5e8" providerId="ADAL" clId="{EBB4CE37-905D-4977-AAA1-905FBCCDBB0A}" dt="2021-02-01T05:45:56.791" v="1418" actId="255"/>
        <pc:sldMkLst>
          <pc:docMk/>
          <pc:sldMk cId="745975132" sldId="256"/>
        </pc:sldMkLst>
        <pc:spChg chg="add mod">
          <ac:chgData name="Xu, Vanessa" userId="a3ebf755-99db-4c08-9497-6074ee87b5e8" providerId="ADAL" clId="{EBB4CE37-905D-4977-AAA1-905FBCCDBB0A}" dt="2021-02-01T05:45:56.791" v="1418" actId="255"/>
          <ac:spMkLst>
            <pc:docMk/>
            <pc:sldMk cId="745975132" sldId="256"/>
            <ac:spMk id="2" creationId="{7CC30586-75DE-433F-9811-8B4C1EA93712}"/>
          </ac:spMkLst>
        </pc:spChg>
        <pc:spChg chg="mod">
          <ac:chgData name="Xu, Vanessa" userId="a3ebf755-99db-4c08-9497-6074ee87b5e8" providerId="ADAL" clId="{EBB4CE37-905D-4977-AAA1-905FBCCDBB0A}" dt="2021-01-25T08:25:22.663" v="20" actId="20577"/>
          <ac:spMkLst>
            <pc:docMk/>
            <pc:sldMk cId="745975132" sldId="256"/>
            <ac:spMk id="5" creationId="{39DC9637-B46D-4E45-9A92-24D0CD7A876F}"/>
          </ac:spMkLst>
        </pc:spChg>
      </pc:sldChg>
      <pc:sldChg chg="addSp delSp modSp add del mod">
        <pc:chgData name="Xu, Vanessa" userId="a3ebf755-99db-4c08-9497-6074ee87b5e8" providerId="ADAL" clId="{EBB4CE37-905D-4977-AAA1-905FBCCDBB0A}" dt="2021-02-01T05:48:31.907" v="1503" actId="20577"/>
        <pc:sldMkLst>
          <pc:docMk/>
          <pc:sldMk cId="3310180611" sldId="2655"/>
        </pc:sldMkLst>
        <pc:spChg chg="mod">
          <ac:chgData name="Xu, Vanessa" userId="a3ebf755-99db-4c08-9497-6074ee87b5e8" providerId="ADAL" clId="{EBB4CE37-905D-4977-AAA1-905FBCCDBB0A}" dt="2021-02-01T05:48:31.907" v="1503" actId="20577"/>
          <ac:spMkLst>
            <pc:docMk/>
            <pc:sldMk cId="3310180611" sldId="2655"/>
            <ac:spMk id="2" creationId="{792B6FEC-8ABD-4C1C-ACC9-F5BAC1DEC940}"/>
          </ac:spMkLst>
        </pc:spChg>
        <pc:spChg chg="mod">
          <ac:chgData name="Xu, Vanessa" userId="a3ebf755-99db-4c08-9497-6074ee87b5e8" providerId="ADAL" clId="{EBB4CE37-905D-4977-AAA1-905FBCCDBB0A}" dt="2021-02-01T05:41:51.554" v="1373" actId="1076"/>
          <ac:spMkLst>
            <pc:docMk/>
            <pc:sldMk cId="3310180611" sldId="2655"/>
            <ac:spMk id="6" creationId="{2BDF1FCB-847D-4F54-AE09-5492A9F9E103}"/>
          </ac:spMkLst>
        </pc:spChg>
        <pc:spChg chg="mod">
          <ac:chgData name="Xu, Vanessa" userId="a3ebf755-99db-4c08-9497-6074ee87b5e8" providerId="ADAL" clId="{EBB4CE37-905D-4977-AAA1-905FBCCDBB0A}" dt="2021-02-01T05:41:51.554" v="1373" actId="1076"/>
          <ac:spMkLst>
            <pc:docMk/>
            <pc:sldMk cId="3310180611" sldId="2655"/>
            <ac:spMk id="7" creationId="{41400BC4-C7C3-4009-95F1-A25F091F89A5}"/>
          </ac:spMkLst>
        </pc:spChg>
        <pc:spChg chg="del">
          <ac:chgData name="Xu, Vanessa" userId="a3ebf755-99db-4c08-9497-6074ee87b5e8" providerId="ADAL" clId="{EBB4CE37-905D-4977-AAA1-905FBCCDBB0A}" dt="2021-02-01T05:41:07.466" v="1363" actId="478"/>
          <ac:spMkLst>
            <pc:docMk/>
            <pc:sldMk cId="3310180611" sldId="2655"/>
            <ac:spMk id="16" creationId="{F42D0960-3670-4F58-AD98-A7A0EAF757B2}"/>
          </ac:spMkLst>
        </pc:spChg>
        <pc:spChg chg="del">
          <ac:chgData name="Xu, Vanessa" userId="a3ebf755-99db-4c08-9497-6074ee87b5e8" providerId="ADAL" clId="{EBB4CE37-905D-4977-AAA1-905FBCCDBB0A}" dt="2021-02-01T05:41:05.609" v="1362" actId="478"/>
          <ac:spMkLst>
            <pc:docMk/>
            <pc:sldMk cId="3310180611" sldId="2655"/>
            <ac:spMk id="17" creationId="{BFA501A0-FF11-49B5-8A54-A9CBA111351F}"/>
          </ac:spMkLst>
        </pc:spChg>
        <pc:spChg chg="del mod">
          <ac:chgData name="Xu, Vanessa" userId="a3ebf755-99db-4c08-9497-6074ee87b5e8" providerId="ADAL" clId="{EBB4CE37-905D-4977-AAA1-905FBCCDBB0A}" dt="2021-02-01T05:41:09.145" v="1364" actId="478"/>
          <ac:spMkLst>
            <pc:docMk/>
            <pc:sldMk cId="3310180611" sldId="2655"/>
            <ac:spMk id="18" creationId="{E4E3EAFC-D4D9-4B62-A60F-220C199D46C7}"/>
          </ac:spMkLst>
        </pc:spChg>
        <pc:spChg chg="del mod">
          <ac:chgData name="Xu, Vanessa" userId="a3ebf755-99db-4c08-9497-6074ee87b5e8" providerId="ADAL" clId="{EBB4CE37-905D-4977-AAA1-905FBCCDBB0A}" dt="2021-02-01T05:41:10.550" v="1365" actId="478"/>
          <ac:spMkLst>
            <pc:docMk/>
            <pc:sldMk cId="3310180611" sldId="2655"/>
            <ac:spMk id="19" creationId="{F8E07573-A8E5-42F7-B445-E2E8E3B47ABD}"/>
          </ac:spMkLst>
        </pc:spChg>
        <pc:spChg chg="mod">
          <ac:chgData name="Xu, Vanessa" userId="a3ebf755-99db-4c08-9497-6074ee87b5e8" providerId="ADAL" clId="{EBB4CE37-905D-4977-AAA1-905FBCCDBB0A}" dt="2021-02-01T05:41:51.554" v="1373" actId="1076"/>
          <ac:spMkLst>
            <pc:docMk/>
            <pc:sldMk cId="3310180611" sldId="2655"/>
            <ac:spMk id="20" creationId="{E4E3EAFC-D4D9-4B62-A60F-220C199D46C7}"/>
          </ac:spMkLst>
        </pc:spChg>
        <pc:spChg chg="mod">
          <ac:chgData name="Xu, Vanessa" userId="a3ebf755-99db-4c08-9497-6074ee87b5e8" providerId="ADAL" clId="{EBB4CE37-905D-4977-AAA1-905FBCCDBB0A}" dt="2021-02-01T05:41:51.554" v="1373" actId="1076"/>
          <ac:spMkLst>
            <pc:docMk/>
            <pc:sldMk cId="3310180611" sldId="2655"/>
            <ac:spMk id="21" creationId="{F8E07573-A8E5-42F7-B445-E2E8E3B47ABD}"/>
          </ac:spMkLst>
        </pc:spChg>
        <pc:spChg chg="mod">
          <ac:chgData name="Xu, Vanessa" userId="a3ebf755-99db-4c08-9497-6074ee87b5e8" providerId="ADAL" clId="{EBB4CE37-905D-4977-AAA1-905FBCCDBB0A}" dt="2021-02-01T05:41:51.554" v="1373" actId="1076"/>
          <ac:spMkLst>
            <pc:docMk/>
            <pc:sldMk cId="3310180611" sldId="2655"/>
            <ac:spMk id="22" creationId="{E4E3EAFC-D4D9-4B62-A60F-220C199D46C7}"/>
          </ac:spMkLst>
        </pc:spChg>
        <pc:spChg chg="mod">
          <ac:chgData name="Xu, Vanessa" userId="a3ebf755-99db-4c08-9497-6074ee87b5e8" providerId="ADAL" clId="{EBB4CE37-905D-4977-AAA1-905FBCCDBB0A}" dt="2021-02-01T05:41:51.554" v="1373" actId="1076"/>
          <ac:spMkLst>
            <pc:docMk/>
            <pc:sldMk cId="3310180611" sldId="2655"/>
            <ac:spMk id="23" creationId="{F8E07573-A8E5-42F7-B445-E2E8E3B47ABD}"/>
          </ac:spMkLst>
        </pc:spChg>
        <pc:spChg chg="mod">
          <ac:chgData name="Xu, Vanessa" userId="a3ebf755-99db-4c08-9497-6074ee87b5e8" providerId="ADAL" clId="{EBB4CE37-905D-4977-AAA1-905FBCCDBB0A}" dt="2021-02-01T05:41:51.554" v="1373" actId="1076"/>
          <ac:spMkLst>
            <pc:docMk/>
            <pc:sldMk cId="3310180611" sldId="2655"/>
            <ac:spMk id="24" creationId="{E4E3EAFC-D4D9-4B62-A60F-220C199D46C7}"/>
          </ac:spMkLst>
        </pc:spChg>
        <pc:spChg chg="mod">
          <ac:chgData name="Xu, Vanessa" userId="a3ebf755-99db-4c08-9497-6074ee87b5e8" providerId="ADAL" clId="{EBB4CE37-905D-4977-AAA1-905FBCCDBB0A}" dt="2021-02-01T05:42:02.783" v="1386" actId="20577"/>
          <ac:spMkLst>
            <pc:docMk/>
            <pc:sldMk cId="3310180611" sldId="2655"/>
            <ac:spMk id="25" creationId="{F8E07573-A8E5-42F7-B445-E2E8E3B47ABD}"/>
          </ac:spMkLst>
        </pc:spChg>
        <pc:spChg chg="add del mod">
          <ac:chgData name="Xu, Vanessa" userId="a3ebf755-99db-4c08-9497-6074ee87b5e8" providerId="ADAL" clId="{EBB4CE37-905D-4977-AAA1-905FBCCDBB0A}" dt="2021-02-01T05:42:38.127" v="1388"/>
          <ac:spMkLst>
            <pc:docMk/>
            <pc:sldMk cId="3310180611" sldId="2655"/>
            <ac:spMk id="26" creationId="{4AF76B1A-8C54-4842-9B0A-75BBE4EB3A5F}"/>
          </ac:spMkLst>
        </pc:spChg>
        <pc:grpChg chg="mod">
          <ac:chgData name="Xu, Vanessa" userId="a3ebf755-99db-4c08-9497-6074ee87b5e8" providerId="ADAL" clId="{EBB4CE37-905D-4977-AAA1-905FBCCDBB0A}" dt="2021-02-01T05:41:51.554" v="1373" actId="1076"/>
          <ac:grpSpMkLst>
            <pc:docMk/>
            <pc:sldMk cId="3310180611" sldId="2655"/>
            <ac:grpSpMk id="5" creationId="{BC0EEC5B-6DAE-4A05-A176-7B7FE7529EDB}"/>
          </ac:grpSpMkLst>
        </pc:grpChg>
        <pc:grpChg chg="mod">
          <ac:chgData name="Xu, Vanessa" userId="a3ebf755-99db-4c08-9497-6074ee87b5e8" providerId="ADAL" clId="{EBB4CE37-905D-4977-AAA1-905FBCCDBB0A}" dt="2021-02-01T05:41:51.554" v="1373" actId="1076"/>
          <ac:grpSpMkLst>
            <pc:docMk/>
            <pc:sldMk cId="3310180611" sldId="2655"/>
            <ac:grpSpMk id="10" creationId="{7B9929F0-C548-4011-8496-9C2EBA4DA6C1}"/>
          </ac:grpSpMkLst>
        </pc:grpChg>
        <pc:grpChg chg="mod">
          <ac:chgData name="Xu, Vanessa" userId="a3ebf755-99db-4c08-9497-6074ee87b5e8" providerId="ADAL" clId="{EBB4CE37-905D-4977-AAA1-905FBCCDBB0A}" dt="2021-02-01T05:41:51.554" v="1373" actId="1076"/>
          <ac:grpSpMkLst>
            <pc:docMk/>
            <pc:sldMk cId="3310180611" sldId="2655"/>
            <ac:grpSpMk id="11" creationId="{0A641DB6-A3EA-4307-9B90-F1265F86B163}"/>
          </ac:grpSpMkLst>
        </pc:grpChg>
        <pc:grpChg chg="mod">
          <ac:chgData name="Xu, Vanessa" userId="a3ebf755-99db-4c08-9497-6074ee87b5e8" providerId="ADAL" clId="{EBB4CE37-905D-4977-AAA1-905FBCCDBB0A}" dt="2021-02-01T05:41:51.554" v="1373" actId="1076"/>
          <ac:grpSpMkLst>
            <pc:docMk/>
            <pc:sldMk cId="3310180611" sldId="2655"/>
            <ac:grpSpMk id="12" creationId="{74E1887E-2A3F-4AB5-9B72-D9831668AE53}"/>
          </ac:grpSpMkLst>
        </pc:grpChg>
        <pc:grpChg chg="mod">
          <ac:chgData name="Xu, Vanessa" userId="a3ebf755-99db-4c08-9497-6074ee87b5e8" providerId="ADAL" clId="{EBB4CE37-905D-4977-AAA1-905FBCCDBB0A}" dt="2021-02-01T05:41:51.554" v="1373" actId="1076"/>
          <ac:grpSpMkLst>
            <pc:docMk/>
            <pc:sldMk cId="3310180611" sldId="2655"/>
            <ac:grpSpMk id="13" creationId="{BBE77A25-41AB-40E8-921F-97DA9333A63B}"/>
          </ac:grpSpMkLst>
        </pc:grpChg>
        <pc:grpChg chg="del mod">
          <ac:chgData name="Xu, Vanessa" userId="a3ebf755-99db-4c08-9497-6074ee87b5e8" providerId="ADAL" clId="{EBB4CE37-905D-4977-AAA1-905FBCCDBB0A}" dt="2021-02-01T05:41:09.145" v="1364" actId="478"/>
          <ac:grpSpMkLst>
            <pc:docMk/>
            <pc:sldMk cId="3310180611" sldId="2655"/>
            <ac:grpSpMk id="14" creationId="{304AF35C-CF8E-4218-9E64-23883C671B8E}"/>
          </ac:grpSpMkLst>
        </pc:grpChg>
        <pc:grpChg chg="del">
          <ac:chgData name="Xu, Vanessa" userId="a3ebf755-99db-4c08-9497-6074ee87b5e8" providerId="ADAL" clId="{EBB4CE37-905D-4977-AAA1-905FBCCDBB0A}" dt="2021-02-01T05:41:05.609" v="1362" actId="478"/>
          <ac:grpSpMkLst>
            <pc:docMk/>
            <pc:sldMk cId="3310180611" sldId="2655"/>
            <ac:grpSpMk id="15" creationId="{8F5F0925-8654-462F-8A8B-E15159E1E935}"/>
          </ac:grpSpMkLst>
        </pc:grpChg>
        <pc:cxnChg chg="mod">
          <ac:chgData name="Xu, Vanessa" userId="a3ebf755-99db-4c08-9497-6074ee87b5e8" providerId="ADAL" clId="{EBB4CE37-905D-4977-AAA1-905FBCCDBB0A}" dt="2021-02-01T05:41:51.554" v="1373" actId="1076"/>
          <ac:cxnSpMkLst>
            <pc:docMk/>
            <pc:sldMk cId="3310180611" sldId="2655"/>
            <ac:cxnSpMk id="8" creationId="{ACDA35B8-C386-4112-BDBF-4398E17C16EE}"/>
          </ac:cxnSpMkLst>
        </pc:cxnChg>
        <pc:cxnChg chg="mod">
          <ac:chgData name="Xu, Vanessa" userId="a3ebf755-99db-4c08-9497-6074ee87b5e8" providerId="ADAL" clId="{EBB4CE37-905D-4977-AAA1-905FBCCDBB0A}" dt="2021-02-01T05:41:51.554" v="1373" actId="1076"/>
          <ac:cxnSpMkLst>
            <pc:docMk/>
            <pc:sldMk cId="3310180611" sldId="2655"/>
            <ac:cxnSpMk id="9" creationId="{A5DDED81-42E5-4FE1-8834-5E8F0C7B1AFB}"/>
          </ac:cxnSpMkLst>
        </pc:cxnChg>
      </pc:sldChg>
      <pc:sldChg chg="ord">
        <pc:chgData name="Xu, Vanessa" userId="a3ebf755-99db-4c08-9497-6074ee87b5e8" providerId="ADAL" clId="{EBB4CE37-905D-4977-AAA1-905FBCCDBB0A}" dt="2021-02-01T05:40:46.911" v="1350"/>
        <pc:sldMkLst>
          <pc:docMk/>
          <pc:sldMk cId="3698919919" sldId="2677"/>
        </pc:sldMkLst>
      </pc:sldChg>
      <pc:sldChg chg="del">
        <pc:chgData name="Xu, Vanessa" userId="a3ebf755-99db-4c08-9497-6074ee87b5e8" providerId="ADAL" clId="{EBB4CE37-905D-4977-AAA1-905FBCCDBB0A}" dt="2021-01-25T08:26:51.997" v="22" actId="47"/>
        <pc:sldMkLst>
          <pc:docMk/>
          <pc:sldMk cId="4186613477" sldId="2705"/>
        </pc:sldMkLst>
      </pc:sldChg>
      <pc:sldChg chg="addSp modSp new mod">
        <pc:chgData name="Xu, Vanessa" userId="a3ebf755-99db-4c08-9497-6074ee87b5e8" providerId="ADAL" clId="{EBB4CE37-905D-4977-AAA1-905FBCCDBB0A}" dt="2021-01-30T03:47:32.556" v="285" actId="20577"/>
        <pc:sldMkLst>
          <pc:docMk/>
          <pc:sldMk cId="566878967" sldId="2712"/>
        </pc:sldMkLst>
        <pc:spChg chg="mod">
          <ac:chgData name="Xu, Vanessa" userId="a3ebf755-99db-4c08-9497-6074ee87b5e8" providerId="ADAL" clId="{EBB4CE37-905D-4977-AAA1-905FBCCDBB0A}" dt="2021-01-28T05:08:04.271" v="143" actId="20577"/>
          <ac:spMkLst>
            <pc:docMk/>
            <pc:sldMk cId="566878967" sldId="2712"/>
            <ac:spMk id="3" creationId="{D1E95BB4-F595-4D7D-AD68-B8F44B3A62C0}"/>
          </ac:spMkLst>
        </pc:spChg>
        <pc:spChg chg="mod">
          <ac:chgData name="Xu, Vanessa" userId="a3ebf755-99db-4c08-9497-6074ee87b5e8" providerId="ADAL" clId="{EBB4CE37-905D-4977-AAA1-905FBCCDBB0A}" dt="2021-01-30T03:47:32.556" v="285" actId="20577"/>
          <ac:spMkLst>
            <pc:docMk/>
            <pc:sldMk cId="566878967" sldId="2712"/>
            <ac:spMk id="4" creationId="{75B74766-7B8D-4CB7-9E6B-003DF51A4EED}"/>
          </ac:spMkLst>
        </pc:spChg>
        <pc:picChg chg="add mod">
          <ac:chgData name="Xu, Vanessa" userId="a3ebf755-99db-4c08-9497-6074ee87b5e8" providerId="ADAL" clId="{EBB4CE37-905D-4977-AAA1-905FBCCDBB0A}" dt="2021-01-28T05:09:50.609" v="174" actId="14100"/>
          <ac:picMkLst>
            <pc:docMk/>
            <pc:sldMk cId="566878967" sldId="2712"/>
            <ac:picMk id="5" creationId="{5BE76AD3-1EDC-4529-A239-7B9C2C35BCC5}"/>
          </ac:picMkLst>
        </pc:picChg>
      </pc:sldChg>
      <pc:sldChg chg="addSp delSp modSp add mod">
        <pc:chgData name="Xu, Vanessa" userId="a3ebf755-99db-4c08-9497-6074ee87b5e8" providerId="ADAL" clId="{EBB4CE37-905D-4977-AAA1-905FBCCDBB0A}" dt="2021-01-30T03:47:36.452" v="286" actId="20577"/>
        <pc:sldMkLst>
          <pc:docMk/>
          <pc:sldMk cId="3382954910" sldId="2713"/>
        </pc:sldMkLst>
        <pc:spChg chg="mod">
          <ac:chgData name="Xu, Vanessa" userId="a3ebf755-99db-4c08-9497-6074ee87b5e8" providerId="ADAL" clId="{EBB4CE37-905D-4977-AAA1-905FBCCDBB0A}" dt="2021-01-28T05:09:16.895" v="168" actId="20577"/>
          <ac:spMkLst>
            <pc:docMk/>
            <pc:sldMk cId="3382954910" sldId="2713"/>
            <ac:spMk id="3" creationId="{D1E95BB4-F595-4D7D-AD68-B8F44B3A62C0}"/>
          </ac:spMkLst>
        </pc:spChg>
        <pc:spChg chg="mod">
          <ac:chgData name="Xu, Vanessa" userId="a3ebf755-99db-4c08-9497-6074ee87b5e8" providerId="ADAL" clId="{EBB4CE37-905D-4977-AAA1-905FBCCDBB0A}" dt="2021-01-30T03:47:36.452" v="286" actId="20577"/>
          <ac:spMkLst>
            <pc:docMk/>
            <pc:sldMk cId="3382954910" sldId="2713"/>
            <ac:spMk id="4" creationId="{75B74766-7B8D-4CB7-9E6B-003DF51A4EED}"/>
          </ac:spMkLst>
        </pc:spChg>
        <pc:picChg chg="del">
          <ac:chgData name="Xu, Vanessa" userId="a3ebf755-99db-4c08-9497-6074ee87b5e8" providerId="ADAL" clId="{EBB4CE37-905D-4977-AAA1-905FBCCDBB0A}" dt="2021-01-28T05:09:18.334" v="169" actId="478"/>
          <ac:picMkLst>
            <pc:docMk/>
            <pc:sldMk cId="3382954910" sldId="2713"/>
            <ac:picMk id="5" creationId="{5BE76AD3-1EDC-4529-A239-7B9C2C35BCC5}"/>
          </ac:picMkLst>
        </pc:picChg>
        <pc:picChg chg="add mod">
          <ac:chgData name="Xu, Vanessa" userId="a3ebf755-99db-4c08-9497-6074ee87b5e8" providerId="ADAL" clId="{EBB4CE37-905D-4977-AAA1-905FBCCDBB0A}" dt="2021-01-28T05:09:44.942" v="173" actId="14100"/>
          <ac:picMkLst>
            <pc:docMk/>
            <pc:sldMk cId="3382954910" sldId="2713"/>
            <ac:picMk id="6" creationId="{7CD015C7-AECE-49B4-BE43-44122E95DF45}"/>
          </ac:picMkLst>
        </pc:picChg>
      </pc:sldChg>
      <pc:sldChg chg="modSp mod">
        <pc:chgData name="Xu, Vanessa" userId="a3ebf755-99db-4c08-9497-6074ee87b5e8" providerId="ADAL" clId="{EBB4CE37-905D-4977-AAA1-905FBCCDBB0A}" dt="2021-01-30T03:47:44.848" v="288" actId="20577"/>
        <pc:sldMkLst>
          <pc:docMk/>
          <pc:sldMk cId="3798459622" sldId="2714"/>
        </pc:sldMkLst>
        <pc:spChg chg="mod">
          <ac:chgData name="Xu, Vanessa" userId="a3ebf755-99db-4c08-9497-6074ee87b5e8" providerId="ADAL" clId="{EBB4CE37-905D-4977-AAA1-905FBCCDBB0A}" dt="2021-01-30T03:47:44.848" v="288" actId="20577"/>
          <ac:spMkLst>
            <pc:docMk/>
            <pc:sldMk cId="3798459622" sldId="2714"/>
            <ac:spMk id="4" creationId="{75B74766-7B8D-4CB7-9E6B-003DF51A4EED}"/>
          </ac:spMkLst>
        </pc:spChg>
      </pc:sldChg>
      <pc:sldChg chg="modSp mod">
        <pc:chgData name="Xu, Vanessa" userId="a3ebf755-99db-4c08-9497-6074ee87b5e8" providerId="ADAL" clId="{EBB4CE37-905D-4977-AAA1-905FBCCDBB0A}" dt="2021-01-30T03:47:39.596" v="287" actId="20577"/>
        <pc:sldMkLst>
          <pc:docMk/>
          <pc:sldMk cId="3019513386" sldId="2715"/>
        </pc:sldMkLst>
        <pc:spChg chg="mod">
          <ac:chgData name="Xu, Vanessa" userId="a3ebf755-99db-4c08-9497-6074ee87b5e8" providerId="ADAL" clId="{EBB4CE37-905D-4977-AAA1-905FBCCDBB0A}" dt="2021-01-30T03:47:39.596" v="287" actId="20577"/>
          <ac:spMkLst>
            <pc:docMk/>
            <pc:sldMk cId="3019513386" sldId="2715"/>
            <ac:spMk id="4" creationId="{75B74766-7B8D-4CB7-9E6B-003DF51A4EED}"/>
          </ac:spMkLst>
        </pc:spChg>
      </pc:sldChg>
      <pc:sldChg chg="modSp mod">
        <pc:chgData name="Xu, Vanessa" userId="a3ebf755-99db-4c08-9497-6074ee87b5e8" providerId="ADAL" clId="{EBB4CE37-905D-4977-AAA1-905FBCCDBB0A}" dt="2021-01-30T03:47:47.159" v="289" actId="20577"/>
        <pc:sldMkLst>
          <pc:docMk/>
          <pc:sldMk cId="3842827374" sldId="2716"/>
        </pc:sldMkLst>
        <pc:spChg chg="mod">
          <ac:chgData name="Xu, Vanessa" userId="a3ebf755-99db-4c08-9497-6074ee87b5e8" providerId="ADAL" clId="{EBB4CE37-905D-4977-AAA1-905FBCCDBB0A}" dt="2021-01-30T03:47:47.159" v="289" actId="20577"/>
          <ac:spMkLst>
            <pc:docMk/>
            <pc:sldMk cId="3842827374" sldId="2716"/>
            <ac:spMk id="4" creationId="{75B74766-7B8D-4CB7-9E6B-003DF51A4EED}"/>
          </ac:spMkLst>
        </pc:spChg>
      </pc:sldChg>
      <pc:sldChg chg="addSp modSp mod">
        <pc:chgData name="Xu, Vanessa" userId="a3ebf755-99db-4c08-9497-6074ee87b5e8" providerId="ADAL" clId="{EBB4CE37-905D-4977-AAA1-905FBCCDBB0A}" dt="2021-01-30T06:10:59.868" v="1127" actId="20577"/>
        <pc:sldMkLst>
          <pc:docMk/>
          <pc:sldMk cId="579257556" sldId="2717"/>
        </pc:sldMkLst>
        <pc:spChg chg="mod">
          <ac:chgData name="Xu, Vanessa" userId="a3ebf755-99db-4c08-9497-6074ee87b5e8" providerId="ADAL" clId="{EBB4CE37-905D-4977-AAA1-905FBCCDBB0A}" dt="2021-01-30T03:47:49.971" v="290" actId="20577"/>
          <ac:spMkLst>
            <pc:docMk/>
            <pc:sldMk cId="579257556" sldId="2717"/>
            <ac:spMk id="4" creationId="{75B74766-7B8D-4CB7-9E6B-003DF51A4EED}"/>
          </ac:spMkLst>
        </pc:spChg>
        <pc:spChg chg="add mod">
          <ac:chgData name="Xu, Vanessa" userId="a3ebf755-99db-4c08-9497-6074ee87b5e8" providerId="ADAL" clId="{EBB4CE37-905D-4977-AAA1-905FBCCDBB0A}" dt="2021-01-30T06:10:59.868" v="1127" actId="20577"/>
          <ac:spMkLst>
            <pc:docMk/>
            <pc:sldMk cId="579257556" sldId="2717"/>
            <ac:spMk id="5" creationId="{305E75E2-259A-4DC9-A759-D943F771DCCD}"/>
          </ac:spMkLst>
        </pc:spChg>
      </pc:sldChg>
      <pc:sldChg chg="modSp mod">
        <pc:chgData name="Xu, Vanessa" userId="a3ebf755-99db-4c08-9497-6074ee87b5e8" providerId="ADAL" clId="{EBB4CE37-905D-4977-AAA1-905FBCCDBB0A}" dt="2021-01-30T03:47:24.558" v="284" actId="20577"/>
        <pc:sldMkLst>
          <pc:docMk/>
          <pc:sldMk cId="3414079930" sldId="2718"/>
        </pc:sldMkLst>
        <pc:spChg chg="mod">
          <ac:chgData name="Xu, Vanessa" userId="a3ebf755-99db-4c08-9497-6074ee87b5e8" providerId="ADAL" clId="{EBB4CE37-905D-4977-AAA1-905FBCCDBB0A}" dt="2021-01-30T03:47:24.558" v="284" actId="20577"/>
          <ac:spMkLst>
            <pc:docMk/>
            <pc:sldMk cId="3414079930" sldId="2718"/>
            <ac:spMk id="4" creationId="{75B74766-7B8D-4CB7-9E6B-003DF51A4EED}"/>
          </ac:spMkLst>
        </pc:spChg>
      </pc:sldChg>
      <pc:sldChg chg="modSp mod">
        <pc:chgData name="Xu, Vanessa" userId="a3ebf755-99db-4c08-9497-6074ee87b5e8" providerId="ADAL" clId="{EBB4CE37-905D-4977-AAA1-905FBCCDBB0A}" dt="2021-01-30T03:47:17.103" v="282" actId="20577"/>
        <pc:sldMkLst>
          <pc:docMk/>
          <pc:sldMk cId="2413029763" sldId="2719"/>
        </pc:sldMkLst>
        <pc:spChg chg="mod">
          <ac:chgData name="Xu, Vanessa" userId="a3ebf755-99db-4c08-9497-6074ee87b5e8" providerId="ADAL" clId="{EBB4CE37-905D-4977-AAA1-905FBCCDBB0A}" dt="2021-01-30T03:47:17.103" v="282" actId="20577"/>
          <ac:spMkLst>
            <pc:docMk/>
            <pc:sldMk cId="2413029763" sldId="2719"/>
            <ac:spMk id="4" creationId="{0192618B-9A20-4044-AD0E-C6959A9E86EC}"/>
          </ac:spMkLst>
        </pc:spChg>
      </pc:sldChg>
      <pc:sldChg chg="addSp modSp new mod">
        <pc:chgData name="Xu, Vanessa" userId="a3ebf755-99db-4c08-9497-6074ee87b5e8" providerId="ADAL" clId="{EBB4CE37-905D-4977-AAA1-905FBCCDBB0A}" dt="2021-01-30T03:47:20.769" v="283" actId="20577"/>
        <pc:sldMkLst>
          <pc:docMk/>
          <pc:sldMk cId="3239993787" sldId="2720"/>
        </pc:sldMkLst>
        <pc:spChg chg="mod">
          <ac:chgData name="Xu, Vanessa" userId="a3ebf755-99db-4c08-9497-6074ee87b5e8" providerId="ADAL" clId="{EBB4CE37-905D-4977-AAA1-905FBCCDBB0A}" dt="2021-01-30T03:45:16.900" v="193" actId="20577"/>
          <ac:spMkLst>
            <pc:docMk/>
            <pc:sldMk cId="3239993787" sldId="2720"/>
            <ac:spMk id="3" creationId="{990C532E-6754-42E8-B049-1B4706C6F4EE}"/>
          </ac:spMkLst>
        </pc:spChg>
        <pc:spChg chg="mod">
          <ac:chgData name="Xu, Vanessa" userId="a3ebf755-99db-4c08-9497-6074ee87b5e8" providerId="ADAL" clId="{EBB4CE37-905D-4977-AAA1-905FBCCDBB0A}" dt="2021-01-30T03:47:20.769" v="283" actId="20577"/>
          <ac:spMkLst>
            <pc:docMk/>
            <pc:sldMk cId="3239993787" sldId="2720"/>
            <ac:spMk id="4" creationId="{019AAC03-4A27-4AF9-8651-FF1A20ABC818}"/>
          </ac:spMkLst>
        </pc:spChg>
        <pc:picChg chg="add mod">
          <ac:chgData name="Xu, Vanessa" userId="a3ebf755-99db-4c08-9497-6074ee87b5e8" providerId="ADAL" clId="{EBB4CE37-905D-4977-AAA1-905FBCCDBB0A}" dt="2021-01-30T03:45:02.208" v="177" actId="1076"/>
          <ac:picMkLst>
            <pc:docMk/>
            <pc:sldMk cId="3239993787" sldId="2720"/>
            <ac:picMk id="5" creationId="{4803ADEB-EFAE-4CBF-BA2D-EEB1B2F444CD}"/>
          </ac:picMkLst>
        </pc:picChg>
      </pc:sldChg>
      <pc:sldChg chg="addSp modSp new mod">
        <pc:chgData name="Xu, Vanessa" userId="a3ebf755-99db-4c08-9497-6074ee87b5e8" providerId="ADAL" clId="{EBB4CE37-905D-4977-AAA1-905FBCCDBB0A}" dt="2021-01-30T03:47:13.180" v="281" actId="20577"/>
        <pc:sldMkLst>
          <pc:docMk/>
          <pc:sldMk cId="3605115863" sldId="2721"/>
        </pc:sldMkLst>
        <pc:spChg chg="mod">
          <ac:chgData name="Xu, Vanessa" userId="a3ebf755-99db-4c08-9497-6074ee87b5e8" providerId="ADAL" clId="{EBB4CE37-905D-4977-AAA1-905FBCCDBB0A}" dt="2021-01-30T03:46:18.568" v="216" actId="20577"/>
          <ac:spMkLst>
            <pc:docMk/>
            <pc:sldMk cId="3605115863" sldId="2721"/>
            <ac:spMk id="3" creationId="{84501A7C-2AA2-402D-9843-D480DD43D56E}"/>
          </ac:spMkLst>
        </pc:spChg>
        <pc:spChg chg="mod">
          <ac:chgData name="Xu, Vanessa" userId="a3ebf755-99db-4c08-9497-6074ee87b5e8" providerId="ADAL" clId="{EBB4CE37-905D-4977-AAA1-905FBCCDBB0A}" dt="2021-01-30T03:47:13.180" v="281" actId="20577"/>
          <ac:spMkLst>
            <pc:docMk/>
            <pc:sldMk cId="3605115863" sldId="2721"/>
            <ac:spMk id="4" creationId="{F18E2F24-1779-4C12-BE75-10EFF9592400}"/>
          </ac:spMkLst>
        </pc:spChg>
        <pc:picChg chg="add mod">
          <ac:chgData name="Xu, Vanessa" userId="a3ebf755-99db-4c08-9497-6074ee87b5e8" providerId="ADAL" clId="{EBB4CE37-905D-4977-AAA1-905FBCCDBB0A}" dt="2021-01-30T03:46:26.427" v="217"/>
          <ac:picMkLst>
            <pc:docMk/>
            <pc:sldMk cId="3605115863" sldId="2721"/>
            <ac:picMk id="5" creationId="{FA51E5D9-C7E4-4EBA-AD9B-94CAB57E5B81}"/>
          </ac:picMkLst>
        </pc:picChg>
      </pc:sldChg>
      <pc:sldChg chg="addSp modSp new mod">
        <pc:chgData name="Xu, Vanessa" userId="a3ebf755-99db-4c08-9497-6074ee87b5e8" providerId="ADAL" clId="{EBB4CE37-905D-4977-AAA1-905FBCCDBB0A}" dt="2021-01-30T03:48:11.299" v="302" actId="20577"/>
        <pc:sldMkLst>
          <pc:docMk/>
          <pc:sldMk cId="2922544836" sldId="2722"/>
        </pc:sldMkLst>
        <pc:spChg chg="mod">
          <ac:chgData name="Xu, Vanessa" userId="a3ebf755-99db-4c08-9497-6074ee87b5e8" providerId="ADAL" clId="{EBB4CE37-905D-4977-AAA1-905FBCCDBB0A}" dt="2021-01-30T03:48:11.299" v="302" actId="20577"/>
          <ac:spMkLst>
            <pc:docMk/>
            <pc:sldMk cId="2922544836" sldId="2722"/>
            <ac:spMk id="3" creationId="{865AC504-726C-49A9-8E33-4503ECBEC773}"/>
          </ac:spMkLst>
        </pc:spChg>
        <pc:picChg chg="add mod">
          <ac:chgData name="Xu, Vanessa" userId="a3ebf755-99db-4c08-9497-6074ee87b5e8" providerId="ADAL" clId="{EBB4CE37-905D-4977-AAA1-905FBCCDBB0A}" dt="2021-01-30T03:48:07.376" v="292"/>
          <ac:picMkLst>
            <pc:docMk/>
            <pc:sldMk cId="2922544836" sldId="2722"/>
            <ac:picMk id="5" creationId="{D37EE8BD-E6ED-4AF6-83EF-B03BF176823A}"/>
          </ac:picMkLst>
        </pc:picChg>
      </pc:sldChg>
      <pc:sldChg chg="addSp modSp new mod">
        <pc:chgData name="Xu, Vanessa" userId="a3ebf755-99db-4c08-9497-6074ee87b5e8" providerId="ADAL" clId="{EBB4CE37-905D-4977-AAA1-905FBCCDBB0A}" dt="2021-01-30T03:48:32.890" v="315" actId="1076"/>
        <pc:sldMkLst>
          <pc:docMk/>
          <pc:sldMk cId="808395140" sldId="2723"/>
        </pc:sldMkLst>
        <pc:spChg chg="mod">
          <ac:chgData name="Xu, Vanessa" userId="a3ebf755-99db-4c08-9497-6074ee87b5e8" providerId="ADAL" clId="{EBB4CE37-905D-4977-AAA1-905FBCCDBB0A}" dt="2021-01-30T03:48:22.340" v="313" actId="20577"/>
          <ac:spMkLst>
            <pc:docMk/>
            <pc:sldMk cId="808395140" sldId="2723"/>
            <ac:spMk id="3" creationId="{7C2704DB-AD14-4AF9-91C9-16A7E0224615}"/>
          </ac:spMkLst>
        </pc:spChg>
        <pc:picChg chg="add mod">
          <ac:chgData name="Xu, Vanessa" userId="a3ebf755-99db-4c08-9497-6074ee87b5e8" providerId="ADAL" clId="{EBB4CE37-905D-4977-AAA1-905FBCCDBB0A}" dt="2021-01-30T03:48:32.890" v="315" actId="1076"/>
          <ac:picMkLst>
            <pc:docMk/>
            <pc:sldMk cId="808395140" sldId="2723"/>
            <ac:picMk id="5" creationId="{CDB940DE-5FBE-4F9F-BAFC-F4D319934835}"/>
          </ac:picMkLst>
        </pc:picChg>
      </pc:sldChg>
      <pc:sldChg chg="addSp delSp modSp new mod">
        <pc:chgData name="Xu, Vanessa" userId="a3ebf755-99db-4c08-9497-6074ee87b5e8" providerId="ADAL" clId="{EBB4CE37-905D-4977-AAA1-905FBCCDBB0A}" dt="2021-01-30T04:10:19.979" v="541" actId="20577"/>
        <pc:sldMkLst>
          <pc:docMk/>
          <pc:sldMk cId="3739934213" sldId="2724"/>
        </pc:sldMkLst>
        <pc:spChg chg="mod">
          <ac:chgData name="Xu, Vanessa" userId="a3ebf755-99db-4c08-9497-6074ee87b5e8" providerId="ADAL" clId="{EBB4CE37-905D-4977-AAA1-905FBCCDBB0A}" dt="2021-01-30T04:10:19.979" v="541" actId="20577"/>
          <ac:spMkLst>
            <pc:docMk/>
            <pc:sldMk cId="3739934213" sldId="2724"/>
            <ac:spMk id="3" creationId="{81C0A75F-BF6B-48C2-8690-FC4D47687016}"/>
          </ac:spMkLst>
        </pc:spChg>
        <pc:spChg chg="add del mod">
          <ac:chgData name="Xu, Vanessa" userId="a3ebf755-99db-4c08-9497-6074ee87b5e8" providerId="ADAL" clId="{EBB4CE37-905D-4977-AAA1-905FBCCDBB0A}" dt="2021-01-30T04:00:06.503" v="440"/>
          <ac:spMkLst>
            <pc:docMk/>
            <pc:sldMk cId="3739934213" sldId="2724"/>
            <ac:spMk id="6" creationId="{6EE44AC9-A11D-4485-8BFF-B446D2D015F0}"/>
          </ac:spMkLst>
        </pc:spChg>
        <pc:spChg chg="add mod">
          <ac:chgData name="Xu, Vanessa" userId="a3ebf755-99db-4c08-9497-6074ee87b5e8" providerId="ADAL" clId="{EBB4CE37-905D-4977-AAA1-905FBCCDBB0A}" dt="2021-01-30T04:10:00.548" v="527"/>
          <ac:spMkLst>
            <pc:docMk/>
            <pc:sldMk cId="3739934213" sldId="2724"/>
            <ac:spMk id="7" creationId="{BB0EF5B8-74D6-4C30-82A2-7BB0AB0D70B8}"/>
          </ac:spMkLst>
        </pc:spChg>
        <pc:graphicFrameChg chg="add mod modGraphic">
          <ac:chgData name="Xu, Vanessa" userId="a3ebf755-99db-4c08-9497-6074ee87b5e8" providerId="ADAL" clId="{EBB4CE37-905D-4977-AAA1-905FBCCDBB0A}" dt="2021-01-30T04:05:32.285" v="519" actId="207"/>
          <ac:graphicFrameMkLst>
            <pc:docMk/>
            <pc:sldMk cId="3739934213" sldId="2724"/>
            <ac:graphicFrameMk id="5" creationId="{76AC8148-5BC2-4576-9521-0CBCED67BE98}"/>
          </ac:graphicFrameMkLst>
        </pc:graphicFrameChg>
      </pc:sldChg>
      <pc:sldChg chg="addSp modSp new mod">
        <pc:chgData name="Xu, Vanessa" userId="a3ebf755-99db-4c08-9497-6074ee87b5e8" providerId="ADAL" clId="{EBB4CE37-905D-4977-AAA1-905FBCCDBB0A}" dt="2021-01-30T04:15:27.292" v="555" actId="1076"/>
        <pc:sldMkLst>
          <pc:docMk/>
          <pc:sldMk cId="2056734363" sldId="2725"/>
        </pc:sldMkLst>
        <pc:spChg chg="mod">
          <ac:chgData name="Xu, Vanessa" userId="a3ebf755-99db-4c08-9497-6074ee87b5e8" providerId="ADAL" clId="{EBB4CE37-905D-4977-AAA1-905FBCCDBB0A}" dt="2021-01-30T04:10:28.927" v="551" actId="20577"/>
          <ac:spMkLst>
            <pc:docMk/>
            <pc:sldMk cId="2056734363" sldId="2725"/>
            <ac:spMk id="3" creationId="{06C37265-1341-43C5-B7A4-9577339A1496}"/>
          </ac:spMkLst>
        </pc:spChg>
        <pc:picChg chg="add mod">
          <ac:chgData name="Xu, Vanessa" userId="a3ebf755-99db-4c08-9497-6074ee87b5e8" providerId="ADAL" clId="{EBB4CE37-905D-4977-AAA1-905FBCCDBB0A}" dt="2021-01-30T04:15:27.292" v="555" actId="1076"/>
          <ac:picMkLst>
            <pc:docMk/>
            <pc:sldMk cId="2056734363" sldId="2725"/>
            <ac:picMk id="5" creationId="{A5B3A114-BCAE-4954-BFE0-31176BABA9A2}"/>
          </ac:picMkLst>
        </pc:picChg>
      </pc:sldChg>
      <pc:sldChg chg="addSp delSp modSp new mod">
        <pc:chgData name="Xu, Vanessa" userId="a3ebf755-99db-4c08-9497-6074ee87b5e8" providerId="ADAL" clId="{EBB4CE37-905D-4977-AAA1-905FBCCDBB0A}" dt="2021-01-30T04:48:51.996" v="759" actId="20577"/>
        <pc:sldMkLst>
          <pc:docMk/>
          <pc:sldMk cId="921081028" sldId="2726"/>
        </pc:sldMkLst>
        <pc:spChg chg="mod">
          <ac:chgData name="Xu, Vanessa" userId="a3ebf755-99db-4c08-9497-6074ee87b5e8" providerId="ADAL" clId="{EBB4CE37-905D-4977-AAA1-905FBCCDBB0A}" dt="2021-01-30T04:15:50.689" v="563" actId="20577"/>
          <ac:spMkLst>
            <pc:docMk/>
            <pc:sldMk cId="921081028" sldId="2726"/>
            <ac:spMk id="3" creationId="{E5FC5DF8-14AC-4460-AD7C-4382BC2BC7E0}"/>
          </ac:spMkLst>
        </pc:spChg>
        <pc:spChg chg="add mod">
          <ac:chgData name="Xu, Vanessa" userId="a3ebf755-99db-4c08-9497-6074ee87b5e8" providerId="ADAL" clId="{EBB4CE37-905D-4977-AAA1-905FBCCDBB0A}" dt="2021-01-30T04:48:51.996" v="759" actId="20577"/>
          <ac:spMkLst>
            <pc:docMk/>
            <pc:sldMk cId="921081028" sldId="2726"/>
            <ac:spMk id="5" creationId="{0E599065-007B-4BC2-9D9E-B34D8E88C7FB}"/>
          </ac:spMkLst>
        </pc:spChg>
        <pc:graphicFrameChg chg="add del mod modGraphic">
          <ac:chgData name="Xu, Vanessa" userId="a3ebf755-99db-4c08-9497-6074ee87b5e8" providerId="ADAL" clId="{EBB4CE37-905D-4977-AAA1-905FBCCDBB0A}" dt="2021-01-30T04:21:27.879" v="583"/>
          <ac:graphicFrameMkLst>
            <pc:docMk/>
            <pc:sldMk cId="921081028" sldId="2726"/>
            <ac:graphicFrameMk id="6" creationId="{A65EBE76-F3C7-4687-9071-E59D351E557B}"/>
          </ac:graphicFrameMkLst>
        </pc:graphicFrameChg>
        <pc:graphicFrameChg chg="add del mod">
          <ac:chgData name="Xu, Vanessa" userId="a3ebf755-99db-4c08-9497-6074ee87b5e8" providerId="ADAL" clId="{EBB4CE37-905D-4977-AAA1-905FBCCDBB0A}" dt="2021-01-30T04:21:26.120" v="580"/>
          <ac:graphicFrameMkLst>
            <pc:docMk/>
            <pc:sldMk cId="921081028" sldId="2726"/>
            <ac:graphicFrameMk id="7" creationId="{3E44E3B8-C15C-4E9A-9D92-8BA48557FAE1}"/>
          </ac:graphicFrameMkLst>
        </pc:graphicFrameChg>
        <pc:graphicFrameChg chg="add del mod modGraphic">
          <ac:chgData name="Xu, Vanessa" userId="a3ebf755-99db-4c08-9497-6074ee87b5e8" providerId="ADAL" clId="{EBB4CE37-905D-4977-AAA1-905FBCCDBB0A}" dt="2021-01-30T04:36:01.849" v="663" actId="21"/>
          <ac:graphicFrameMkLst>
            <pc:docMk/>
            <pc:sldMk cId="921081028" sldId="2726"/>
            <ac:graphicFrameMk id="8" creationId="{4619D830-2527-40C1-B6EA-03348CF77F3F}"/>
          </ac:graphicFrameMkLst>
        </pc:graphicFrameChg>
      </pc:sldChg>
      <pc:sldChg chg="addSp delSp modSp new mod">
        <pc:chgData name="Xu, Vanessa" userId="a3ebf755-99db-4c08-9497-6074ee87b5e8" providerId="ADAL" clId="{EBB4CE37-905D-4977-AAA1-905FBCCDBB0A}" dt="2021-01-30T04:30:24.175" v="640" actId="1076"/>
        <pc:sldMkLst>
          <pc:docMk/>
          <pc:sldMk cId="3321162875" sldId="2727"/>
        </pc:sldMkLst>
        <pc:spChg chg="mod">
          <ac:chgData name="Xu, Vanessa" userId="a3ebf755-99db-4c08-9497-6074ee87b5e8" providerId="ADAL" clId="{EBB4CE37-905D-4977-AAA1-905FBCCDBB0A}" dt="2021-01-30T04:29:18.131" v="628"/>
          <ac:spMkLst>
            <pc:docMk/>
            <pc:sldMk cId="3321162875" sldId="2727"/>
            <ac:spMk id="3" creationId="{C25BCCAF-E3DC-468D-A93C-92742FB21CB5}"/>
          </ac:spMkLst>
        </pc:spChg>
        <pc:spChg chg="add del mod">
          <ac:chgData name="Xu, Vanessa" userId="a3ebf755-99db-4c08-9497-6074ee87b5e8" providerId="ADAL" clId="{EBB4CE37-905D-4977-AAA1-905FBCCDBB0A}" dt="2021-01-30T04:30:24.175" v="640" actId="1076"/>
          <ac:spMkLst>
            <pc:docMk/>
            <pc:sldMk cId="3321162875" sldId="2727"/>
            <ac:spMk id="4" creationId="{FE9340DA-4A3B-4A16-819C-90BC751E27AF}"/>
          </ac:spMkLst>
        </pc:spChg>
        <pc:spChg chg="add del mod">
          <ac:chgData name="Xu, Vanessa" userId="a3ebf755-99db-4c08-9497-6074ee87b5e8" providerId="ADAL" clId="{EBB4CE37-905D-4977-AAA1-905FBCCDBB0A}" dt="2021-01-30T04:30:07.728" v="637" actId="478"/>
          <ac:spMkLst>
            <pc:docMk/>
            <pc:sldMk cId="3321162875" sldId="2727"/>
            <ac:spMk id="5" creationId="{EBE72EB8-61D9-4689-AC28-0548FDE0AEDA}"/>
          </ac:spMkLst>
        </pc:spChg>
        <pc:spChg chg="add del mod">
          <ac:chgData name="Xu, Vanessa" userId="a3ebf755-99db-4c08-9497-6074ee87b5e8" providerId="ADAL" clId="{EBB4CE37-905D-4977-AAA1-905FBCCDBB0A}" dt="2021-01-30T04:29:42.613" v="632" actId="478"/>
          <ac:spMkLst>
            <pc:docMk/>
            <pc:sldMk cId="3321162875" sldId="2727"/>
            <ac:spMk id="6" creationId="{A9A4BC7F-CCD1-4D32-AA7E-7577EC4B1B11}"/>
          </ac:spMkLst>
        </pc:spChg>
        <pc:spChg chg="add del mod">
          <ac:chgData name="Xu, Vanessa" userId="a3ebf755-99db-4c08-9497-6074ee87b5e8" providerId="ADAL" clId="{EBB4CE37-905D-4977-AAA1-905FBCCDBB0A}" dt="2021-01-30T04:30:03.682" v="636" actId="478"/>
          <ac:spMkLst>
            <pc:docMk/>
            <pc:sldMk cId="3321162875" sldId="2727"/>
            <ac:spMk id="8" creationId="{F6AC9EFA-C833-453B-9740-7115AA97EDCC}"/>
          </ac:spMkLst>
        </pc:spChg>
        <pc:spChg chg="add mod">
          <ac:chgData name="Xu, Vanessa" userId="a3ebf755-99db-4c08-9497-6074ee87b5e8" providerId="ADAL" clId="{EBB4CE37-905D-4977-AAA1-905FBCCDBB0A}" dt="2021-01-30T04:29:35.790" v="630" actId="1076"/>
          <ac:spMkLst>
            <pc:docMk/>
            <pc:sldMk cId="3321162875" sldId="2727"/>
            <ac:spMk id="9" creationId="{39C7B24D-3938-4931-9BFB-2C530D4045D3}"/>
          </ac:spMkLst>
        </pc:spChg>
        <pc:spChg chg="add mod">
          <ac:chgData name="Xu, Vanessa" userId="a3ebf755-99db-4c08-9497-6074ee87b5e8" providerId="ADAL" clId="{EBB4CE37-905D-4977-AAA1-905FBCCDBB0A}" dt="2021-01-30T04:29:51.573" v="633" actId="1076"/>
          <ac:spMkLst>
            <pc:docMk/>
            <pc:sldMk cId="3321162875" sldId="2727"/>
            <ac:spMk id="33" creationId="{C13171F4-ECC5-44C4-A106-693290F3EBA5}"/>
          </ac:spMkLst>
        </pc:spChg>
        <pc:spChg chg="add mod">
          <ac:chgData name="Xu, Vanessa" userId="a3ebf755-99db-4c08-9497-6074ee87b5e8" providerId="ADAL" clId="{EBB4CE37-905D-4977-AAA1-905FBCCDBB0A}" dt="2021-01-30T04:29:51.573" v="633" actId="1076"/>
          <ac:spMkLst>
            <pc:docMk/>
            <pc:sldMk cId="3321162875" sldId="2727"/>
            <ac:spMk id="34" creationId="{9BEE02C9-5705-4433-826C-8247C406624B}"/>
          </ac:spMkLst>
        </pc:spChg>
        <pc:spChg chg="add mod">
          <ac:chgData name="Xu, Vanessa" userId="a3ebf755-99db-4c08-9497-6074ee87b5e8" providerId="ADAL" clId="{EBB4CE37-905D-4977-AAA1-905FBCCDBB0A}" dt="2021-01-30T04:29:51.573" v="633" actId="1076"/>
          <ac:spMkLst>
            <pc:docMk/>
            <pc:sldMk cId="3321162875" sldId="2727"/>
            <ac:spMk id="35" creationId="{136463C7-E476-4E84-B60C-5E64DF1C34F9}"/>
          </ac:spMkLst>
        </pc:spChg>
        <pc:spChg chg="add mod">
          <ac:chgData name="Xu, Vanessa" userId="a3ebf755-99db-4c08-9497-6074ee87b5e8" providerId="ADAL" clId="{EBB4CE37-905D-4977-AAA1-905FBCCDBB0A}" dt="2021-01-30T04:29:51.573" v="633" actId="1076"/>
          <ac:spMkLst>
            <pc:docMk/>
            <pc:sldMk cId="3321162875" sldId="2727"/>
            <ac:spMk id="38" creationId="{B257FB74-246C-4AC3-8A1F-E013D0BBF511}"/>
          </ac:spMkLst>
        </pc:spChg>
        <pc:spChg chg="add mod">
          <ac:chgData name="Xu, Vanessa" userId="a3ebf755-99db-4c08-9497-6074ee87b5e8" providerId="ADAL" clId="{EBB4CE37-905D-4977-AAA1-905FBCCDBB0A}" dt="2021-01-30T04:29:51.573" v="633" actId="1076"/>
          <ac:spMkLst>
            <pc:docMk/>
            <pc:sldMk cId="3321162875" sldId="2727"/>
            <ac:spMk id="39" creationId="{3A7CAB7B-265A-420D-85DB-A5BE27435297}"/>
          </ac:spMkLst>
        </pc:spChg>
        <pc:spChg chg="add mod">
          <ac:chgData name="Xu, Vanessa" userId="a3ebf755-99db-4c08-9497-6074ee87b5e8" providerId="ADAL" clId="{EBB4CE37-905D-4977-AAA1-905FBCCDBB0A}" dt="2021-01-30T04:29:51.573" v="633" actId="1076"/>
          <ac:spMkLst>
            <pc:docMk/>
            <pc:sldMk cId="3321162875" sldId="2727"/>
            <ac:spMk id="40" creationId="{82853CA1-33FB-430E-A19C-BF05AFA78911}"/>
          </ac:spMkLst>
        </pc:spChg>
        <pc:spChg chg="add mod">
          <ac:chgData name="Xu, Vanessa" userId="a3ebf755-99db-4c08-9497-6074ee87b5e8" providerId="ADAL" clId="{EBB4CE37-905D-4977-AAA1-905FBCCDBB0A}" dt="2021-01-30T04:29:51.573" v="633" actId="1076"/>
          <ac:spMkLst>
            <pc:docMk/>
            <pc:sldMk cId="3321162875" sldId="2727"/>
            <ac:spMk id="41" creationId="{58CCC724-640D-409E-B48F-66A230DDDC39}"/>
          </ac:spMkLst>
        </pc:spChg>
        <pc:spChg chg="add mod">
          <ac:chgData name="Xu, Vanessa" userId="a3ebf755-99db-4c08-9497-6074ee87b5e8" providerId="ADAL" clId="{EBB4CE37-905D-4977-AAA1-905FBCCDBB0A}" dt="2021-01-30T04:29:51.573" v="633" actId="1076"/>
          <ac:spMkLst>
            <pc:docMk/>
            <pc:sldMk cId="3321162875" sldId="2727"/>
            <ac:spMk id="42" creationId="{2ECCAA38-D677-4520-B313-6B9E26445EF1}"/>
          </ac:spMkLst>
        </pc:spChg>
        <pc:spChg chg="add mod">
          <ac:chgData name="Xu, Vanessa" userId="a3ebf755-99db-4c08-9497-6074ee87b5e8" providerId="ADAL" clId="{EBB4CE37-905D-4977-AAA1-905FBCCDBB0A}" dt="2021-01-30T04:29:51.573" v="633" actId="1076"/>
          <ac:spMkLst>
            <pc:docMk/>
            <pc:sldMk cId="3321162875" sldId="2727"/>
            <ac:spMk id="43" creationId="{D68741D6-95A5-4850-90BE-FEB0986752AF}"/>
          </ac:spMkLst>
        </pc:spChg>
        <pc:spChg chg="add del mod">
          <ac:chgData name="Xu, Vanessa" userId="a3ebf755-99db-4c08-9497-6074ee87b5e8" providerId="ADAL" clId="{EBB4CE37-905D-4977-AAA1-905FBCCDBB0A}" dt="2021-01-30T04:29:08.623" v="626" actId="478"/>
          <ac:spMkLst>
            <pc:docMk/>
            <pc:sldMk cId="3321162875" sldId="2727"/>
            <ac:spMk id="44" creationId="{D9B734D2-8E97-4644-81A6-6FB574F4D489}"/>
          </ac:spMkLst>
        </pc:spChg>
        <pc:spChg chg="add del mod">
          <ac:chgData name="Xu, Vanessa" userId="a3ebf755-99db-4c08-9497-6074ee87b5e8" providerId="ADAL" clId="{EBB4CE37-905D-4977-AAA1-905FBCCDBB0A}" dt="2021-01-30T04:30:09.621" v="638" actId="478"/>
          <ac:spMkLst>
            <pc:docMk/>
            <pc:sldMk cId="3321162875" sldId="2727"/>
            <ac:spMk id="45" creationId="{3E316714-1833-49D7-BDF8-CED81CF603AC}"/>
          </ac:spMkLst>
        </pc:spChg>
        <pc:spChg chg="add mod">
          <ac:chgData name="Xu, Vanessa" userId="a3ebf755-99db-4c08-9497-6074ee87b5e8" providerId="ADAL" clId="{EBB4CE37-905D-4977-AAA1-905FBCCDBB0A}" dt="2021-01-30T04:29:58.820" v="634" actId="1076"/>
          <ac:spMkLst>
            <pc:docMk/>
            <pc:sldMk cId="3321162875" sldId="2727"/>
            <ac:spMk id="46" creationId="{F3F5D583-43BB-43B6-BB13-CD348193BE71}"/>
          </ac:spMkLst>
        </pc:spChg>
        <pc:picChg chg="add mod">
          <ac:chgData name="Xu, Vanessa" userId="a3ebf755-99db-4c08-9497-6074ee87b5e8" providerId="ADAL" clId="{EBB4CE37-905D-4977-AAA1-905FBCCDBB0A}" dt="2021-01-30T04:29:51.573" v="633" actId="1076"/>
          <ac:picMkLst>
            <pc:docMk/>
            <pc:sldMk cId="3321162875" sldId="2727"/>
            <ac:picMk id="10" creationId="{E8AB76E7-BA3A-43EF-8DF1-ECCC68D84129}"/>
          </ac:picMkLst>
        </pc:picChg>
        <pc:cxnChg chg="add mod">
          <ac:chgData name="Xu, Vanessa" userId="a3ebf755-99db-4c08-9497-6074ee87b5e8" providerId="ADAL" clId="{EBB4CE37-905D-4977-AAA1-905FBCCDBB0A}" dt="2021-01-30T04:28:48.280" v="623"/>
          <ac:cxnSpMkLst>
            <pc:docMk/>
            <pc:sldMk cId="3321162875" sldId="2727"/>
            <ac:cxnSpMk id="7" creationId="{73927255-A2FE-43E5-B263-28E939A82A1F}"/>
          </ac:cxnSpMkLst>
        </pc:cxnChg>
        <pc:cxnChg chg="add mod">
          <ac:chgData name="Xu, Vanessa" userId="a3ebf755-99db-4c08-9497-6074ee87b5e8" providerId="ADAL" clId="{EBB4CE37-905D-4977-AAA1-905FBCCDBB0A}" dt="2021-01-30T04:29:51.573" v="633" actId="1076"/>
          <ac:cxnSpMkLst>
            <pc:docMk/>
            <pc:sldMk cId="3321162875" sldId="2727"/>
            <ac:cxnSpMk id="11" creationId="{D261E261-11E6-4527-AA52-DABC04054B75}"/>
          </ac:cxnSpMkLst>
        </pc:cxnChg>
        <pc:cxnChg chg="add mod">
          <ac:chgData name="Xu, Vanessa" userId="a3ebf755-99db-4c08-9497-6074ee87b5e8" providerId="ADAL" clId="{EBB4CE37-905D-4977-AAA1-905FBCCDBB0A}" dt="2021-01-30T04:29:51.573" v="633" actId="1076"/>
          <ac:cxnSpMkLst>
            <pc:docMk/>
            <pc:sldMk cId="3321162875" sldId="2727"/>
            <ac:cxnSpMk id="12" creationId="{D2E375C3-1F39-4704-B8CE-174DD38038C4}"/>
          </ac:cxnSpMkLst>
        </pc:cxnChg>
        <pc:cxnChg chg="add mod">
          <ac:chgData name="Xu, Vanessa" userId="a3ebf755-99db-4c08-9497-6074ee87b5e8" providerId="ADAL" clId="{EBB4CE37-905D-4977-AAA1-905FBCCDBB0A}" dt="2021-01-30T04:29:51.573" v="633" actId="1076"/>
          <ac:cxnSpMkLst>
            <pc:docMk/>
            <pc:sldMk cId="3321162875" sldId="2727"/>
            <ac:cxnSpMk id="13" creationId="{43964477-37B0-4774-9338-C126681C5B3A}"/>
          </ac:cxnSpMkLst>
        </pc:cxnChg>
        <pc:cxnChg chg="add mod">
          <ac:chgData name="Xu, Vanessa" userId="a3ebf755-99db-4c08-9497-6074ee87b5e8" providerId="ADAL" clId="{EBB4CE37-905D-4977-AAA1-905FBCCDBB0A}" dt="2021-01-30T04:29:51.573" v="633" actId="1076"/>
          <ac:cxnSpMkLst>
            <pc:docMk/>
            <pc:sldMk cId="3321162875" sldId="2727"/>
            <ac:cxnSpMk id="14" creationId="{9CBEF7D7-0D8A-40D4-A358-EE8CD9567775}"/>
          </ac:cxnSpMkLst>
        </pc:cxnChg>
        <pc:cxnChg chg="add mod">
          <ac:chgData name="Xu, Vanessa" userId="a3ebf755-99db-4c08-9497-6074ee87b5e8" providerId="ADAL" clId="{EBB4CE37-905D-4977-AAA1-905FBCCDBB0A}" dt="2021-01-30T04:29:51.573" v="633" actId="1076"/>
          <ac:cxnSpMkLst>
            <pc:docMk/>
            <pc:sldMk cId="3321162875" sldId="2727"/>
            <ac:cxnSpMk id="15" creationId="{98077F5E-FD0F-4E15-B3B9-447DB5DBBCDF}"/>
          </ac:cxnSpMkLst>
        </pc:cxnChg>
        <pc:cxnChg chg="add mod">
          <ac:chgData name="Xu, Vanessa" userId="a3ebf755-99db-4c08-9497-6074ee87b5e8" providerId="ADAL" clId="{EBB4CE37-905D-4977-AAA1-905FBCCDBB0A}" dt="2021-01-30T04:29:51.573" v="633" actId="1076"/>
          <ac:cxnSpMkLst>
            <pc:docMk/>
            <pc:sldMk cId="3321162875" sldId="2727"/>
            <ac:cxnSpMk id="16" creationId="{C4B86248-1FD1-4777-AB9D-CF2CFB74A939}"/>
          </ac:cxnSpMkLst>
        </pc:cxnChg>
        <pc:cxnChg chg="add mod">
          <ac:chgData name="Xu, Vanessa" userId="a3ebf755-99db-4c08-9497-6074ee87b5e8" providerId="ADAL" clId="{EBB4CE37-905D-4977-AAA1-905FBCCDBB0A}" dt="2021-01-30T04:29:51.573" v="633" actId="1076"/>
          <ac:cxnSpMkLst>
            <pc:docMk/>
            <pc:sldMk cId="3321162875" sldId="2727"/>
            <ac:cxnSpMk id="17" creationId="{7EBE09E1-999C-4227-8AC3-6F195D311C3F}"/>
          </ac:cxnSpMkLst>
        </pc:cxnChg>
        <pc:cxnChg chg="add mod">
          <ac:chgData name="Xu, Vanessa" userId="a3ebf755-99db-4c08-9497-6074ee87b5e8" providerId="ADAL" clId="{EBB4CE37-905D-4977-AAA1-905FBCCDBB0A}" dt="2021-01-30T04:29:51.573" v="633" actId="1076"/>
          <ac:cxnSpMkLst>
            <pc:docMk/>
            <pc:sldMk cId="3321162875" sldId="2727"/>
            <ac:cxnSpMk id="18" creationId="{7C887E3D-63EA-42AB-B7CA-10E361150EB2}"/>
          </ac:cxnSpMkLst>
        </pc:cxnChg>
        <pc:cxnChg chg="add mod">
          <ac:chgData name="Xu, Vanessa" userId="a3ebf755-99db-4c08-9497-6074ee87b5e8" providerId="ADAL" clId="{EBB4CE37-905D-4977-AAA1-905FBCCDBB0A}" dt="2021-01-30T04:29:51.573" v="633" actId="1076"/>
          <ac:cxnSpMkLst>
            <pc:docMk/>
            <pc:sldMk cId="3321162875" sldId="2727"/>
            <ac:cxnSpMk id="19" creationId="{05999645-9899-471B-9533-61F6F4EFFD64}"/>
          </ac:cxnSpMkLst>
        </pc:cxnChg>
        <pc:cxnChg chg="add mod">
          <ac:chgData name="Xu, Vanessa" userId="a3ebf755-99db-4c08-9497-6074ee87b5e8" providerId="ADAL" clId="{EBB4CE37-905D-4977-AAA1-905FBCCDBB0A}" dt="2021-01-30T04:29:51.573" v="633" actId="1076"/>
          <ac:cxnSpMkLst>
            <pc:docMk/>
            <pc:sldMk cId="3321162875" sldId="2727"/>
            <ac:cxnSpMk id="20" creationId="{1022E0B6-6DB7-41FF-A49C-8C71A887931E}"/>
          </ac:cxnSpMkLst>
        </pc:cxnChg>
        <pc:cxnChg chg="add mod">
          <ac:chgData name="Xu, Vanessa" userId="a3ebf755-99db-4c08-9497-6074ee87b5e8" providerId="ADAL" clId="{EBB4CE37-905D-4977-AAA1-905FBCCDBB0A}" dt="2021-01-30T04:29:51.573" v="633" actId="1076"/>
          <ac:cxnSpMkLst>
            <pc:docMk/>
            <pc:sldMk cId="3321162875" sldId="2727"/>
            <ac:cxnSpMk id="21" creationId="{1B5A63CD-A9EE-4A37-AD02-BC356BB882B0}"/>
          </ac:cxnSpMkLst>
        </pc:cxnChg>
        <pc:cxnChg chg="add mod">
          <ac:chgData name="Xu, Vanessa" userId="a3ebf755-99db-4c08-9497-6074ee87b5e8" providerId="ADAL" clId="{EBB4CE37-905D-4977-AAA1-905FBCCDBB0A}" dt="2021-01-30T04:29:51.573" v="633" actId="1076"/>
          <ac:cxnSpMkLst>
            <pc:docMk/>
            <pc:sldMk cId="3321162875" sldId="2727"/>
            <ac:cxnSpMk id="22" creationId="{93A28774-2995-4919-8C12-F234A91059DB}"/>
          </ac:cxnSpMkLst>
        </pc:cxnChg>
        <pc:cxnChg chg="add mod">
          <ac:chgData name="Xu, Vanessa" userId="a3ebf755-99db-4c08-9497-6074ee87b5e8" providerId="ADAL" clId="{EBB4CE37-905D-4977-AAA1-905FBCCDBB0A}" dt="2021-01-30T04:29:51.573" v="633" actId="1076"/>
          <ac:cxnSpMkLst>
            <pc:docMk/>
            <pc:sldMk cId="3321162875" sldId="2727"/>
            <ac:cxnSpMk id="23" creationId="{020F667A-F3DF-4342-8BF4-72BA04963749}"/>
          </ac:cxnSpMkLst>
        </pc:cxnChg>
        <pc:cxnChg chg="add mod">
          <ac:chgData name="Xu, Vanessa" userId="a3ebf755-99db-4c08-9497-6074ee87b5e8" providerId="ADAL" clId="{EBB4CE37-905D-4977-AAA1-905FBCCDBB0A}" dt="2021-01-30T04:29:51.573" v="633" actId="1076"/>
          <ac:cxnSpMkLst>
            <pc:docMk/>
            <pc:sldMk cId="3321162875" sldId="2727"/>
            <ac:cxnSpMk id="24" creationId="{7F6A63A3-4DB9-4356-B31F-5E2D23BFF913}"/>
          </ac:cxnSpMkLst>
        </pc:cxnChg>
        <pc:cxnChg chg="add mod">
          <ac:chgData name="Xu, Vanessa" userId="a3ebf755-99db-4c08-9497-6074ee87b5e8" providerId="ADAL" clId="{EBB4CE37-905D-4977-AAA1-905FBCCDBB0A}" dt="2021-01-30T04:29:51.573" v="633" actId="1076"/>
          <ac:cxnSpMkLst>
            <pc:docMk/>
            <pc:sldMk cId="3321162875" sldId="2727"/>
            <ac:cxnSpMk id="25" creationId="{9B0A8D1B-3572-4B79-8236-D9B8A587D1E7}"/>
          </ac:cxnSpMkLst>
        </pc:cxnChg>
        <pc:cxnChg chg="add mod">
          <ac:chgData name="Xu, Vanessa" userId="a3ebf755-99db-4c08-9497-6074ee87b5e8" providerId="ADAL" clId="{EBB4CE37-905D-4977-AAA1-905FBCCDBB0A}" dt="2021-01-30T04:29:51.573" v="633" actId="1076"/>
          <ac:cxnSpMkLst>
            <pc:docMk/>
            <pc:sldMk cId="3321162875" sldId="2727"/>
            <ac:cxnSpMk id="26" creationId="{2A691D65-4BB2-4D65-9BE6-7E5CEFA0C371}"/>
          </ac:cxnSpMkLst>
        </pc:cxnChg>
        <pc:cxnChg chg="add mod">
          <ac:chgData name="Xu, Vanessa" userId="a3ebf755-99db-4c08-9497-6074ee87b5e8" providerId="ADAL" clId="{EBB4CE37-905D-4977-AAA1-905FBCCDBB0A}" dt="2021-01-30T04:29:51.573" v="633" actId="1076"/>
          <ac:cxnSpMkLst>
            <pc:docMk/>
            <pc:sldMk cId="3321162875" sldId="2727"/>
            <ac:cxnSpMk id="27" creationId="{E2C089DF-BCFC-4E54-92BB-E08049A9180E}"/>
          </ac:cxnSpMkLst>
        </pc:cxnChg>
        <pc:cxnChg chg="add mod">
          <ac:chgData name="Xu, Vanessa" userId="a3ebf755-99db-4c08-9497-6074ee87b5e8" providerId="ADAL" clId="{EBB4CE37-905D-4977-AAA1-905FBCCDBB0A}" dt="2021-01-30T04:29:51.573" v="633" actId="1076"/>
          <ac:cxnSpMkLst>
            <pc:docMk/>
            <pc:sldMk cId="3321162875" sldId="2727"/>
            <ac:cxnSpMk id="28" creationId="{4A043BBD-BB35-4181-A163-3C94413F6290}"/>
          </ac:cxnSpMkLst>
        </pc:cxnChg>
        <pc:cxnChg chg="add mod">
          <ac:chgData name="Xu, Vanessa" userId="a3ebf755-99db-4c08-9497-6074ee87b5e8" providerId="ADAL" clId="{EBB4CE37-905D-4977-AAA1-905FBCCDBB0A}" dt="2021-01-30T04:29:51.573" v="633" actId="1076"/>
          <ac:cxnSpMkLst>
            <pc:docMk/>
            <pc:sldMk cId="3321162875" sldId="2727"/>
            <ac:cxnSpMk id="29" creationId="{3A75C38F-4C43-440B-BA98-AD6F297AA261}"/>
          </ac:cxnSpMkLst>
        </pc:cxnChg>
        <pc:cxnChg chg="add mod">
          <ac:chgData name="Xu, Vanessa" userId="a3ebf755-99db-4c08-9497-6074ee87b5e8" providerId="ADAL" clId="{EBB4CE37-905D-4977-AAA1-905FBCCDBB0A}" dt="2021-01-30T04:29:51.573" v="633" actId="1076"/>
          <ac:cxnSpMkLst>
            <pc:docMk/>
            <pc:sldMk cId="3321162875" sldId="2727"/>
            <ac:cxnSpMk id="30" creationId="{3F17E546-2C0E-4944-B714-0807EBC24ED6}"/>
          </ac:cxnSpMkLst>
        </pc:cxnChg>
        <pc:cxnChg chg="add mod">
          <ac:chgData name="Xu, Vanessa" userId="a3ebf755-99db-4c08-9497-6074ee87b5e8" providerId="ADAL" clId="{EBB4CE37-905D-4977-AAA1-905FBCCDBB0A}" dt="2021-01-30T04:29:51.573" v="633" actId="1076"/>
          <ac:cxnSpMkLst>
            <pc:docMk/>
            <pc:sldMk cId="3321162875" sldId="2727"/>
            <ac:cxnSpMk id="31" creationId="{AE57D685-5878-411F-9537-4D3305C6760C}"/>
          </ac:cxnSpMkLst>
        </pc:cxnChg>
        <pc:cxnChg chg="add mod">
          <ac:chgData name="Xu, Vanessa" userId="a3ebf755-99db-4c08-9497-6074ee87b5e8" providerId="ADAL" clId="{EBB4CE37-905D-4977-AAA1-905FBCCDBB0A}" dt="2021-01-30T04:29:51.573" v="633" actId="1076"/>
          <ac:cxnSpMkLst>
            <pc:docMk/>
            <pc:sldMk cId="3321162875" sldId="2727"/>
            <ac:cxnSpMk id="32" creationId="{6D610D43-11F0-4C06-A39C-BACDB3BEC2D5}"/>
          </ac:cxnSpMkLst>
        </pc:cxnChg>
        <pc:cxnChg chg="add mod">
          <ac:chgData name="Xu, Vanessa" userId="a3ebf755-99db-4c08-9497-6074ee87b5e8" providerId="ADAL" clId="{EBB4CE37-905D-4977-AAA1-905FBCCDBB0A}" dt="2021-01-30T04:29:51.573" v="633" actId="1076"/>
          <ac:cxnSpMkLst>
            <pc:docMk/>
            <pc:sldMk cId="3321162875" sldId="2727"/>
            <ac:cxnSpMk id="36" creationId="{9846DDDC-8509-48A6-B52E-8AE27BB4CF70}"/>
          </ac:cxnSpMkLst>
        </pc:cxnChg>
        <pc:cxnChg chg="add mod">
          <ac:chgData name="Xu, Vanessa" userId="a3ebf755-99db-4c08-9497-6074ee87b5e8" providerId="ADAL" clId="{EBB4CE37-905D-4977-AAA1-905FBCCDBB0A}" dt="2021-01-30T04:29:51.573" v="633" actId="1076"/>
          <ac:cxnSpMkLst>
            <pc:docMk/>
            <pc:sldMk cId="3321162875" sldId="2727"/>
            <ac:cxnSpMk id="37" creationId="{E4A31FF1-E211-4E9F-8173-B8B02117D365}"/>
          </ac:cxnSpMkLst>
        </pc:cxnChg>
      </pc:sldChg>
      <pc:sldChg chg="addSp modSp new">
        <pc:chgData name="Xu, Vanessa" userId="a3ebf755-99db-4c08-9497-6074ee87b5e8" providerId="ADAL" clId="{EBB4CE37-905D-4977-AAA1-905FBCCDBB0A}" dt="2021-01-30T04:31:54.094" v="644" actId="1076"/>
        <pc:sldMkLst>
          <pc:docMk/>
          <pc:sldMk cId="3773577544" sldId="2728"/>
        </pc:sldMkLst>
        <pc:spChg chg="mod">
          <ac:chgData name="Xu, Vanessa" userId="a3ebf755-99db-4c08-9497-6074ee87b5e8" providerId="ADAL" clId="{EBB4CE37-905D-4977-AAA1-905FBCCDBB0A}" dt="2021-01-30T04:31:38.462" v="642"/>
          <ac:spMkLst>
            <pc:docMk/>
            <pc:sldMk cId="3773577544" sldId="2728"/>
            <ac:spMk id="3" creationId="{6E95FF7B-08AF-400B-B438-729E51E866CE}"/>
          </ac:spMkLst>
        </pc:spChg>
        <pc:spChg chg="add mod">
          <ac:chgData name="Xu, Vanessa" userId="a3ebf755-99db-4c08-9497-6074ee87b5e8" providerId="ADAL" clId="{EBB4CE37-905D-4977-AAA1-905FBCCDBB0A}" dt="2021-01-30T04:31:54.094" v="644" actId="1076"/>
          <ac:spMkLst>
            <pc:docMk/>
            <pc:sldMk cId="3773577544" sldId="2728"/>
            <ac:spMk id="6" creationId="{EB570255-51D3-46C9-9B76-E94DB519A2DB}"/>
          </ac:spMkLst>
        </pc:spChg>
        <pc:spChg chg="add mod">
          <ac:chgData name="Xu, Vanessa" userId="a3ebf755-99db-4c08-9497-6074ee87b5e8" providerId="ADAL" clId="{EBB4CE37-905D-4977-AAA1-905FBCCDBB0A}" dt="2021-01-30T04:31:54.094" v="644" actId="1076"/>
          <ac:spMkLst>
            <pc:docMk/>
            <pc:sldMk cId="3773577544" sldId="2728"/>
            <ac:spMk id="7" creationId="{FA19B41D-D2FA-4E48-841A-5369107B3962}"/>
          </ac:spMkLst>
        </pc:spChg>
        <pc:spChg chg="add mod">
          <ac:chgData name="Xu, Vanessa" userId="a3ebf755-99db-4c08-9497-6074ee87b5e8" providerId="ADAL" clId="{EBB4CE37-905D-4977-AAA1-905FBCCDBB0A}" dt="2021-01-30T04:31:54.094" v="644" actId="1076"/>
          <ac:spMkLst>
            <pc:docMk/>
            <pc:sldMk cId="3773577544" sldId="2728"/>
            <ac:spMk id="8" creationId="{68136EFF-5CD3-4000-B6C9-E06BB90CBBD6}"/>
          </ac:spMkLst>
        </pc:spChg>
        <pc:spChg chg="add mod">
          <ac:chgData name="Xu, Vanessa" userId="a3ebf755-99db-4c08-9497-6074ee87b5e8" providerId="ADAL" clId="{EBB4CE37-905D-4977-AAA1-905FBCCDBB0A}" dt="2021-01-30T04:31:54.094" v="644" actId="1076"/>
          <ac:spMkLst>
            <pc:docMk/>
            <pc:sldMk cId="3773577544" sldId="2728"/>
            <ac:spMk id="9" creationId="{205B1959-DD3C-4B6E-A15C-9885B98EF1EE}"/>
          </ac:spMkLst>
        </pc:spChg>
        <pc:picChg chg="add mod">
          <ac:chgData name="Xu, Vanessa" userId="a3ebf755-99db-4c08-9497-6074ee87b5e8" providerId="ADAL" clId="{EBB4CE37-905D-4977-AAA1-905FBCCDBB0A}" dt="2021-01-30T04:31:54.094" v="644" actId="1076"/>
          <ac:picMkLst>
            <pc:docMk/>
            <pc:sldMk cId="3773577544" sldId="2728"/>
            <ac:picMk id="5" creationId="{C594D614-BD4D-43CD-A04A-5EDBEF01ECAF}"/>
          </ac:picMkLst>
        </pc:picChg>
      </pc:sldChg>
      <pc:sldChg chg="addSp modSp new">
        <pc:chgData name="Xu, Vanessa" userId="a3ebf755-99db-4c08-9497-6074ee87b5e8" providerId="ADAL" clId="{EBB4CE37-905D-4977-AAA1-905FBCCDBB0A}" dt="2021-01-30T04:33:33.787" v="653" actId="1076"/>
        <pc:sldMkLst>
          <pc:docMk/>
          <pc:sldMk cId="2256835026" sldId="2729"/>
        </pc:sldMkLst>
        <pc:spChg chg="mod">
          <ac:chgData name="Xu, Vanessa" userId="a3ebf755-99db-4c08-9497-6074ee87b5e8" providerId="ADAL" clId="{EBB4CE37-905D-4977-AAA1-905FBCCDBB0A}" dt="2021-01-30T04:33:08.654" v="649"/>
          <ac:spMkLst>
            <pc:docMk/>
            <pc:sldMk cId="2256835026" sldId="2729"/>
            <ac:spMk id="3" creationId="{EC98F84B-1FDA-4C10-A037-0B89B2697345}"/>
          </ac:spMkLst>
        </pc:spChg>
        <pc:spChg chg="add mod">
          <ac:chgData name="Xu, Vanessa" userId="a3ebf755-99db-4c08-9497-6074ee87b5e8" providerId="ADAL" clId="{EBB4CE37-905D-4977-AAA1-905FBCCDBB0A}" dt="2021-01-30T04:33:22.966" v="651" actId="1076"/>
          <ac:spMkLst>
            <pc:docMk/>
            <pc:sldMk cId="2256835026" sldId="2729"/>
            <ac:spMk id="5" creationId="{2D69A2DF-AF67-4552-AC9B-3DE71361D797}"/>
          </ac:spMkLst>
        </pc:spChg>
        <pc:graphicFrameChg chg="add mod">
          <ac:chgData name="Xu, Vanessa" userId="a3ebf755-99db-4c08-9497-6074ee87b5e8" providerId="ADAL" clId="{EBB4CE37-905D-4977-AAA1-905FBCCDBB0A}" dt="2021-01-30T04:33:33.787" v="653" actId="1076"/>
          <ac:graphicFrameMkLst>
            <pc:docMk/>
            <pc:sldMk cId="2256835026" sldId="2729"/>
            <ac:graphicFrameMk id="6" creationId="{3573EB2A-95AB-4406-A1E5-CFF75658E043}"/>
          </ac:graphicFrameMkLst>
        </pc:graphicFrameChg>
        <pc:picChg chg="add mod">
          <ac:chgData name="Xu, Vanessa" userId="a3ebf755-99db-4c08-9497-6074ee87b5e8" providerId="ADAL" clId="{EBB4CE37-905D-4977-AAA1-905FBCCDBB0A}" dt="2021-01-30T04:33:33.787" v="653" actId="1076"/>
          <ac:picMkLst>
            <pc:docMk/>
            <pc:sldMk cId="2256835026" sldId="2729"/>
            <ac:picMk id="7" creationId="{5471DC95-BE1D-4B3F-AC43-D3D86C9DCF86}"/>
          </ac:picMkLst>
        </pc:picChg>
      </pc:sldChg>
      <pc:sldChg chg="addSp modSp new">
        <pc:chgData name="Xu, Vanessa" userId="a3ebf755-99db-4c08-9497-6074ee87b5e8" providerId="ADAL" clId="{EBB4CE37-905D-4977-AAA1-905FBCCDBB0A}" dt="2021-01-30T04:34:21.154" v="657" actId="1076"/>
        <pc:sldMkLst>
          <pc:docMk/>
          <pc:sldMk cId="1251385470" sldId="2730"/>
        </pc:sldMkLst>
        <pc:spChg chg="mod">
          <ac:chgData name="Xu, Vanessa" userId="a3ebf755-99db-4c08-9497-6074ee87b5e8" providerId="ADAL" clId="{EBB4CE37-905D-4977-AAA1-905FBCCDBB0A}" dt="2021-01-30T04:34:04.370" v="655"/>
          <ac:spMkLst>
            <pc:docMk/>
            <pc:sldMk cId="1251385470" sldId="2730"/>
            <ac:spMk id="3" creationId="{ADBE7086-E03A-4AFE-BD66-C81F45E294F5}"/>
          </ac:spMkLst>
        </pc:spChg>
        <pc:spChg chg="add mod">
          <ac:chgData name="Xu, Vanessa" userId="a3ebf755-99db-4c08-9497-6074ee87b5e8" providerId="ADAL" clId="{EBB4CE37-905D-4977-AAA1-905FBCCDBB0A}" dt="2021-01-30T04:34:21.154" v="657" actId="1076"/>
          <ac:spMkLst>
            <pc:docMk/>
            <pc:sldMk cId="1251385470" sldId="2730"/>
            <ac:spMk id="5" creationId="{B5A14810-D69D-4D21-988D-BDA3B75C514C}"/>
          </ac:spMkLst>
        </pc:spChg>
        <pc:spChg chg="add mod">
          <ac:chgData name="Xu, Vanessa" userId="a3ebf755-99db-4c08-9497-6074ee87b5e8" providerId="ADAL" clId="{EBB4CE37-905D-4977-AAA1-905FBCCDBB0A}" dt="2021-01-30T04:34:21.154" v="657" actId="1076"/>
          <ac:spMkLst>
            <pc:docMk/>
            <pc:sldMk cId="1251385470" sldId="2730"/>
            <ac:spMk id="7" creationId="{4EBA8788-6A88-4FAE-A396-EE9F74F892FB}"/>
          </ac:spMkLst>
        </pc:spChg>
        <pc:graphicFrameChg chg="add mod">
          <ac:chgData name="Xu, Vanessa" userId="a3ebf755-99db-4c08-9497-6074ee87b5e8" providerId="ADAL" clId="{EBB4CE37-905D-4977-AAA1-905FBCCDBB0A}" dt="2021-01-30T04:34:21.154" v="657" actId="1076"/>
          <ac:graphicFrameMkLst>
            <pc:docMk/>
            <pc:sldMk cId="1251385470" sldId="2730"/>
            <ac:graphicFrameMk id="6" creationId="{49DE3F11-842D-4D42-A58D-F4BF72E90520}"/>
          </ac:graphicFrameMkLst>
        </pc:graphicFrameChg>
        <pc:graphicFrameChg chg="add mod">
          <ac:chgData name="Xu, Vanessa" userId="a3ebf755-99db-4c08-9497-6074ee87b5e8" providerId="ADAL" clId="{EBB4CE37-905D-4977-AAA1-905FBCCDBB0A}" dt="2021-01-30T04:34:21.154" v="657" actId="1076"/>
          <ac:graphicFrameMkLst>
            <pc:docMk/>
            <pc:sldMk cId="1251385470" sldId="2730"/>
            <ac:graphicFrameMk id="8" creationId="{77FA7C52-9580-4CAF-884F-425CA45E88B7}"/>
          </ac:graphicFrameMkLst>
        </pc:graphicFrameChg>
        <pc:picChg chg="add mod">
          <ac:chgData name="Xu, Vanessa" userId="a3ebf755-99db-4c08-9497-6074ee87b5e8" providerId="ADAL" clId="{EBB4CE37-905D-4977-AAA1-905FBCCDBB0A}" dt="2021-01-30T04:34:21.154" v="657" actId="1076"/>
          <ac:picMkLst>
            <pc:docMk/>
            <pc:sldMk cId="1251385470" sldId="2730"/>
            <ac:picMk id="9" creationId="{EEA3F32E-2832-495A-BCC1-4055F5DA9947}"/>
          </ac:picMkLst>
        </pc:picChg>
        <pc:picChg chg="add mod">
          <ac:chgData name="Xu, Vanessa" userId="a3ebf755-99db-4c08-9497-6074ee87b5e8" providerId="ADAL" clId="{EBB4CE37-905D-4977-AAA1-905FBCCDBB0A}" dt="2021-01-30T04:34:21.154" v="657" actId="1076"/>
          <ac:picMkLst>
            <pc:docMk/>
            <pc:sldMk cId="1251385470" sldId="2730"/>
            <ac:picMk id="10" creationId="{8068B252-845D-48B2-976D-D5853C8EA962}"/>
          </ac:picMkLst>
        </pc:picChg>
      </pc:sldChg>
      <pc:sldChg chg="addSp modSp new">
        <pc:chgData name="Xu, Vanessa" userId="a3ebf755-99db-4c08-9497-6074ee87b5e8" providerId="ADAL" clId="{EBB4CE37-905D-4977-AAA1-905FBCCDBB0A}" dt="2021-01-30T04:35:02.512" v="661" actId="1076"/>
        <pc:sldMkLst>
          <pc:docMk/>
          <pc:sldMk cId="52308622" sldId="2731"/>
        </pc:sldMkLst>
        <pc:spChg chg="mod">
          <ac:chgData name="Xu, Vanessa" userId="a3ebf755-99db-4c08-9497-6074ee87b5e8" providerId="ADAL" clId="{EBB4CE37-905D-4977-AAA1-905FBCCDBB0A}" dt="2021-01-30T04:34:43.494" v="659"/>
          <ac:spMkLst>
            <pc:docMk/>
            <pc:sldMk cId="52308622" sldId="2731"/>
            <ac:spMk id="3" creationId="{7D9F42C4-AF1B-4F67-9AF7-576EA7F25AE5}"/>
          </ac:spMkLst>
        </pc:spChg>
        <pc:spChg chg="add mod">
          <ac:chgData name="Xu, Vanessa" userId="a3ebf755-99db-4c08-9497-6074ee87b5e8" providerId="ADAL" clId="{EBB4CE37-905D-4977-AAA1-905FBCCDBB0A}" dt="2021-01-30T04:35:02.512" v="661" actId="1076"/>
          <ac:spMkLst>
            <pc:docMk/>
            <pc:sldMk cId="52308622" sldId="2731"/>
            <ac:spMk id="5" creationId="{2C35EC22-5906-4F4D-8721-24EA5084D8EE}"/>
          </ac:spMkLst>
        </pc:spChg>
        <pc:graphicFrameChg chg="add mod">
          <ac:chgData name="Xu, Vanessa" userId="a3ebf755-99db-4c08-9497-6074ee87b5e8" providerId="ADAL" clId="{EBB4CE37-905D-4977-AAA1-905FBCCDBB0A}" dt="2021-01-30T04:35:02.512" v="661" actId="1076"/>
          <ac:graphicFrameMkLst>
            <pc:docMk/>
            <pc:sldMk cId="52308622" sldId="2731"/>
            <ac:graphicFrameMk id="6" creationId="{A0D0B134-FD01-4B5C-B7B1-CC15E3C05D37}"/>
          </ac:graphicFrameMkLst>
        </pc:graphicFrameChg>
        <pc:picChg chg="add mod">
          <ac:chgData name="Xu, Vanessa" userId="a3ebf755-99db-4c08-9497-6074ee87b5e8" providerId="ADAL" clId="{EBB4CE37-905D-4977-AAA1-905FBCCDBB0A}" dt="2021-01-30T04:35:02.512" v="661" actId="1076"/>
          <ac:picMkLst>
            <pc:docMk/>
            <pc:sldMk cId="52308622" sldId="2731"/>
            <ac:picMk id="7" creationId="{63690CBC-CD90-4CB9-8B66-DC7468B7880D}"/>
          </ac:picMkLst>
        </pc:picChg>
        <pc:picChg chg="add mod">
          <ac:chgData name="Xu, Vanessa" userId="a3ebf755-99db-4c08-9497-6074ee87b5e8" providerId="ADAL" clId="{EBB4CE37-905D-4977-AAA1-905FBCCDBB0A}" dt="2021-01-30T04:35:02.512" v="661" actId="1076"/>
          <ac:picMkLst>
            <pc:docMk/>
            <pc:sldMk cId="52308622" sldId="2731"/>
            <ac:picMk id="8" creationId="{C624A24B-C987-4C8D-B3CA-1D868648FDAE}"/>
          </ac:picMkLst>
        </pc:picChg>
      </pc:sldChg>
      <pc:sldChg chg="addSp modSp new mod">
        <pc:chgData name="Xu, Vanessa" userId="a3ebf755-99db-4c08-9497-6074ee87b5e8" providerId="ADAL" clId="{EBB4CE37-905D-4977-AAA1-905FBCCDBB0A}" dt="2021-01-30T05:51:02.416" v="989" actId="20577"/>
        <pc:sldMkLst>
          <pc:docMk/>
          <pc:sldMk cId="2475462332" sldId="2732"/>
        </pc:sldMkLst>
        <pc:spChg chg="mod">
          <ac:chgData name="Xu, Vanessa" userId="a3ebf755-99db-4c08-9497-6074ee87b5e8" providerId="ADAL" clId="{EBB4CE37-905D-4977-AAA1-905FBCCDBB0A}" dt="2021-01-30T04:38:14.262" v="710" actId="20577"/>
          <ac:spMkLst>
            <pc:docMk/>
            <pc:sldMk cId="2475462332" sldId="2732"/>
            <ac:spMk id="3" creationId="{5C6FE899-57A3-47F8-95FE-5DA205135628}"/>
          </ac:spMkLst>
        </pc:spChg>
        <pc:graphicFrameChg chg="add mod modGraphic">
          <ac:chgData name="Xu, Vanessa" userId="a3ebf755-99db-4c08-9497-6074ee87b5e8" providerId="ADAL" clId="{EBB4CE37-905D-4977-AAA1-905FBCCDBB0A}" dt="2021-01-30T05:51:02.416" v="989" actId="20577"/>
          <ac:graphicFrameMkLst>
            <pc:docMk/>
            <pc:sldMk cId="2475462332" sldId="2732"/>
            <ac:graphicFrameMk id="5" creationId="{FA4F25A8-B73A-4475-A46E-60A4AD9E9177}"/>
          </ac:graphicFrameMkLst>
        </pc:graphicFrameChg>
      </pc:sldChg>
      <pc:sldChg chg="addSp modSp new mod">
        <pc:chgData name="Xu, Vanessa" userId="a3ebf755-99db-4c08-9497-6074ee87b5e8" providerId="ADAL" clId="{EBB4CE37-905D-4977-AAA1-905FBCCDBB0A}" dt="2021-01-30T04:52:12.073" v="794" actId="207"/>
        <pc:sldMkLst>
          <pc:docMk/>
          <pc:sldMk cId="3024574803" sldId="2733"/>
        </pc:sldMkLst>
        <pc:spChg chg="mod">
          <ac:chgData name="Xu, Vanessa" userId="a3ebf755-99db-4c08-9497-6074ee87b5e8" providerId="ADAL" clId="{EBB4CE37-905D-4977-AAA1-905FBCCDBB0A}" dt="2021-01-30T04:50:58.449" v="768"/>
          <ac:spMkLst>
            <pc:docMk/>
            <pc:sldMk cId="3024574803" sldId="2733"/>
            <ac:spMk id="3" creationId="{D832F628-719B-405D-A56B-E5ED674C28C3}"/>
          </ac:spMkLst>
        </pc:spChg>
        <pc:spChg chg="add mod">
          <ac:chgData name="Xu, Vanessa" userId="a3ebf755-99db-4c08-9497-6074ee87b5e8" providerId="ADAL" clId="{EBB4CE37-905D-4977-AAA1-905FBCCDBB0A}" dt="2021-01-30T04:52:12.073" v="794" actId="207"/>
          <ac:spMkLst>
            <pc:docMk/>
            <pc:sldMk cId="3024574803" sldId="2733"/>
            <ac:spMk id="5" creationId="{B3686B96-B0AB-4DB3-949B-C4FFD700D783}"/>
          </ac:spMkLst>
        </pc:spChg>
      </pc:sldChg>
      <pc:sldChg chg="addSp modSp new mod">
        <pc:chgData name="Xu, Vanessa" userId="a3ebf755-99db-4c08-9497-6074ee87b5e8" providerId="ADAL" clId="{EBB4CE37-905D-4977-AAA1-905FBCCDBB0A}" dt="2021-01-30T05:59:07.326" v="1075"/>
        <pc:sldMkLst>
          <pc:docMk/>
          <pc:sldMk cId="2527034913" sldId="2734"/>
        </pc:sldMkLst>
        <pc:spChg chg="mod">
          <ac:chgData name="Xu, Vanessa" userId="a3ebf755-99db-4c08-9497-6074ee87b5e8" providerId="ADAL" clId="{EBB4CE37-905D-4977-AAA1-905FBCCDBB0A}" dt="2021-01-30T05:09:02.937" v="805" actId="20577"/>
          <ac:spMkLst>
            <pc:docMk/>
            <pc:sldMk cId="2527034913" sldId="2734"/>
            <ac:spMk id="3" creationId="{E8D095AB-4CFE-45ED-89B3-CDBE441E85AF}"/>
          </ac:spMkLst>
        </pc:spChg>
        <pc:spChg chg="add mod">
          <ac:chgData name="Xu, Vanessa" userId="a3ebf755-99db-4c08-9497-6074ee87b5e8" providerId="ADAL" clId="{EBB4CE37-905D-4977-AAA1-905FBCCDBB0A}" dt="2021-01-30T05:59:07.326" v="1075"/>
          <ac:spMkLst>
            <pc:docMk/>
            <pc:sldMk cId="2527034913" sldId="2734"/>
            <ac:spMk id="5" creationId="{2F2BD185-D379-4666-AFF9-7EA33624B612}"/>
          </ac:spMkLst>
        </pc:spChg>
      </pc:sldChg>
      <pc:sldChg chg="addSp modSp new mod">
        <pc:chgData name="Xu, Vanessa" userId="a3ebf755-99db-4c08-9497-6074ee87b5e8" providerId="ADAL" clId="{EBB4CE37-905D-4977-AAA1-905FBCCDBB0A}" dt="2021-01-30T05:15:20.038" v="850" actId="1076"/>
        <pc:sldMkLst>
          <pc:docMk/>
          <pc:sldMk cId="1817507138" sldId="2735"/>
        </pc:sldMkLst>
        <pc:spChg chg="mod">
          <ac:chgData name="Xu, Vanessa" userId="a3ebf755-99db-4c08-9497-6074ee87b5e8" providerId="ADAL" clId="{EBB4CE37-905D-4977-AAA1-905FBCCDBB0A}" dt="2021-01-30T05:15:05.205" v="847"/>
          <ac:spMkLst>
            <pc:docMk/>
            <pc:sldMk cId="1817507138" sldId="2735"/>
            <ac:spMk id="3" creationId="{D1B39491-DAA7-46F9-9808-E96FC9CA87CB}"/>
          </ac:spMkLst>
        </pc:spChg>
        <pc:spChg chg="mod">
          <ac:chgData name="Xu, Vanessa" userId="a3ebf755-99db-4c08-9497-6074ee87b5e8" providerId="ADAL" clId="{EBB4CE37-905D-4977-AAA1-905FBCCDBB0A}" dt="2021-01-30T05:15:20.038" v="850" actId="1076"/>
          <ac:spMkLst>
            <pc:docMk/>
            <pc:sldMk cId="1817507138" sldId="2735"/>
            <ac:spMk id="4" creationId="{75E9E777-06BB-4E0A-BA51-81B4301E89FA}"/>
          </ac:spMkLst>
        </pc:spChg>
        <pc:spChg chg="add mod">
          <ac:chgData name="Xu, Vanessa" userId="a3ebf755-99db-4c08-9497-6074ee87b5e8" providerId="ADAL" clId="{EBB4CE37-905D-4977-AAA1-905FBCCDBB0A}" dt="2021-01-30T05:15:04.137" v="846" actId="21"/>
          <ac:spMkLst>
            <pc:docMk/>
            <pc:sldMk cId="1817507138" sldId="2735"/>
            <ac:spMk id="14" creationId="{44F80846-CC5D-4056-A72B-4C5F2D2E37BF}"/>
          </ac:spMkLst>
        </pc:spChg>
        <pc:spChg chg="add mod">
          <ac:chgData name="Xu, Vanessa" userId="a3ebf755-99db-4c08-9497-6074ee87b5e8" providerId="ADAL" clId="{EBB4CE37-905D-4977-AAA1-905FBCCDBB0A}" dt="2021-01-30T05:14:57.368" v="845"/>
          <ac:spMkLst>
            <pc:docMk/>
            <pc:sldMk cId="1817507138" sldId="2735"/>
            <ac:spMk id="15" creationId="{1EDFF896-9D2F-49B0-9D4C-109912B1D70F}"/>
          </ac:spMkLst>
        </pc:spChg>
        <pc:spChg chg="add mod">
          <ac:chgData name="Xu, Vanessa" userId="a3ebf755-99db-4c08-9497-6074ee87b5e8" providerId="ADAL" clId="{EBB4CE37-905D-4977-AAA1-905FBCCDBB0A}" dt="2021-01-30T05:14:57.368" v="845"/>
          <ac:spMkLst>
            <pc:docMk/>
            <pc:sldMk cId="1817507138" sldId="2735"/>
            <ac:spMk id="16" creationId="{3CA0DE2C-E13A-4109-ADBF-F9CDDCA19E59}"/>
          </ac:spMkLst>
        </pc:spChg>
        <pc:spChg chg="add mod">
          <ac:chgData name="Xu, Vanessa" userId="a3ebf755-99db-4c08-9497-6074ee87b5e8" providerId="ADAL" clId="{EBB4CE37-905D-4977-AAA1-905FBCCDBB0A}" dt="2021-01-30T05:14:57.368" v="845"/>
          <ac:spMkLst>
            <pc:docMk/>
            <pc:sldMk cId="1817507138" sldId="2735"/>
            <ac:spMk id="17" creationId="{73DA190A-CE17-4B31-96C3-C7D6BB3C4C3F}"/>
          </ac:spMkLst>
        </pc:spChg>
        <pc:spChg chg="add mod">
          <ac:chgData name="Xu, Vanessa" userId="a3ebf755-99db-4c08-9497-6074ee87b5e8" providerId="ADAL" clId="{EBB4CE37-905D-4977-AAA1-905FBCCDBB0A}" dt="2021-01-30T05:14:57.368" v="845"/>
          <ac:spMkLst>
            <pc:docMk/>
            <pc:sldMk cId="1817507138" sldId="2735"/>
            <ac:spMk id="18" creationId="{D48A3A32-F666-4A39-8EF0-E791AB64869B}"/>
          </ac:spMkLst>
        </pc:spChg>
        <pc:spChg chg="add mod">
          <ac:chgData name="Xu, Vanessa" userId="a3ebf755-99db-4c08-9497-6074ee87b5e8" providerId="ADAL" clId="{EBB4CE37-905D-4977-AAA1-905FBCCDBB0A}" dt="2021-01-30T05:14:57.368" v="845"/>
          <ac:spMkLst>
            <pc:docMk/>
            <pc:sldMk cId="1817507138" sldId="2735"/>
            <ac:spMk id="19" creationId="{084E83E3-C577-41A4-9A93-2E3BD8A9B802}"/>
          </ac:spMkLst>
        </pc:spChg>
        <pc:spChg chg="add mod">
          <ac:chgData name="Xu, Vanessa" userId="a3ebf755-99db-4c08-9497-6074ee87b5e8" providerId="ADAL" clId="{EBB4CE37-905D-4977-AAA1-905FBCCDBB0A}" dt="2021-01-30T05:14:57.368" v="845"/>
          <ac:spMkLst>
            <pc:docMk/>
            <pc:sldMk cId="1817507138" sldId="2735"/>
            <ac:spMk id="20" creationId="{2825E366-509C-428D-9D13-9A97F7FF7039}"/>
          </ac:spMkLst>
        </pc:spChg>
        <pc:spChg chg="add mod">
          <ac:chgData name="Xu, Vanessa" userId="a3ebf755-99db-4c08-9497-6074ee87b5e8" providerId="ADAL" clId="{EBB4CE37-905D-4977-AAA1-905FBCCDBB0A}" dt="2021-01-30T05:14:57.368" v="845"/>
          <ac:spMkLst>
            <pc:docMk/>
            <pc:sldMk cId="1817507138" sldId="2735"/>
            <ac:spMk id="21" creationId="{B7CB8EAB-2BC3-42AD-8A60-57D335EAF862}"/>
          </ac:spMkLst>
        </pc:spChg>
        <pc:spChg chg="add mod">
          <ac:chgData name="Xu, Vanessa" userId="a3ebf755-99db-4c08-9497-6074ee87b5e8" providerId="ADAL" clId="{EBB4CE37-905D-4977-AAA1-905FBCCDBB0A}" dt="2021-01-30T05:14:57.368" v="845"/>
          <ac:spMkLst>
            <pc:docMk/>
            <pc:sldMk cId="1817507138" sldId="2735"/>
            <ac:spMk id="22" creationId="{E4FF58E4-41F0-47A0-A57C-1715876E5B1B}"/>
          </ac:spMkLst>
        </pc:spChg>
        <pc:spChg chg="add mod">
          <ac:chgData name="Xu, Vanessa" userId="a3ebf755-99db-4c08-9497-6074ee87b5e8" providerId="ADAL" clId="{EBB4CE37-905D-4977-AAA1-905FBCCDBB0A}" dt="2021-01-30T05:15:13.225" v="848" actId="1076"/>
          <ac:spMkLst>
            <pc:docMk/>
            <pc:sldMk cId="1817507138" sldId="2735"/>
            <ac:spMk id="23" creationId="{92433611-5789-49E8-A63B-C7C4F64DBC28}"/>
          </ac:spMkLst>
        </pc:spChg>
        <pc:spChg chg="add mod">
          <ac:chgData name="Xu, Vanessa" userId="a3ebf755-99db-4c08-9497-6074ee87b5e8" providerId="ADAL" clId="{EBB4CE37-905D-4977-AAA1-905FBCCDBB0A}" dt="2021-01-30T05:14:57.368" v="845"/>
          <ac:spMkLst>
            <pc:docMk/>
            <pc:sldMk cId="1817507138" sldId="2735"/>
            <ac:spMk id="24" creationId="{632CCC0F-509B-41C8-81DD-9F0556EBAED5}"/>
          </ac:spMkLst>
        </pc:spChg>
        <pc:spChg chg="add mod">
          <ac:chgData name="Xu, Vanessa" userId="a3ebf755-99db-4c08-9497-6074ee87b5e8" providerId="ADAL" clId="{EBB4CE37-905D-4977-AAA1-905FBCCDBB0A}" dt="2021-01-30T05:14:57.368" v="845"/>
          <ac:spMkLst>
            <pc:docMk/>
            <pc:sldMk cId="1817507138" sldId="2735"/>
            <ac:spMk id="25" creationId="{755D130D-88DC-4E9C-889B-E7D408590B40}"/>
          </ac:spMkLst>
        </pc:spChg>
        <pc:spChg chg="add mod">
          <ac:chgData name="Xu, Vanessa" userId="a3ebf755-99db-4c08-9497-6074ee87b5e8" providerId="ADAL" clId="{EBB4CE37-905D-4977-AAA1-905FBCCDBB0A}" dt="2021-01-30T05:14:57.368" v="845"/>
          <ac:spMkLst>
            <pc:docMk/>
            <pc:sldMk cId="1817507138" sldId="2735"/>
            <ac:spMk id="26" creationId="{90C698F0-4C04-4408-AA2F-136019F94E4C}"/>
          </ac:spMkLst>
        </pc:spChg>
        <pc:spChg chg="add mod">
          <ac:chgData name="Xu, Vanessa" userId="a3ebf755-99db-4c08-9497-6074ee87b5e8" providerId="ADAL" clId="{EBB4CE37-905D-4977-AAA1-905FBCCDBB0A}" dt="2021-01-30T05:14:57.368" v="845"/>
          <ac:spMkLst>
            <pc:docMk/>
            <pc:sldMk cId="1817507138" sldId="2735"/>
            <ac:spMk id="27" creationId="{8EEFCE2C-103F-4702-A09F-798D09689569}"/>
          </ac:spMkLst>
        </pc:spChg>
        <pc:spChg chg="add mod">
          <ac:chgData name="Xu, Vanessa" userId="a3ebf755-99db-4c08-9497-6074ee87b5e8" providerId="ADAL" clId="{EBB4CE37-905D-4977-AAA1-905FBCCDBB0A}" dt="2021-01-30T05:14:57.368" v="845"/>
          <ac:spMkLst>
            <pc:docMk/>
            <pc:sldMk cId="1817507138" sldId="2735"/>
            <ac:spMk id="28" creationId="{A81C574E-607B-484B-8FF7-418B70E6AC45}"/>
          </ac:spMkLst>
        </pc:spChg>
        <pc:spChg chg="add mod">
          <ac:chgData name="Xu, Vanessa" userId="a3ebf755-99db-4c08-9497-6074ee87b5e8" providerId="ADAL" clId="{EBB4CE37-905D-4977-AAA1-905FBCCDBB0A}" dt="2021-01-30T05:14:57.368" v="845"/>
          <ac:spMkLst>
            <pc:docMk/>
            <pc:sldMk cId="1817507138" sldId="2735"/>
            <ac:spMk id="40" creationId="{40A6840E-C723-44E5-9009-C3FCB8D51A2F}"/>
          </ac:spMkLst>
        </pc:spChg>
        <pc:spChg chg="add mod">
          <ac:chgData name="Xu, Vanessa" userId="a3ebf755-99db-4c08-9497-6074ee87b5e8" providerId="ADAL" clId="{EBB4CE37-905D-4977-AAA1-905FBCCDBB0A}" dt="2021-01-30T05:14:57.368" v="845"/>
          <ac:spMkLst>
            <pc:docMk/>
            <pc:sldMk cId="1817507138" sldId="2735"/>
            <ac:spMk id="41" creationId="{FB249890-8011-403A-B2F3-F296BA0F7942}"/>
          </ac:spMkLst>
        </pc:spChg>
        <pc:spChg chg="add mod">
          <ac:chgData name="Xu, Vanessa" userId="a3ebf755-99db-4c08-9497-6074ee87b5e8" providerId="ADAL" clId="{EBB4CE37-905D-4977-AAA1-905FBCCDBB0A}" dt="2021-01-30T05:14:57.368" v="845"/>
          <ac:spMkLst>
            <pc:docMk/>
            <pc:sldMk cId="1817507138" sldId="2735"/>
            <ac:spMk id="42" creationId="{A1719332-054F-473C-B27F-0073BCADB5AA}"/>
          </ac:spMkLst>
        </pc:spChg>
        <pc:spChg chg="add mod">
          <ac:chgData name="Xu, Vanessa" userId="a3ebf755-99db-4c08-9497-6074ee87b5e8" providerId="ADAL" clId="{EBB4CE37-905D-4977-AAA1-905FBCCDBB0A}" dt="2021-01-30T05:14:57.368" v="845"/>
          <ac:spMkLst>
            <pc:docMk/>
            <pc:sldMk cId="1817507138" sldId="2735"/>
            <ac:spMk id="43" creationId="{F6D1B9DE-726D-45B9-9089-B79A5AD6D62A}"/>
          </ac:spMkLst>
        </pc:spChg>
        <pc:spChg chg="add mod">
          <ac:chgData name="Xu, Vanessa" userId="a3ebf755-99db-4c08-9497-6074ee87b5e8" providerId="ADAL" clId="{EBB4CE37-905D-4977-AAA1-905FBCCDBB0A}" dt="2021-01-30T05:14:57.368" v="845"/>
          <ac:spMkLst>
            <pc:docMk/>
            <pc:sldMk cId="1817507138" sldId="2735"/>
            <ac:spMk id="44" creationId="{D832BEB7-A721-4A1F-9DC4-20BD23A58700}"/>
          </ac:spMkLst>
        </pc:spChg>
        <pc:picChg chg="add mod">
          <ac:chgData name="Xu, Vanessa" userId="a3ebf755-99db-4c08-9497-6074ee87b5e8" providerId="ADAL" clId="{EBB4CE37-905D-4977-AAA1-905FBCCDBB0A}" dt="2021-01-30T05:14:57.368" v="845"/>
          <ac:picMkLst>
            <pc:docMk/>
            <pc:sldMk cId="1817507138" sldId="2735"/>
            <ac:picMk id="13" creationId="{9DB13772-075B-4297-BD9C-F7AFA8B47954}"/>
          </ac:picMkLst>
        </pc:picChg>
        <pc:picChg chg="add mod">
          <ac:chgData name="Xu, Vanessa" userId="a3ebf755-99db-4c08-9497-6074ee87b5e8" providerId="ADAL" clId="{EBB4CE37-905D-4977-AAA1-905FBCCDBB0A}" dt="2021-01-30T05:14:57.368" v="845"/>
          <ac:picMkLst>
            <pc:docMk/>
            <pc:sldMk cId="1817507138" sldId="2735"/>
            <ac:picMk id="29" creationId="{98532005-DB5A-45C5-833F-9D958B2C2C93}"/>
          </ac:picMkLst>
        </pc:picChg>
        <pc:picChg chg="add mod">
          <ac:chgData name="Xu, Vanessa" userId="a3ebf755-99db-4c08-9497-6074ee87b5e8" providerId="ADAL" clId="{EBB4CE37-905D-4977-AAA1-905FBCCDBB0A}" dt="2021-01-30T05:14:57.368" v="845"/>
          <ac:picMkLst>
            <pc:docMk/>
            <pc:sldMk cId="1817507138" sldId="2735"/>
            <ac:picMk id="31" creationId="{CFFCB9AC-8166-4CC3-9BC6-140D788805C3}"/>
          </ac:picMkLst>
        </pc:picChg>
        <pc:picChg chg="add mod">
          <ac:chgData name="Xu, Vanessa" userId="a3ebf755-99db-4c08-9497-6074ee87b5e8" providerId="ADAL" clId="{EBB4CE37-905D-4977-AAA1-905FBCCDBB0A}" dt="2021-01-30T05:14:57.368" v="845"/>
          <ac:picMkLst>
            <pc:docMk/>
            <pc:sldMk cId="1817507138" sldId="2735"/>
            <ac:picMk id="32" creationId="{0282ECE0-9022-4819-9E80-F4498039CA4C}"/>
          </ac:picMkLst>
        </pc:picChg>
        <pc:picChg chg="add mod">
          <ac:chgData name="Xu, Vanessa" userId="a3ebf755-99db-4c08-9497-6074ee87b5e8" providerId="ADAL" clId="{EBB4CE37-905D-4977-AAA1-905FBCCDBB0A}" dt="2021-01-30T05:14:57.368" v="845"/>
          <ac:picMkLst>
            <pc:docMk/>
            <pc:sldMk cId="1817507138" sldId="2735"/>
            <ac:picMk id="34" creationId="{AD598D66-8FE6-4151-A0C1-8D471B0C0EF5}"/>
          </ac:picMkLst>
        </pc:picChg>
        <pc:picChg chg="add mod">
          <ac:chgData name="Xu, Vanessa" userId="a3ebf755-99db-4c08-9497-6074ee87b5e8" providerId="ADAL" clId="{EBB4CE37-905D-4977-AAA1-905FBCCDBB0A}" dt="2021-01-30T05:14:57.368" v="845"/>
          <ac:picMkLst>
            <pc:docMk/>
            <pc:sldMk cId="1817507138" sldId="2735"/>
            <ac:picMk id="35" creationId="{ED94AE2E-2260-4E8B-9E09-13765F1AD148}"/>
          </ac:picMkLst>
        </pc:picChg>
        <pc:picChg chg="add mod">
          <ac:chgData name="Xu, Vanessa" userId="a3ebf755-99db-4c08-9497-6074ee87b5e8" providerId="ADAL" clId="{EBB4CE37-905D-4977-AAA1-905FBCCDBB0A}" dt="2021-01-30T05:14:57.368" v="845"/>
          <ac:picMkLst>
            <pc:docMk/>
            <pc:sldMk cId="1817507138" sldId="2735"/>
            <ac:picMk id="36" creationId="{E5D34F69-C064-4AB9-982F-4AFB29A948FB}"/>
          </ac:picMkLst>
        </pc:picChg>
        <pc:picChg chg="add mod">
          <ac:chgData name="Xu, Vanessa" userId="a3ebf755-99db-4c08-9497-6074ee87b5e8" providerId="ADAL" clId="{EBB4CE37-905D-4977-AAA1-905FBCCDBB0A}" dt="2021-01-30T05:14:57.368" v="845"/>
          <ac:picMkLst>
            <pc:docMk/>
            <pc:sldMk cId="1817507138" sldId="2735"/>
            <ac:picMk id="37" creationId="{C9AF2475-CD13-4345-B7EF-EFB0790BACA5}"/>
          </ac:picMkLst>
        </pc:picChg>
        <pc:picChg chg="add mod">
          <ac:chgData name="Xu, Vanessa" userId="a3ebf755-99db-4c08-9497-6074ee87b5e8" providerId="ADAL" clId="{EBB4CE37-905D-4977-AAA1-905FBCCDBB0A}" dt="2021-01-30T05:14:57.368" v="845"/>
          <ac:picMkLst>
            <pc:docMk/>
            <pc:sldMk cId="1817507138" sldId="2735"/>
            <ac:picMk id="38" creationId="{14FBBB4A-47FE-4BEE-9C0E-56C8AFC1A607}"/>
          </ac:picMkLst>
        </pc:picChg>
        <pc:cxnChg chg="add mod">
          <ac:chgData name="Xu, Vanessa" userId="a3ebf755-99db-4c08-9497-6074ee87b5e8" providerId="ADAL" clId="{EBB4CE37-905D-4977-AAA1-905FBCCDBB0A}" dt="2021-01-30T05:14:57.368" v="845"/>
          <ac:cxnSpMkLst>
            <pc:docMk/>
            <pc:sldMk cId="1817507138" sldId="2735"/>
            <ac:cxnSpMk id="5" creationId="{AE0FFA66-66C6-4E28-9F5D-8F4C8BD0AAA1}"/>
          </ac:cxnSpMkLst>
        </pc:cxnChg>
        <pc:cxnChg chg="add mod">
          <ac:chgData name="Xu, Vanessa" userId="a3ebf755-99db-4c08-9497-6074ee87b5e8" providerId="ADAL" clId="{EBB4CE37-905D-4977-AAA1-905FBCCDBB0A}" dt="2021-01-30T05:14:57.368" v="845"/>
          <ac:cxnSpMkLst>
            <pc:docMk/>
            <pc:sldMk cId="1817507138" sldId="2735"/>
            <ac:cxnSpMk id="6" creationId="{44A7CE55-7570-493E-8F30-254EB106DB48}"/>
          </ac:cxnSpMkLst>
        </pc:cxnChg>
        <pc:cxnChg chg="add mod">
          <ac:chgData name="Xu, Vanessa" userId="a3ebf755-99db-4c08-9497-6074ee87b5e8" providerId="ADAL" clId="{EBB4CE37-905D-4977-AAA1-905FBCCDBB0A}" dt="2021-01-30T05:14:57.368" v="845"/>
          <ac:cxnSpMkLst>
            <pc:docMk/>
            <pc:sldMk cId="1817507138" sldId="2735"/>
            <ac:cxnSpMk id="7" creationId="{71F062DB-FAC8-406A-A8D0-768D462B51A4}"/>
          </ac:cxnSpMkLst>
        </pc:cxnChg>
        <pc:cxnChg chg="add mod">
          <ac:chgData name="Xu, Vanessa" userId="a3ebf755-99db-4c08-9497-6074ee87b5e8" providerId="ADAL" clId="{EBB4CE37-905D-4977-AAA1-905FBCCDBB0A}" dt="2021-01-30T05:14:57.368" v="845"/>
          <ac:cxnSpMkLst>
            <pc:docMk/>
            <pc:sldMk cId="1817507138" sldId="2735"/>
            <ac:cxnSpMk id="8" creationId="{BF373DD5-F274-445A-A757-A9D3F05831C3}"/>
          </ac:cxnSpMkLst>
        </pc:cxnChg>
        <pc:cxnChg chg="add mod">
          <ac:chgData name="Xu, Vanessa" userId="a3ebf755-99db-4c08-9497-6074ee87b5e8" providerId="ADAL" clId="{EBB4CE37-905D-4977-AAA1-905FBCCDBB0A}" dt="2021-01-30T05:14:57.368" v="845"/>
          <ac:cxnSpMkLst>
            <pc:docMk/>
            <pc:sldMk cId="1817507138" sldId="2735"/>
            <ac:cxnSpMk id="9" creationId="{67398FF2-39A9-4877-84DB-85C38DAA908E}"/>
          </ac:cxnSpMkLst>
        </pc:cxnChg>
        <pc:cxnChg chg="add mod">
          <ac:chgData name="Xu, Vanessa" userId="a3ebf755-99db-4c08-9497-6074ee87b5e8" providerId="ADAL" clId="{EBB4CE37-905D-4977-AAA1-905FBCCDBB0A}" dt="2021-01-30T05:14:57.368" v="845"/>
          <ac:cxnSpMkLst>
            <pc:docMk/>
            <pc:sldMk cId="1817507138" sldId="2735"/>
            <ac:cxnSpMk id="10" creationId="{1AF66FE2-570B-4D0D-B214-88DBF7B6FF41}"/>
          </ac:cxnSpMkLst>
        </pc:cxnChg>
        <pc:cxnChg chg="add mod">
          <ac:chgData name="Xu, Vanessa" userId="a3ebf755-99db-4c08-9497-6074ee87b5e8" providerId="ADAL" clId="{EBB4CE37-905D-4977-AAA1-905FBCCDBB0A}" dt="2021-01-30T05:14:57.368" v="845"/>
          <ac:cxnSpMkLst>
            <pc:docMk/>
            <pc:sldMk cId="1817507138" sldId="2735"/>
            <ac:cxnSpMk id="11" creationId="{87221B8D-243A-40BD-B0FC-C537DF121A12}"/>
          </ac:cxnSpMkLst>
        </pc:cxnChg>
        <pc:cxnChg chg="add mod">
          <ac:chgData name="Xu, Vanessa" userId="a3ebf755-99db-4c08-9497-6074ee87b5e8" providerId="ADAL" clId="{EBB4CE37-905D-4977-AAA1-905FBCCDBB0A}" dt="2021-01-30T05:14:57.368" v="845"/>
          <ac:cxnSpMkLst>
            <pc:docMk/>
            <pc:sldMk cId="1817507138" sldId="2735"/>
            <ac:cxnSpMk id="12" creationId="{8D1A40D2-474D-4773-A981-69B0D968EB6A}"/>
          </ac:cxnSpMkLst>
        </pc:cxnChg>
        <pc:cxnChg chg="add mod">
          <ac:chgData name="Xu, Vanessa" userId="a3ebf755-99db-4c08-9497-6074ee87b5e8" providerId="ADAL" clId="{EBB4CE37-905D-4977-AAA1-905FBCCDBB0A}" dt="2021-01-30T05:14:57.368" v="845"/>
          <ac:cxnSpMkLst>
            <pc:docMk/>
            <pc:sldMk cId="1817507138" sldId="2735"/>
            <ac:cxnSpMk id="30" creationId="{9B7660D0-7EDB-4137-AAED-4D85FCF9C3A5}"/>
          </ac:cxnSpMkLst>
        </pc:cxnChg>
        <pc:cxnChg chg="add mod">
          <ac:chgData name="Xu, Vanessa" userId="a3ebf755-99db-4c08-9497-6074ee87b5e8" providerId="ADAL" clId="{EBB4CE37-905D-4977-AAA1-905FBCCDBB0A}" dt="2021-01-30T05:14:57.368" v="845"/>
          <ac:cxnSpMkLst>
            <pc:docMk/>
            <pc:sldMk cId="1817507138" sldId="2735"/>
            <ac:cxnSpMk id="33" creationId="{C6F4B156-ECF1-4B3F-B5A6-DFC63B27FA1A}"/>
          </ac:cxnSpMkLst>
        </pc:cxnChg>
        <pc:cxnChg chg="add mod">
          <ac:chgData name="Xu, Vanessa" userId="a3ebf755-99db-4c08-9497-6074ee87b5e8" providerId="ADAL" clId="{EBB4CE37-905D-4977-AAA1-905FBCCDBB0A}" dt="2021-01-30T05:14:57.368" v="845"/>
          <ac:cxnSpMkLst>
            <pc:docMk/>
            <pc:sldMk cId="1817507138" sldId="2735"/>
            <ac:cxnSpMk id="39" creationId="{31B8FEF5-508B-4847-94CA-B7A18BC41F65}"/>
          </ac:cxnSpMkLst>
        </pc:cxnChg>
      </pc:sldChg>
      <pc:sldChg chg="addSp delSp modSp new mod">
        <pc:chgData name="Xu, Vanessa" userId="a3ebf755-99db-4c08-9497-6074ee87b5e8" providerId="ADAL" clId="{EBB4CE37-905D-4977-AAA1-905FBCCDBB0A}" dt="2021-01-30T05:16:59.106" v="859" actId="14100"/>
        <pc:sldMkLst>
          <pc:docMk/>
          <pc:sldMk cId="3783420181" sldId="2736"/>
        </pc:sldMkLst>
        <pc:spChg chg="mod">
          <ac:chgData name="Xu, Vanessa" userId="a3ebf755-99db-4c08-9497-6074ee87b5e8" providerId="ADAL" clId="{EBB4CE37-905D-4977-AAA1-905FBCCDBB0A}" dt="2021-01-30T05:16:24.599" v="853"/>
          <ac:spMkLst>
            <pc:docMk/>
            <pc:sldMk cId="3783420181" sldId="2736"/>
            <ac:spMk id="3" creationId="{B09E42E5-2F74-4CDD-8896-26873E7E71A7}"/>
          </ac:spMkLst>
        </pc:spChg>
        <pc:spChg chg="add del mod">
          <ac:chgData name="Xu, Vanessa" userId="a3ebf755-99db-4c08-9497-6074ee87b5e8" providerId="ADAL" clId="{EBB4CE37-905D-4977-AAA1-905FBCCDBB0A}" dt="2021-01-30T05:16:31.069" v="855"/>
          <ac:spMkLst>
            <pc:docMk/>
            <pc:sldMk cId="3783420181" sldId="2736"/>
            <ac:spMk id="5" creationId="{BA14AE68-2EC7-4A1F-9D6E-914794FDF2D8}"/>
          </ac:spMkLst>
        </pc:spChg>
        <pc:spChg chg="add del mod">
          <ac:chgData name="Xu, Vanessa" userId="a3ebf755-99db-4c08-9497-6074ee87b5e8" providerId="ADAL" clId="{EBB4CE37-905D-4977-AAA1-905FBCCDBB0A}" dt="2021-01-30T05:16:49.098" v="857" actId="1076"/>
          <ac:spMkLst>
            <pc:docMk/>
            <pc:sldMk cId="3783420181" sldId="2736"/>
            <ac:spMk id="7" creationId="{7885344F-86AA-4892-ACBA-05E7FF52A9E8}"/>
          </ac:spMkLst>
        </pc:spChg>
        <pc:graphicFrameChg chg="add mod modGraphic">
          <ac:chgData name="Xu, Vanessa" userId="a3ebf755-99db-4c08-9497-6074ee87b5e8" providerId="ADAL" clId="{EBB4CE37-905D-4977-AAA1-905FBCCDBB0A}" dt="2021-01-30T05:16:59.106" v="859" actId="14100"/>
          <ac:graphicFrameMkLst>
            <pc:docMk/>
            <pc:sldMk cId="3783420181" sldId="2736"/>
            <ac:graphicFrameMk id="9" creationId="{7990688F-A8A5-4E47-BEF2-E2F08C14450C}"/>
          </ac:graphicFrameMkLst>
        </pc:graphicFrameChg>
        <pc:picChg chg="add del mod">
          <ac:chgData name="Xu, Vanessa" userId="a3ebf755-99db-4c08-9497-6074ee87b5e8" providerId="ADAL" clId="{EBB4CE37-905D-4977-AAA1-905FBCCDBB0A}" dt="2021-01-30T05:16:49.098" v="857" actId="1076"/>
          <ac:picMkLst>
            <pc:docMk/>
            <pc:sldMk cId="3783420181" sldId="2736"/>
            <ac:picMk id="8" creationId="{6335E353-5B68-4B2D-BA5A-AA0F7285139F}"/>
          </ac:picMkLst>
        </pc:picChg>
        <pc:cxnChg chg="add del mod">
          <ac:chgData name="Xu, Vanessa" userId="a3ebf755-99db-4c08-9497-6074ee87b5e8" providerId="ADAL" clId="{EBB4CE37-905D-4977-AAA1-905FBCCDBB0A}" dt="2021-01-30T05:16:31.069" v="855"/>
          <ac:cxnSpMkLst>
            <pc:docMk/>
            <pc:sldMk cId="3783420181" sldId="2736"/>
            <ac:cxnSpMk id="6" creationId="{C6C9B698-C999-4F60-9C51-3F1F5D74B818}"/>
          </ac:cxnSpMkLst>
        </pc:cxnChg>
      </pc:sldChg>
      <pc:sldChg chg="addSp modSp new mod">
        <pc:chgData name="Xu, Vanessa" userId="a3ebf755-99db-4c08-9497-6074ee87b5e8" providerId="ADAL" clId="{EBB4CE37-905D-4977-AAA1-905FBCCDBB0A}" dt="2021-01-30T05:17:43.600" v="865" actId="1076"/>
        <pc:sldMkLst>
          <pc:docMk/>
          <pc:sldMk cId="3086036491" sldId="2737"/>
        </pc:sldMkLst>
        <pc:spChg chg="mod">
          <ac:chgData name="Xu, Vanessa" userId="a3ebf755-99db-4c08-9497-6074ee87b5e8" providerId="ADAL" clId="{EBB4CE37-905D-4977-AAA1-905FBCCDBB0A}" dt="2021-01-30T05:17:31.657" v="862"/>
          <ac:spMkLst>
            <pc:docMk/>
            <pc:sldMk cId="3086036491" sldId="2737"/>
            <ac:spMk id="3" creationId="{3D56F107-CDA0-4379-BB3E-5D98A78FE6FE}"/>
          </ac:spMkLst>
        </pc:spChg>
        <pc:spChg chg="add mod">
          <ac:chgData name="Xu, Vanessa" userId="a3ebf755-99db-4c08-9497-6074ee87b5e8" providerId="ADAL" clId="{EBB4CE37-905D-4977-AAA1-905FBCCDBB0A}" dt="2021-01-30T05:17:34.577" v="863" actId="1076"/>
          <ac:spMkLst>
            <pc:docMk/>
            <pc:sldMk cId="3086036491" sldId="2737"/>
            <ac:spMk id="5" creationId="{B5E49E53-8F41-43AC-88FE-12553C5762C1}"/>
          </ac:spMkLst>
        </pc:spChg>
        <pc:graphicFrameChg chg="add mod modGraphic">
          <ac:chgData name="Xu, Vanessa" userId="a3ebf755-99db-4c08-9497-6074ee87b5e8" providerId="ADAL" clId="{EBB4CE37-905D-4977-AAA1-905FBCCDBB0A}" dt="2021-01-30T05:17:43.600" v="865" actId="1076"/>
          <ac:graphicFrameMkLst>
            <pc:docMk/>
            <pc:sldMk cId="3086036491" sldId="2737"/>
            <ac:graphicFrameMk id="6" creationId="{C7EA74CA-E567-4D20-9942-BB108BE0B6C4}"/>
          </ac:graphicFrameMkLst>
        </pc:graphicFrameChg>
        <pc:picChg chg="add mod">
          <ac:chgData name="Xu, Vanessa" userId="a3ebf755-99db-4c08-9497-6074ee87b5e8" providerId="ADAL" clId="{EBB4CE37-905D-4977-AAA1-905FBCCDBB0A}" dt="2021-01-30T05:17:22.494" v="861"/>
          <ac:picMkLst>
            <pc:docMk/>
            <pc:sldMk cId="3086036491" sldId="2737"/>
            <ac:picMk id="7" creationId="{2B1BFC35-0592-41BD-B57B-406C50B09F33}"/>
          </ac:picMkLst>
        </pc:picChg>
      </pc:sldChg>
      <pc:sldChg chg="addSp modSp new">
        <pc:chgData name="Xu, Vanessa" userId="a3ebf755-99db-4c08-9497-6074ee87b5e8" providerId="ADAL" clId="{EBB4CE37-905D-4977-AAA1-905FBCCDBB0A}" dt="2021-01-30T05:18:18.261" v="869"/>
        <pc:sldMkLst>
          <pc:docMk/>
          <pc:sldMk cId="1692075116" sldId="2738"/>
        </pc:sldMkLst>
        <pc:spChg chg="mod">
          <ac:chgData name="Xu, Vanessa" userId="a3ebf755-99db-4c08-9497-6074ee87b5e8" providerId="ADAL" clId="{EBB4CE37-905D-4977-AAA1-905FBCCDBB0A}" dt="2021-01-30T05:18:18.261" v="869"/>
          <ac:spMkLst>
            <pc:docMk/>
            <pc:sldMk cId="1692075116" sldId="2738"/>
            <ac:spMk id="3" creationId="{91ACA9A4-4409-415B-B5DE-5E3886FABA9E}"/>
          </ac:spMkLst>
        </pc:spChg>
        <pc:spChg chg="add mod">
          <ac:chgData name="Xu, Vanessa" userId="a3ebf755-99db-4c08-9497-6074ee87b5e8" providerId="ADAL" clId="{EBB4CE37-905D-4977-AAA1-905FBCCDBB0A}" dt="2021-01-30T05:18:12.312" v="868" actId="1076"/>
          <ac:spMkLst>
            <pc:docMk/>
            <pc:sldMk cId="1692075116" sldId="2738"/>
            <ac:spMk id="5" creationId="{CCB88910-F7F3-4A05-9966-F3213C53C5DA}"/>
          </ac:spMkLst>
        </pc:spChg>
        <pc:spChg chg="add mod">
          <ac:chgData name="Xu, Vanessa" userId="a3ebf755-99db-4c08-9497-6074ee87b5e8" providerId="ADAL" clId="{EBB4CE37-905D-4977-AAA1-905FBCCDBB0A}" dt="2021-01-30T05:18:12.312" v="868" actId="1076"/>
          <ac:spMkLst>
            <pc:docMk/>
            <pc:sldMk cId="1692075116" sldId="2738"/>
            <ac:spMk id="8" creationId="{B69C3DCD-1231-4862-B7CE-BC2CA5A22C7F}"/>
          </ac:spMkLst>
        </pc:spChg>
        <pc:graphicFrameChg chg="add mod">
          <ac:chgData name="Xu, Vanessa" userId="a3ebf755-99db-4c08-9497-6074ee87b5e8" providerId="ADAL" clId="{EBB4CE37-905D-4977-AAA1-905FBCCDBB0A}" dt="2021-01-30T05:18:12.312" v="868" actId="1076"/>
          <ac:graphicFrameMkLst>
            <pc:docMk/>
            <pc:sldMk cId="1692075116" sldId="2738"/>
            <ac:graphicFrameMk id="6" creationId="{24AD4F76-C02E-4534-8C2F-EEC187221163}"/>
          </ac:graphicFrameMkLst>
        </pc:graphicFrameChg>
        <pc:graphicFrameChg chg="add mod">
          <ac:chgData name="Xu, Vanessa" userId="a3ebf755-99db-4c08-9497-6074ee87b5e8" providerId="ADAL" clId="{EBB4CE37-905D-4977-AAA1-905FBCCDBB0A}" dt="2021-01-30T05:18:12.312" v="868" actId="1076"/>
          <ac:graphicFrameMkLst>
            <pc:docMk/>
            <pc:sldMk cId="1692075116" sldId="2738"/>
            <ac:graphicFrameMk id="7" creationId="{33305D79-851C-4DCD-88A3-034F22DEC8F1}"/>
          </ac:graphicFrameMkLst>
        </pc:graphicFrameChg>
        <pc:picChg chg="add mod">
          <ac:chgData name="Xu, Vanessa" userId="a3ebf755-99db-4c08-9497-6074ee87b5e8" providerId="ADAL" clId="{EBB4CE37-905D-4977-AAA1-905FBCCDBB0A}" dt="2021-01-30T05:18:12.312" v="868" actId="1076"/>
          <ac:picMkLst>
            <pc:docMk/>
            <pc:sldMk cId="1692075116" sldId="2738"/>
            <ac:picMk id="9" creationId="{90E1D068-8F30-4D15-AE2F-7FAC60F10C6B}"/>
          </ac:picMkLst>
        </pc:picChg>
        <pc:picChg chg="add mod">
          <ac:chgData name="Xu, Vanessa" userId="a3ebf755-99db-4c08-9497-6074ee87b5e8" providerId="ADAL" clId="{EBB4CE37-905D-4977-AAA1-905FBCCDBB0A}" dt="2021-01-30T05:18:12.312" v="868" actId="1076"/>
          <ac:picMkLst>
            <pc:docMk/>
            <pc:sldMk cId="1692075116" sldId="2738"/>
            <ac:picMk id="10" creationId="{D27C4083-8AA7-48E5-81B9-D71C297BA4CA}"/>
          </ac:picMkLst>
        </pc:picChg>
      </pc:sldChg>
      <pc:sldChg chg="addSp modSp new mod">
        <pc:chgData name="Xu, Vanessa" userId="a3ebf755-99db-4c08-9497-6074ee87b5e8" providerId="ADAL" clId="{EBB4CE37-905D-4977-AAA1-905FBCCDBB0A}" dt="2021-01-30T05:19:15.938" v="877" actId="1076"/>
        <pc:sldMkLst>
          <pc:docMk/>
          <pc:sldMk cId="327317002" sldId="2739"/>
        </pc:sldMkLst>
        <pc:spChg chg="mod">
          <ac:chgData name="Xu, Vanessa" userId="a3ebf755-99db-4c08-9497-6074ee87b5e8" providerId="ADAL" clId="{EBB4CE37-905D-4977-AAA1-905FBCCDBB0A}" dt="2021-01-30T05:19:02.897" v="876"/>
          <ac:spMkLst>
            <pc:docMk/>
            <pc:sldMk cId="327317002" sldId="2739"/>
            <ac:spMk id="3" creationId="{D4BB1C32-F392-43CC-BC12-6B6CB76A2CB4}"/>
          </ac:spMkLst>
        </pc:spChg>
        <pc:spChg chg="add mod">
          <ac:chgData name="Xu, Vanessa" userId="a3ebf755-99db-4c08-9497-6074ee87b5e8" providerId="ADAL" clId="{EBB4CE37-905D-4977-AAA1-905FBCCDBB0A}" dt="2021-01-30T05:19:15.938" v="877" actId="1076"/>
          <ac:spMkLst>
            <pc:docMk/>
            <pc:sldMk cId="327317002" sldId="2739"/>
            <ac:spMk id="5" creationId="{5874925D-8E3E-4BFE-B10A-8A04563AA1AF}"/>
          </ac:spMkLst>
        </pc:spChg>
        <pc:spChg chg="add mod">
          <ac:chgData name="Xu, Vanessa" userId="a3ebf755-99db-4c08-9497-6074ee87b5e8" providerId="ADAL" clId="{EBB4CE37-905D-4977-AAA1-905FBCCDBB0A}" dt="2021-01-30T05:19:15.938" v="877" actId="1076"/>
          <ac:spMkLst>
            <pc:docMk/>
            <pc:sldMk cId="327317002" sldId="2739"/>
            <ac:spMk id="7" creationId="{82F7C8ED-6327-4912-BA64-84162AB13E84}"/>
          </ac:spMkLst>
        </pc:spChg>
        <pc:spChg chg="add mod">
          <ac:chgData name="Xu, Vanessa" userId="a3ebf755-99db-4c08-9497-6074ee87b5e8" providerId="ADAL" clId="{EBB4CE37-905D-4977-AAA1-905FBCCDBB0A}" dt="2021-01-30T05:19:15.938" v="877" actId="1076"/>
          <ac:spMkLst>
            <pc:docMk/>
            <pc:sldMk cId="327317002" sldId="2739"/>
            <ac:spMk id="8" creationId="{B8F59C38-FE87-42BB-8604-AF8B9AF45885}"/>
          </ac:spMkLst>
        </pc:spChg>
        <pc:graphicFrameChg chg="add mod">
          <ac:chgData name="Xu, Vanessa" userId="a3ebf755-99db-4c08-9497-6074ee87b5e8" providerId="ADAL" clId="{EBB4CE37-905D-4977-AAA1-905FBCCDBB0A}" dt="2021-01-30T05:19:15.938" v="877" actId="1076"/>
          <ac:graphicFrameMkLst>
            <pc:docMk/>
            <pc:sldMk cId="327317002" sldId="2739"/>
            <ac:graphicFrameMk id="11" creationId="{08864091-F7B2-4EF3-A28E-B3DFDECCD637}"/>
          </ac:graphicFrameMkLst>
        </pc:graphicFrameChg>
        <pc:graphicFrameChg chg="add mod">
          <ac:chgData name="Xu, Vanessa" userId="a3ebf755-99db-4c08-9497-6074ee87b5e8" providerId="ADAL" clId="{EBB4CE37-905D-4977-AAA1-905FBCCDBB0A}" dt="2021-01-30T05:19:15.938" v="877" actId="1076"/>
          <ac:graphicFrameMkLst>
            <pc:docMk/>
            <pc:sldMk cId="327317002" sldId="2739"/>
            <ac:graphicFrameMk id="12" creationId="{8D7EB84E-86ED-48B7-8D08-5D4C86100474}"/>
          </ac:graphicFrameMkLst>
        </pc:graphicFrameChg>
        <pc:picChg chg="add mod">
          <ac:chgData name="Xu, Vanessa" userId="a3ebf755-99db-4c08-9497-6074ee87b5e8" providerId="ADAL" clId="{EBB4CE37-905D-4977-AAA1-905FBCCDBB0A}" dt="2021-01-30T05:19:15.938" v="877" actId="1076"/>
          <ac:picMkLst>
            <pc:docMk/>
            <pc:sldMk cId="327317002" sldId="2739"/>
            <ac:picMk id="9" creationId="{6AD24ADC-3A4B-4910-87C1-4677100B337C}"/>
          </ac:picMkLst>
        </pc:picChg>
        <pc:picChg chg="add mod">
          <ac:chgData name="Xu, Vanessa" userId="a3ebf755-99db-4c08-9497-6074ee87b5e8" providerId="ADAL" clId="{EBB4CE37-905D-4977-AAA1-905FBCCDBB0A}" dt="2021-01-30T05:19:15.938" v="877" actId="1076"/>
          <ac:picMkLst>
            <pc:docMk/>
            <pc:sldMk cId="327317002" sldId="2739"/>
            <ac:picMk id="10" creationId="{AAAFB119-A09A-4D0B-87FA-4216FB371E02}"/>
          </ac:picMkLst>
        </pc:picChg>
        <pc:cxnChg chg="add mod">
          <ac:chgData name="Xu, Vanessa" userId="a3ebf755-99db-4c08-9497-6074ee87b5e8" providerId="ADAL" clId="{EBB4CE37-905D-4977-AAA1-905FBCCDBB0A}" dt="2021-01-30T05:19:15.938" v="877" actId="1076"/>
          <ac:cxnSpMkLst>
            <pc:docMk/>
            <pc:sldMk cId="327317002" sldId="2739"/>
            <ac:cxnSpMk id="6" creationId="{8268D6E2-13A0-402C-A586-EAAF5B5A7170}"/>
          </ac:cxnSpMkLst>
        </pc:cxnChg>
      </pc:sldChg>
      <pc:sldChg chg="addSp modSp new">
        <pc:chgData name="Xu, Vanessa" userId="a3ebf755-99db-4c08-9497-6074ee87b5e8" providerId="ADAL" clId="{EBB4CE37-905D-4977-AAA1-905FBCCDBB0A}" dt="2021-01-30T05:47:58.183" v="882" actId="14100"/>
        <pc:sldMkLst>
          <pc:docMk/>
          <pc:sldMk cId="2915551289" sldId="2740"/>
        </pc:sldMkLst>
        <pc:spChg chg="mod">
          <ac:chgData name="Xu, Vanessa" userId="a3ebf755-99db-4c08-9497-6074ee87b5e8" providerId="ADAL" clId="{EBB4CE37-905D-4977-AAA1-905FBCCDBB0A}" dt="2021-01-30T05:47:41.800" v="879"/>
          <ac:spMkLst>
            <pc:docMk/>
            <pc:sldMk cId="2915551289" sldId="2740"/>
            <ac:spMk id="3" creationId="{3828407D-F9A0-4F38-A83F-2178B421E874}"/>
          </ac:spMkLst>
        </pc:spChg>
        <pc:spChg chg="add mod">
          <ac:chgData name="Xu, Vanessa" userId="a3ebf755-99db-4c08-9497-6074ee87b5e8" providerId="ADAL" clId="{EBB4CE37-905D-4977-AAA1-905FBCCDBB0A}" dt="2021-01-30T05:47:58.183" v="882" actId="14100"/>
          <ac:spMkLst>
            <pc:docMk/>
            <pc:sldMk cId="2915551289" sldId="2740"/>
            <ac:spMk id="5" creationId="{5D5F85B3-9485-441A-88F6-0EF749BA69E9}"/>
          </ac:spMkLst>
        </pc:spChg>
      </pc:sldChg>
      <pc:sldChg chg="addSp modSp new mod">
        <pc:chgData name="Xu, Vanessa" userId="a3ebf755-99db-4c08-9497-6074ee87b5e8" providerId="ADAL" clId="{EBB4CE37-905D-4977-AAA1-905FBCCDBB0A}" dt="2021-01-30T05:53:07.933" v="1072" actId="108"/>
        <pc:sldMkLst>
          <pc:docMk/>
          <pc:sldMk cId="3224151974" sldId="2741"/>
        </pc:sldMkLst>
        <pc:spChg chg="mod">
          <ac:chgData name="Xu, Vanessa" userId="a3ebf755-99db-4c08-9497-6074ee87b5e8" providerId="ADAL" clId="{EBB4CE37-905D-4977-AAA1-905FBCCDBB0A}" dt="2021-01-30T05:49:14.618" v="911" actId="20577"/>
          <ac:spMkLst>
            <pc:docMk/>
            <pc:sldMk cId="3224151974" sldId="2741"/>
            <ac:spMk id="3" creationId="{030B7BD1-E3D8-45F7-9F9C-C9CC4570D880}"/>
          </ac:spMkLst>
        </pc:spChg>
        <pc:graphicFrameChg chg="add mod modGraphic">
          <ac:chgData name="Xu, Vanessa" userId="a3ebf755-99db-4c08-9497-6074ee87b5e8" providerId="ADAL" clId="{EBB4CE37-905D-4977-AAA1-905FBCCDBB0A}" dt="2021-01-30T05:53:07.933" v="1072" actId="108"/>
          <ac:graphicFrameMkLst>
            <pc:docMk/>
            <pc:sldMk cId="3224151974" sldId="2741"/>
            <ac:graphicFrameMk id="5" creationId="{F31B83A2-CF36-4F35-8E7F-DC553AC0B56D}"/>
          </ac:graphicFrameMkLst>
        </pc:graphicFrameChg>
      </pc:sldChg>
      <pc:sldChg chg="addSp modSp new mod">
        <pc:chgData name="Xu, Vanessa" userId="a3ebf755-99db-4c08-9497-6074ee87b5e8" providerId="ADAL" clId="{EBB4CE37-905D-4977-AAA1-905FBCCDBB0A}" dt="2021-01-30T06:07:54.822" v="1086" actId="1076"/>
        <pc:sldMkLst>
          <pc:docMk/>
          <pc:sldMk cId="3459689555" sldId="2742"/>
        </pc:sldMkLst>
        <pc:spChg chg="mod">
          <ac:chgData name="Xu, Vanessa" userId="a3ebf755-99db-4c08-9497-6074ee87b5e8" providerId="ADAL" clId="{EBB4CE37-905D-4977-AAA1-905FBCCDBB0A}" dt="2021-01-30T06:06:25.138" v="1083" actId="20577"/>
          <ac:spMkLst>
            <pc:docMk/>
            <pc:sldMk cId="3459689555" sldId="2742"/>
            <ac:spMk id="3" creationId="{8AF393B5-84A4-4306-97DA-1821E20575A9}"/>
          </ac:spMkLst>
        </pc:spChg>
        <pc:picChg chg="add mod">
          <ac:chgData name="Xu, Vanessa" userId="a3ebf755-99db-4c08-9497-6074ee87b5e8" providerId="ADAL" clId="{EBB4CE37-905D-4977-AAA1-905FBCCDBB0A}" dt="2021-01-30T06:07:54.822" v="1086" actId="1076"/>
          <ac:picMkLst>
            <pc:docMk/>
            <pc:sldMk cId="3459689555" sldId="2742"/>
            <ac:picMk id="5" creationId="{1E26AAC2-BDEA-43AE-86EC-E51723E41B08}"/>
          </ac:picMkLst>
        </pc:picChg>
      </pc:sldChg>
      <pc:sldChg chg="addSp delSp modSp new mod">
        <pc:chgData name="Xu, Vanessa" userId="a3ebf755-99db-4c08-9497-6074ee87b5e8" providerId="ADAL" clId="{EBB4CE37-905D-4977-AAA1-905FBCCDBB0A}" dt="2021-01-30T06:12:50.112" v="1130"/>
        <pc:sldMkLst>
          <pc:docMk/>
          <pc:sldMk cId="2220452566" sldId="2743"/>
        </pc:sldMkLst>
        <pc:spChg chg="mod">
          <ac:chgData name="Xu, Vanessa" userId="a3ebf755-99db-4c08-9497-6074ee87b5e8" providerId="ADAL" clId="{EBB4CE37-905D-4977-AAA1-905FBCCDBB0A}" dt="2021-01-30T06:08:45.327" v="1103" actId="20577"/>
          <ac:spMkLst>
            <pc:docMk/>
            <pc:sldMk cId="2220452566" sldId="2743"/>
            <ac:spMk id="3" creationId="{E080B0FB-BB2B-471D-B73F-7B91DAB05926}"/>
          </ac:spMkLst>
        </pc:spChg>
        <pc:spChg chg="add mod">
          <ac:chgData name="Xu, Vanessa" userId="a3ebf755-99db-4c08-9497-6074ee87b5e8" providerId="ADAL" clId="{EBB4CE37-905D-4977-AAA1-905FBCCDBB0A}" dt="2021-01-30T06:08:36.451" v="1089" actId="1076"/>
          <ac:spMkLst>
            <pc:docMk/>
            <pc:sldMk cId="2220452566" sldId="2743"/>
            <ac:spMk id="5" creationId="{1F4AB37A-4B17-4577-9101-24101D8F8591}"/>
          </ac:spMkLst>
        </pc:spChg>
        <pc:graphicFrameChg chg="add mod">
          <ac:chgData name="Xu, Vanessa" userId="a3ebf755-99db-4c08-9497-6074ee87b5e8" providerId="ADAL" clId="{EBB4CE37-905D-4977-AAA1-905FBCCDBB0A}" dt="2021-01-30T06:09:31.702" v="1112"/>
          <ac:graphicFrameMkLst>
            <pc:docMk/>
            <pc:sldMk cId="2220452566" sldId="2743"/>
            <ac:graphicFrameMk id="6" creationId="{2BDF0058-6C50-4645-AC16-F2D422882429}"/>
          </ac:graphicFrameMkLst>
        </pc:graphicFrameChg>
        <pc:graphicFrameChg chg="add mod">
          <ac:chgData name="Xu, Vanessa" userId="a3ebf755-99db-4c08-9497-6074ee87b5e8" providerId="ADAL" clId="{EBB4CE37-905D-4977-AAA1-905FBCCDBB0A}" dt="2021-01-30T06:09:01.041" v="1107" actId="1076"/>
          <ac:graphicFrameMkLst>
            <pc:docMk/>
            <pc:sldMk cId="2220452566" sldId="2743"/>
            <ac:graphicFrameMk id="7" creationId="{E7FBD4BD-023E-43C6-9989-95797076BBA4}"/>
          </ac:graphicFrameMkLst>
        </pc:graphicFrameChg>
        <pc:graphicFrameChg chg="add mod">
          <ac:chgData name="Xu, Vanessa" userId="a3ebf755-99db-4c08-9497-6074ee87b5e8" providerId="ADAL" clId="{EBB4CE37-905D-4977-AAA1-905FBCCDBB0A}" dt="2021-01-30T06:09:35.003" v="1113"/>
          <ac:graphicFrameMkLst>
            <pc:docMk/>
            <pc:sldMk cId="2220452566" sldId="2743"/>
            <ac:graphicFrameMk id="8" creationId="{7B20D2C3-2E3F-4560-85BD-0071B7D3FDEE}"/>
          </ac:graphicFrameMkLst>
        </pc:graphicFrameChg>
        <pc:graphicFrameChg chg="add del mod">
          <ac:chgData name="Xu, Vanessa" userId="a3ebf755-99db-4c08-9497-6074ee87b5e8" providerId="ADAL" clId="{EBB4CE37-905D-4977-AAA1-905FBCCDBB0A}" dt="2021-01-30T06:09:29.363" v="1111" actId="478"/>
          <ac:graphicFrameMkLst>
            <pc:docMk/>
            <pc:sldMk cId="2220452566" sldId="2743"/>
            <ac:graphicFrameMk id="9" creationId="{2F6139DC-84F1-4ED6-B200-E89CF15DB254}"/>
          </ac:graphicFrameMkLst>
        </pc:graphicFrameChg>
        <pc:graphicFrameChg chg="add mod">
          <ac:chgData name="Xu, Vanessa" userId="a3ebf755-99db-4c08-9497-6074ee87b5e8" providerId="ADAL" clId="{EBB4CE37-905D-4977-AAA1-905FBCCDBB0A}" dt="2021-01-30T06:12:50.112" v="1130"/>
          <ac:graphicFrameMkLst>
            <pc:docMk/>
            <pc:sldMk cId="2220452566" sldId="2743"/>
            <ac:graphicFrameMk id="10" creationId="{826AA2BE-9B07-4FF6-B605-501D51A0F5E6}"/>
          </ac:graphicFrameMkLst>
        </pc:graphicFrameChg>
      </pc:sldChg>
      <pc:sldChg chg="addSp modSp new mod">
        <pc:chgData name="Xu, Vanessa" userId="a3ebf755-99db-4c08-9497-6074ee87b5e8" providerId="ADAL" clId="{EBB4CE37-905D-4977-AAA1-905FBCCDBB0A}" dt="2021-01-30T06:14:05.800" v="1140"/>
        <pc:sldMkLst>
          <pc:docMk/>
          <pc:sldMk cId="722843559" sldId="2744"/>
        </pc:sldMkLst>
        <pc:spChg chg="mod">
          <ac:chgData name="Xu, Vanessa" userId="a3ebf755-99db-4c08-9497-6074ee87b5e8" providerId="ADAL" clId="{EBB4CE37-905D-4977-AAA1-905FBCCDBB0A}" dt="2021-01-30T06:13:25.916" v="1133" actId="20577"/>
          <ac:spMkLst>
            <pc:docMk/>
            <pc:sldMk cId="722843559" sldId="2744"/>
            <ac:spMk id="3" creationId="{0941D3F1-5947-417F-9A42-A13790D38EFF}"/>
          </ac:spMkLst>
        </pc:spChg>
        <pc:spChg chg="add mod">
          <ac:chgData name="Xu, Vanessa" userId="a3ebf755-99db-4c08-9497-6074ee87b5e8" providerId="ADAL" clId="{EBB4CE37-905D-4977-AAA1-905FBCCDBB0A}" dt="2021-01-30T06:13:43.164" v="1135" actId="1076"/>
          <ac:spMkLst>
            <pc:docMk/>
            <pc:sldMk cId="722843559" sldId="2744"/>
            <ac:spMk id="5" creationId="{3AE68ABE-27B7-4D91-B05D-AF7B7E147D43}"/>
          </ac:spMkLst>
        </pc:spChg>
        <pc:graphicFrameChg chg="add mod">
          <ac:chgData name="Xu, Vanessa" userId="a3ebf755-99db-4c08-9497-6074ee87b5e8" providerId="ADAL" clId="{EBB4CE37-905D-4977-AAA1-905FBCCDBB0A}" dt="2021-01-30T06:14:05.800" v="1140"/>
          <ac:graphicFrameMkLst>
            <pc:docMk/>
            <pc:sldMk cId="722843559" sldId="2744"/>
            <ac:graphicFrameMk id="6" creationId="{FA1B2BB3-F310-43FE-B1DE-DAFE5FA1628B}"/>
          </ac:graphicFrameMkLst>
        </pc:graphicFrameChg>
        <pc:graphicFrameChg chg="add mod">
          <ac:chgData name="Xu, Vanessa" userId="a3ebf755-99db-4c08-9497-6074ee87b5e8" providerId="ADAL" clId="{EBB4CE37-905D-4977-AAA1-905FBCCDBB0A}" dt="2021-01-30T06:14:03.599" v="1139" actId="1076"/>
          <ac:graphicFrameMkLst>
            <pc:docMk/>
            <pc:sldMk cId="722843559" sldId="2744"/>
            <ac:graphicFrameMk id="7" creationId="{92774661-0929-4E82-883C-EDC0EC05244C}"/>
          </ac:graphicFrameMkLst>
        </pc:graphicFrameChg>
      </pc:sldChg>
      <pc:sldChg chg="addSp modSp new del mod">
        <pc:chgData name="Xu, Vanessa" userId="a3ebf755-99db-4c08-9497-6074ee87b5e8" providerId="ADAL" clId="{EBB4CE37-905D-4977-AAA1-905FBCCDBB0A}" dt="2021-01-30T06:20:45.174" v="1186" actId="47"/>
        <pc:sldMkLst>
          <pc:docMk/>
          <pc:sldMk cId="64966567" sldId="2745"/>
        </pc:sldMkLst>
        <pc:spChg chg="mod">
          <ac:chgData name="Xu, Vanessa" userId="a3ebf755-99db-4c08-9497-6074ee87b5e8" providerId="ADAL" clId="{EBB4CE37-905D-4977-AAA1-905FBCCDBB0A}" dt="2021-01-30T06:16:19.450" v="1162" actId="20577"/>
          <ac:spMkLst>
            <pc:docMk/>
            <pc:sldMk cId="64966567" sldId="2745"/>
            <ac:spMk id="3" creationId="{C2D28060-2910-441D-830A-0972F12B0BAF}"/>
          </ac:spMkLst>
        </pc:spChg>
        <pc:spChg chg="add mod">
          <ac:chgData name="Xu, Vanessa" userId="a3ebf755-99db-4c08-9497-6074ee87b5e8" providerId="ADAL" clId="{EBB4CE37-905D-4977-AAA1-905FBCCDBB0A}" dt="2021-01-30T06:17:13.594" v="1165" actId="1076"/>
          <ac:spMkLst>
            <pc:docMk/>
            <pc:sldMk cId="64966567" sldId="2745"/>
            <ac:spMk id="6" creationId="{94A4AADD-639E-4A1E-877C-B4B66834FF83}"/>
          </ac:spMkLst>
        </pc:spChg>
        <pc:spChg chg="mod">
          <ac:chgData name="Xu, Vanessa" userId="a3ebf755-99db-4c08-9497-6074ee87b5e8" providerId="ADAL" clId="{EBB4CE37-905D-4977-AAA1-905FBCCDBB0A}" dt="2021-01-30T06:16:50.371" v="1164" actId="1076"/>
          <ac:spMkLst>
            <pc:docMk/>
            <pc:sldMk cId="64966567" sldId="2745"/>
            <ac:spMk id="8" creationId="{AE455ED6-9E12-4797-9E06-A179258AB38F}"/>
          </ac:spMkLst>
        </pc:spChg>
        <pc:spChg chg="mod">
          <ac:chgData name="Xu, Vanessa" userId="a3ebf755-99db-4c08-9497-6074ee87b5e8" providerId="ADAL" clId="{EBB4CE37-905D-4977-AAA1-905FBCCDBB0A}" dt="2021-01-30T06:16:50.371" v="1164" actId="1076"/>
          <ac:spMkLst>
            <pc:docMk/>
            <pc:sldMk cId="64966567" sldId="2745"/>
            <ac:spMk id="9" creationId="{EDC48986-46BF-4093-B6A6-D4AF13201FA6}"/>
          </ac:spMkLst>
        </pc:spChg>
        <pc:spChg chg="mod">
          <ac:chgData name="Xu, Vanessa" userId="a3ebf755-99db-4c08-9497-6074ee87b5e8" providerId="ADAL" clId="{EBB4CE37-905D-4977-AAA1-905FBCCDBB0A}" dt="2021-01-30T06:16:50.371" v="1164" actId="1076"/>
          <ac:spMkLst>
            <pc:docMk/>
            <pc:sldMk cId="64966567" sldId="2745"/>
            <ac:spMk id="10" creationId="{0D26008E-7E2E-4834-AC34-BDA1F62BE8D3}"/>
          </ac:spMkLst>
        </pc:spChg>
        <pc:spChg chg="mod">
          <ac:chgData name="Xu, Vanessa" userId="a3ebf755-99db-4c08-9497-6074ee87b5e8" providerId="ADAL" clId="{EBB4CE37-905D-4977-AAA1-905FBCCDBB0A}" dt="2021-01-30T06:16:50.371" v="1164" actId="1076"/>
          <ac:spMkLst>
            <pc:docMk/>
            <pc:sldMk cId="64966567" sldId="2745"/>
            <ac:spMk id="11" creationId="{10B013C7-25E5-4AE5-9209-3E4AA4FD2C24}"/>
          </ac:spMkLst>
        </pc:spChg>
        <pc:spChg chg="mod">
          <ac:chgData name="Xu, Vanessa" userId="a3ebf755-99db-4c08-9497-6074ee87b5e8" providerId="ADAL" clId="{EBB4CE37-905D-4977-AAA1-905FBCCDBB0A}" dt="2021-01-30T06:16:50.371" v="1164" actId="1076"/>
          <ac:spMkLst>
            <pc:docMk/>
            <pc:sldMk cId="64966567" sldId="2745"/>
            <ac:spMk id="12" creationId="{3EE3CA8E-F651-4958-A6C1-ABDC76782C1F}"/>
          </ac:spMkLst>
        </pc:spChg>
        <pc:spChg chg="mod">
          <ac:chgData name="Xu, Vanessa" userId="a3ebf755-99db-4c08-9497-6074ee87b5e8" providerId="ADAL" clId="{EBB4CE37-905D-4977-AAA1-905FBCCDBB0A}" dt="2021-01-30T06:16:50.371" v="1164" actId="1076"/>
          <ac:spMkLst>
            <pc:docMk/>
            <pc:sldMk cId="64966567" sldId="2745"/>
            <ac:spMk id="13" creationId="{A67D2566-BEAC-448A-9DFD-1A8EAE98F311}"/>
          </ac:spMkLst>
        </pc:spChg>
        <pc:spChg chg="mod">
          <ac:chgData name="Xu, Vanessa" userId="a3ebf755-99db-4c08-9497-6074ee87b5e8" providerId="ADAL" clId="{EBB4CE37-905D-4977-AAA1-905FBCCDBB0A}" dt="2021-01-30T06:16:50.371" v="1164" actId="1076"/>
          <ac:spMkLst>
            <pc:docMk/>
            <pc:sldMk cId="64966567" sldId="2745"/>
            <ac:spMk id="14" creationId="{EF42B610-9A5C-47BE-9270-5789152CA7BE}"/>
          </ac:spMkLst>
        </pc:spChg>
        <pc:spChg chg="mod">
          <ac:chgData name="Xu, Vanessa" userId="a3ebf755-99db-4c08-9497-6074ee87b5e8" providerId="ADAL" clId="{EBB4CE37-905D-4977-AAA1-905FBCCDBB0A}" dt="2021-01-30T06:16:50.371" v="1164" actId="1076"/>
          <ac:spMkLst>
            <pc:docMk/>
            <pc:sldMk cId="64966567" sldId="2745"/>
            <ac:spMk id="15" creationId="{DFC67AB9-0FAE-4710-B43E-568924810D80}"/>
          </ac:spMkLst>
        </pc:spChg>
        <pc:spChg chg="mod">
          <ac:chgData name="Xu, Vanessa" userId="a3ebf755-99db-4c08-9497-6074ee87b5e8" providerId="ADAL" clId="{EBB4CE37-905D-4977-AAA1-905FBCCDBB0A}" dt="2021-01-30T06:16:50.371" v="1164" actId="1076"/>
          <ac:spMkLst>
            <pc:docMk/>
            <pc:sldMk cId="64966567" sldId="2745"/>
            <ac:spMk id="16" creationId="{C35CFD1B-4FE3-4727-AD48-664D787C4AD1}"/>
          </ac:spMkLst>
        </pc:spChg>
        <pc:spChg chg="mod">
          <ac:chgData name="Xu, Vanessa" userId="a3ebf755-99db-4c08-9497-6074ee87b5e8" providerId="ADAL" clId="{EBB4CE37-905D-4977-AAA1-905FBCCDBB0A}" dt="2021-01-30T06:16:50.371" v="1164" actId="1076"/>
          <ac:spMkLst>
            <pc:docMk/>
            <pc:sldMk cId="64966567" sldId="2745"/>
            <ac:spMk id="17" creationId="{9DBB96C6-E34F-4F1D-95DD-16823BAD19D2}"/>
          </ac:spMkLst>
        </pc:spChg>
        <pc:spChg chg="mod">
          <ac:chgData name="Xu, Vanessa" userId="a3ebf755-99db-4c08-9497-6074ee87b5e8" providerId="ADAL" clId="{EBB4CE37-905D-4977-AAA1-905FBCCDBB0A}" dt="2021-01-30T06:16:50.371" v="1164" actId="1076"/>
          <ac:spMkLst>
            <pc:docMk/>
            <pc:sldMk cId="64966567" sldId="2745"/>
            <ac:spMk id="18" creationId="{2AF6FB1D-A342-4A92-9535-1D4F643D36AC}"/>
          </ac:spMkLst>
        </pc:spChg>
        <pc:spChg chg="mod">
          <ac:chgData name="Xu, Vanessa" userId="a3ebf755-99db-4c08-9497-6074ee87b5e8" providerId="ADAL" clId="{EBB4CE37-905D-4977-AAA1-905FBCCDBB0A}" dt="2021-01-30T06:16:50.371" v="1164" actId="1076"/>
          <ac:spMkLst>
            <pc:docMk/>
            <pc:sldMk cId="64966567" sldId="2745"/>
            <ac:spMk id="19" creationId="{3EFF34FA-122F-4A42-8CF0-749E7912A59C}"/>
          </ac:spMkLst>
        </pc:spChg>
        <pc:spChg chg="mod">
          <ac:chgData name="Xu, Vanessa" userId="a3ebf755-99db-4c08-9497-6074ee87b5e8" providerId="ADAL" clId="{EBB4CE37-905D-4977-AAA1-905FBCCDBB0A}" dt="2021-01-30T06:16:50.371" v="1164" actId="1076"/>
          <ac:spMkLst>
            <pc:docMk/>
            <pc:sldMk cId="64966567" sldId="2745"/>
            <ac:spMk id="20" creationId="{E29F8741-2362-4234-953D-B3731CE03558}"/>
          </ac:spMkLst>
        </pc:spChg>
        <pc:spChg chg="mod">
          <ac:chgData name="Xu, Vanessa" userId="a3ebf755-99db-4c08-9497-6074ee87b5e8" providerId="ADAL" clId="{EBB4CE37-905D-4977-AAA1-905FBCCDBB0A}" dt="2021-01-30T06:16:50.371" v="1164" actId="1076"/>
          <ac:spMkLst>
            <pc:docMk/>
            <pc:sldMk cId="64966567" sldId="2745"/>
            <ac:spMk id="21" creationId="{55B5E1C2-D2C8-4A22-BE59-4F96ACA2A785}"/>
          </ac:spMkLst>
        </pc:spChg>
        <pc:spChg chg="mod">
          <ac:chgData name="Xu, Vanessa" userId="a3ebf755-99db-4c08-9497-6074ee87b5e8" providerId="ADAL" clId="{EBB4CE37-905D-4977-AAA1-905FBCCDBB0A}" dt="2021-01-30T06:16:50.371" v="1164" actId="1076"/>
          <ac:spMkLst>
            <pc:docMk/>
            <pc:sldMk cId="64966567" sldId="2745"/>
            <ac:spMk id="22" creationId="{BC8EFA48-45CD-47AE-A2D0-500E1554A18C}"/>
          </ac:spMkLst>
        </pc:spChg>
        <pc:spChg chg="mod">
          <ac:chgData name="Xu, Vanessa" userId="a3ebf755-99db-4c08-9497-6074ee87b5e8" providerId="ADAL" clId="{EBB4CE37-905D-4977-AAA1-905FBCCDBB0A}" dt="2021-01-30T06:16:50.371" v="1164" actId="1076"/>
          <ac:spMkLst>
            <pc:docMk/>
            <pc:sldMk cId="64966567" sldId="2745"/>
            <ac:spMk id="23" creationId="{20320FCF-8E3F-4863-92A7-1BE840C08823}"/>
          </ac:spMkLst>
        </pc:spChg>
        <pc:spChg chg="mod">
          <ac:chgData name="Xu, Vanessa" userId="a3ebf755-99db-4c08-9497-6074ee87b5e8" providerId="ADAL" clId="{EBB4CE37-905D-4977-AAA1-905FBCCDBB0A}" dt="2021-01-30T06:16:50.371" v="1164" actId="1076"/>
          <ac:spMkLst>
            <pc:docMk/>
            <pc:sldMk cId="64966567" sldId="2745"/>
            <ac:spMk id="24" creationId="{51EC4F26-F6B1-4970-B2B2-28212763C292}"/>
          </ac:spMkLst>
        </pc:spChg>
        <pc:spChg chg="mod">
          <ac:chgData name="Xu, Vanessa" userId="a3ebf755-99db-4c08-9497-6074ee87b5e8" providerId="ADAL" clId="{EBB4CE37-905D-4977-AAA1-905FBCCDBB0A}" dt="2021-01-30T06:16:50.371" v="1164" actId="1076"/>
          <ac:spMkLst>
            <pc:docMk/>
            <pc:sldMk cId="64966567" sldId="2745"/>
            <ac:spMk id="25" creationId="{A969C8D1-F44F-4C5C-87D7-60A4774B1781}"/>
          </ac:spMkLst>
        </pc:spChg>
        <pc:spChg chg="mod">
          <ac:chgData name="Xu, Vanessa" userId="a3ebf755-99db-4c08-9497-6074ee87b5e8" providerId="ADAL" clId="{EBB4CE37-905D-4977-AAA1-905FBCCDBB0A}" dt="2021-01-30T06:16:50.371" v="1164" actId="1076"/>
          <ac:spMkLst>
            <pc:docMk/>
            <pc:sldMk cId="64966567" sldId="2745"/>
            <ac:spMk id="26" creationId="{5F130AEB-C618-4327-ABA9-1A02FCD8A0C7}"/>
          </ac:spMkLst>
        </pc:spChg>
        <pc:spChg chg="mod">
          <ac:chgData name="Xu, Vanessa" userId="a3ebf755-99db-4c08-9497-6074ee87b5e8" providerId="ADAL" clId="{EBB4CE37-905D-4977-AAA1-905FBCCDBB0A}" dt="2021-01-30T06:16:50.371" v="1164" actId="1076"/>
          <ac:spMkLst>
            <pc:docMk/>
            <pc:sldMk cId="64966567" sldId="2745"/>
            <ac:spMk id="27" creationId="{0F5FDF9E-E264-49D0-A5E4-E05C5ABCDDB1}"/>
          </ac:spMkLst>
        </pc:spChg>
        <pc:spChg chg="mod">
          <ac:chgData name="Xu, Vanessa" userId="a3ebf755-99db-4c08-9497-6074ee87b5e8" providerId="ADAL" clId="{EBB4CE37-905D-4977-AAA1-905FBCCDBB0A}" dt="2021-01-30T06:16:50.371" v="1164" actId="1076"/>
          <ac:spMkLst>
            <pc:docMk/>
            <pc:sldMk cId="64966567" sldId="2745"/>
            <ac:spMk id="28" creationId="{06DAD920-0257-48DB-BA2E-A7C66C51DA46}"/>
          </ac:spMkLst>
        </pc:spChg>
        <pc:spChg chg="mod">
          <ac:chgData name="Xu, Vanessa" userId="a3ebf755-99db-4c08-9497-6074ee87b5e8" providerId="ADAL" clId="{EBB4CE37-905D-4977-AAA1-905FBCCDBB0A}" dt="2021-01-30T06:16:50.371" v="1164" actId="1076"/>
          <ac:spMkLst>
            <pc:docMk/>
            <pc:sldMk cId="64966567" sldId="2745"/>
            <ac:spMk id="29" creationId="{D18DF58D-8A60-4300-9E8C-746668FCF4CD}"/>
          </ac:spMkLst>
        </pc:spChg>
        <pc:spChg chg="mod">
          <ac:chgData name="Xu, Vanessa" userId="a3ebf755-99db-4c08-9497-6074ee87b5e8" providerId="ADAL" clId="{EBB4CE37-905D-4977-AAA1-905FBCCDBB0A}" dt="2021-01-30T06:19:03.308" v="1184" actId="14100"/>
          <ac:spMkLst>
            <pc:docMk/>
            <pc:sldMk cId="64966567" sldId="2745"/>
            <ac:spMk id="30" creationId="{92F4C06D-0B63-45C7-BBA7-3B38C2A497D3}"/>
          </ac:spMkLst>
        </pc:spChg>
        <pc:spChg chg="mod">
          <ac:chgData name="Xu, Vanessa" userId="a3ebf755-99db-4c08-9497-6074ee87b5e8" providerId="ADAL" clId="{EBB4CE37-905D-4977-AAA1-905FBCCDBB0A}" dt="2021-01-30T06:18:38.651" v="1179" actId="255"/>
          <ac:spMkLst>
            <pc:docMk/>
            <pc:sldMk cId="64966567" sldId="2745"/>
            <ac:spMk id="31" creationId="{751FDC2A-55FD-404F-968E-B395F5E8162E}"/>
          </ac:spMkLst>
        </pc:spChg>
        <pc:spChg chg="mod">
          <ac:chgData name="Xu, Vanessa" userId="a3ebf755-99db-4c08-9497-6074ee87b5e8" providerId="ADAL" clId="{EBB4CE37-905D-4977-AAA1-905FBCCDBB0A}" dt="2021-01-30T06:16:50.371" v="1164" actId="1076"/>
          <ac:spMkLst>
            <pc:docMk/>
            <pc:sldMk cId="64966567" sldId="2745"/>
            <ac:spMk id="32" creationId="{65BB01A6-981C-449E-A0C9-DB8454B9B59F}"/>
          </ac:spMkLst>
        </pc:spChg>
        <pc:spChg chg="mod">
          <ac:chgData name="Xu, Vanessa" userId="a3ebf755-99db-4c08-9497-6074ee87b5e8" providerId="ADAL" clId="{EBB4CE37-905D-4977-AAA1-905FBCCDBB0A}" dt="2021-01-30T06:16:50.371" v="1164" actId="1076"/>
          <ac:spMkLst>
            <pc:docMk/>
            <pc:sldMk cId="64966567" sldId="2745"/>
            <ac:spMk id="33" creationId="{D010FBF5-C4D7-4B06-9981-20F3FD06EA0D}"/>
          </ac:spMkLst>
        </pc:spChg>
        <pc:grpChg chg="add mod">
          <ac:chgData name="Xu, Vanessa" userId="a3ebf755-99db-4c08-9497-6074ee87b5e8" providerId="ADAL" clId="{EBB4CE37-905D-4977-AAA1-905FBCCDBB0A}" dt="2021-01-30T06:16:50.371" v="1164" actId="1076"/>
          <ac:grpSpMkLst>
            <pc:docMk/>
            <pc:sldMk cId="64966567" sldId="2745"/>
            <ac:grpSpMk id="7" creationId="{3DB40ED2-CF7F-470D-A63F-61AA4C877D34}"/>
          </ac:grpSpMkLst>
        </pc:grpChg>
        <pc:cxnChg chg="add mod">
          <ac:chgData name="Xu, Vanessa" userId="a3ebf755-99db-4c08-9497-6074ee87b5e8" providerId="ADAL" clId="{EBB4CE37-905D-4977-AAA1-905FBCCDBB0A}" dt="2021-01-30T06:16:50.371" v="1164" actId="1076"/>
          <ac:cxnSpMkLst>
            <pc:docMk/>
            <pc:sldMk cId="64966567" sldId="2745"/>
            <ac:cxnSpMk id="5" creationId="{7B1CCB6D-4398-4371-A62B-9BA3FF370B88}"/>
          </ac:cxnSpMkLst>
        </pc:cxnChg>
      </pc:sldChg>
      <pc:sldChg chg="addSp delSp modSp new mod addAnim delAnim modAnim">
        <pc:chgData name="Xu, Vanessa" userId="a3ebf755-99db-4c08-9497-6074ee87b5e8" providerId="ADAL" clId="{EBB4CE37-905D-4977-AAA1-905FBCCDBB0A}" dt="2021-01-30T06:25:08.507" v="1238" actId="14100"/>
        <pc:sldMkLst>
          <pc:docMk/>
          <pc:sldMk cId="1049553419" sldId="2745"/>
        </pc:sldMkLst>
        <pc:spChg chg="mod">
          <ac:chgData name="Xu, Vanessa" userId="a3ebf755-99db-4c08-9497-6074ee87b5e8" providerId="ADAL" clId="{EBB4CE37-905D-4977-AAA1-905FBCCDBB0A}" dt="2021-01-30T06:21:11.265" v="1191" actId="20577"/>
          <ac:spMkLst>
            <pc:docMk/>
            <pc:sldMk cId="1049553419" sldId="2745"/>
            <ac:spMk id="3" creationId="{2C756D3F-6FC2-427B-8649-549AEE494D01}"/>
          </ac:spMkLst>
        </pc:spChg>
        <pc:spChg chg="add mod">
          <ac:chgData name="Xu, Vanessa" userId="a3ebf755-99db-4c08-9497-6074ee87b5e8" providerId="ADAL" clId="{EBB4CE37-905D-4977-AAA1-905FBCCDBB0A}" dt="2021-01-30T06:23:29.833" v="1227" actId="1076"/>
          <ac:spMkLst>
            <pc:docMk/>
            <pc:sldMk cId="1049553419" sldId="2745"/>
            <ac:spMk id="6" creationId="{0D3440C0-7BDF-49B1-91CD-F3B93E68B9C0}"/>
          </ac:spMkLst>
        </pc:spChg>
        <pc:spChg chg="add mod">
          <ac:chgData name="Xu, Vanessa" userId="a3ebf755-99db-4c08-9497-6074ee87b5e8" providerId="ADAL" clId="{EBB4CE37-905D-4977-AAA1-905FBCCDBB0A}" dt="2021-01-30T06:23:29.833" v="1227" actId="1076"/>
          <ac:spMkLst>
            <pc:docMk/>
            <pc:sldMk cId="1049553419" sldId="2745"/>
            <ac:spMk id="7" creationId="{3F46FA14-BB0D-4474-8118-D5FA9CDBD31D}"/>
          </ac:spMkLst>
        </pc:spChg>
        <pc:spChg chg="add mod">
          <ac:chgData name="Xu, Vanessa" userId="a3ebf755-99db-4c08-9497-6074ee87b5e8" providerId="ADAL" clId="{EBB4CE37-905D-4977-AAA1-905FBCCDBB0A}" dt="2021-01-30T06:23:29.833" v="1227" actId="1076"/>
          <ac:spMkLst>
            <pc:docMk/>
            <pc:sldMk cId="1049553419" sldId="2745"/>
            <ac:spMk id="8" creationId="{3EB6E00D-089B-46D1-AADF-258A88708161}"/>
          </ac:spMkLst>
        </pc:spChg>
        <pc:spChg chg="add mod">
          <ac:chgData name="Xu, Vanessa" userId="a3ebf755-99db-4c08-9497-6074ee87b5e8" providerId="ADAL" clId="{EBB4CE37-905D-4977-AAA1-905FBCCDBB0A}" dt="2021-01-30T06:23:29.833" v="1227" actId="1076"/>
          <ac:spMkLst>
            <pc:docMk/>
            <pc:sldMk cId="1049553419" sldId="2745"/>
            <ac:spMk id="10" creationId="{C30A6C15-D865-4D34-845C-D4F911E27A35}"/>
          </ac:spMkLst>
        </pc:spChg>
        <pc:spChg chg="add mod">
          <ac:chgData name="Xu, Vanessa" userId="a3ebf755-99db-4c08-9497-6074ee87b5e8" providerId="ADAL" clId="{EBB4CE37-905D-4977-AAA1-905FBCCDBB0A}" dt="2021-01-30T06:23:29.833" v="1227" actId="1076"/>
          <ac:spMkLst>
            <pc:docMk/>
            <pc:sldMk cId="1049553419" sldId="2745"/>
            <ac:spMk id="11" creationId="{45AD8322-E1A7-40E4-8043-FC33C4981347}"/>
          </ac:spMkLst>
        </pc:spChg>
        <pc:spChg chg="add mod">
          <ac:chgData name="Xu, Vanessa" userId="a3ebf755-99db-4c08-9497-6074ee87b5e8" providerId="ADAL" clId="{EBB4CE37-905D-4977-AAA1-905FBCCDBB0A}" dt="2021-01-30T06:23:29.833" v="1227" actId="1076"/>
          <ac:spMkLst>
            <pc:docMk/>
            <pc:sldMk cId="1049553419" sldId="2745"/>
            <ac:spMk id="13" creationId="{A5448ECA-DC36-446B-A5EA-B9D7115E753C}"/>
          </ac:spMkLst>
        </pc:spChg>
        <pc:spChg chg="add mod">
          <ac:chgData name="Xu, Vanessa" userId="a3ebf755-99db-4c08-9497-6074ee87b5e8" providerId="ADAL" clId="{EBB4CE37-905D-4977-AAA1-905FBCCDBB0A}" dt="2021-01-30T06:25:08.507" v="1238" actId="14100"/>
          <ac:spMkLst>
            <pc:docMk/>
            <pc:sldMk cId="1049553419" sldId="2745"/>
            <ac:spMk id="14" creationId="{B24D1790-F5E0-4B51-88AA-4C19400EF376}"/>
          </ac:spMkLst>
        </pc:spChg>
        <pc:spChg chg="add mod">
          <ac:chgData name="Xu, Vanessa" userId="a3ebf755-99db-4c08-9497-6074ee87b5e8" providerId="ADAL" clId="{EBB4CE37-905D-4977-AAA1-905FBCCDBB0A}" dt="2021-01-30T06:25:03.845" v="1237" actId="14100"/>
          <ac:spMkLst>
            <pc:docMk/>
            <pc:sldMk cId="1049553419" sldId="2745"/>
            <ac:spMk id="16" creationId="{BFCF346C-390A-46CD-846F-9F055B0AFF8A}"/>
          </ac:spMkLst>
        </pc:spChg>
        <pc:spChg chg="add mod">
          <ac:chgData name="Xu, Vanessa" userId="a3ebf755-99db-4c08-9497-6074ee87b5e8" providerId="ADAL" clId="{EBB4CE37-905D-4977-AAA1-905FBCCDBB0A}" dt="2021-01-30T06:23:50.944" v="1230" actId="1076"/>
          <ac:spMkLst>
            <pc:docMk/>
            <pc:sldMk cId="1049553419" sldId="2745"/>
            <ac:spMk id="17" creationId="{BF64CDE2-B5A5-4936-884C-3766D03F4E48}"/>
          </ac:spMkLst>
        </pc:spChg>
        <pc:spChg chg="add mod">
          <ac:chgData name="Xu, Vanessa" userId="a3ebf755-99db-4c08-9497-6074ee87b5e8" providerId="ADAL" clId="{EBB4CE37-905D-4977-AAA1-905FBCCDBB0A}" dt="2021-01-30T06:23:42.012" v="1229" actId="1076"/>
          <ac:spMkLst>
            <pc:docMk/>
            <pc:sldMk cId="1049553419" sldId="2745"/>
            <ac:spMk id="18" creationId="{BF6B30AC-4EBF-479E-8349-D030E48BF6FD}"/>
          </ac:spMkLst>
        </pc:spChg>
        <pc:spChg chg="add mod">
          <ac:chgData name="Xu, Vanessa" userId="a3ebf755-99db-4c08-9497-6074ee87b5e8" providerId="ADAL" clId="{EBB4CE37-905D-4977-AAA1-905FBCCDBB0A}" dt="2021-01-30T06:24:32.641" v="1233" actId="1076"/>
          <ac:spMkLst>
            <pc:docMk/>
            <pc:sldMk cId="1049553419" sldId="2745"/>
            <ac:spMk id="19" creationId="{F4EE31AD-4EF4-4EFB-848B-B082D0FEC120}"/>
          </ac:spMkLst>
        </pc:spChg>
        <pc:spChg chg="add mod">
          <ac:chgData name="Xu, Vanessa" userId="a3ebf755-99db-4c08-9497-6074ee87b5e8" providerId="ADAL" clId="{EBB4CE37-905D-4977-AAA1-905FBCCDBB0A}" dt="2021-01-30T06:23:29.833" v="1227" actId="1076"/>
          <ac:spMkLst>
            <pc:docMk/>
            <pc:sldMk cId="1049553419" sldId="2745"/>
            <ac:spMk id="21" creationId="{64ABE2FB-36AA-482C-A7BE-9C8EF03F928C}"/>
          </ac:spMkLst>
        </pc:spChg>
        <pc:spChg chg="add mod">
          <ac:chgData name="Xu, Vanessa" userId="a3ebf755-99db-4c08-9497-6074ee87b5e8" providerId="ADAL" clId="{EBB4CE37-905D-4977-AAA1-905FBCCDBB0A}" dt="2021-01-30T06:23:57.475" v="1231" actId="1076"/>
          <ac:spMkLst>
            <pc:docMk/>
            <pc:sldMk cId="1049553419" sldId="2745"/>
            <ac:spMk id="22" creationId="{9A6800D0-3602-45F3-B877-8C1FA9911F27}"/>
          </ac:spMkLst>
        </pc:spChg>
        <pc:spChg chg="add mod">
          <ac:chgData name="Xu, Vanessa" userId="a3ebf755-99db-4c08-9497-6074ee87b5e8" providerId="ADAL" clId="{EBB4CE37-905D-4977-AAA1-905FBCCDBB0A}" dt="2021-01-30T06:24:40.163" v="1234" actId="1076"/>
          <ac:spMkLst>
            <pc:docMk/>
            <pc:sldMk cId="1049553419" sldId="2745"/>
            <ac:spMk id="25" creationId="{DDABC8FC-967F-4AB5-BCB0-CB5249B11117}"/>
          </ac:spMkLst>
        </pc:spChg>
        <pc:cxnChg chg="add mod">
          <ac:chgData name="Xu, Vanessa" userId="a3ebf755-99db-4c08-9497-6074ee87b5e8" providerId="ADAL" clId="{EBB4CE37-905D-4977-AAA1-905FBCCDBB0A}" dt="2021-01-30T06:23:29.833" v="1227" actId="1076"/>
          <ac:cxnSpMkLst>
            <pc:docMk/>
            <pc:sldMk cId="1049553419" sldId="2745"/>
            <ac:cxnSpMk id="5" creationId="{E53DBB1A-99ED-4327-A962-8913C8EF1D2A}"/>
          </ac:cxnSpMkLst>
        </pc:cxnChg>
        <pc:cxnChg chg="add mod">
          <ac:chgData name="Xu, Vanessa" userId="a3ebf755-99db-4c08-9497-6074ee87b5e8" providerId="ADAL" clId="{EBB4CE37-905D-4977-AAA1-905FBCCDBB0A}" dt="2021-01-30T06:23:29.833" v="1227" actId="1076"/>
          <ac:cxnSpMkLst>
            <pc:docMk/>
            <pc:sldMk cId="1049553419" sldId="2745"/>
            <ac:cxnSpMk id="9" creationId="{788FD9DA-15BA-429D-A2A7-F147E36A16D9}"/>
          </ac:cxnSpMkLst>
        </pc:cxnChg>
        <pc:cxnChg chg="add mod">
          <ac:chgData name="Xu, Vanessa" userId="a3ebf755-99db-4c08-9497-6074ee87b5e8" providerId="ADAL" clId="{EBB4CE37-905D-4977-AAA1-905FBCCDBB0A}" dt="2021-01-30T06:23:29.833" v="1227" actId="1076"/>
          <ac:cxnSpMkLst>
            <pc:docMk/>
            <pc:sldMk cId="1049553419" sldId="2745"/>
            <ac:cxnSpMk id="12" creationId="{C14A162F-E0CF-4B73-96D5-88BFBC97244B}"/>
          </ac:cxnSpMkLst>
        </pc:cxnChg>
        <pc:cxnChg chg="add del mod">
          <ac:chgData name="Xu, Vanessa" userId="a3ebf755-99db-4c08-9497-6074ee87b5e8" providerId="ADAL" clId="{EBB4CE37-905D-4977-AAA1-905FBCCDBB0A}" dt="2021-01-30T06:25:03.845" v="1237" actId="14100"/>
          <ac:cxnSpMkLst>
            <pc:docMk/>
            <pc:sldMk cId="1049553419" sldId="2745"/>
            <ac:cxnSpMk id="15" creationId="{3ECF8C08-EE0E-4B03-9A62-3DCB8BAB07C2}"/>
          </ac:cxnSpMkLst>
        </pc:cxnChg>
        <pc:cxnChg chg="add mod">
          <ac:chgData name="Xu, Vanessa" userId="a3ebf755-99db-4c08-9497-6074ee87b5e8" providerId="ADAL" clId="{EBB4CE37-905D-4977-AAA1-905FBCCDBB0A}" dt="2021-01-30T06:23:29.833" v="1227" actId="1076"/>
          <ac:cxnSpMkLst>
            <pc:docMk/>
            <pc:sldMk cId="1049553419" sldId="2745"/>
            <ac:cxnSpMk id="20" creationId="{86B722A6-4CE7-4A3B-9AA5-D87F8111D058}"/>
          </ac:cxnSpMkLst>
        </pc:cxnChg>
        <pc:cxnChg chg="add mod">
          <ac:chgData name="Xu, Vanessa" userId="a3ebf755-99db-4c08-9497-6074ee87b5e8" providerId="ADAL" clId="{EBB4CE37-905D-4977-AAA1-905FBCCDBB0A}" dt="2021-01-30T06:23:57.475" v="1231" actId="1076"/>
          <ac:cxnSpMkLst>
            <pc:docMk/>
            <pc:sldMk cId="1049553419" sldId="2745"/>
            <ac:cxnSpMk id="23" creationId="{65136B80-0C32-470C-8873-2F653ABC0C10}"/>
          </ac:cxnSpMkLst>
        </pc:cxnChg>
        <pc:cxnChg chg="add mod">
          <ac:chgData name="Xu, Vanessa" userId="a3ebf755-99db-4c08-9497-6074ee87b5e8" providerId="ADAL" clId="{EBB4CE37-905D-4977-AAA1-905FBCCDBB0A}" dt="2021-01-30T06:24:40.163" v="1234" actId="1076"/>
          <ac:cxnSpMkLst>
            <pc:docMk/>
            <pc:sldMk cId="1049553419" sldId="2745"/>
            <ac:cxnSpMk id="24" creationId="{261AA8D2-6045-40E0-A676-D051D8D8A12C}"/>
          </ac:cxnSpMkLst>
        </pc:cxnChg>
        <pc:cxnChg chg="add del">
          <ac:chgData name="Xu, Vanessa" userId="a3ebf755-99db-4c08-9497-6074ee87b5e8" providerId="ADAL" clId="{EBB4CE37-905D-4977-AAA1-905FBCCDBB0A}" dt="2021-01-30T06:23:18.124" v="1213" actId="11529"/>
          <ac:cxnSpMkLst>
            <pc:docMk/>
            <pc:sldMk cId="1049553419" sldId="2745"/>
            <ac:cxnSpMk id="30" creationId="{AB1F15A0-DA7F-4C0D-970E-612DB5D9809C}"/>
          </ac:cxnSpMkLst>
        </pc:cxnChg>
        <pc:cxnChg chg="add del mod">
          <ac:chgData name="Xu, Vanessa" userId="a3ebf755-99db-4c08-9497-6074ee87b5e8" providerId="ADAL" clId="{EBB4CE37-905D-4977-AAA1-905FBCCDBB0A}" dt="2021-01-30T06:23:17.520" v="1211" actId="11529"/>
          <ac:cxnSpMkLst>
            <pc:docMk/>
            <pc:sldMk cId="1049553419" sldId="2745"/>
            <ac:cxnSpMk id="32" creationId="{FD479B79-F200-47B9-8087-32CA9ABF6DE3}"/>
          </ac:cxnSpMkLst>
        </pc:cxnChg>
      </pc:sldChg>
      <pc:sldChg chg="addSp modSp new mod">
        <pc:chgData name="Xu, Vanessa" userId="a3ebf755-99db-4c08-9497-6074ee87b5e8" providerId="ADAL" clId="{EBB4CE37-905D-4977-AAA1-905FBCCDBB0A}" dt="2021-01-30T06:33:16.647" v="1271" actId="1076"/>
        <pc:sldMkLst>
          <pc:docMk/>
          <pc:sldMk cId="3658457268" sldId="2746"/>
        </pc:sldMkLst>
        <pc:spChg chg="mod">
          <ac:chgData name="Xu, Vanessa" userId="a3ebf755-99db-4c08-9497-6074ee87b5e8" providerId="ADAL" clId="{EBB4CE37-905D-4977-AAA1-905FBCCDBB0A}" dt="2021-01-30T06:26:09.583" v="1249" actId="20577"/>
          <ac:spMkLst>
            <pc:docMk/>
            <pc:sldMk cId="3658457268" sldId="2746"/>
            <ac:spMk id="3" creationId="{D928236D-7E06-4914-A262-19ACD3F6CCE6}"/>
          </ac:spMkLst>
        </pc:spChg>
        <pc:spChg chg="add mod">
          <ac:chgData name="Xu, Vanessa" userId="a3ebf755-99db-4c08-9497-6074ee87b5e8" providerId="ADAL" clId="{EBB4CE37-905D-4977-AAA1-905FBCCDBB0A}" dt="2021-01-30T06:33:16.647" v="1271" actId="1076"/>
          <ac:spMkLst>
            <pc:docMk/>
            <pc:sldMk cId="3658457268" sldId="2746"/>
            <ac:spMk id="8" creationId="{DF051B6F-1E33-4865-9AE3-F6272B342AFB}"/>
          </ac:spMkLst>
        </pc:spChg>
        <pc:graphicFrameChg chg="add mod modGraphic">
          <ac:chgData name="Xu, Vanessa" userId="a3ebf755-99db-4c08-9497-6074ee87b5e8" providerId="ADAL" clId="{EBB4CE37-905D-4977-AAA1-905FBCCDBB0A}" dt="2021-01-30T06:32:15.202" v="1259" actId="14100"/>
          <ac:graphicFrameMkLst>
            <pc:docMk/>
            <pc:sldMk cId="3658457268" sldId="2746"/>
            <ac:graphicFrameMk id="5" creationId="{BD676F8C-17D9-4AAB-A24F-B41D164A6F05}"/>
          </ac:graphicFrameMkLst>
        </pc:graphicFrameChg>
        <pc:graphicFrameChg chg="add mod">
          <ac:chgData name="Xu, Vanessa" userId="a3ebf755-99db-4c08-9497-6074ee87b5e8" providerId="ADAL" clId="{EBB4CE37-905D-4977-AAA1-905FBCCDBB0A}" dt="2021-01-30T06:31:23.626" v="1256" actId="1076"/>
          <ac:graphicFrameMkLst>
            <pc:docMk/>
            <pc:sldMk cId="3658457268" sldId="2746"/>
            <ac:graphicFrameMk id="6" creationId="{F4EF8E04-FD02-408C-B247-A5A7BA589AAF}"/>
          </ac:graphicFrameMkLst>
        </pc:graphicFrameChg>
        <pc:graphicFrameChg chg="add mod">
          <ac:chgData name="Xu, Vanessa" userId="a3ebf755-99db-4c08-9497-6074ee87b5e8" providerId="ADAL" clId="{EBB4CE37-905D-4977-AAA1-905FBCCDBB0A}" dt="2021-01-30T06:31:46.533" v="1258" actId="1076"/>
          <ac:graphicFrameMkLst>
            <pc:docMk/>
            <pc:sldMk cId="3658457268" sldId="2746"/>
            <ac:graphicFrameMk id="7" creationId="{43AC11DF-976E-4033-A636-845F81AC6133}"/>
          </ac:graphicFrameMkLst>
        </pc:graphicFrameChg>
      </pc:sldChg>
      <pc:sldChg chg="addSp modSp new del mod">
        <pc:chgData name="Xu, Vanessa" userId="a3ebf755-99db-4c08-9497-6074ee87b5e8" providerId="ADAL" clId="{EBB4CE37-905D-4977-AAA1-905FBCCDBB0A}" dt="2021-01-30T06:20:46.827" v="1187" actId="47"/>
        <pc:sldMkLst>
          <pc:docMk/>
          <pc:sldMk cId="3940493398" sldId="2746"/>
        </pc:sldMkLst>
        <pc:spChg chg="mod">
          <ac:chgData name="Xu, Vanessa" userId="a3ebf755-99db-4c08-9497-6074ee87b5e8" providerId="ADAL" clId="{EBB4CE37-905D-4977-AAA1-905FBCCDBB0A}" dt="2021-01-30T06:17:40.795" v="1177" actId="20577"/>
          <ac:spMkLst>
            <pc:docMk/>
            <pc:sldMk cId="3940493398" sldId="2746"/>
            <ac:spMk id="3" creationId="{B0AEE602-47A8-40ED-83AA-88BAD360E83F}"/>
          </ac:spMkLst>
        </pc:spChg>
        <pc:spChg chg="add mod">
          <ac:chgData name="Xu, Vanessa" userId="a3ebf755-99db-4c08-9497-6074ee87b5e8" providerId="ADAL" clId="{EBB4CE37-905D-4977-AAA1-905FBCCDBB0A}" dt="2021-01-30T06:19:32.678" v="1185" actId="1076"/>
          <ac:spMkLst>
            <pc:docMk/>
            <pc:sldMk cId="3940493398" sldId="2746"/>
            <ac:spMk id="6" creationId="{DE364BE8-F329-4889-9F5A-191703AF368B}"/>
          </ac:spMkLst>
        </pc:spChg>
        <pc:spChg chg="mod">
          <ac:chgData name="Xu, Vanessa" userId="a3ebf755-99db-4c08-9497-6074ee87b5e8" providerId="ADAL" clId="{EBB4CE37-905D-4977-AAA1-905FBCCDBB0A}" dt="2021-01-30T06:17:37.731" v="1168" actId="1076"/>
          <ac:spMkLst>
            <pc:docMk/>
            <pc:sldMk cId="3940493398" sldId="2746"/>
            <ac:spMk id="8" creationId="{8D7DCAA5-2145-4B20-9351-AF9DBC8E8805}"/>
          </ac:spMkLst>
        </pc:spChg>
        <pc:spChg chg="mod">
          <ac:chgData name="Xu, Vanessa" userId="a3ebf755-99db-4c08-9497-6074ee87b5e8" providerId="ADAL" clId="{EBB4CE37-905D-4977-AAA1-905FBCCDBB0A}" dt="2021-01-30T06:17:37.731" v="1168" actId="1076"/>
          <ac:spMkLst>
            <pc:docMk/>
            <pc:sldMk cId="3940493398" sldId="2746"/>
            <ac:spMk id="9" creationId="{9E98B667-C178-40C8-9491-44D0E2EAA428}"/>
          </ac:spMkLst>
        </pc:spChg>
        <pc:spChg chg="mod">
          <ac:chgData name="Xu, Vanessa" userId="a3ebf755-99db-4c08-9497-6074ee87b5e8" providerId="ADAL" clId="{EBB4CE37-905D-4977-AAA1-905FBCCDBB0A}" dt="2021-01-30T06:17:37.731" v="1168" actId="1076"/>
          <ac:spMkLst>
            <pc:docMk/>
            <pc:sldMk cId="3940493398" sldId="2746"/>
            <ac:spMk id="10" creationId="{41C8B541-2C83-4304-8121-77F3F5CFD0EA}"/>
          </ac:spMkLst>
        </pc:spChg>
        <pc:spChg chg="mod">
          <ac:chgData name="Xu, Vanessa" userId="a3ebf755-99db-4c08-9497-6074ee87b5e8" providerId="ADAL" clId="{EBB4CE37-905D-4977-AAA1-905FBCCDBB0A}" dt="2021-01-30T06:17:37.731" v="1168" actId="1076"/>
          <ac:spMkLst>
            <pc:docMk/>
            <pc:sldMk cId="3940493398" sldId="2746"/>
            <ac:spMk id="11" creationId="{8BD913D0-11D6-4AEC-8AEB-2E2EF6C36124}"/>
          </ac:spMkLst>
        </pc:spChg>
        <pc:spChg chg="mod">
          <ac:chgData name="Xu, Vanessa" userId="a3ebf755-99db-4c08-9497-6074ee87b5e8" providerId="ADAL" clId="{EBB4CE37-905D-4977-AAA1-905FBCCDBB0A}" dt="2021-01-30T06:17:37.731" v="1168" actId="1076"/>
          <ac:spMkLst>
            <pc:docMk/>
            <pc:sldMk cId="3940493398" sldId="2746"/>
            <ac:spMk id="12" creationId="{B140ACFC-45F9-4662-A63E-10B6DFB4FB0D}"/>
          </ac:spMkLst>
        </pc:spChg>
        <pc:spChg chg="mod">
          <ac:chgData name="Xu, Vanessa" userId="a3ebf755-99db-4c08-9497-6074ee87b5e8" providerId="ADAL" clId="{EBB4CE37-905D-4977-AAA1-905FBCCDBB0A}" dt="2021-01-30T06:17:37.731" v="1168" actId="1076"/>
          <ac:spMkLst>
            <pc:docMk/>
            <pc:sldMk cId="3940493398" sldId="2746"/>
            <ac:spMk id="13" creationId="{E8909D81-2FDE-4E72-81B5-1D6A9E49FF53}"/>
          </ac:spMkLst>
        </pc:spChg>
        <pc:spChg chg="mod">
          <ac:chgData name="Xu, Vanessa" userId="a3ebf755-99db-4c08-9497-6074ee87b5e8" providerId="ADAL" clId="{EBB4CE37-905D-4977-AAA1-905FBCCDBB0A}" dt="2021-01-30T06:17:37.731" v="1168" actId="1076"/>
          <ac:spMkLst>
            <pc:docMk/>
            <pc:sldMk cId="3940493398" sldId="2746"/>
            <ac:spMk id="14" creationId="{960720EC-51E5-4B84-AF24-87299677E3DD}"/>
          </ac:spMkLst>
        </pc:spChg>
        <pc:spChg chg="mod">
          <ac:chgData name="Xu, Vanessa" userId="a3ebf755-99db-4c08-9497-6074ee87b5e8" providerId="ADAL" clId="{EBB4CE37-905D-4977-AAA1-905FBCCDBB0A}" dt="2021-01-30T06:17:37.731" v="1168" actId="1076"/>
          <ac:spMkLst>
            <pc:docMk/>
            <pc:sldMk cId="3940493398" sldId="2746"/>
            <ac:spMk id="15" creationId="{1C6480E5-CBA0-4F05-A576-ECF77922FE49}"/>
          </ac:spMkLst>
        </pc:spChg>
        <pc:spChg chg="mod">
          <ac:chgData name="Xu, Vanessa" userId="a3ebf755-99db-4c08-9497-6074ee87b5e8" providerId="ADAL" clId="{EBB4CE37-905D-4977-AAA1-905FBCCDBB0A}" dt="2021-01-30T06:17:37.731" v="1168" actId="1076"/>
          <ac:spMkLst>
            <pc:docMk/>
            <pc:sldMk cId="3940493398" sldId="2746"/>
            <ac:spMk id="16" creationId="{2EEE3E2B-13B6-45AC-9B3C-F040E0AE6868}"/>
          </ac:spMkLst>
        </pc:spChg>
        <pc:spChg chg="mod">
          <ac:chgData name="Xu, Vanessa" userId="a3ebf755-99db-4c08-9497-6074ee87b5e8" providerId="ADAL" clId="{EBB4CE37-905D-4977-AAA1-905FBCCDBB0A}" dt="2021-01-30T06:17:37.731" v="1168" actId="1076"/>
          <ac:spMkLst>
            <pc:docMk/>
            <pc:sldMk cId="3940493398" sldId="2746"/>
            <ac:spMk id="17" creationId="{5A3EE8D2-8DA2-4754-9D76-C6F48062FA19}"/>
          </ac:spMkLst>
        </pc:spChg>
        <pc:spChg chg="mod">
          <ac:chgData name="Xu, Vanessa" userId="a3ebf755-99db-4c08-9497-6074ee87b5e8" providerId="ADAL" clId="{EBB4CE37-905D-4977-AAA1-905FBCCDBB0A}" dt="2021-01-30T06:17:37.731" v="1168" actId="1076"/>
          <ac:spMkLst>
            <pc:docMk/>
            <pc:sldMk cId="3940493398" sldId="2746"/>
            <ac:spMk id="20" creationId="{A05A76F9-058C-4AB9-9065-1BAA9A9D0F4A}"/>
          </ac:spMkLst>
        </pc:spChg>
        <pc:spChg chg="mod">
          <ac:chgData name="Xu, Vanessa" userId="a3ebf755-99db-4c08-9497-6074ee87b5e8" providerId="ADAL" clId="{EBB4CE37-905D-4977-AAA1-905FBCCDBB0A}" dt="2021-01-30T06:17:37.731" v="1168" actId="1076"/>
          <ac:spMkLst>
            <pc:docMk/>
            <pc:sldMk cId="3940493398" sldId="2746"/>
            <ac:spMk id="21" creationId="{0067024E-80FB-400A-8302-01F653C45F58}"/>
          </ac:spMkLst>
        </pc:spChg>
        <pc:grpChg chg="add mod">
          <ac:chgData name="Xu, Vanessa" userId="a3ebf755-99db-4c08-9497-6074ee87b5e8" providerId="ADAL" clId="{EBB4CE37-905D-4977-AAA1-905FBCCDBB0A}" dt="2021-01-30T06:17:37.731" v="1168" actId="1076"/>
          <ac:grpSpMkLst>
            <pc:docMk/>
            <pc:sldMk cId="3940493398" sldId="2746"/>
            <ac:grpSpMk id="7" creationId="{05608699-9C02-4476-B827-6DDB6D725057}"/>
          </ac:grpSpMkLst>
        </pc:grpChg>
        <pc:cxnChg chg="add mod">
          <ac:chgData name="Xu, Vanessa" userId="a3ebf755-99db-4c08-9497-6074ee87b5e8" providerId="ADAL" clId="{EBB4CE37-905D-4977-AAA1-905FBCCDBB0A}" dt="2021-01-30T06:17:37.731" v="1168" actId="1076"/>
          <ac:cxnSpMkLst>
            <pc:docMk/>
            <pc:sldMk cId="3940493398" sldId="2746"/>
            <ac:cxnSpMk id="5" creationId="{0C16F8E8-BA45-4199-9AF2-155EEEB78098}"/>
          </ac:cxnSpMkLst>
        </pc:cxnChg>
        <pc:cxnChg chg="mod">
          <ac:chgData name="Xu, Vanessa" userId="a3ebf755-99db-4c08-9497-6074ee87b5e8" providerId="ADAL" clId="{EBB4CE37-905D-4977-AAA1-905FBCCDBB0A}" dt="2021-01-30T06:17:37.731" v="1168" actId="1076"/>
          <ac:cxnSpMkLst>
            <pc:docMk/>
            <pc:sldMk cId="3940493398" sldId="2746"/>
            <ac:cxnSpMk id="18" creationId="{D0D2ED9E-E059-4B66-8D57-073CFD83A6A4}"/>
          </ac:cxnSpMkLst>
        </pc:cxnChg>
        <pc:cxnChg chg="mod">
          <ac:chgData name="Xu, Vanessa" userId="a3ebf755-99db-4c08-9497-6074ee87b5e8" providerId="ADAL" clId="{EBB4CE37-905D-4977-AAA1-905FBCCDBB0A}" dt="2021-01-30T06:17:37.731" v="1168" actId="1076"/>
          <ac:cxnSpMkLst>
            <pc:docMk/>
            <pc:sldMk cId="3940493398" sldId="2746"/>
            <ac:cxnSpMk id="19" creationId="{911A9B39-198F-4193-AF4C-5CFD1B12B131}"/>
          </ac:cxnSpMkLst>
        </pc:cxnChg>
        <pc:cxnChg chg="mod">
          <ac:chgData name="Xu, Vanessa" userId="a3ebf755-99db-4c08-9497-6074ee87b5e8" providerId="ADAL" clId="{EBB4CE37-905D-4977-AAA1-905FBCCDBB0A}" dt="2021-01-30T06:17:37.731" v="1168" actId="1076"/>
          <ac:cxnSpMkLst>
            <pc:docMk/>
            <pc:sldMk cId="3940493398" sldId="2746"/>
            <ac:cxnSpMk id="22" creationId="{6B1EC4C4-BD57-49A2-A764-547E88409751}"/>
          </ac:cxnSpMkLst>
        </pc:cxnChg>
        <pc:cxnChg chg="mod">
          <ac:chgData name="Xu, Vanessa" userId="a3ebf755-99db-4c08-9497-6074ee87b5e8" providerId="ADAL" clId="{EBB4CE37-905D-4977-AAA1-905FBCCDBB0A}" dt="2021-01-30T06:17:37.731" v="1168" actId="1076"/>
          <ac:cxnSpMkLst>
            <pc:docMk/>
            <pc:sldMk cId="3940493398" sldId="2746"/>
            <ac:cxnSpMk id="23" creationId="{0AEF3FFA-6F1F-441C-8F80-A945F2B13E0B}"/>
          </ac:cxnSpMkLst>
        </pc:cxnChg>
        <pc:cxnChg chg="mod">
          <ac:chgData name="Xu, Vanessa" userId="a3ebf755-99db-4c08-9497-6074ee87b5e8" providerId="ADAL" clId="{EBB4CE37-905D-4977-AAA1-905FBCCDBB0A}" dt="2021-01-30T06:17:37.731" v="1168" actId="1076"/>
          <ac:cxnSpMkLst>
            <pc:docMk/>
            <pc:sldMk cId="3940493398" sldId="2746"/>
            <ac:cxnSpMk id="24" creationId="{0310CE19-B949-4FC5-9DBA-9452F3705BFC}"/>
          </ac:cxnSpMkLst>
        </pc:cxnChg>
        <pc:cxnChg chg="mod">
          <ac:chgData name="Xu, Vanessa" userId="a3ebf755-99db-4c08-9497-6074ee87b5e8" providerId="ADAL" clId="{EBB4CE37-905D-4977-AAA1-905FBCCDBB0A}" dt="2021-01-30T06:17:37.731" v="1168" actId="1076"/>
          <ac:cxnSpMkLst>
            <pc:docMk/>
            <pc:sldMk cId="3940493398" sldId="2746"/>
            <ac:cxnSpMk id="25" creationId="{089CFFC3-D2D1-4B54-9F83-A17D06019542}"/>
          </ac:cxnSpMkLst>
        </pc:cxnChg>
      </pc:sldChg>
      <pc:sldChg chg="modSp add mod">
        <pc:chgData name="Xu, Vanessa" userId="a3ebf755-99db-4c08-9497-6074ee87b5e8" providerId="ADAL" clId="{EBB4CE37-905D-4977-AAA1-905FBCCDBB0A}" dt="2021-02-01T05:48:24.315" v="1483" actId="20577"/>
        <pc:sldMkLst>
          <pc:docMk/>
          <pc:sldMk cId="1983058585" sldId="2747"/>
        </pc:sldMkLst>
        <pc:spChg chg="mod">
          <ac:chgData name="Xu, Vanessa" userId="a3ebf755-99db-4c08-9497-6074ee87b5e8" providerId="ADAL" clId="{EBB4CE37-905D-4977-AAA1-905FBCCDBB0A}" dt="2021-02-01T05:48:24.315" v="1483" actId="20577"/>
          <ac:spMkLst>
            <pc:docMk/>
            <pc:sldMk cId="1983058585" sldId="2747"/>
            <ac:spMk id="2" creationId="{792B6FEC-8ABD-4C1C-ACC9-F5BAC1DEC940}"/>
          </ac:spMkLst>
        </pc:spChg>
        <pc:spChg chg="mod">
          <ac:chgData name="Xu, Vanessa" userId="a3ebf755-99db-4c08-9497-6074ee87b5e8" providerId="ADAL" clId="{EBB4CE37-905D-4977-AAA1-905FBCCDBB0A}" dt="2021-02-01T05:42:59.423" v="1390" actId="207"/>
          <ac:spMkLst>
            <pc:docMk/>
            <pc:sldMk cId="1983058585" sldId="2747"/>
            <ac:spMk id="25" creationId="{F8E07573-A8E5-42F7-B445-E2E8E3B47ABD}"/>
          </ac:spMkLst>
        </pc:spChg>
      </pc:sldChg>
      <pc:sldChg chg="modSp add mod">
        <pc:chgData name="Xu, Vanessa" userId="a3ebf755-99db-4c08-9497-6074ee87b5e8" providerId="ADAL" clId="{EBB4CE37-905D-4977-AAA1-905FBCCDBB0A}" dt="2021-02-01T05:48:14.576" v="1463" actId="20577"/>
        <pc:sldMkLst>
          <pc:docMk/>
          <pc:sldMk cId="2422665045" sldId="2748"/>
        </pc:sldMkLst>
        <pc:spChg chg="mod">
          <ac:chgData name="Xu, Vanessa" userId="a3ebf755-99db-4c08-9497-6074ee87b5e8" providerId="ADAL" clId="{EBB4CE37-905D-4977-AAA1-905FBCCDBB0A}" dt="2021-02-01T05:48:14.576" v="1463" actId="20577"/>
          <ac:spMkLst>
            <pc:docMk/>
            <pc:sldMk cId="2422665045" sldId="2748"/>
            <ac:spMk id="2" creationId="{792B6FEC-8ABD-4C1C-ACC9-F5BAC1DEC940}"/>
          </ac:spMkLst>
        </pc:spChg>
        <pc:spChg chg="mod">
          <ac:chgData name="Xu, Vanessa" userId="a3ebf755-99db-4c08-9497-6074ee87b5e8" providerId="ADAL" clId="{EBB4CE37-905D-4977-AAA1-905FBCCDBB0A}" dt="2021-02-01T05:43:24.677" v="1392" actId="207"/>
          <ac:spMkLst>
            <pc:docMk/>
            <pc:sldMk cId="2422665045" sldId="2748"/>
            <ac:spMk id="23" creationId="{F8E07573-A8E5-42F7-B445-E2E8E3B47ABD}"/>
          </ac:spMkLst>
        </pc:spChg>
      </pc:sldChg>
      <pc:sldChg chg="modSp add mod">
        <pc:chgData name="Xu, Vanessa" userId="a3ebf755-99db-4c08-9497-6074ee87b5e8" providerId="ADAL" clId="{EBB4CE37-905D-4977-AAA1-905FBCCDBB0A}" dt="2021-02-01T05:48:02.803" v="1443" actId="20577"/>
        <pc:sldMkLst>
          <pc:docMk/>
          <pc:sldMk cId="3339887635" sldId="2749"/>
        </pc:sldMkLst>
        <pc:spChg chg="mod">
          <ac:chgData name="Xu, Vanessa" userId="a3ebf755-99db-4c08-9497-6074ee87b5e8" providerId="ADAL" clId="{EBB4CE37-905D-4977-AAA1-905FBCCDBB0A}" dt="2021-02-01T05:48:02.803" v="1443" actId="20577"/>
          <ac:spMkLst>
            <pc:docMk/>
            <pc:sldMk cId="3339887635" sldId="2749"/>
            <ac:spMk id="2" creationId="{792B6FEC-8ABD-4C1C-ACC9-F5BAC1DEC940}"/>
          </ac:spMkLst>
        </pc:spChg>
        <pc:spChg chg="mod">
          <ac:chgData name="Xu, Vanessa" userId="a3ebf755-99db-4c08-9497-6074ee87b5e8" providerId="ADAL" clId="{EBB4CE37-905D-4977-AAA1-905FBCCDBB0A}" dt="2021-02-01T05:43:46.392" v="1394" actId="207"/>
          <ac:spMkLst>
            <pc:docMk/>
            <pc:sldMk cId="3339887635" sldId="2749"/>
            <ac:spMk id="21" creationId="{F8E07573-A8E5-42F7-B445-E2E8E3B47ABD}"/>
          </ac:spMkLst>
        </pc:spChg>
      </pc:sldChg>
      <pc:sldMasterChg chg="modSldLayout">
        <pc:chgData name="Xu, Vanessa" userId="a3ebf755-99db-4c08-9497-6074ee87b5e8" providerId="ADAL" clId="{EBB4CE37-905D-4977-AAA1-905FBCCDBB0A}" dt="2021-01-30T03:47:03.958" v="280" actId="20577"/>
        <pc:sldMasterMkLst>
          <pc:docMk/>
          <pc:sldMasterMk cId="2264729620" sldId="2147483648"/>
        </pc:sldMasterMkLst>
        <pc:sldLayoutChg chg="modSp mod">
          <pc:chgData name="Xu, Vanessa" userId="a3ebf755-99db-4c08-9497-6074ee87b5e8" providerId="ADAL" clId="{EBB4CE37-905D-4977-AAA1-905FBCCDBB0A}" dt="2021-01-30T03:47:03.958" v="280" actId="20577"/>
          <pc:sldLayoutMkLst>
            <pc:docMk/>
            <pc:sldMasterMk cId="2264729620" sldId="2147483648"/>
            <pc:sldLayoutMk cId="3150567885" sldId="2147483654"/>
          </pc:sldLayoutMkLst>
          <pc:spChg chg="mod">
            <ac:chgData name="Xu, Vanessa" userId="a3ebf755-99db-4c08-9497-6074ee87b5e8" providerId="ADAL" clId="{EBB4CE37-905D-4977-AAA1-905FBCCDBB0A}" dt="2021-01-30T03:47:03.958" v="280" actId="20577"/>
            <ac:spMkLst>
              <pc:docMk/>
              <pc:sldMasterMk cId="2264729620" sldId="2147483648"/>
              <pc:sldLayoutMk cId="3150567885" sldId="2147483654"/>
              <ac:spMk id="6" creationId="{A8CFCAF4-E81E-4014-84B4-7D8C509608C0}"/>
            </ac:spMkLst>
          </pc:spChg>
        </pc:sldLayoutChg>
      </pc:sldMasterChg>
    </pc:docChg>
  </pc:docChgLst>
  <pc:docChgLst>
    <pc:chgData name="Xu, Vanessa" userId="a3ebf755-99db-4c08-9497-6074ee87b5e8" providerId="ADAL" clId="{6F658118-054C-4C2B-AF59-CD622CDAC159}"/>
    <pc:docChg chg="undo custSel addSld delSld modSld modSection">
      <pc:chgData name="Xu, Vanessa" userId="a3ebf755-99db-4c08-9497-6074ee87b5e8" providerId="ADAL" clId="{6F658118-054C-4C2B-AF59-CD622CDAC159}" dt="2021-01-25T02:47:16.051" v="1106" actId="20577"/>
      <pc:docMkLst>
        <pc:docMk/>
      </pc:docMkLst>
      <pc:sldChg chg="modSp">
        <pc:chgData name="Xu, Vanessa" userId="a3ebf755-99db-4c08-9497-6074ee87b5e8" providerId="ADAL" clId="{6F658118-054C-4C2B-AF59-CD622CDAC159}" dt="2021-01-18T08:55:38.688" v="21" actId="20577"/>
        <pc:sldMkLst>
          <pc:docMk/>
          <pc:sldMk cId="745975132" sldId="256"/>
        </pc:sldMkLst>
        <pc:spChg chg="mod">
          <ac:chgData name="Xu, Vanessa" userId="a3ebf755-99db-4c08-9497-6074ee87b5e8" providerId="ADAL" clId="{6F658118-054C-4C2B-AF59-CD622CDAC159}" dt="2021-01-18T08:55:31.489" v="13" actId="20577"/>
          <ac:spMkLst>
            <pc:docMk/>
            <pc:sldMk cId="745975132" sldId="256"/>
            <ac:spMk id="5" creationId="{39DC9637-B46D-4E45-9A92-24D0CD7A876F}"/>
          </ac:spMkLst>
        </pc:spChg>
        <pc:spChg chg="mod">
          <ac:chgData name="Xu, Vanessa" userId="a3ebf755-99db-4c08-9497-6074ee87b5e8" providerId="ADAL" clId="{6F658118-054C-4C2B-AF59-CD622CDAC159}" dt="2021-01-18T08:55:38.688" v="21" actId="20577"/>
          <ac:spMkLst>
            <pc:docMk/>
            <pc:sldMk cId="745975132" sldId="256"/>
            <ac:spMk id="21" creationId="{BBD14D05-BFF3-4A68-8280-479ECDB69B53}"/>
          </ac:spMkLst>
        </pc:spChg>
      </pc:sldChg>
      <pc:sldChg chg="modSp">
        <pc:chgData name="Xu, Vanessa" userId="a3ebf755-99db-4c08-9497-6074ee87b5e8" providerId="ADAL" clId="{6F658118-054C-4C2B-AF59-CD622CDAC159}" dt="2021-01-19T09:18:27.223" v="377" actId="20577"/>
        <pc:sldMkLst>
          <pc:docMk/>
          <pc:sldMk cId="3698919919" sldId="2677"/>
        </pc:sldMkLst>
        <pc:spChg chg="mod">
          <ac:chgData name="Xu, Vanessa" userId="a3ebf755-99db-4c08-9497-6074ee87b5e8" providerId="ADAL" clId="{6F658118-054C-4C2B-AF59-CD622CDAC159}" dt="2021-01-19T09:18:27.223" v="377" actId="20577"/>
          <ac:spMkLst>
            <pc:docMk/>
            <pc:sldMk cId="3698919919" sldId="2677"/>
            <ac:spMk id="3" creationId="{536681C2-8AF0-47B4-B153-3DEAE30A695E}"/>
          </ac:spMkLst>
        </pc:spChg>
      </pc:sldChg>
      <pc:sldChg chg="addSp delSp modSp del delAnim">
        <pc:chgData name="Xu, Vanessa" userId="a3ebf755-99db-4c08-9497-6074ee87b5e8" providerId="ADAL" clId="{6F658118-054C-4C2B-AF59-CD622CDAC159}" dt="2021-01-19T01:33:39.986" v="144" actId="2696"/>
        <pc:sldMkLst>
          <pc:docMk/>
          <pc:sldMk cId="2014569698" sldId="2690"/>
        </pc:sldMkLst>
        <pc:spChg chg="del">
          <ac:chgData name="Xu, Vanessa" userId="a3ebf755-99db-4c08-9497-6074ee87b5e8" providerId="ADAL" clId="{6F658118-054C-4C2B-AF59-CD622CDAC159}" dt="2021-01-18T08:55:53.042" v="23" actId="478"/>
          <ac:spMkLst>
            <pc:docMk/>
            <pc:sldMk cId="2014569698" sldId="2690"/>
            <ac:spMk id="2" creationId="{D54A42EC-4BCC-4B34-820E-F330FB3B9F54}"/>
          </ac:spMkLst>
        </pc:spChg>
        <pc:spChg chg="del">
          <ac:chgData name="Xu, Vanessa" userId="a3ebf755-99db-4c08-9497-6074ee87b5e8" providerId="ADAL" clId="{6F658118-054C-4C2B-AF59-CD622CDAC159}" dt="2021-01-18T08:55:50.856" v="22" actId="478"/>
          <ac:spMkLst>
            <pc:docMk/>
            <pc:sldMk cId="2014569698" sldId="2690"/>
            <ac:spMk id="4" creationId="{2A1901A0-398A-41FA-90DA-2BE4768EA720}"/>
          </ac:spMkLst>
        </pc:spChg>
        <pc:spChg chg="add del mod">
          <ac:chgData name="Xu, Vanessa" userId="a3ebf755-99db-4c08-9497-6074ee87b5e8" providerId="ADAL" clId="{6F658118-054C-4C2B-AF59-CD622CDAC159}" dt="2021-01-18T08:58:30.250" v="33" actId="478"/>
          <ac:spMkLst>
            <pc:docMk/>
            <pc:sldMk cId="2014569698" sldId="2690"/>
            <ac:spMk id="6" creationId="{938AA984-6AAF-49B7-B7BD-35E378ADD64E}"/>
          </ac:spMkLst>
        </pc:spChg>
        <pc:spChg chg="add mod">
          <ac:chgData name="Xu, Vanessa" userId="a3ebf755-99db-4c08-9497-6074ee87b5e8" providerId="ADAL" clId="{6F658118-054C-4C2B-AF59-CD622CDAC159}" dt="2021-01-19T01:24:53.102" v="115" actId="13926"/>
          <ac:spMkLst>
            <pc:docMk/>
            <pc:sldMk cId="2014569698" sldId="2690"/>
            <ac:spMk id="8" creationId="{7982E6AA-D27A-4CCB-86A3-E8F6F4794294}"/>
          </ac:spMkLst>
        </pc:spChg>
        <pc:spChg chg="del">
          <ac:chgData name="Xu, Vanessa" userId="a3ebf755-99db-4c08-9497-6074ee87b5e8" providerId="ADAL" clId="{6F658118-054C-4C2B-AF59-CD622CDAC159}" dt="2021-01-18T08:55:50.856" v="22" actId="478"/>
          <ac:spMkLst>
            <pc:docMk/>
            <pc:sldMk cId="2014569698" sldId="2690"/>
            <ac:spMk id="16" creationId="{8AE645C3-7773-4DDA-9BC5-AED0225EFEE2}"/>
          </ac:spMkLst>
        </pc:spChg>
        <pc:spChg chg="del">
          <ac:chgData name="Xu, Vanessa" userId="a3ebf755-99db-4c08-9497-6074ee87b5e8" providerId="ADAL" clId="{6F658118-054C-4C2B-AF59-CD622CDAC159}" dt="2021-01-18T08:55:50.856" v="22" actId="478"/>
          <ac:spMkLst>
            <pc:docMk/>
            <pc:sldMk cId="2014569698" sldId="2690"/>
            <ac:spMk id="17" creationId="{CFE81D49-6A00-4B1D-BB89-E0644D8DEB54}"/>
          </ac:spMkLst>
        </pc:spChg>
        <pc:spChg chg="del">
          <ac:chgData name="Xu, Vanessa" userId="a3ebf755-99db-4c08-9497-6074ee87b5e8" providerId="ADAL" clId="{6F658118-054C-4C2B-AF59-CD622CDAC159}" dt="2021-01-18T08:55:50.856" v="22" actId="478"/>
          <ac:spMkLst>
            <pc:docMk/>
            <pc:sldMk cId="2014569698" sldId="2690"/>
            <ac:spMk id="20" creationId="{2F256E85-E3AF-4169-B5A0-EE5C2809E078}"/>
          </ac:spMkLst>
        </pc:spChg>
        <pc:spChg chg="del">
          <ac:chgData name="Xu, Vanessa" userId="a3ebf755-99db-4c08-9497-6074ee87b5e8" providerId="ADAL" clId="{6F658118-054C-4C2B-AF59-CD622CDAC159}" dt="2021-01-18T08:55:50.856" v="22" actId="478"/>
          <ac:spMkLst>
            <pc:docMk/>
            <pc:sldMk cId="2014569698" sldId="2690"/>
            <ac:spMk id="21" creationId="{048F5AB5-8344-45A5-ADC1-C7C35DEC5C1A}"/>
          </ac:spMkLst>
        </pc:spChg>
        <pc:spChg chg="del">
          <ac:chgData name="Xu, Vanessa" userId="a3ebf755-99db-4c08-9497-6074ee87b5e8" providerId="ADAL" clId="{6F658118-054C-4C2B-AF59-CD622CDAC159}" dt="2021-01-18T08:55:50.856" v="22" actId="478"/>
          <ac:spMkLst>
            <pc:docMk/>
            <pc:sldMk cId="2014569698" sldId="2690"/>
            <ac:spMk id="32" creationId="{FD455413-4769-42FB-9B3B-157B533B4C2A}"/>
          </ac:spMkLst>
        </pc:spChg>
        <pc:spChg chg="del">
          <ac:chgData name="Xu, Vanessa" userId="a3ebf755-99db-4c08-9497-6074ee87b5e8" providerId="ADAL" clId="{6F658118-054C-4C2B-AF59-CD622CDAC159}" dt="2021-01-18T08:55:55.678" v="24" actId="478"/>
          <ac:spMkLst>
            <pc:docMk/>
            <pc:sldMk cId="2014569698" sldId="2690"/>
            <ac:spMk id="40" creationId="{402D62E6-4052-46FE-B51B-AB4C6122E18F}"/>
          </ac:spMkLst>
        </pc:spChg>
        <pc:spChg chg="del">
          <ac:chgData name="Xu, Vanessa" userId="a3ebf755-99db-4c08-9497-6074ee87b5e8" providerId="ADAL" clId="{6F658118-054C-4C2B-AF59-CD622CDAC159}" dt="2021-01-18T08:55:50.856" v="22" actId="478"/>
          <ac:spMkLst>
            <pc:docMk/>
            <pc:sldMk cId="2014569698" sldId="2690"/>
            <ac:spMk id="97" creationId="{7AAC32C7-A3A4-416B-B2B4-9DB5A0A934C3}"/>
          </ac:spMkLst>
        </pc:spChg>
        <pc:spChg chg="del">
          <ac:chgData name="Xu, Vanessa" userId="a3ebf755-99db-4c08-9497-6074ee87b5e8" providerId="ADAL" clId="{6F658118-054C-4C2B-AF59-CD622CDAC159}" dt="2021-01-18T08:55:50.856" v="22" actId="478"/>
          <ac:spMkLst>
            <pc:docMk/>
            <pc:sldMk cId="2014569698" sldId="2690"/>
            <ac:spMk id="117" creationId="{121A17ED-F6C6-4F9B-941D-7891C4F7F0D4}"/>
          </ac:spMkLst>
        </pc:spChg>
        <pc:spChg chg="del">
          <ac:chgData name="Xu, Vanessa" userId="a3ebf755-99db-4c08-9497-6074ee87b5e8" providerId="ADAL" clId="{6F658118-054C-4C2B-AF59-CD622CDAC159}" dt="2021-01-18T08:55:50.856" v="22" actId="478"/>
          <ac:spMkLst>
            <pc:docMk/>
            <pc:sldMk cId="2014569698" sldId="2690"/>
            <ac:spMk id="118" creationId="{4F20D476-D516-4F93-B7D3-6BF9789669D6}"/>
          </ac:spMkLst>
        </pc:spChg>
        <pc:spChg chg="del">
          <ac:chgData name="Xu, Vanessa" userId="a3ebf755-99db-4c08-9497-6074ee87b5e8" providerId="ADAL" clId="{6F658118-054C-4C2B-AF59-CD622CDAC159}" dt="2021-01-18T08:55:50.856" v="22" actId="478"/>
          <ac:spMkLst>
            <pc:docMk/>
            <pc:sldMk cId="2014569698" sldId="2690"/>
            <ac:spMk id="119" creationId="{AE8A4018-7883-431A-9068-082AF3D65864}"/>
          </ac:spMkLst>
        </pc:spChg>
        <pc:spChg chg="del">
          <ac:chgData name="Xu, Vanessa" userId="a3ebf755-99db-4c08-9497-6074ee87b5e8" providerId="ADAL" clId="{6F658118-054C-4C2B-AF59-CD622CDAC159}" dt="2021-01-18T08:55:50.856" v="22" actId="478"/>
          <ac:spMkLst>
            <pc:docMk/>
            <pc:sldMk cId="2014569698" sldId="2690"/>
            <ac:spMk id="120" creationId="{5B950BEF-9ECF-4758-AA4E-1DE4F0AE582A}"/>
          </ac:spMkLst>
        </pc:spChg>
        <pc:spChg chg="del">
          <ac:chgData name="Xu, Vanessa" userId="a3ebf755-99db-4c08-9497-6074ee87b5e8" providerId="ADAL" clId="{6F658118-054C-4C2B-AF59-CD622CDAC159}" dt="2021-01-18T08:55:50.856" v="22" actId="478"/>
          <ac:spMkLst>
            <pc:docMk/>
            <pc:sldMk cId="2014569698" sldId="2690"/>
            <ac:spMk id="122" creationId="{50EBA251-5A95-4BE5-AFA4-A55F1B811699}"/>
          </ac:spMkLst>
        </pc:spChg>
        <pc:spChg chg="del">
          <ac:chgData name="Xu, Vanessa" userId="a3ebf755-99db-4c08-9497-6074ee87b5e8" providerId="ADAL" clId="{6F658118-054C-4C2B-AF59-CD622CDAC159}" dt="2021-01-18T08:55:50.856" v="22" actId="478"/>
          <ac:spMkLst>
            <pc:docMk/>
            <pc:sldMk cId="2014569698" sldId="2690"/>
            <ac:spMk id="123" creationId="{0FDB2E5C-6EA8-4DA0-B98C-34053ED23854}"/>
          </ac:spMkLst>
        </pc:spChg>
        <pc:spChg chg="del">
          <ac:chgData name="Xu, Vanessa" userId="a3ebf755-99db-4c08-9497-6074ee87b5e8" providerId="ADAL" clId="{6F658118-054C-4C2B-AF59-CD622CDAC159}" dt="2021-01-18T08:55:50.856" v="22" actId="478"/>
          <ac:spMkLst>
            <pc:docMk/>
            <pc:sldMk cId="2014569698" sldId="2690"/>
            <ac:spMk id="124" creationId="{782A1953-F758-47D3-AD3C-C9BA7B786763}"/>
          </ac:spMkLst>
        </pc:spChg>
        <pc:spChg chg="del">
          <ac:chgData name="Xu, Vanessa" userId="a3ebf755-99db-4c08-9497-6074ee87b5e8" providerId="ADAL" clId="{6F658118-054C-4C2B-AF59-CD622CDAC159}" dt="2021-01-18T08:55:50.856" v="22" actId="478"/>
          <ac:spMkLst>
            <pc:docMk/>
            <pc:sldMk cId="2014569698" sldId="2690"/>
            <ac:spMk id="125" creationId="{827CD5FB-54DA-456A-AC63-1652FBFB4790}"/>
          </ac:spMkLst>
        </pc:spChg>
        <pc:spChg chg="del">
          <ac:chgData name="Xu, Vanessa" userId="a3ebf755-99db-4c08-9497-6074ee87b5e8" providerId="ADAL" clId="{6F658118-054C-4C2B-AF59-CD622CDAC159}" dt="2021-01-18T08:55:50.856" v="22" actId="478"/>
          <ac:spMkLst>
            <pc:docMk/>
            <pc:sldMk cId="2014569698" sldId="2690"/>
            <ac:spMk id="127" creationId="{FF4556EE-BF90-4B9B-AC7D-15D34EC92208}"/>
          </ac:spMkLst>
        </pc:spChg>
        <pc:spChg chg="del">
          <ac:chgData name="Xu, Vanessa" userId="a3ebf755-99db-4c08-9497-6074ee87b5e8" providerId="ADAL" clId="{6F658118-054C-4C2B-AF59-CD622CDAC159}" dt="2021-01-18T08:55:50.856" v="22" actId="478"/>
          <ac:spMkLst>
            <pc:docMk/>
            <pc:sldMk cId="2014569698" sldId="2690"/>
            <ac:spMk id="128" creationId="{32AE9DC7-E4C1-4532-A50B-A43E0430034B}"/>
          </ac:spMkLst>
        </pc:spChg>
        <pc:spChg chg="del">
          <ac:chgData name="Xu, Vanessa" userId="a3ebf755-99db-4c08-9497-6074ee87b5e8" providerId="ADAL" clId="{6F658118-054C-4C2B-AF59-CD622CDAC159}" dt="2021-01-18T08:55:50.856" v="22" actId="478"/>
          <ac:spMkLst>
            <pc:docMk/>
            <pc:sldMk cId="2014569698" sldId="2690"/>
            <ac:spMk id="129" creationId="{17DA1B70-AE20-4492-84A3-43EB88B4C346}"/>
          </ac:spMkLst>
        </pc:spChg>
        <pc:graphicFrameChg chg="add del mod">
          <ac:chgData name="Xu, Vanessa" userId="a3ebf755-99db-4c08-9497-6074ee87b5e8" providerId="ADAL" clId="{6F658118-054C-4C2B-AF59-CD622CDAC159}" dt="2021-01-18T08:57:47.724" v="29"/>
          <ac:graphicFrameMkLst>
            <pc:docMk/>
            <pc:sldMk cId="2014569698" sldId="2690"/>
            <ac:graphicFrameMk id="7" creationId="{BC359D4B-EC38-4BF3-9CDC-58AC5CC25A2F}"/>
          </ac:graphicFrameMkLst>
        </pc:graphicFrameChg>
        <pc:cxnChg chg="add del mod">
          <ac:chgData name="Xu, Vanessa" userId="a3ebf755-99db-4c08-9497-6074ee87b5e8" providerId="ADAL" clId="{6F658118-054C-4C2B-AF59-CD622CDAC159}" dt="2021-01-19T01:21:57.136" v="101" actId="478"/>
          <ac:cxnSpMkLst>
            <pc:docMk/>
            <pc:sldMk cId="2014569698" sldId="2690"/>
            <ac:cxnSpMk id="4" creationId="{BDE36492-650B-4E51-939E-E3A1441D63B0}"/>
          </ac:cxnSpMkLst>
        </pc:cxnChg>
        <pc:cxnChg chg="add del mod">
          <ac:chgData name="Xu, Vanessa" userId="a3ebf755-99db-4c08-9497-6074ee87b5e8" providerId="ADAL" clId="{6F658118-054C-4C2B-AF59-CD622CDAC159}" dt="2021-01-19T01:21:29.984" v="100" actId="478"/>
          <ac:cxnSpMkLst>
            <pc:docMk/>
            <pc:sldMk cId="2014569698" sldId="2690"/>
            <ac:cxnSpMk id="7" creationId="{775C9359-2A08-4C9F-A60A-BF5F4464B887}"/>
          </ac:cxnSpMkLst>
        </pc:cxnChg>
        <pc:cxnChg chg="add del mod">
          <ac:chgData name="Xu, Vanessa" userId="a3ebf755-99db-4c08-9497-6074ee87b5e8" providerId="ADAL" clId="{6F658118-054C-4C2B-AF59-CD622CDAC159}" dt="2021-01-19T01:19:28.651" v="85" actId="478"/>
          <ac:cxnSpMkLst>
            <pc:docMk/>
            <pc:sldMk cId="2014569698" sldId="2690"/>
            <ac:cxnSpMk id="9" creationId="{A4B77C95-3C67-47FC-9453-492DD3E29A01}"/>
          </ac:cxnSpMkLst>
        </pc:cxnChg>
        <pc:cxnChg chg="add del mod">
          <ac:chgData name="Xu, Vanessa" userId="a3ebf755-99db-4c08-9497-6074ee87b5e8" providerId="ADAL" clId="{6F658118-054C-4C2B-AF59-CD622CDAC159}" dt="2021-01-19T01:21:05.290" v="97" actId="478"/>
          <ac:cxnSpMkLst>
            <pc:docMk/>
            <pc:sldMk cId="2014569698" sldId="2690"/>
            <ac:cxnSpMk id="10" creationId="{6EC33FC2-5270-4845-850D-2D6AE86C5619}"/>
          </ac:cxnSpMkLst>
        </pc:cxnChg>
        <pc:cxnChg chg="add del mod">
          <ac:chgData name="Xu, Vanessa" userId="a3ebf755-99db-4c08-9497-6074ee87b5e8" providerId="ADAL" clId="{6F658118-054C-4C2B-AF59-CD622CDAC159}" dt="2021-01-19T01:19:28.651" v="85" actId="478"/>
          <ac:cxnSpMkLst>
            <pc:docMk/>
            <pc:sldMk cId="2014569698" sldId="2690"/>
            <ac:cxnSpMk id="11" creationId="{7FA0B38F-61FD-4C53-B3C7-5F5A73F5143B}"/>
          </ac:cxnSpMkLst>
        </pc:cxnChg>
        <pc:cxnChg chg="add del mod">
          <ac:chgData name="Xu, Vanessa" userId="a3ebf755-99db-4c08-9497-6074ee87b5e8" providerId="ADAL" clId="{6F658118-054C-4C2B-AF59-CD622CDAC159}" dt="2021-01-19T01:15:48.123" v="71" actId="478"/>
          <ac:cxnSpMkLst>
            <pc:docMk/>
            <pc:sldMk cId="2014569698" sldId="2690"/>
            <ac:cxnSpMk id="12" creationId="{CA3EA1C4-A4E9-49CD-8B09-992096A46192}"/>
          </ac:cxnSpMkLst>
        </pc:cxnChg>
        <pc:cxnChg chg="add del mod">
          <ac:chgData name="Xu, Vanessa" userId="a3ebf755-99db-4c08-9497-6074ee87b5e8" providerId="ADAL" clId="{6F658118-054C-4C2B-AF59-CD622CDAC159}" dt="2021-01-19T01:21:04.380" v="96" actId="478"/>
          <ac:cxnSpMkLst>
            <pc:docMk/>
            <pc:sldMk cId="2014569698" sldId="2690"/>
            <ac:cxnSpMk id="13" creationId="{21914A39-5902-4BAB-997E-3879EF36A32E}"/>
          </ac:cxnSpMkLst>
        </pc:cxnChg>
        <pc:cxnChg chg="add del mod">
          <ac:chgData name="Xu, Vanessa" userId="a3ebf755-99db-4c08-9497-6074ee87b5e8" providerId="ADAL" clId="{6F658118-054C-4C2B-AF59-CD622CDAC159}" dt="2021-01-19T01:15:45.201" v="70" actId="478"/>
          <ac:cxnSpMkLst>
            <pc:docMk/>
            <pc:sldMk cId="2014569698" sldId="2690"/>
            <ac:cxnSpMk id="14" creationId="{3996B026-ADC7-45CA-BC57-779F0BB86125}"/>
          </ac:cxnSpMkLst>
        </pc:cxnChg>
        <pc:cxnChg chg="add del mod">
          <ac:chgData name="Xu, Vanessa" userId="a3ebf755-99db-4c08-9497-6074ee87b5e8" providerId="ADAL" clId="{6F658118-054C-4C2B-AF59-CD622CDAC159}" dt="2021-01-19T01:21:03.472" v="95" actId="478"/>
          <ac:cxnSpMkLst>
            <pc:docMk/>
            <pc:sldMk cId="2014569698" sldId="2690"/>
            <ac:cxnSpMk id="15" creationId="{CECB4BF2-70EF-4D70-A30C-E360E692628E}"/>
          </ac:cxnSpMkLst>
        </pc:cxnChg>
        <pc:cxnChg chg="add del mod">
          <ac:chgData name="Xu, Vanessa" userId="a3ebf755-99db-4c08-9497-6074ee87b5e8" providerId="ADAL" clId="{6F658118-054C-4C2B-AF59-CD622CDAC159}" dt="2021-01-19T01:21:00.440" v="94" actId="478"/>
          <ac:cxnSpMkLst>
            <pc:docMk/>
            <pc:sldMk cId="2014569698" sldId="2690"/>
            <ac:cxnSpMk id="16" creationId="{BFB048A8-A7A3-473E-9ECF-030C576B9828}"/>
          </ac:cxnSpMkLst>
        </pc:cxnChg>
        <pc:cxnChg chg="add del mod">
          <ac:chgData name="Xu, Vanessa" userId="a3ebf755-99db-4c08-9497-6074ee87b5e8" providerId="ADAL" clId="{6F658118-054C-4C2B-AF59-CD622CDAC159}" dt="2021-01-19T01:20:57.161" v="93" actId="478"/>
          <ac:cxnSpMkLst>
            <pc:docMk/>
            <pc:sldMk cId="2014569698" sldId="2690"/>
            <ac:cxnSpMk id="17" creationId="{F0CCC9A2-2E89-4B5F-97EE-A203DBB62899}"/>
          </ac:cxnSpMkLst>
        </pc:cxnChg>
        <pc:cxnChg chg="add del mod">
          <ac:chgData name="Xu, Vanessa" userId="a3ebf755-99db-4c08-9497-6074ee87b5e8" providerId="ADAL" clId="{6F658118-054C-4C2B-AF59-CD622CDAC159}" dt="2021-01-19T01:15:43.381" v="69" actId="478"/>
          <ac:cxnSpMkLst>
            <pc:docMk/>
            <pc:sldMk cId="2014569698" sldId="2690"/>
            <ac:cxnSpMk id="18" creationId="{11C4F3CA-218F-4E61-8667-0FCDC9815953}"/>
          </ac:cxnSpMkLst>
        </pc:cxnChg>
        <pc:cxnChg chg="del mod">
          <ac:chgData name="Xu, Vanessa" userId="a3ebf755-99db-4c08-9497-6074ee87b5e8" providerId="ADAL" clId="{6F658118-054C-4C2B-AF59-CD622CDAC159}" dt="2021-01-18T08:55:50.856" v="22" actId="478"/>
          <ac:cxnSpMkLst>
            <pc:docMk/>
            <pc:sldMk cId="2014569698" sldId="2690"/>
            <ac:cxnSpMk id="19" creationId="{51204F50-4516-4831-8F4E-023697BC90EE}"/>
          </ac:cxnSpMkLst>
        </pc:cxnChg>
        <pc:cxnChg chg="add mod">
          <ac:chgData name="Xu, Vanessa" userId="a3ebf755-99db-4c08-9497-6074ee87b5e8" providerId="ADAL" clId="{6F658118-054C-4C2B-AF59-CD622CDAC159}" dt="2021-01-19T01:22:49.219" v="109" actId="12789"/>
          <ac:cxnSpMkLst>
            <pc:docMk/>
            <pc:sldMk cId="2014569698" sldId="2690"/>
            <ac:cxnSpMk id="20" creationId="{F57DD3CF-AEDB-4BFF-A4A2-8A15FFFBED97}"/>
          </ac:cxnSpMkLst>
        </pc:cxnChg>
        <pc:cxnChg chg="add mod">
          <ac:chgData name="Xu, Vanessa" userId="a3ebf755-99db-4c08-9497-6074ee87b5e8" providerId="ADAL" clId="{6F658118-054C-4C2B-AF59-CD622CDAC159}" dt="2021-01-19T01:24:19.253" v="114" actId="688"/>
          <ac:cxnSpMkLst>
            <pc:docMk/>
            <pc:sldMk cId="2014569698" sldId="2690"/>
            <ac:cxnSpMk id="22" creationId="{FB9BF3F6-A62F-4868-B9CC-5FFD00BC75C3}"/>
          </ac:cxnSpMkLst>
        </pc:cxnChg>
        <pc:cxnChg chg="add mod">
          <ac:chgData name="Xu, Vanessa" userId="a3ebf755-99db-4c08-9497-6074ee87b5e8" providerId="ADAL" clId="{6F658118-054C-4C2B-AF59-CD622CDAC159}" dt="2021-01-19T01:24:06.619" v="113" actId="688"/>
          <ac:cxnSpMkLst>
            <pc:docMk/>
            <pc:sldMk cId="2014569698" sldId="2690"/>
            <ac:cxnSpMk id="23" creationId="{08EE2747-A6D3-4EE5-9D34-98D112BC7FE0}"/>
          </ac:cxnSpMkLst>
        </pc:cxnChg>
        <pc:cxnChg chg="del mod">
          <ac:chgData name="Xu, Vanessa" userId="a3ebf755-99db-4c08-9497-6074ee87b5e8" providerId="ADAL" clId="{6F658118-054C-4C2B-AF59-CD622CDAC159}" dt="2021-01-18T08:55:50.856" v="22" actId="478"/>
          <ac:cxnSpMkLst>
            <pc:docMk/>
            <pc:sldMk cId="2014569698" sldId="2690"/>
            <ac:cxnSpMk id="23" creationId="{43309270-86C4-483B-AF63-27D7EA02642A}"/>
          </ac:cxnSpMkLst>
        </pc:cxnChg>
        <pc:cxnChg chg="add mod">
          <ac:chgData name="Xu, Vanessa" userId="a3ebf755-99db-4c08-9497-6074ee87b5e8" providerId="ADAL" clId="{6F658118-054C-4C2B-AF59-CD622CDAC159}" dt="2021-01-19T01:23:44.217" v="112" actId="688"/>
          <ac:cxnSpMkLst>
            <pc:docMk/>
            <pc:sldMk cId="2014569698" sldId="2690"/>
            <ac:cxnSpMk id="24" creationId="{851FC06C-E0CC-4D65-A1CE-BDF0268963E5}"/>
          </ac:cxnSpMkLst>
        </pc:cxnChg>
        <pc:cxnChg chg="del mod">
          <ac:chgData name="Xu, Vanessa" userId="a3ebf755-99db-4c08-9497-6074ee87b5e8" providerId="ADAL" clId="{6F658118-054C-4C2B-AF59-CD622CDAC159}" dt="2021-01-18T08:55:50.856" v="22" actId="478"/>
          <ac:cxnSpMkLst>
            <pc:docMk/>
            <pc:sldMk cId="2014569698" sldId="2690"/>
            <ac:cxnSpMk id="25" creationId="{B5D1CF82-BDA0-4113-9FD0-2ED56294C604}"/>
          </ac:cxnSpMkLst>
        </pc:cxnChg>
        <pc:cxnChg chg="add mod">
          <ac:chgData name="Xu, Vanessa" userId="a3ebf755-99db-4c08-9497-6074ee87b5e8" providerId="ADAL" clId="{6F658118-054C-4C2B-AF59-CD622CDAC159}" dt="2021-01-19T01:23:14.064" v="110" actId="688"/>
          <ac:cxnSpMkLst>
            <pc:docMk/>
            <pc:sldMk cId="2014569698" sldId="2690"/>
            <ac:cxnSpMk id="25" creationId="{D3AA75CF-162E-4F46-8E75-74F02F35225A}"/>
          </ac:cxnSpMkLst>
        </pc:cxnChg>
        <pc:cxnChg chg="del mod">
          <ac:chgData name="Xu, Vanessa" userId="a3ebf755-99db-4c08-9497-6074ee87b5e8" providerId="ADAL" clId="{6F658118-054C-4C2B-AF59-CD622CDAC159}" dt="2021-01-18T08:55:50.856" v="22" actId="478"/>
          <ac:cxnSpMkLst>
            <pc:docMk/>
            <pc:sldMk cId="2014569698" sldId="2690"/>
            <ac:cxnSpMk id="27" creationId="{1BC3D792-D945-44F1-9C09-01A45900BA65}"/>
          </ac:cxnSpMkLst>
        </pc:cxnChg>
        <pc:cxnChg chg="del">
          <ac:chgData name="Xu, Vanessa" userId="a3ebf755-99db-4c08-9497-6074ee87b5e8" providerId="ADAL" clId="{6F658118-054C-4C2B-AF59-CD622CDAC159}" dt="2021-01-18T08:55:50.856" v="22" actId="478"/>
          <ac:cxnSpMkLst>
            <pc:docMk/>
            <pc:sldMk cId="2014569698" sldId="2690"/>
            <ac:cxnSpMk id="29" creationId="{0709AF1B-5727-4174-A61B-D24A396A15D4}"/>
          </ac:cxnSpMkLst>
        </pc:cxnChg>
        <pc:cxnChg chg="del mod">
          <ac:chgData name="Xu, Vanessa" userId="a3ebf755-99db-4c08-9497-6074ee87b5e8" providerId="ADAL" clId="{6F658118-054C-4C2B-AF59-CD622CDAC159}" dt="2021-01-18T08:55:50.856" v="22" actId="478"/>
          <ac:cxnSpMkLst>
            <pc:docMk/>
            <pc:sldMk cId="2014569698" sldId="2690"/>
            <ac:cxnSpMk id="34" creationId="{6DD4D898-F6D3-4A2A-B68E-8B0247A36848}"/>
          </ac:cxnSpMkLst>
        </pc:cxnChg>
        <pc:cxnChg chg="del mod">
          <ac:chgData name="Xu, Vanessa" userId="a3ebf755-99db-4c08-9497-6074ee87b5e8" providerId="ADAL" clId="{6F658118-054C-4C2B-AF59-CD622CDAC159}" dt="2021-01-18T08:55:50.856" v="22" actId="478"/>
          <ac:cxnSpMkLst>
            <pc:docMk/>
            <pc:sldMk cId="2014569698" sldId="2690"/>
            <ac:cxnSpMk id="36" creationId="{39C82281-FEF4-4F30-B3BA-C5AABA17DA7E}"/>
          </ac:cxnSpMkLst>
        </pc:cxnChg>
        <pc:cxnChg chg="del mod">
          <ac:chgData name="Xu, Vanessa" userId="a3ebf755-99db-4c08-9497-6074ee87b5e8" providerId="ADAL" clId="{6F658118-054C-4C2B-AF59-CD622CDAC159}" dt="2021-01-18T08:55:50.856" v="22" actId="478"/>
          <ac:cxnSpMkLst>
            <pc:docMk/>
            <pc:sldMk cId="2014569698" sldId="2690"/>
            <ac:cxnSpMk id="39" creationId="{23261FE0-41BE-40D6-AD49-EF634B10405E}"/>
          </ac:cxnSpMkLst>
        </pc:cxnChg>
      </pc:sldChg>
      <pc:sldChg chg="del">
        <pc:chgData name="Xu, Vanessa" userId="a3ebf755-99db-4c08-9497-6074ee87b5e8" providerId="ADAL" clId="{6F658118-054C-4C2B-AF59-CD622CDAC159}" dt="2021-01-19T09:07:26.374" v="310" actId="2696"/>
        <pc:sldMkLst>
          <pc:docMk/>
          <pc:sldMk cId="1128851655" sldId="2693"/>
        </pc:sldMkLst>
      </pc:sldChg>
      <pc:sldChg chg="del">
        <pc:chgData name="Xu, Vanessa" userId="a3ebf755-99db-4c08-9497-6074ee87b5e8" providerId="ADAL" clId="{6F658118-054C-4C2B-AF59-CD622CDAC159}" dt="2021-01-19T09:07:26.873" v="311" actId="2696"/>
        <pc:sldMkLst>
          <pc:docMk/>
          <pc:sldMk cId="704480083" sldId="2694"/>
        </pc:sldMkLst>
      </pc:sldChg>
      <pc:sldChg chg="del">
        <pc:chgData name="Xu, Vanessa" userId="a3ebf755-99db-4c08-9497-6074ee87b5e8" providerId="ADAL" clId="{6F658118-054C-4C2B-AF59-CD622CDAC159}" dt="2021-01-19T09:07:27.461" v="312" actId="2696"/>
        <pc:sldMkLst>
          <pc:docMk/>
          <pc:sldMk cId="630447485" sldId="2695"/>
        </pc:sldMkLst>
      </pc:sldChg>
      <pc:sldChg chg="del">
        <pc:chgData name="Xu, Vanessa" userId="a3ebf755-99db-4c08-9497-6074ee87b5e8" providerId="ADAL" clId="{6F658118-054C-4C2B-AF59-CD622CDAC159}" dt="2021-01-19T09:07:28.478" v="314" actId="2696"/>
        <pc:sldMkLst>
          <pc:docMk/>
          <pc:sldMk cId="1287814265" sldId="2696"/>
        </pc:sldMkLst>
      </pc:sldChg>
      <pc:sldChg chg="del">
        <pc:chgData name="Xu, Vanessa" userId="a3ebf755-99db-4c08-9497-6074ee87b5e8" providerId="ADAL" clId="{6F658118-054C-4C2B-AF59-CD622CDAC159}" dt="2021-01-19T09:07:29.049" v="315" actId="2696"/>
        <pc:sldMkLst>
          <pc:docMk/>
          <pc:sldMk cId="2039065170" sldId="2697"/>
        </pc:sldMkLst>
      </pc:sldChg>
      <pc:sldChg chg="del">
        <pc:chgData name="Xu, Vanessa" userId="a3ebf755-99db-4c08-9497-6074ee87b5e8" providerId="ADAL" clId="{6F658118-054C-4C2B-AF59-CD622CDAC159}" dt="2021-01-19T09:07:29.513" v="316" actId="2696"/>
        <pc:sldMkLst>
          <pc:docMk/>
          <pc:sldMk cId="1786466935" sldId="2698"/>
        </pc:sldMkLst>
      </pc:sldChg>
      <pc:sldChg chg="del">
        <pc:chgData name="Xu, Vanessa" userId="a3ebf755-99db-4c08-9497-6074ee87b5e8" providerId="ADAL" clId="{6F658118-054C-4C2B-AF59-CD622CDAC159}" dt="2021-01-19T09:07:30.661" v="318" actId="2696"/>
        <pc:sldMkLst>
          <pc:docMk/>
          <pc:sldMk cId="519426044" sldId="2699"/>
        </pc:sldMkLst>
      </pc:sldChg>
      <pc:sldChg chg="del">
        <pc:chgData name="Xu, Vanessa" userId="a3ebf755-99db-4c08-9497-6074ee87b5e8" providerId="ADAL" clId="{6F658118-054C-4C2B-AF59-CD622CDAC159}" dt="2021-01-19T09:07:27.946" v="313" actId="2696"/>
        <pc:sldMkLst>
          <pc:docMk/>
          <pc:sldMk cId="143095793" sldId="2700"/>
        </pc:sldMkLst>
      </pc:sldChg>
      <pc:sldChg chg="del">
        <pc:chgData name="Xu, Vanessa" userId="a3ebf755-99db-4c08-9497-6074ee87b5e8" providerId="ADAL" clId="{6F658118-054C-4C2B-AF59-CD622CDAC159}" dt="2021-01-19T09:07:29.994" v="317" actId="2696"/>
        <pc:sldMkLst>
          <pc:docMk/>
          <pc:sldMk cId="2588147045" sldId="2701"/>
        </pc:sldMkLst>
      </pc:sldChg>
      <pc:sldChg chg="del">
        <pc:chgData name="Xu, Vanessa" userId="a3ebf755-99db-4c08-9497-6074ee87b5e8" providerId="ADAL" clId="{6F658118-054C-4C2B-AF59-CD622CDAC159}" dt="2021-01-19T09:07:31.178" v="319" actId="2696"/>
        <pc:sldMkLst>
          <pc:docMk/>
          <pc:sldMk cId="402817371" sldId="2702"/>
        </pc:sldMkLst>
      </pc:sldChg>
      <pc:sldChg chg="del">
        <pc:chgData name="Xu, Vanessa" userId="a3ebf755-99db-4c08-9497-6074ee87b5e8" providerId="ADAL" clId="{6F658118-054C-4C2B-AF59-CD622CDAC159}" dt="2021-01-19T09:07:31.741" v="320" actId="2696"/>
        <pc:sldMkLst>
          <pc:docMk/>
          <pc:sldMk cId="2884362536" sldId="2703"/>
        </pc:sldMkLst>
      </pc:sldChg>
      <pc:sldChg chg="del">
        <pc:chgData name="Xu, Vanessa" userId="a3ebf755-99db-4c08-9497-6074ee87b5e8" providerId="ADAL" clId="{6F658118-054C-4C2B-AF59-CD622CDAC159}" dt="2021-01-19T09:07:32.569" v="321" actId="2696"/>
        <pc:sldMkLst>
          <pc:docMk/>
          <pc:sldMk cId="3675364645" sldId="2704"/>
        </pc:sldMkLst>
      </pc:sldChg>
      <pc:sldChg chg="addSp delSp modSp add del">
        <pc:chgData name="Xu, Vanessa" userId="a3ebf755-99db-4c08-9497-6074ee87b5e8" providerId="ADAL" clId="{6F658118-054C-4C2B-AF59-CD622CDAC159}" dt="2021-01-18T09:15:58.915" v="59" actId="2696"/>
        <pc:sldMkLst>
          <pc:docMk/>
          <pc:sldMk cId="707654305" sldId="2705"/>
        </pc:sldMkLst>
        <pc:spChg chg="add del mod">
          <ac:chgData name="Xu, Vanessa" userId="a3ebf755-99db-4c08-9497-6074ee87b5e8" providerId="ADAL" clId="{6F658118-054C-4C2B-AF59-CD622CDAC159}" dt="2021-01-18T08:59:04.958" v="37" actId="478"/>
          <ac:spMkLst>
            <pc:docMk/>
            <pc:sldMk cId="707654305" sldId="2705"/>
            <ac:spMk id="5" creationId="{45FCEEAB-2F50-49D3-AED3-5E7E2BBF50CE}"/>
          </ac:spMkLst>
        </pc:spChg>
        <pc:spChg chg="add mod">
          <ac:chgData name="Xu, Vanessa" userId="a3ebf755-99db-4c08-9497-6074ee87b5e8" providerId="ADAL" clId="{6F658118-054C-4C2B-AF59-CD622CDAC159}" dt="2021-01-18T09:01:19.672" v="53" actId="12789"/>
          <ac:spMkLst>
            <pc:docMk/>
            <pc:sldMk cId="707654305" sldId="2705"/>
            <ac:spMk id="6" creationId="{ACCCFFDB-033F-4802-BE2C-1F4313F1CD67}"/>
          </ac:spMkLst>
        </pc:spChg>
        <pc:spChg chg="add mod">
          <ac:chgData name="Xu, Vanessa" userId="a3ebf755-99db-4c08-9497-6074ee87b5e8" providerId="ADAL" clId="{6F658118-054C-4C2B-AF59-CD622CDAC159}" dt="2021-01-18T09:01:19.672" v="53" actId="12789"/>
          <ac:spMkLst>
            <pc:docMk/>
            <pc:sldMk cId="707654305" sldId="2705"/>
            <ac:spMk id="7" creationId="{91BA9609-40A9-41F3-AD47-54141BC4BE62}"/>
          </ac:spMkLst>
        </pc:spChg>
        <pc:spChg chg="add mod">
          <ac:chgData name="Xu, Vanessa" userId="a3ebf755-99db-4c08-9497-6074ee87b5e8" providerId="ADAL" clId="{6F658118-054C-4C2B-AF59-CD622CDAC159}" dt="2021-01-18T09:01:19.672" v="53" actId="12789"/>
          <ac:spMkLst>
            <pc:docMk/>
            <pc:sldMk cId="707654305" sldId="2705"/>
            <ac:spMk id="8" creationId="{9F0653D7-240F-4BF5-A1C2-93559B6E236A}"/>
          </ac:spMkLst>
        </pc:spChg>
        <pc:spChg chg="add mod">
          <ac:chgData name="Xu, Vanessa" userId="a3ebf755-99db-4c08-9497-6074ee87b5e8" providerId="ADAL" clId="{6F658118-054C-4C2B-AF59-CD622CDAC159}" dt="2021-01-18T09:01:19.672" v="53" actId="12789"/>
          <ac:spMkLst>
            <pc:docMk/>
            <pc:sldMk cId="707654305" sldId="2705"/>
            <ac:spMk id="9" creationId="{F453A9E1-FDBA-4D41-919A-B91B6F37068B}"/>
          </ac:spMkLst>
        </pc:spChg>
        <pc:spChg chg="add mod">
          <ac:chgData name="Xu, Vanessa" userId="a3ebf755-99db-4c08-9497-6074ee87b5e8" providerId="ADAL" clId="{6F658118-054C-4C2B-AF59-CD622CDAC159}" dt="2021-01-18T09:02:19.848" v="58" actId="688"/>
          <ac:spMkLst>
            <pc:docMk/>
            <pc:sldMk cId="707654305" sldId="2705"/>
            <ac:spMk id="10" creationId="{2038477D-6214-4FA5-8539-C05BC3296F26}"/>
          </ac:spMkLst>
        </pc:spChg>
        <pc:spChg chg="add mod">
          <ac:chgData name="Xu, Vanessa" userId="a3ebf755-99db-4c08-9497-6074ee87b5e8" providerId="ADAL" clId="{6F658118-054C-4C2B-AF59-CD622CDAC159}" dt="2021-01-18T09:02:10.743" v="57" actId="688"/>
          <ac:spMkLst>
            <pc:docMk/>
            <pc:sldMk cId="707654305" sldId="2705"/>
            <ac:spMk id="11" creationId="{77317B8E-445F-4D9F-8CE4-C541F7FCC545}"/>
          </ac:spMkLst>
        </pc:spChg>
        <pc:spChg chg="add mod">
          <ac:chgData name="Xu, Vanessa" userId="a3ebf755-99db-4c08-9497-6074ee87b5e8" providerId="ADAL" clId="{6F658118-054C-4C2B-AF59-CD622CDAC159}" dt="2021-01-18T09:01:59.783" v="56" actId="688"/>
          <ac:spMkLst>
            <pc:docMk/>
            <pc:sldMk cId="707654305" sldId="2705"/>
            <ac:spMk id="12" creationId="{483AFD3F-D4AE-4ECE-8375-4BB23DF1BEFC}"/>
          </ac:spMkLst>
        </pc:spChg>
      </pc:sldChg>
      <pc:sldChg chg="addSp delSp modSp add mod">
        <pc:chgData name="Xu, Vanessa" userId="a3ebf755-99db-4c08-9497-6074ee87b5e8" providerId="ADAL" clId="{6F658118-054C-4C2B-AF59-CD622CDAC159}" dt="2021-01-25T02:25:37.022" v="476" actId="1076"/>
        <pc:sldMkLst>
          <pc:docMk/>
          <pc:sldMk cId="4186613477" sldId="2705"/>
        </pc:sldMkLst>
        <pc:spChg chg="mod">
          <ac:chgData name="Xu, Vanessa" userId="a3ebf755-99db-4c08-9497-6074ee87b5e8" providerId="ADAL" clId="{6F658118-054C-4C2B-AF59-CD622CDAC159}" dt="2021-01-25T02:24:57.292" v="470" actId="20577"/>
          <ac:spMkLst>
            <pc:docMk/>
            <pc:sldMk cId="4186613477" sldId="2705"/>
            <ac:spMk id="3" creationId="{F91B0C50-35DD-4994-BAE0-95AAC14CB17F}"/>
          </ac:spMkLst>
        </pc:spChg>
        <pc:spChg chg="mod">
          <ac:chgData name="Xu, Vanessa" userId="a3ebf755-99db-4c08-9497-6074ee87b5e8" providerId="ADAL" clId="{6F658118-054C-4C2B-AF59-CD622CDAC159}" dt="2021-01-19T01:43:17.686" v="212" actId="20577"/>
          <ac:spMkLst>
            <pc:docMk/>
            <pc:sldMk cId="4186613477" sldId="2705"/>
            <ac:spMk id="4" creationId="{4DADB0C7-1B83-4D24-AB38-B90B9B9283D4}"/>
          </ac:spMkLst>
        </pc:spChg>
        <pc:graphicFrameChg chg="add del mod">
          <ac:chgData name="Xu, Vanessa" userId="a3ebf755-99db-4c08-9497-6074ee87b5e8" providerId="ADAL" clId="{6F658118-054C-4C2B-AF59-CD622CDAC159}" dt="2021-01-25T02:24:47.535" v="460" actId="478"/>
          <ac:graphicFrameMkLst>
            <pc:docMk/>
            <pc:sldMk cId="4186613477" sldId="2705"/>
            <ac:graphicFrameMk id="7" creationId="{A17A5A8E-A6A4-4420-AD2C-7A707DCE74C0}"/>
          </ac:graphicFrameMkLst>
        </pc:graphicFrameChg>
        <pc:picChg chg="add mod">
          <ac:chgData name="Xu, Vanessa" userId="a3ebf755-99db-4c08-9497-6074ee87b5e8" providerId="ADAL" clId="{6F658118-054C-4C2B-AF59-CD622CDAC159}" dt="2021-01-25T02:25:37.022" v="476" actId="1076"/>
          <ac:picMkLst>
            <pc:docMk/>
            <pc:sldMk cId="4186613477" sldId="2705"/>
            <ac:picMk id="8" creationId="{2C2704DE-1E08-4007-804C-76DE377FE34D}"/>
          </ac:picMkLst>
        </pc:picChg>
      </pc:sldChg>
      <pc:sldChg chg="addSp modSp add mod">
        <pc:chgData name="Xu, Vanessa" userId="a3ebf755-99db-4c08-9497-6074ee87b5e8" providerId="ADAL" clId="{6F658118-054C-4C2B-AF59-CD622CDAC159}" dt="2021-01-19T01:50:47.596" v="309" actId="27918"/>
        <pc:sldMkLst>
          <pc:docMk/>
          <pc:sldMk cId="360262100" sldId="2706"/>
        </pc:sldMkLst>
        <pc:spChg chg="mod">
          <ac:chgData name="Xu, Vanessa" userId="a3ebf755-99db-4c08-9497-6074ee87b5e8" providerId="ADAL" clId="{6F658118-054C-4C2B-AF59-CD622CDAC159}" dt="2021-01-19T01:48:27.442" v="247" actId="20577"/>
          <ac:spMkLst>
            <pc:docMk/>
            <pc:sldMk cId="360262100" sldId="2706"/>
            <ac:spMk id="3" creationId="{CFFE4816-B7A1-446A-97B7-C10070C6277E}"/>
          </ac:spMkLst>
        </pc:spChg>
        <pc:spChg chg="mod">
          <ac:chgData name="Xu, Vanessa" userId="a3ebf755-99db-4c08-9497-6074ee87b5e8" providerId="ADAL" clId="{6F658118-054C-4C2B-AF59-CD622CDAC159}" dt="2021-01-19T01:49:04.699" v="302" actId="20577"/>
          <ac:spMkLst>
            <pc:docMk/>
            <pc:sldMk cId="360262100" sldId="2706"/>
            <ac:spMk id="4" creationId="{DFB5E51C-AC52-4306-976A-81F34D6FF40B}"/>
          </ac:spMkLst>
        </pc:spChg>
        <pc:graphicFrameChg chg="add modGraphic">
          <ac:chgData name="Xu, Vanessa" userId="a3ebf755-99db-4c08-9497-6074ee87b5e8" providerId="ADAL" clId="{6F658118-054C-4C2B-AF59-CD622CDAC159}" dt="2021-01-19T01:49:46.460" v="303"/>
          <ac:graphicFrameMkLst>
            <pc:docMk/>
            <pc:sldMk cId="360262100" sldId="2706"/>
            <ac:graphicFrameMk id="8" creationId="{66569F40-6E53-43EA-A9D6-FCABF3FE522E}"/>
          </ac:graphicFrameMkLst>
        </pc:graphicFrameChg>
      </pc:sldChg>
      <pc:sldChg chg="addSp modSp add">
        <pc:chgData name="Xu, Vanessa" userId="a3ebf755-99db-4c08-9497-6074ee87b5e8" providerId="ADAL" clId="{6F658118-054C-4C2B-AF59-CD622CDAC159}" dt="2021-01-19T09:10:29.033" v="370" actId="1076"/>
        <pc:sldMkLst>
          <pc:docMk/>
          <pc:sldMk cId="360490670" sldId="2707"/>
        </pc:sldMkLst>
        <pc:spChg chg="mod">
          <ac:chgData name="Xu, Vanessa" userId="a3ebf755-99db-4c08-9497-6074ee87b5e8" providerId="ADAL" clId="{6F658118-054C-4C2B-AF59-CD622CDAC159}" dt="2021-01-19T09:07:41.145" v="335" actId="20577"/>
          <ac:spMkLst>
            <pc:docMk/>
            <pc:sldMk cId="360490670" sldId="2707"/>
            <ac:spMk id="3" creationId="{2C3939C8-9856-4E07-A997-EF6A954E2D2B}"/>
          </ac:spMkLst>
        </pc:spChg>
        <pc:spChg chg="mod">
          <ac:chgData name="Xu, Vanessa" userId="a3ebf755-99db-4c08-9497-6074ee87b5e8" providerId="ADAL" clId="{6F658118-054C-4C2B-AF59-CD622CDAC159}" dt="2021-01-19T09:07:54.724" v="346" actId="20577"/>
          <ac:spMkLst>
            <pc:docMk/>
            <pc:sldMk cId="360490670" sldId="2707"/>
            <ac:spMk id="4" creationId="{51B8935B-26CD-4010-A24E-E5ACBEEB1B9D}"/>
          </ac:spMkLst>
        </pc:spChg>
        <pc:graphicFrameChg chg="add mod modGraphic">
          <ac:chgData name="Xu, Vanessa" userId="a3ebf755-99db-4c08-9497-6074ee87b5e8" providerId="ADAL" clId="{6F658118-054C-4C2B-AF59-CD622CDAC159}" dt="2021-01-19T09:10:29.033" v="370" actId="1076"/>
          <ac:graphicFrameMkLst>
            <pc:docMk/>
            <pc:sldMk cId="360490670" sldId="2707"/>
            <ac:graphicFrameMk id="5" creationId="{57002F98-0A0C-4CE7-9B2F-795E44342409}"/>
          </ac:graphicFrameMkLst>
        </pc:graphicFrameChg>
      </pc:sldChg>
      <pc:sldChg chg="addSp modSp add">
        <pc:chgData name="Xu, Vanessa" userId="a3ebf755-99db-4c08-9497-6074ee87b5e8" providerId="ADAL" clId="{6F658118-054C-4C2B-AF59-CD622CDAC159}" dt="2021-01-20T02:11:42.692" v="457" actId="20577"/>
        <pc:sldMkLst>
          <pc:docMk/>
          <pc:sldMk cId="4184422379" sldId="2708"/>
        </pc:sldMkLst>
        <pc:spChg chg="mod">
          <ac:chgData name="Xu, Vanessa" userId="a3ebf755-99db-4c08-9497-6074ee87b5e8" providerId="ADAL" clId="{6F658118-054C-4C2B-AF59-CD622CDAC159}" dt="2021-01-20T02:10:39.972" v="412" actId="20577"/>
          <ac:spMkLst>
            <pc:docMk/>
            <pc:sldMk cId="4184422379" sldId="2708"/>
            <ac:spMk id="3" creationId="{9318C423-520F-443D-A2C2-A8F891A04BBB}"/>
          </ac:spMkLst>
        </pc:spChg>
        <pc:spChg chg="mod">
          <ac:chgData name="Xu, Vanessa" userId="a3ebf755-99db-4c08-9497-6074ee87b5e8" providerId="ADAL" clId="{6F658118-054C-4C2B-AF59-CD622CDAC159}" dt="2021-01-20T02:10:34.871" v="399" actId="20577"/>
          <ac:spMkLst>
            <pc:docMk/>
            <pc:sldMk cId="4184422379" sldId="2708"/>
            <ac:spMk id="4" creationId="{79F4EC70-C028-4A16-AEE0-88097E1C6B97}"/>
          </ac:spMkLst>
        </pc:spChg>
        <pc:spChg chg="add mod">
          <ac:chgData name="Xu, Vanessa" userId="a3ebf755-99db-4c08-9497-6074ee87b5e8" providerId="ADAL" clId="{6F658118-054C-4C2B-AF59-CD622CDAC159}" dt="2021-01-20T02:11:42.692" v="457" actId="20577"/>
          <ac:spMkLst>
            <pc:docMk/>
            <pc:sldMk cId="4184422379" sldId="2708"/>
            <ac:spMk id="5" creationId="{D2EFEFF6-D625-4622-949B-F2E2D806FA1E}"/>
          </ac:spMkLst>
        </pc:spChg>
      </pc:sldChg>
      <pc:sldChg chg="new del">
        <pc:chgData name="Xu, Vanessa" userId="a3ebf755-99db-4c08-9497-6074ee87b5e8" providerId="ADAL" clId="{6F658118-054C-4C2B-AF59-CD622CDAC159}" dt="2021-01-25T02:24:29.818" v="459" actId="47"/>
        <pc:sldMkLst>
          <pc:docMk/>
          <pc:sldMk cId="3653150530" sldId="2709"/>
        </pc:sldMkLst>
      </pc:sldChg>
      <pc:sldChg chg="addSp modSp new mod">
        <pc:chgData name="Xu, Vanessa" userId="a3ebf755-99db-4c08-9497-6074ee87b5e8" providerId="ADAL" clId="{6F658118-054C-4C2B-AF59-CD622CDAC159}" dt="2021-01-25T02:39:56.508" v="920" actId="14100"/>
        <pc:sldMkLst>
          <pc:docMk/>
          <pc:sldMk cId="1682204703" sldId="2710"/>
        </pc:sldMkLst>
        <pc:spChg chg="mod">
          <ac:chgData name="Xu, Vanessa" userId="a3ebf755-99db-4c08-9497-6074ee87b5e8" providerId="ADAL" clId="{6F658118-054C-4C2B-AF59-CD622CDAC159}" dt="2021-01-25T02:25:59.217" v="498" actId="20577"/>
          <ac:spMkLst>
            <pc:docMk/>
            <pc:sldMk cId="1682204703" sldId="2710"/>
            <ac:spMk id="3" creationId="{79C4CDC8-090A-4405-8F2F-3DD4861430C7}"/>
          </ac:spMkLst>
        </pc:spChg>
        <pc:spChg chg="mod">
          <ac:chgData name="Xu, Vanessa" userId="a3ebf755-99db-4c08-9497-6074ee87b5e8" providerId="ADAL" clId="{6F658118-054C-4C2B-AF59-CD622CDAC159}" dt="2021-01-25T02:31:19.409" v="614" actId="20577"/>
          <ac:spMkLst>
            <pc:docMk/>
            <pc:sldMk cId="1682204703" sldId="2710"/>
            <ac:spMk id="4" creationId="{1130A23B-8D8B-4D6B-9FA9-2A65CC7F7FBD}"/>
          </ac:spMkLst>
        </pc:spChg>
        <pc:graphicFrameChg chg="add mod modGraphic">
          <ac:chgData name="Xu, Vanessa" userId="a3ebf755-99db-4c08-9497-6074ee87b5e8" providerId="ADAL" clId="{6F658118-054C-4C2B-AF59-CD622CDAC159}" dt="2021-01-25T02:39:56.508" v="920" actId="14100"/>
          <ac:graphicFrameMkLst>
            <pc:docMk/>
            <pc:sldMk cId="1682204703" sldId="2710"/>
            <ac:graphicFrameMk id="5" creationId="{7A2D06E8-340B-41D2-A6A3-D9660FECEF1B}"/>
          </ac:graphicFrameMkLst>
        </pc:graphicFrameChg>
      </pc:sldChg>
      <pc:sldChg chg="modSp add mod">
        <pc:chgData name="Xu, Vanessa" userId="a3ebf755-99db-4c08-9497-6074ee87b5e8" providerId="ADAL" clId="{6F658118-054C-4C2B-AF59-CD622CDAC159}" dt="2021-01-25T02:47:16.051" v="1106" actId="20577"/>
        <pc:sldMkLst>
          <pc:docMk/>
          <pc:sldMk cId="1444119954" sldId="2711"/>
        </pc:sldMkLst>
        <pc:spChg chg="mod">
          <ac:chgData name="Xu, Vanessa" userId="a3ebf755-99db-4c08-9497-6074ee87b5e8" providerId="ADAL" clId="{6F658118-054C-4C2B-AF59-CD622CDAC159}" dt="2021-01-25T02:32:00.378" v="634" actId="20577"/>
          <ac:spMkLst>
            <pc:docMk/>
            <pc:sldMk cId="1444119954" sldId="2711"/>
            <ac:spMk id="3" creationId="{79C4CDC8-090A-4405-8F2F-3DD4861430C7}"/>
          </ac:spMkLst>
        </pc:spChg>
        <pc:graphicFrameChg chg="mod modGraphic">
          <ac:chgData name="Xu, Vanessa" userId="a3ebf755-99db-4c08-9497-6074ee87b5e8" providerId="ADAL" clId="{6F658118-054C-4C2B-AF59-CD622CDAC159}" dt="2021-01-25T02:47:16.051" v="1106" actId="20577"/>
          <ac:graphicFrameMkLst>
            <pc:docMk/>
            <pc:sldMk cId="1444119954" sldId="2711"/>
            <ac:graphicFrameMk id="5" creationId="{7A2D06E8-340B-41D2-A6A3-D9660FECEF1B}"/>
          </ac:graphicFrameMkLst>
        </pc:graphicFrameChg>
      </pc:sldChg>
    </pc:docChg>
  </pc:docChgLst>
  <pc:docChgLst>
    <pc:chgData name="Xu, Vanessa" userId="a3ebf755-99db-4c08-9497-6074ee87b5e8" providerId="ADAL" clId="{31ED3727-4BF3-471C-BF58-FB0220743516}"/>
    <pc:docChg chg="modSld sldOrd">
      <pc:chgData name="Xu, Vanessa" userId="a3ebf755-99db-4c08-9497-6074ee87b5e8" providerId="ADAL" clId="{31ED3727-4BF3-471C-BF58-FB0220743516}" dt="2021-06-11T05:52:05.340" v="10"/>
      <pc:docMkLst>
        <pc:docMk/>
      </pc:docMkLst>
      <pc:sldChg chg="modSp mod">
        <pc:chgData name="Xu, Vanessa" userId="a3ebf755-99db-4c08-9497-6074ee87b5e8" providerId="ADAL" clId="{31ED3727-4BF3-471C-BF58-FB0220743516}" dt="2021-06-10T07:57:22.686" v="0" actId="113"/>
        <pc:sldMkLst>
          <pc:docMk/>
          <pc:sldMk cId="354208511" sldId="2760"/>
        </pc:sldMkLst>
        <pc:spChg chg="mod">
          <ac:chgData name="Xu, Vanessa" userId="a3ebf755-99db-4c08-9497-6074ee87b5e8" providerId="ADAL" clId="{31ED3727-4BF3-471C-BF58-FB0220743516}" dt="2021-06-10T07:57:22.686" v="0" actId="113"/>
          <ac:spMkLst>
            <pc:docMk/>
            <pc:sldMk cId="354208511" sldId="2760"/>
            <ac:spMk id="5" creationId="{9E5593C3-28F6-43E5-A7A9-1F4FE3B5E256}"/>
          </ac:spMkLst>
        </pc:spChg>
      </pc:sldChg>
      <pc:sldChg chg="ord">
        <pc:chgData name="Xu, Vanessa" userId="a3ebf755-99db-4c08-9497-6074ee87b5e8" providerId="ADAL" clId="{31ED3727-4BF3-471C-BF58-FB0220743516}" dt="2021-06-11T05:52:05.340" v="10"/>
        <pc:sldMkLst>
          <pc:docMk/>
          <pc:sldMk cId="3078980387" sldId="2773"/>
        </pc:sldMkLst>
      </pc:sldChg>
      <pc:sldChg chg="ord">
        <pc:chgData name="Xu, Vanessa" userId="a3ebf755-99db-4c08-9497-6074ee87b5e8" providerId="ADAL" clId="{31ED3727-4BF3-471C-BF58-FB0220743516}" dt="2021-06-11T05:52:00.035" v="8"/>
        <pc:sldMkLst>
          <pc:docMk/>
          <pc:sldMk cId="1997993108" sldId="2776"/>
        </pc:sldMkLst>
      </pc:sldChg>
      <pc:sldChg chg="ord">
        <pc:chgData name="Xu, Vanessa" userId="a3ebf755-99db-4c08-9497-6074ee87b5e8" providerId="ADAL" clId="{31ED3727-4BF3-471C-BF58-FB0220743516}" dt="2021-06-11T05:51:44.356" v="6"/>
        <pc:sldMkLst>
          <pc:docMk/>
          <pc:sldMk cId="2858940981" sldId="2785"/>
        </pc:sldMkLst>
      </pc:sldChg>
    </pc:docChg>
  </pc:docChgLst>
  <pc:docChgLst>
    <pc:chgData name="Xu, Vanessa" userId="a3ebf755-99db-4c08-9497-6074ee87b5e8" providerId="ADAL" clId="{89084B7A-DBAB-4C24-B7AC-10FBEA652537}"/>
    <pc:docChg chg="undo custSel addSld delSld modSld modSection">
      <pc:chgData name="Xu, Vanessa" userId="a3ebf755-99db-4c08-9497-6074ee87b5e8" providerId="ADAL" clId="{89084B7A-DBAB-4C24-B7AC-10FBEA652537}" dt="2020-12-16T03:22:52.072" v="756" actId="478"/>
      <pc:docMkLst>
        <pc:docMk/>
      </pc:docMkLst>
      <pc:sldChg chg="addSp delSp modSp">
        <pc:chgData name="Xu, Vanessa" userId="a3ebf755-99db-4c08-9497-6074ee87b5e8" providerId="ADAL" clId="{89084B7A-DBAB-4C24-B7AC-10FBEA652537}" dt="2020-12-16T02:10:10.244" v="31" actId="20577"/>
        <pc:sldMkLst>
          <pc:docMk/>
          <pc:sldMk cId="745975132" sldId="256"/>
        </pc:sldMkLst>
        <pc:spChg chg="add del mod">
          <ac:chgData name="Xu, Vanessa" userId="a3ebf755-99db-4c08-9497-6074ee87b5e8" providerId="ADAL" clId="{89084B7A-DBAB-4C24-B7AC-10FBEA652537}" dt="2020-12-16T02:07:20.705" v="24" actId="478"/>
          <ac:spMkLst>
            <pc:docMk/>
            <pc:sldMk cId="745975132" sldId="256"/>
            <ac:spMk id="3" creationId="{C7EC4BD1-8770-4982-A883-BC4A0DFBEB17}"/>
          </ac:spMkLst>
        </pc:spChg>
        <pc:spChg chg="mod">
          <ac:chgData name="Xu, Vanessa" userId="a3ebf755-99db-4c08-9497-6074ee87b5e8" providerId="ADAL" clId="{89084B7A-DBAB-4C24-B7AC-10FBEA652537}" dt="2020-12-16T02:10:10.244" v="31" actId="20577"/>
          <ac:spMkLst>
            <pc:docMk/>
            <pc:sldMk cId="745975132" sldId="256"/>
            <ac:spMk id="5" creationId="{39DC9637-B46D-4E45-9A92-24D0CD7A876F}"/>
          </ac:spMkLst>
        </pc:spChg>
        <pc:spChg chg="del">
          <ac:chgData name="Xu, Vanessa" userId="a3ebf755-99db-4c08-9497-6074ee87b5e8" providerId="ADAL" clId="{89084B7A-DBAB-4C24-B7AC-10FBEA652537}" dt="2020-12-16T02:07:17.400" v="23" actId="478"/>
          <ac:spMkLst>
            <pc:docMk/>
            <pc:sldMk cId="745975132" sldId="256"/>
            <ac:spMk id="6" creationId="{F440D14E-3BD9-4AA8-B463-11F33AEEFE3D}"/>
          </ac:spMkLst>
        </pc:spChg>
        <pc:spChg chg="mod">
          <ac:chgData name="Xu, Vanessa" userId="a3ebf755-99db-4c08-9497-6074ee87b5e8" providerId="ADAL" clId="{89084B7A-DBAB-4C24-B7AC-10FBEA652537}" dt="2020-12-16T02:07:25.576" v="27" actId="20577"/>
          <ac:spMkLst>
            <pc:docMk/>
            <pc:sldMk cId="745975132" sldId="256"/>
            <ac:spMk id="21" creationId="{BBD14D05-BFF3-4A68-8280-479ECDB69B53}"/>
          </ac:spMkLst>
        </pc:spChg>
      </pc:sldChg>
      <pc:sldChg chg="del">
        <pc:chgData name="Xu, Vanessa" userId="a3ebf755-99db-4c08-9497-6074ee87b5e8" providerId="ADAL" clId="{89084B7A-DBAB-4C24-B7AC-10FBEA652537}" dt="2020-12-16T02:10:35.375" v="32" actId="2696"/>
        <pc:sldMkLst>
          <pc:docMk/>
          <pc:sldMk cId="3310180611" sldId="2655"/>
        </pc:sldMkLst>
      </pc:sldChg>
      <pc:sldChg chg="addSp delSp modSp del delAnim">
        <pc:chgData name="Xu, Vanessa" userId="a3ebf755-99db-4c08-9497-6074ee87b5e8" providerId="ADAL" clId="{89084B7A-DBAB-4C24-B7AC-10FBEA652537}" dt="2020-12-16T02:16:20.502" v="42" actId="2696"/>
        <pc:sldMkLst>
          <pc:docMk/>
          <pc:sldMk cId="1920762214" sldId="2657"/>
        </pc:sldMkLst>
        <pc:spChg chg="mod">
          <ac:chgData name="Xu, Vanessa" userId="a3ebf755-99db-4c08-9497-6074ee87b5e8" providerId="ADAL" clId="{89084B7A-DBAB-4C24-B7AC-10FBEA652537}" dt="2020-12-16T02:15:44.917" v="38" actId="1076"/>
          <ac:spMkLst>
            <pc:docMk/>
            <pc:sldMk cId="1920762214" sldId="2657"/>
            <ac:spMk id="10" creationId="{94564F3C-908F-4843-92AF-67FCDB9D7040}"/>
          </ac:spMkLst>
        </pc:spChg>
        <pc:spChg chg="del">
          <ac:chgData name="Xu, Vanessa" userId="a3ebf755-99db-4c08-9497-6074ee87b5e8" providerId="ADAL" clId="{89084B7A-DBAB-4C24-B7AC-10FBEA652537}" dt="2020-12-16T02:15:20.242" v="35" actId="478"/>
          <ac:spMkLst>
            <pc:docMk/>
            <pc:sldMk cId="1920762214" sldId="2657"/>
            <ac:spMk id="11" creationId="{B6909156-4A0E-4FC1-B057-B6D110693FD3}"/>
          </ac:spMkLst>
        </pc:spChg>
        <pc:spChg chg="del">
          <ac:chgData name="Xu, Vanessa" userId="a3ebf755-99db-4c08-9497-6074ee87b5e8" providerId="ADAL" clId="{89084B7A-DBAB-4C24-B7AC-10FBEA652537}" dt="2020-12-16T02:15:48.357" v="39" actId="478"/>
          <ac:spMkLst>
            <pc:docMk/>
            <pc:sldMk cId="1920762214" sldId="2657"/>
            <ac:spMk id="12" creationId="{B1E1848A-6D36-4850-BC66-3997FD84B309}"/>
          </ac:spMkLst>
        </pc:spChg>
        <pc:spChg chg="del">
          <ac:chgData name="Xu, Vanessa" userId="a3ebf755-99db-4c08-9497-6074ee87b5e8" providerId="ADAL" clId="{89084B7A-DBAB-4C24-B7AC-10FBEA652537}" dt="2020-12-16T02:15:18.106" v="34" actId="478"/>
          <ac:spMkLst>
            <pc:docMk/>
            <pc:sldMk cId="1920762214" sldId="2657"/>
            <ac:spMk id="14" creationId="{8AA690D5-A3E1-4937-BF9D-9A8036BB4A93}"/>
          </ac:spMkLst>
        </pc:spChg>
        <pc:spChg chg="add del mod">
          <ac:chgData name="Xu, Vanessa" userId="a3ebf755-99db-4c08-9497-6074ee87b5e8" providerId="ADAL" clId="{89084B7A-DBAB-4C24-B7AC-10FBEA652537}" dt="2020-12-16T02:15:44.917" v="38" actId="1076"/>
          <ac:spMkLst>
            <pc:docMk/>
            <pc:sldMk cId="1920762214" sldId="2657"/>
            <ac:spMk id="23" creationId="{AC426B6D-4C35-4353-9104-06B065B38754}"/>
          </ac:spMkLst>
        </pc:spChg>
        <pc:spChg chg="mod">
          <ac:chgData name="Xu, Vanessa" userId="a3ebf755-99db-4c08-9497-6074ee87b5e8" providerId="ADAL" clId="{89084B7A-DBAB-4C24-B7AC-10FBEA652537}" dt="2020-12-16T02:15:44.917" v="38" actId="1076"/>
          <ac:spMkLst>
            <pc:docMk/>
            <pc:sldMk cId="1920762214" sldId="2657"/>
            <ac:spMk id="24" creationId="{348B7E3B-1A3A-481C-A488-09DE173489F1}"/>
          </ac:spMkLst>
        </pc:spChg>
        <pc:spChg chg="mod">
          <ac:chgData name="Xu, Vanessa" userId="a3ebf755-99db-4c08-9497-6074ee87b5e8" providerId="ADAL" clId="{89084B7A-DBAB-4C24-B7AC-10FBEA652537}" dt="2020-12-16T02:15:44.917" v="38" actId="1076"/>
          <ac:spMkLst>
            <pc:docMk/>
            <pc:sldMk cId="1920762214" sldId="2657"/>
            <ac:spMk id="25" creationId="{1726A2AA-C2FC-4947-89F5-B1990F0D5485}"/>
          </ac:spMkLst>
        </pc:spChg>
        <pc:spChg chg="mod">
          <ac:chgData name="Xu, Vanessa" userId="a3ebf755-99db-4c08-9497-6074ee87b5e8" providerId="ADAL" clId="{89084B7A-DBAB-4C24-B7AC-10FBEA652537}" dt="2020-12-16T02:15:44.917" v="38" actId="1076"/>
          <ac:spMkLst>
            <pc:docMk/>
            <pc:sldMk cId="1920762214" sldId="2657"/>
            <ac:spMk id="26" creationId="{C31EC76B-9C9A-41BD-A5E4-09CCD29C6FEB}"/>
          </ac:spMkLst>
        </pc:spChg>
        <pc:spChg chg="mod">
          <ac:chgData name="Xu, Vanessa" userId="a3ebf755-99db-4c08-9497-6074ee87b5e8" providerId="ADAL" clId="{89084B7A-DBAB-4C24-B7AC-10FBEA652537}" dt="2020-12-16T02:15:44.917" v="38" actId="1076"/>
          <ac:spMkLst>
            <pc:docMk/>
            <pc:sldMk cId="1920762214" sldId="2657"/>
            <ac:spMk id="32" creationId="{3701E31E-C514-49B8-9AA4-BF7BBE9AE013}"/>
          </ac:spMkLst>
        </pc:spChg>
        <pc:spChg chg="mod">
          <ac:chgData name="Xu, Vanessa" userId="a3ebf755-99db-4c08-9497-6074ee87b5e8" providerId="ADAL" clId="{89084B7A-DBAB-4C24-B7AC-10FBEA652537}" dt="2020-12-16T02:15:44.917" v="38" actId="1076"/>
          <ac:spMkLst>
            <pc:docMk/>
            <pc:sldMk cId="1920762214" sldId="2657"/>
            <ac:spMk id="33" creationId="{42DC93BD-7C80-4753-B3B0-5CE7A7C3A4B9}"/>
          </ac:spMkLst>
        </pc:spChg>
        <pc:spChg chg="mod">
          <ac:chgData name="Xu, Vanessa" userId="a3ebf755-99db-4c08-9497-6074ee87b5e8" providerId="ADAL" clId="{89084B7A-DBAB-4C24-B7AC-10FBEA652537}" dt="2020-12-16T02:15:44.917" v="38" actId="1076"/>
          <ac:spMkLst>
            <pc:docMk/>
            <pc:sldMk cId="1920762214" sldId="2657"/>
            <ac:spMk id="40" creationId="{AB892D9C-2D12-4E4C-A838-F1BE5D0F43FF}"/>
          </ac:spMkLst>
        </pc:spChg>
        <pc:spChg chg="mod">
          <ac:chgData name="Xu, Vanessa" userId="a3ebf755-99db-4c08-9497-6074ee87b5e8" providerId="ADAL" clId="{89084B7A-DBAB-4C24-B7AC-10FBEA652537}" dt="2020-12-16T02:15:44.917" v="38" actId="1076"/>
          <ac:spMkLst>
            <pc:docMk/>
            <pc:sldMk cId="1920762214" sldId="2657"/>
            <ac:spMk id="41" creationId="{E4C54141-0E53-4902-BC3C-4B33452C8062}"/>
          </ac:spMkLst>
        </pc:spChg>
        <pc:spChg chg="mod">
          <ac:chgData name="Xu, Vanessa" userId="a3ebf755-99db-4c08-9497-6074ee87b5e8" providerId="ADAL" clId="{89084B7A-DBAB-4C24-B7AC-10FBEA652537}" dt="2020-12-16T02:15:44.917" v="38" actId="1076"/>
          <ac:spMkLst>
            <pc:docMk/>
            <pc:sldMk cId="1920762214" sldId="2657"/>
            <ac:spMk id="42" creationId="{DC8814CB-2629-4EC8-8D36-6B0ED62A82C8}"/>
          </ac:spMkLst>
        </pc:spChg>
        <pc:spChg chg="mod">
          <ac:chgData name="Xu, Vanessa" userId="a3ebf755-99db-4c08-9497-6074ee87b5e8" providerId="ADAL" clId="{89084B7A-DBAB-4C24-B7AC-10FBEA652537}" dt="2020-12-16T02:15:44.917" v="38" actId="1076"/>
          <ac:spMkLst>
            <pc:docMk/>
            <pc:sldMk cId="1920762214" sldId="2657"/>
            <ac:spMk id="43" creationId="{47748023-EDE3-40C1-811D-4E698381B424}"/>
          </ac:spMkLst>
        </pc:spChg>
        <pc:spChg chg="mod">
          <ac:chgData name="Xu, Vanessa" userId="a3ebf755-99db-4c08-9497-6074ee87b5e8" providerId="ADAL" clId="{89084B7A-DBAB-4C24-B7AC-10FBEA652537}" dt="2020-12-16T02:15:44.917" v="38" actId="1076"/>
          <ac:spMkLst>
            <pc:docMk/>
            <pc:sldMk cId="1920762214" sldId="2657"/>
            <ac:spMk id="44" creationId="{EE642899-3878-40A9-8308-45A83107951E}"/>
          </ac:spMkLst>
        </pc:spChg>
        <pc:spChg chg="mod">
          <ac:chgData name="Xu, Vanessa" userId="a3ebf755-99db-4c08-9497-6074ee87b5e8" providerId="ADAL" clId="{89084B7A-DBAB-4C24-B7AC-10FBEA652537}" dt="2020-12-16T02:15:44.917" v="38" actId="1076"/>
          <ac:spMkLst>
            <pc:docMk/>
            <pc:sldMk cId="1920762214" sldId="2657"/>
            <ac:spMk id="45" creationId="{E81B0E8D-58BB-4730-9229-836976B78645}"/>
          </ac:spMkLst>
        </pc:spChg>
        <pc:spChg chg="mod">
          <ac:chgData name="Xu, Vanessa" userId="a3ebf755-99db-4c08-9497-6074ee87b5e8" providerId="ADAL" clId="{89084B7A-DBAB-4C24-B7AC-10FBEA652537}" dt="2020-12-16T02:15:44.917" v="38" actId="1076"/>
          <ac:spMkLst>
            <pc:docMk/>
            <pc:sldMk cId="1920762214" sldId="2657"/>
            <ac:spMk id="46" creationId="{DDEB1BDF-24F8-40D4-A8E8-C5A62DF42C9A}"/>
          </ac:spMkLst>
        </pc:spChg>
        <pc:spChg chg="mod">
          <ac:chgData name="Xu, Vanessa" userId="a3ebf755-99db-4c08-9497-6074ee87b5e8" providerId="ADAL" clId="{89084B7A-DBAB-4C24-B7AC-10FBEA652537}" dt="2020-12-16T02:15:44.917" v="38" actId="1076"/>
          <ac:spMkLst>
            <pc:docMk/>
            <pc:sldMk cId="1920762214" sldId="2657"/>
            <ac:spMk id="47" creationId="{4BBB82F4-A198-477F-B34C-D01B74DB37D0}"/>
          </ac:spMkLst>
        </pc:spChg>
        <pc:spChg chg="mod">
          <ac:chgData name="Xu, Vanessa" userId="a3ebf755-99db-4c08-9497-6074ee87b5e8" providerId="ADAL" clId="{89084B7A-DBAB-4C24-B7AC-10FBEA652537}" dt="2020-12-16T02:15:44.917" v="38" actId="1076"/>
          <ac:spMkLst>
            <pc:docMk/>
            <pc:sldMk cId="1920762214" sldId="2657"/>
            <ac:spMk id="48" creationId="{1F95C702-1A8F-42B4-B353-542942245925}"/>
          </ac:spMkLst>
        </pc:spChg>
        <pc:spChg chg="mod">
          <ac:chgData name="Xu, Vanessa" userId="a3ebf755-99db-4c08-9497-6074ee87b5e8" providerId="ADAL" clId="{89084B7A-DBAB-4C24-B7AC-10FBEA652537}" dt="2020-12-16T02:15:44.917" v="38" actId="1076"/>
          <ac:spMkLst>
            <pc:docMk/>
            <pc:sldMk cId="1920762214" sldId="2657"/>
            <ac:spMk id="49" creationId="{AC2D7FE7-ACCD-4C20-8A83-EC55FCD97A36}"/>
          </ac:spMkLst>
        </pc:spChg>
        <pc:spChg chg="mod">
          <ac:chgData name="Xu, Vanessa" userId="a3ebf755-99db-4c08-9497-6074ee87b5e8" providerId="ADAL" clId="{89084B7A-DBAB-4C24-B7AC-10FBEA652537}" dt="2020-12-16T02:15:44.917" v="38" actId="1076"/>
          <ac:spMkLst>
            <pc:docMk/>
            <pc:sldMk cId="1920762214" sldId="2657"/>
            <ac:spMk id="50" creationId="{06DD5FED-9B47-4CDF-B429-4A2F91D6848F}"/>
          </ac:spMkLst>
        </pc:spChg>
        <pc:spChg chg="mod">
          <ac:chgData name="Xu, Vanessa" userId="a3ebf755-99db-4c08-9497-6074ee87b5e8" providerId="ADAL" clId="{89084B7A-DBAB-4C24-B7AC-10FBEA652537}" dt="2020-12-16T02:15:44.917" v="38" actId="1076"/>
          <ac:spMkLst>
            <pc:docMk/>
            <pc:sldMk cId="1920762214" sldId="2657"/>
            <ac:spMk id="51" creationId="{B5703501-F50F-4658-B8FC-5107CE72019E}"/>
          </ac:spMkLst>
        </pc:spChg>
        <pc:spChg chg="mod">
          <ac:chgData name="Xu, Vanessa" userId="a3ebf755-99db-4c08-9497-6074ee87b5e8" providerId="ADAL" clId="{89084B7A-DBAB-4C24-B7AC-10FBEA652537}" dt="2020-12-16T02:15:44.917" v="38" actId="1076"/>
          <ac:spMkLst>
            <pc:docMk/>
            <pc:sldMk cId="1920762214" sldId="2657"/>
            <ac:spMk id="76" creationId="{C32A0674-CFE0-49ED-B717-6BA97B1FAA49}"/>
          </ac:spMkLst>
        </pc:spChg>
        <pc:spChg chg="mod">
          <ac:chgData name="Xu, Vanessa" userId="a3ebf755-99db-4c08-9497-6074ee87b5e8" providerId="ADAL" clId="{89084B7A-DBAB-4C24-B7AC-10FBEA652537}" dt="2020-12-16T02:15:44.917" v="38" actId="1076"/>
          <ac:spMkLst>
            <pc:docMk/>
            <pc:sldMk cId="1920762214" sldId="2657"/>
            <ac:spMk id="77" creationId="{1985929A-9DCE-49DC-AF87-C84DC2DAFBB0}"/>
          </ac:spMkLst>
        </pc:spChg>
        <pc:spChg chg="mod">
          <ac:chgData name="Xu, Vanessa" userId="a3ebf755-99db-4c08-9497-6074ee87b5e8" providerId="ADAL" clId="{89084B7A-DBAB-4C24-B7AC-10FBEA652537}" dt="2020-12-16T02:15:44.917" v="38" actId="1076"/>
          <ac:spMkLst>
            <pc:docMk/>
            <pc:sldMk cId="1920762214" sldId="2657"/>
            <ac:spMk id="78" creationId="{0B2180BC-5467-438B-A825-C58E876A0272}"/>
          </ac:spMkLst>
        </pc:spChg>
        <pc:spChg chg="del">
          <ac:chgData name="Xu, Vanessa" userId="a3ebf755-99db-4c08-9497-6074ee87b5e8" providerId="ADAL" clId="{89084B7A-DBAB-4C24-B7AC-10FBEA652537}" dt="2020-12-16T02:15:51.343" v="40" actId="478"/>
          <ac:spMkLst>
            <pc:docMk/>
            <pc:sldMk cId="1920762214" sldId="2657"/>
            <ac:spMk id="79" creationId="{C1660533-9A2B-4DC5-9174-31F049F19EF7}"/>
          </ac:spMkLst>
        </pc:spChg>
        <pc:spChg chg="del">
          <ac:chgData name="Xu, Vanessa" userId="a3ebf755-99db-4c08-9497-6074ee87b5e8" providerId="ADAL" clId="{89084B7A-DBAB-4C24-B7AC-10FBEA652537}" dt="2020-12-16T02:15:54.308" v="41" actId="478"/>
          <ac:spMkLst>
            <pc:docMk/>
            <pc:sldMk cId="1920762214" sldId="2657"/>
            <ac:spMk id="80" creationId="{5CC8C20C-3527-4550-AC18-17626778859E}"/>
          </ac:spMkLst>
        </pc:spChg>
        <pc:grpChg chg="mod">
          <ac:chgData name="Xu, Vanessa" userId="a3ebf755-99db-4c08-9497-6074ee87b5e8" providerId="ADAL" clId="{89084B7A-DBAB-4C24-B7AC-10FBEA652537}" dt="2020-12-16T02:15:44.917" v="38" actId="1076"/>
          <ac:grpSpMkLst>
            <pc:docMk/>
            <pc:sldMk cId="1920762214" sldId="2657"/>
            <ac:grpSpMk id="27" creationId="{345DEB20-979E-4C5E-9218-5DD769902417}"/>
          </ac:grpSpMkLst>
        </pc:grpChg>
        <pc:grpChg chg="mod">
          <ac:chgData name="Xu, Vanessa" userId="a3ebf755-99db-4c08-9497-6074ee87b5e8" providerId="ADAL" clId="{89084B7A-DBAB-4C24-B7AC-10FBEA652537}" dt="2020-12-16T02:15:44.917" v="38" actId="1076"/>
          <ac:grpSpMkLst>
            <pc:docMk/>
            <pc:sldMk cId="1920762214" sldId="2657"/>
            <ac:grpSpMk id="34" creationId="{ED6DA6A4-3F24-4DEB-B7D6-5DC33736D98D}"/>
          </ac:grpSpMkLst>
        </pc:grpChg>
        <pc:grpChg chg="mod">
          <ac:chgData name="Xu, Vanessa" userId="a3ebf755-99db-4c08-9497-6074ee87b5e8" providerId="ADAL" clId="{89084B7A-DBAB-4C24-B7AC-10FBEA652537}" dt="2020-12-16T02:15:44.917" v="38" actId="1076"/>
          <ac:grpSpMkLst>
            <pc:docMk/>
            <pc:sldMk cId="1920762214" sldId="2657"/>
            <ac:grpSpMk id="37" creationId="{DEC7EE0A-6298-45E0-A708-3AC781015963}"/>
          </ac:grpSpMkLst>
        </pc:grpChg>
        <pc:cxnChg chg="mod">
          <ac:chgData name="Xu, Vanessa" userId="a3ebf755-99db-4c08-9497-6074ee87b5e8" providerId="ADAL" clId="{89084B7A-DBAB-4C24-B7AC-10FBEA652537}" dt="2020-12-16T02:15:44.917" v="38" actId="1076"/>
          <ac:cxnSpMkLst>
            <pc:docMk/>
            <pc:sldMk cId="1920762214" sldId="2657"/>
            <ac:cxnSpMk id="55" creationId="{56D0AB72-7B55-4758-BB68-E03427028A5E}"/>
          </ac:cxnSpMkLst>
        </pc:cxnChg>
        <pc:cxnChg chg="mod">
          <ac:chgData name="Xu, Vanessa" userId="a3ebf755-99db-4c08-9497-6074ee87b5e8" providerId="ADAL" clId="{89084B7A-DBAB-4C24-B7AC-10FBEA652537}" dt="2020-12-16T02:15:44.917" v="38" actId="1076"/>
          <ac:cxnSpMkLst>
            <pc:docMk/>
            <pc:sldMk cId="1920762214" sldId="2657"/>
            <ac:cxnSpMk id="56" creationId="{C3D8EAFF-8F80-4B49-9396-5CBE2DE5AE72}"/>
          </ac:cxnSpMkLst>
        </pc:cxnChg>
        <pc:cxnChg chg="mod">
          <ac:chgData name="Xu, Vanessa" userId="a3ebf755-99db-4c08-9497-6074ee87b5e8" providerId="ADAL" clId="{89084B7A-DBAB-4C24-B7AC-10FBEA652537}" dt="2020-12-16T02:15:44.917" v="38" actId="1076"/>
          <ac:cxnSpMkLst>
            <pc:docMk/>
            <pc:sldMk cId="1920762214" sldId="2657"/>
            <ac:cxnSpMk id="58" creationId="{CA4F8050-7588-4FE9-9C11-5B9A2481BF5F}"/>
          </ac:cxnSpMkLst>
        </pc:cxnChg>
        <pc:cxnChg chg="mod">
          <ac:chgData name="Xu, Vanessa" userId="a3ebf755-99db-4c08-9497-6074ee87b5e8" providerId="ADAL" clId="{89084B7A-DBAB-4C24-B7AC-10FBEA652537}" dt="2020-12-16T02:15:44.917" v="38" actId="1076"/>
          <ac:cxnSpMkLst>
            <pc:docMk/>
            <pc:sldMk cId="1920762214" sldId="2657"/>
            <ac:cxnSpMk id="60" creationId="{14BE9A54-F037-4F54-BEFE-AAC22AACB84A}"/>
          </ac:cxnSpMkLst>
        </pc:cxnChg>
      </pc:sldChg>
      <pc:sldChg chg="modSp">
        <pc:chgData name="Xu, Vanessa" userId="a3ebf755-99db-4c08-9497-6074ee87b5e8" providerId="ADAL" clId="{89084B7A-DBAB-4C24-B7AC-10FBEA652537}" dt="2020-12-16T02:54:54.772" v="379" actId="20577"/>
        <pc:sldMkLst>
          <pc:docMk/>
          <pc:sldMk cId="3698919919" sldId="2677"/>
        </pc:sldMkLst>
        <pc:spChg chg="mod">
          <ac:chgData name="Xu, Vanessa" userId="a3ebf755-99db-4c08-9497-6074ee87b5e8" providerId="ADAL" clId="{89084B7A-DBAB-4C24-B7AC-10FBEA652537}" dt="2020-12-16T02:54:54.772" v="379" actId="20577"/>
          <ac:spMkLst>
            <pc:docMk/>
            <pc:sldMk cId="3698919919" sldId="2677"/>
            <ac:spMk id="3" creationId="{536681C2-8AF0-47B4-B153-3DEAE30A695E}"/>
          </ac:spMkLst>
        </pc:spChg>
      </pc:sldChg>
      <pc:sldChg chg="del">
        <pc:chgData name="Xu, Vanessa" userId="a3ebf755-99db-4c08-9497-6074ee87b5e8" providerId="ADAL" clId="{89084B7A-DBAB-4C24-B7AC-10FBEA652537}" dt="2020-12-16T02:10:37.401" v="33" actId="2696"/>
        <pc:sldMkLst>
          <pc:docMk/>
          <pc:sldMk cId="510578228" sldId="2679"/>
        </pc:sldMkLst>
      </pc:sldChg>
      <pc:sldChg chg="del">
        <pc:chgData name="Xu, Vanessa" userId="a3ebf755-99db-4c08-9497-6074ee87b5e8" providerId="ADAL" clId="{89084B7A-DBAB-4C24-B7AC-10FBEA652537}" dt="2020-12-16T02:51:32.021" v="353" actId="2696"/>
        <pc:sldMkLst>
          <pc:docMk/>
          <pc:sldMk cId="3353920288" sldId="2680"/>
        </pc:sldMkLst>
      </pc:sldChg>
      <pc:sldChg chg="del">
        <pc:chgData name="Xu, Vanessa" userId="a3ebf755-99db-4c08-9497-6074ee87b5e8" providerId="ADAL" clId="{89084B7A-DBAB-4C24-B7AC-10FBEA652537}" dt="2020-12-16T02:51:32.361" v="354" actId="2696"/>
        <pc:sldMkLst>
          <pc:docMk/>
          <pc:sldMk cId="1408904524" sldId="2682"/>
        </pc:sldMkLst>
      </pc:sldChg>
      <pc:sldChg chg="del">
        <pc:chgData name="Xu, Vanessa" userId="a3ebf755-99db-4c08-9497-6074ee87b5e8" providerId="ADAL" clId="{89084B7A-DBAB-4C24-B7AC-10FBEA652537}" dt="2020-12-16T02:51:32.948" v="355" actId="2696"/>
        <pc:sldMkLst>
          <pc:docMk/>
          <pc:sldMk cId="505409913" sldId="2683"/>
        </pc:sldMkLst>
      </pc:sldChg>
      <pc:sldChg chg="del">
        <pc:chgData name="Xu, Vanessa" userId="a3ebf755-99db-4c08-9497-6074ee87b5e8" providerId="ADAL" clId="{89084B7A-DBAB-4C24-B7AC-10FBEA652537}" dt="2020-12-16T02:51:34.788" v="356" actId="2696"/>
        <pc:sldMkLst>
          <pc:docMk/>
          <pc:sldMk cId="1288405244" sldId="2684"/>
        </pc:sldMkLst>
      </pc:sldChg>
      <pc:sldChg chg="del">
        <pc:chgData name="Xu, Vanessa" userId="a3ebf755-99db-4c08-9497-6074ee87b5e8" providerId="ADAL" clId="{89084B7A-DBAB-4C24-B7AC-10FBEA652537}" dt="2020-12-16T02:16:21.750" v="43" actId="2696"/>
        <pc:sldMkLst>
          <pc:docMk/>
          <pc:sldMk cId="3496851542" sldId="2686"/>
        </pc:sldMkLst>
      </pc:sldChg>
      <pc:sldChg chg="addSp delSp modSp setBg modNotesTx">
        <pc:chgData name="Xu, Vanessa" userId="a3ebf755-99db-4c08-9497-6074ee87b5e8" providerId="ADAL" clId="{89084B7A-DBAB-4C24-B7AC-10FBEA652537}" dt="2020-12-16T03:13:43.099" v="655" actId="207"/>
        <pc:sldMkLst>
          <pc:docMk/>
          <pc:sldMk cId="2014569698" sldId="2690"/>
        </pc:sldMkLst>
        <pc:spChg chg="del">
          <ac:chgData name="Xu, Vanessa" userId="a3ebf755-99db-4c08-9497-6074ee87b5e8" providerId="ADAL" clId="{89084B7A-DBAB-4C24-B7AC-10FBEA652537}" dt="2020-12-16T02:28:13.043" v="142" actId="478"/>
          <ac:spMkLst>
            <pc:docMk/>
            <pc:sldMk cId="2014569698" sldId="2690"/>
            <ac:spMk id="2" creationId="{B3013F63-BA13-4E7A-AD0E-6DE6E8A2FAED}"/>
          </ac:spMkLst>
        </pc:spChg>
        <pc:spChg chg="add del mod">
          <ac:chgData name="Xu, Vanessa" userId="a3ebf755-99db-4c08-9497-6074ee87b5e8" providerId="ADAL" clId="{89084B7A-DBAB-4C24-B7AC-10FBEA652537}" dt="2020-12-16T02:28:41.499" v="143" actId="478"/>
          <ac:spMkLst>
            <pc:docMk/>
            <pc:sldMk cId="2014569698" sldId="2690"/>
            <ac:spMk id="4" creationId="{10F1D4AC-4731-400D-B39A-4FB9F09733E3}"/>
          </ac:spMkLst>
        </pc:spChg>
        <pc:spChg chg="del mod">
          <ac:chgData name="Xu, Vanessa" userId="a3ebf755-99db-4c08-9497-6074ee87b5e8" providerId="ADAL" clId="{89084B7A-DBAB-4C24-B7AC-10FBEA652537}" dt="2020-12-16T02:28:41.499" v="143" actId="478"/>
          <ac:spMkLst>
            <pc:docMk/>
            <pc:sldMk cId="2014569698" sldId="2690"/>
            <ac:spMk id="8" creationId="{A4C6C923-5432-4019-8EDC-80B7A3FEA3B5}"/>
          </ac:spMkLst>
        </pc:spChg>
        <pc:spChg chg="add del">
          <ac:chgData name="Xu, Vanessa" userId="a3ebf755-99db-4c08-9497-6074ee87b5e8" providerId="ADAL" clId="{89084B7A-DBAB-4C24-B7AC-10FBEA652537}" dt="2020-12-16T02:22:46.843" v="101"/>
          <ac:spMkLst>
            <pc:docMk/>
            <pc:sldMk cId="2014569698" sldId="2690"/>
            <ac:spMk id="9" creationId="{884BEB4C-98CA-4B34-ABCF-1B578601178F}"/>
          </ac:spMkLst>
        </pc:spChg>
        <pc:spChg chg="add mod">
          <ac:chgData name="Xu, Vanessa" userId="a3ebf755-99db-4c08-9497-6074ee87b5e8" providerId="ADAL" clId="{89084B7A-DBAB-4C24-B7AC-10FBEA652537}" dt="2020-12-16T02:33:42.779" v="188" actId="113"/>
          <ac:spMkLst>
            <pc:docMk/>
            <pc:sldMk cId="2014569698" sldId="2690"/>
            <ac:spMk id="16" creationId="{8AE645C3-7773-4DDA-9BC5-AED0225EFEE2}"/>
          </ac:spMkLst>
        </pc:spChg>
        <pc:spChg chg="add mod">
          <ac:chgData name="Xu, Vanessa" userId="a3ebf755-99db-4c08-9497-6074ee87b5e8" providerId="ADAL" clId="{89084B7A-DBAB-4C24-B7AC-10FBEA652537}" dt="2020-12-16T02:52:10.618" v="365" actId="1076"/>
          <ac:spMkLst>
            <pc:docMk/>
            <pc:sldMk cId="2014569698" sldId="2690"/>
            <ac:spMk id="17" creationId="{CFE81D49-6A00-4B1D-BB89-E0644D8DEB54}"/>
          </ac:spMkLst>
        </pc:spChg>
        <pc:spChg chg="add mod">
          <ac:chgData name="Xu, Vanessa" userId="a3ebf755-99db-4c08-9497-6074ee87b5e8" providerId="ADAL" clId="{89084B7A-DBAB-4C24-B7AC-10FBEA652537}" dt="2020-12-16T03:13:40.019" v="654" actId="207"/>
          <ac:spMkLst>
            <pc:docMk/>
            <pc:sldMk cId="2014569698" sldId="2690"/>
            <ac:spMk id="20" creationId="{2F256E85-E3AF-4169-B5A0-EE5C2809E078}"/>
          </ac:spMkLst>
        </pc:spChg>
        <pc:spChg chg="add mod">
          <ac:chgData name="Xu, Vanessa" userId="a3ebf755-99db-4c08-9497-6074ee87b5e8" providerId="ADAL" clId="{89084B7A-DBAB-4C24-B7AC-10FBEA652537}" dt="2020-12-16T02:49:47.890" v="343" actId="207"/>
          <ac:spMkLst>
            <pc:docMk/>
            <pc:sldMk cId="2014569698" sldId="2690"/>
            <ac:spMk id="21" creationId="{048F5AB5-8344-45A5-ADC1-C7C35DEC5C1A}"/>
          </ac:spMkLst>
        </pc:spChg>
        <pc:spChg chg="add mod">
          <ac:chgData name="Xu, Vanessa" userId="a3ebf755-99db-4c08-9497-6074ee87b5e8" providerId="ADAL" clId="{89084B7A-DBAB-4C24-B7AC-10FBEA652537}" dt="2020-12-16T02:48:13.883" v="335" actId="255"/>
          <ac:spMkLst>
            <pc:docMk/>
            <pc:sldMk cId="2014569698" sldId="2690"/>
            <ac:spMk id="32" creationId="{FD455413-4769-42FB-9B3B-157B533B4C2A}"/>
          </ac:spMkLst>
        </pc:spChg>
        <pc:spChg chg="add mod">
          <ac:chgData name="Xu, Vanessa" userId="a3ebf755-99db-4c08-9497-6074ee87b5e8" providerId="ADAL" clId="{89084B7A-DBAB-4C24-B7AC-10FBEA652537}" dt="2020-12-16T02:58:18.311" v="443" actId="207"/>
          <ac:spMkLst>
            <pc:docMk/>
            <pc:sldMk cId="2014569698" sldId="2690"/>
            <ac:spMk id="40" creationId="{402D62E6-4052-46FE-B51B-AB4C6122E18F}"/>
          </ac:spMkLst>
        </pc:spChg>
        <pc:spChg chg="add del mod">
          <ac:chgData name="Xu, Vanessa" userId="a3ebf755-99db-4c08-9497-6074ee87b5e8" providerId="ADAL" clId="{89084B7A-DBAB-4C24-B7AC-10FBEA652537}" dt="2020-12-16T02:28:41.499" v="143" actId="478"/>
          <ac:spMkLst>
            <pc:docMk/>
            <pc:sldMk cId="2014569698" sldId="2690"/>
            <ac:spMk id="51" creationId="{84431044-0110-460D-80AA-0A740CB7B237}"/>
          </ac:spMkLst>
        </pc:spChg>
        <pc:spChg chg="add del mod">
          <ac:chgData name="Xu, Vanessa" userId="a3ebf755-99db-4c08-9497-6074ee87b5e8" providerId="ADAL" clId="{89084B7A-DBAB-4C24-B7AC-10FBEA652537}" dt="2020-12-16T02:28:41.499" v="143" actId="478"/>
          <ac:spMkLst>
            <pc:docMk/>
            <pc:sldMk cId="2014569698" sldId="2690"/>
            <ac:spMk id="52" creationId="{09A92890-EF6D-4E9A-A765-98AC45E57577}"/>
          </ac:spMkLst>
        </pc:spChg>
        <pc:spChg chg="add del mod">
          <ac:chgData name="Xu, Vanessa" userId="a3ebf755-99db-4c08-9497-6074ee87b5e8" providerId="ADAL" clId="{89084B7A-DBAB-4C24-B7AC-10FBEA652537}" dt="2020-12-16T02:28:41.499" v="143" actId="478"/>
          <ac:spMkLst>
            <pc:docMk/>
            <pc:sldMk cId="2014569698" sldId="2690"/>
            <ac:spMk id="53" creationId="{462416A2-0DBC-4A89-8372-9FAFBD65A538}"/>
          </ac:spMkLst>
        </pc:spChg>
        <pc:spChg chg="add del mod">
          <ac:chgData name="Xu, Vanessa" userId="a3ebf755-99db-4c08-9497-6074ee87b5e8" providerId="ADAL" clId="{89084B7A-DBAB-4C24-B7AC-10FBEA652537}" dt="2020-12-16T02:28:41.499" v="143" actId="478"/>
          <ac:spMkLst>
            <pc:docMk/>
            <pc:sldMk cId="2014569698" sldId="2690"/>
            <ac:spMk id="57" creationId="{10E4CC0C-DEAA-45EF-8ADC-11CFD400D402}"/>
          </ac:spMkLst>
        </pc:spChg>
        <pc:spChg chg="add del mod">
          <ac:chgData name="Xu, Vanessa" userId="a3ebf755-99db-4c08-9497-6074ee87b5e8" providerId="ADAL" clId="{89084B7A-DBAB-4C24-B7AC-10FBEA652537}" dt="2020-12-16T02:28:41.499" v="143" actId="478"/>
          <ac:spMkLst>
            <pc:docMk/>
            <pc:sldMk cId="2014569698" sldId="2690"/>
            <ac:spMk id="58" creationId="{86358B1F-F3DA-44ED-8B0A-56278F8EA2AC}"/>
          </ac:spMkLst>
        </pc:spChg>
        <pc:spChg chg="add del mod">
          <ac:chgData name="Xu, Vanessa" userId="a3ebf755-99db-4c08-9497-6074ee87b5e8" providerId="ADAL" clId="{89084B7A-DBAB-4C24-B7AC-10FBEA652537}" dt="2020-12-16T02:28:41.499" v="143" actId="478"/>
          <ac:spMkLst>
            <pc:docMk/>
            <pc:sldMk cId="2014569698" sldId="2690"/>
            <ac:spMk id="59" creationId="{17CA4353-8A6E-45D2-B9C0-C0BFC51C9445}"/>
          </ac:spMkLst>
        </pc:spChg>
        <pc:spChg chg="add del mod">
          <ac:chgData name="Xu, Vanessa" userId="a3ebf755-99db-4c08-9497-6074ee87b5e8" providerId="ADAL" clId="{89084B7A-DBAB-4C24-B7AC-10FBEA652537}" dt="2020-12-16T02:28:41.499" v="143" actId="478"/>
          <ac:spMkLst>
            <pc:docMk/>
            <pc:sldMk cId="2014569698" sldId="2690"/>
            <ac:spMk id="60" creationId="{9E5753A2-BD41-47E9-9531-B79BC0356DB2}"/>
          </ac:spMkLst>
        </pc:spChg>
        <pc:spChg chg="add del mod">
          <ac:chgData name="Xu, Vanessa" userId="a3ebf755-99db-4c08-9497-6074ee87b5e8" providerId="ADAL" clId="{89084B7A-DBAB-4C24-B7AC-10FBEA652537}" dt="2020-12-16T02:28:41.499" v="143" actId="478"/>
          <ac:spMkLst>
            <pc:docMk/>
            <pc:sldMk cId="2014569698" sldId="2690"/>
            <ac:spMk id="63" creationId="{B0F2729A-C28E-4245-B98B-31E705BE9F9B}"/>
          </ac:spMkLst>
        </pc:spChg>
        <pc:spChg chg="del mod">
          <ac:chgData name="Xu, Vanessa" userId="a3ebf755-99db-4c08-9497-6074ee87b5e8" providerId="ADAL" clId="{89084B7A-DBAB-4C24-B7AC-10FBEA652537}" dt="2020-12-16T02:28:41.499" v="143" actId="478"/>
          <ac:spMkLst>
            <pc:docMk/>
            <pc:sldMk cId="2014569698" sldId="2690"/>
            <ac:spMk id="69" creationId="{1A9E269C-5474-4D5A-8492-7D0B8592D3D8}"/>
          </ac:spMkLst>
        </pc:spChg>
        <pc:spChg chg="del">
          <ac:chgData name="Xu, Vanessa" userId="a3ebf755-99db-4c08-9497-6074ee87b5e8" providerId="ADAL" clId="{89084B7A-DBAB-4C24-B7AC-10FBEA652537}" dt="2020-12-16T02:28:41.499" v="143" actId="478"/>
          <ac:spMkLst>
            <pc:docMk/>
            <pc:sldMk cId="2014569698" sldId="2690"/>
            <ac:spMk id="70" creationId="{861C6450-26E6-461D-809D-4E9DD4294F85}"/>
          </ac:spMkLst>
        </pc:spChg>
        <pc:spChg chg="del mod">
          <ac:chgData name="Xu, Vanessa" userId="a3ebf755-99db-4c08-9497-6074ee87b5e8" providerId="ADAL" clId="{89084B7A-DBAB-4C24-B7AC-10FBEA652537}" dt="2020-12-16T02:28:41.499" v="143" actId="478"/>
          <ac:spMkLst>
            <pc:docMk/>
            <pc:sldMk cId="2014569698" sldId="2690"/>
            <ac:spMk id="71" creationId="{E7AC84D9-C9AB-4646-B4E7-17D04B95894A}"/>
          </ac:spMkLst>
        </pc:spChg>
        <pc:spChg chg="del">
          <ac:chgData name="Xu, Vanessa" userId="a3ebf755-99db-4c08-9497-6074ee87b5e8" providerId="ADAL" clId="{89084B7A-DBAB-4C24-B7AC-10FBEA652537}" dt="2020-12-16T02:25:39.506" v="125" actId="478"/>
          <ac:spMkLst>
            <pc:docMk/>
            <pc:sldMk cId="2014569698" sldId="2690"/>
            <ac:spMk id="72" creationId="{7ECBC069-EDB2-4ECD-ADED-C34BEDDF4ACD}"/>
          </ac:spMkLst>
        </pc:spChg>
        <pc:spChg chg="del topLvl">
          <ac:chgData name="Xu, Vanessa" userId="a3ebf755-99db-4c08-9497-6074ee87b5e8" providerId="ADAL" clId="{89084B7A-DBAB-4C24-B7AC-10FBEA652537}" dt="2020-12-16T02:25:46.852" v="130" actId="478"/>
          <ac:spMkLst>
            <pc:docMk/>
            <pc:sldMk cId="2014569698" sldId="2690"/>
            <ac:spMk id="74" creationId="{4634D5B9-F27B-4A6B-8093-C525FAA346DF}"/>
          </ac:spMkLst>
        </pc:spChg>
        <pc:spChg chg="del mod topLvl">
          <ac:chgData name="Xu, Vanessa" userId="a3ebf755-99db-4c08-9497-6074ee87b5e8" providerId="ADAL" clId="{89084B7A-DBAB-4C24-B7AC-10FBEA652537}" dt="2020-12-16T02:25:50.204" v="131" actId="478"/>
          <ac:spMkLst>
            <pc:docMk/>
            <pc:sldMk cId="2014569698" sldId="2690"/>
            <ac:spMk id="75" creationId="{3D676034-199E-49D1-B9A9-4EE8108D12FA}"/>
          </ac:spMkLst>
        </pc:spChg>
        <pc:spChg chg="del">
          <ac:chgData name="Xu, Vanessa" userId="a3ebf755-99db-4c08-9497-6074ee87b5e8" providerId="ADAL" clId="{89084B7A-DBAB-4C24-B7AC-10FBEA652537}" dt="2020-12-16T02:28:41.499" v="143" actId="478"/>
          <ac:spMkLst>
            <pc:docMk/>
            <pc:sldMk cId="2014569698" sldId="2690"/>
            <ac:spMk id="76" creationId="{ED1190D5-509D-4DC8-AC44-5D37C9E5438F}"/>
          </ac:spMkLst>
        </pc:spChg>
        <pc:spChg chg="del mod">
          <ac:chgData name="Xu, Vanessa" userId="a3ebf755-99db-4c08-9497-6074ee87b5e8" providerId="ADAL" clId="{89084B7A-DBAB-4C24-B7AC-10FBEA652537}" dt="2020-12-16T02:28:41.499" v="143" actId="478"/>
          <ac:spMkLst>
            <pc:docMk/>
            <pc:sldMk cId="2014569698" sldId="2690"/>
            <ac:spMk id="77" creationId="{1ADD0F92-2780-4965-8DDF-CE037239A4E9}"/>
          </ac:spMkLst>
        </pc:spChg>
        <pc:spChg chg="del">
          <ac:chgData name="Xu, Vanessa" userId="a3ebf755-99db-4c08-9497-6074ee87b5e8" providerId="ADAL" clId="{89084B7A-DBAB-4C24-B7AC-10FBEA652537}" dt="2020-12-16T02:28:41.499" v="143" actId="478"/>
          <ac:spMkLst>
            <pc:docMk/>
            <pc:sldMk cId="2014569698" sldId="2690"/>
            <ac:spMk id="84" creationId="{367CCB45-8A5E-4D7A-876C-0AF72A410542}"/>
          </ac:spMkLst>
        </pc:spChg>
        <pc:spChg chg="del">
          <ac:chgData name="Xu, Vanessa" userId="a3ebf755-99db-4c08-9497-6074ee87b5e8" providerId="ADAL" clId="{89084B7A-DBAB-4C24-B7AC-10FBEA652537}" dt="2020-12-16T02:25:41.223" v="126" actId="478"/>
          <ac:spMkLst>
            <pc:docMk/>
            <pc:sldMk cId="2014569698" sldId="2690"/>
            <ac:spMk id="85" creationId="{0F43C7C9-3A21-4076-9D9A-A9DC95A54CA5}"/>
          </ac:spMkLst>
        </pc:spChg>
        <pc:spChg chg="del">
          <ac:chgData name="Xu, Vanessa" userId="a3ebf755-99db-4c08-9497-6074ee87b5e8" providerId="ADAL" clId="{89084B7A-DBAB-4C24-B7AC-10FBEA652537}" dt="2020-12-16T02:28:41.499" v="143" actId="478"/>
          <ac:spMkLst>
            <pc:docMk/>
            <pc:sldMk cId="2014569698" sldId="2690"/>
            <ac:spMk id="86" creationId="{30C577EC-8C90-4D09-9313-0B25486F57D1}"/>
          </ac:spMkLst>
        </pc:spChg>
        <pc:spChg chg="del mod">
          <ac:chgData name="Xu, Vanessa" userId="a3ebf755-99db-4c08-9497-6074ee87b5e8" providerId="ADAL" clId="{89084B7A-DBAB-4C24-B7AC-10FBEA652537}" dt="2020-12-16T02:28:41.499" v="143" actId="478"/>
          <ac:spMkLst>
            <pc:docMk/>
            <pc:sldMk cId="2014569698" sldId="2690"/>
            <ac:spMk id="87" creationId="{0EB006B6-C624-477A-82A4-1AF4F68892B2}"/>
          </ac:spMkLst>
        </pc:spChg>
        <pc:spChg chg="del">
          <ac:chgData name="Xu, Vanessa" userId="a3ebf755-99db-4c08-9497-6074ee87b5e8" providerId="ADAL" clId="{89084B7A-DBAB-4C24-B7AC-10FBEA652537}" dt="2020-12-16T02:25:42.506" v="127" actId="478"/>
          <ac:spMkLst>
            <pc:docMk/>
            <pc:sldMk cId="2014569698" sldId="2690"/>
            <ac:spMk id="88" creationId="{4C10849B-60E2-413A-8004-EF23DFC4259A}"/>
          </ac:spMkLst>
        </pc:spChg>
        <pc:spChg chg="del">
          <ac:chgData name="Xu, Vanessa" userId="a3ebf755-99db-4c08-9497-6074ee87b5e8" providerId="ADAL" clId="{89084B7A-DBAB-4C24-B7AC-10FBEA652537}" dt="2020-12-16T02:25:44.296" v="128" actId="478"/>
          <ac:spMkLst>
            <pc:docMk/>
            <pc:sldMk cId="2014569698" sldId="2690"/>
            <ac:spMk id="89" creationId="{6866BE65-AEB7-464E-AFFE-C49BC7280494}"/>
          </ac:spMkLst>
        </pc:spChg>
        <pc:spChg chg="del">
          <ac:chgData name="Xu, Vanessa" userId="a3ebf755-99db-4c08-9497-6074ee87b5e8" providerId="ADAL" clId="{89084B7A-DBAB-4C24-B7AC-10FBEA652537}" dt="2020-12-16T02:28:41.499" v="143" actId="478"/>
          <ac:spMkLst>
            <pc:docMk/>
            <pc:sldMk cId="2014569698" sldId="2690"/>
            <ac:spMk id="90" creationId="{0F0412BB-DC04-45B5-8846-F92353853028}"/>
          </ac:spMkLst>
        </pc:spChg>
        <pc:spChg chg="del mod">
          <ac:chgData name="Xu, Vanessa" userId="a3ebf755-99db-4c08-9497-6074ee87b5e8" providerId="ADAL" clId="{89084B7A-DBAB-4C24-B7AC-10FBEA652537}" dt="2020-12-16T02:28:41.499" v="143" actId="478"/>
          <ac:spMkLst>
            <pc:docMk/>
            <pc:sldMk cId="2014569698" sldId="2690"/>
            <ac:spMk id="91" creationId="{712D6C83-20AC-459F-AACE-F41950B5FF01}"/>
          </ac:spMkLst>
        </pc:spChg>
        <pc:spChg chg="del mod">
          <ac:chgData name="Xu, Vanessa" userId="a3ebf755-99db-4c08-9497-6074ee87b5e8" providerId="ADAL" clId="{89084B7A-DBAB-4C24-B7AC-10FBEA652537}" dt="2020-12-16T02:28:41.499" v="143" actId="478"/>
          <ac:spMkLst>
            <pc:docMk/>
            <pc:sldMk cId="2014569698" sldId="2690"/>
            <ac:spMk id="92" creationId="{561D27EB-D8A9-4634-A7A7-7EFB083E3755}"/>
          </ac:spMkLst>
        </pc:spChg>
        <pc:spChg chg="del mod">
          <ac:chgData name="Xu, Vanessa" userId="a3ebf755-99db-4c08-9497-6074ee87b5e8" providerId="ADAL" clId="{89084B7A-DBAB-4C24-B7AC-10FBEA652537}" dt="2020-12-16T02:28:41.499" v="143" actId="478"/>
          <ac:spMkLst>
            <pc:docMk/>
            <pc:sldMk cId="2014569698" sldId="2690"/>
            <ac:spMk id="93" creationId="{4994891F-790A-4716-BF9D-3C50F5ED5E2B}"/>
          </ac:spMkLst>
        </pc:spChg>
        <pc:spChg chg="del">
          <ac:chgData name="Xu, Vanessa" userId="a3ebf755-99db-4c08-9497-6074ee87b5e8" providerId="ADAL" clId="{89084B7A-DBAB-4C24-B7AC-10FBEA652537}" dt="2020-12-16T02:28:41.499" v="143" actId="478"/>
          <ac:spMkLst>
            <pc:docMk/>
            <pc:sldMk cId="2014569698" sldId="2690"/>
            <ac:spMk id="94" creationId="{27006B35-1A86-4737-8D35-D67FF5DBE2F0}"/>
          </ac:spMkLst>
        </pc:spChg>
        <pc:spChg chg="del mod">
          <ac:chgData name="Xu, Vanessa" userId="a3ebf755-99db-4c08-9497-6074ee87b5e8" providerId="ADAL" clId="{89084B7A-DBAB-4C24-B7AC-10FBEA652537}" dt="2020-12-16T02:28:41.499" v="143" actId="478"/>
          <ac:spMkLst>
            <pc:docMk/>
            <pc:sldMk cId="2014569698" sldId="2690"/>
            <ac:spMk id="95" creationId="{9BFB0980-BC9D-4407-99A7-BD23BE96186A}"/>
          </ac:spMkLst>
        </pc:spChg>
        <pc:spChg chg="mod topLvl">
          <ac:chgData name="Xu, Vanessa" userId="a3ebf755-99db-4c08-9497-6074ee87b5e8" providerId="ADAL" clId="{89084B7A-DBAB-4C24-B7AC-10FBEA652537}" dt="2020-12-16T02:32:05.961" v="179" actId="1076"/>
          <ac:spMkLst>
            <pc:docMk/>
            <pc:sldMk cId="2014569698" sldId="2690"/>
            <ac:spMk id="97" creationId="{7AAC32C7-A3A4-416B-B2B4-9DB5A0A934C3}"/>
          </ac:spMkLst>
        </pc:spChg>
        <pc:spChg chg="del topLvl">
          <ac:chgData name="Xu, Vanessa" userId="a3ebf755-99db-4c08-9497-6074ee87b5e8" providerId="ADAL" clId="{89084B7A-DBAB-4C24-B7AC-10FBEA652537}" dt="2020-12-16T02:29:07.959" v="147" actId="478"/>
          <ac:spMkLst>
            <pc:docMk/>
            <pc:sldMk cId="2014569698" sldId="2690"/>
            <ac:spMk id="98" creationId="{0FA6CCB4-8ECA-4513-8691-B8CECABD48F9}"/>
          </ac:spMkLst>
        </pc:spChg>
        <pc:spChg chg="del mod">
          <ac:chgData name="Xu, Vanessa" userId="a3ebf755-99db-4c08-9497-6074ee87b5e8" providerId="ADAL" clId="{89084B7A-DBAB-4C24-B7AC-10FBEA652537}" dt="2020-12-16T02:28:41.499" v="143" actId="478"/>
          <ac:spMkLst>
            <pc:docMk/>
            <pc:sldMk cId="2014569698" sldId="2690"/>
            <ac:spMk id="105" creationId="{95387831-063A-4A81-8F92-452C3143165E}"/>
          </ac:spMkLst>
        </pc:spChg>
        <pc:spChg chg="del mod">
          <ac:chgData name="Xu, Vanessa" userId="a3ebf755-99db-4c08-9497-6074ee87b5e8" providerId="ADAL" clId="{89084B7A-DBAB-4C24-B7AC-10FBEA652537}" dt="2020-12-16T02:28:41.499" v="143" actId="478"/>
          <ac:spMkLst>
            <pc:docMk/>
            <pc:sldMk cId="2014569698" sldId="2690"/>
            <ac:spMk id="112" creationId="{52F805DA-2EF3-4220-AE49-E7C6B6E760B7}"/>
          </ac:spMkLst>
        </pc:spChg>
        <pc:spChg chg="add del mod">
          <ac:chgData name="Xu, Vanessa" userId="a3ebf755-99db-4c08-9497-6074ee87b5e8" providerId="ADAL" clId="{89084B7A-DBAB-4C24-B7AC-10FBEA652537}" dt="2020-12-16T02:28:41.499" v="143" actId="478"/>
          <ac:spMkLst>
            <pc:docMk/>
            <pc:sldMk cId="2014569698" sldId="2690"/>
            <ac:spMk id="113" creationId="{632CC938-C2DC-4B2E-9F10-EBBD8AAF9E16}"/>
          </ac:spMkLst>
        </pc:spChg>
        <pc:spChg chg="add del mod">
          <ac:chgData name="Xu, Vanessa" userId="a3ebf755-99db-4c08-9497-6074ee87b5e8" providerId="ADAL" clId="{89084B7A-DBAB-4C24-B7AC-10FBEA652537}" dt="2020-12-16T02:28:41.499" v="143" actId="478"/>
          <ac:spMkLst>
            <pc:docMk/>
            <pc:sldMk cId="2014569698" sldId="2690"/>
            <ac:spMk id="114" creationId="{0E6124CE-4D22-4475-A335-E79D3F29DCCB}"/>
          </ac:spMkLst>
        </pc:spChg>
        <pc:spChg chg="add mod">
          <ac:chgData name="Xu, Vanessa" userId="a3ebf755-99db-4c08-9497-6074ee87b5e8" providerId="ADAL" clId="{89084B7A-DBAB-4C24-B7AC-10FBEA652537}" dt="2020-12-16T02:34:53.068" v="214" actId="113"/>
          <ac:spMkLst>
            <pc:docMk/>
            <pc:sldMk cId="2014569698" sldId="2690"/>
            <ac:spMk id="117" creationId="{121A17ED-F6C6-4F9B-941D-7891C4F7F0D4}"/>
          </ac:spMkLst>
        </pc:spChg>
        <pc:spChg chg="add mod">
          <ac:chgData name="Xu, Vanessa" userId="a3ebf755-99db-4c08-9497-6074ee87b5e8" providerId="ADAL" clId="{89084B7A-DBAB-4C24-B7AC-10FBEA652537}" dt="2020-12-16T03:13:43.099" v="655" actId="207"/>
          <ac:spMkLst>
            <pc:docMk/>
            <pc:sldMk cId="2014569698" sldId="2690"/>
            <ac:spMk id="118" creationId="{4F20D476-D516-4F93-B7D3-6BF9789669D6}"/>
          </ac:spMkLst>
        </pc:spChg>
        <pc:spChg chg="add mod">
          <ac:chgData name="Xu, Vanessa" userId="a3ebf755-99db-4c08-9497-6074ee87b5e8" providerId="ADAL" clId="{89084B7A-DBAB-4C24-B7AC-10FBEA652537}" dt="2020-12-16T02:36:33.657" v="224"/>
          <ac:spMkLst>
            <pc:docMk/>
            <pc:sldMk cId="2014569698" sldId="2690"/>
            <ac:spMk id="119" creationId="{AE8A4018-7883-431A-9068-082AF3D65864}"/>
          </ac:spMkLst>
        </pc:spChg>
        <pc:spChg chg="add mod">
          <ac:chgData name="Xu, Vanessa" userId="a3ebf755-99db-4c08-9497-6074ee87b5e8" providerId="ADAL" clId="{89084B7A-DBAB-4C24-B7AC-10FBEA652537}" dt="2020-12-16T02:47:03.770" v="320" actId="1076"/>
          <ac:spMkLst>
            <pc:docMk/>
            <pc:sldMk cId="2014569698" sldId="2690"/>
            <ac:spMk id="120" creationId="{5B950BEF-9ECF-4758-AA4E-1DE4F0AE582A}"/>
          </ac:spMkLst>
        </pc:spChg>
        <pc:spChg chg="add del">
          <ac:chgData name="Xu, Vanessa" userId="a3ebf755-99db-4c08-9497-6074ee87b5e8" providerId="ADAL" clId="{89084B7A-DBAB-4C24-B7AC-10FBEA652537}" dt="2020-12-16T02:37:14.497" v="228"/>
          <ac:spMkLst>
            <pc:docMk/>
            <pc:sldMk cId="2014569698" sldId="2690"/>
            <ac:spMk id="121" creationId="{4F256FB0-B8D2-47F7-BB30-7205F7C36E7A}"/>
          </ac:spMkLst>
        </pc:spChg>
        <pc:spChg chg="add mod">
          <ac:chgData name="Xu, Vanessa" userId="a3ebf755-99db-4c08-9497-6074ee87b5e8" providerId="ADAL" clId="{89084B7A-DBAB-4C24-B7AC-10FBEA652537}" dt="2020-12-16T02:47:15.882" v="322" actId="1076"/>
          <ac:spMkLst>
            <pc:docMk/>
            <pc:sldMk cId="2014569698" sldId="2690"/>
            <ac:spMk id="122" creationId="{50EBA251-5A95-4BE5-AFA4-A55F1B811699}"/>
          </ac:spMkLst>
        </pc:spChg>
        <pc:spChg chg="add mod">
          <ac:chgData name="Xu, Vanessa" userId="a3ebf755-99db-4c08-9497-6074ee87b5e8" providerId="ADAL" clId="{89084B7A-DBAB-4C24-B7AC-10FBEA652537}" dt="2020-12-16T02:48:29.170" v="337" actId="14100"/>
          <ac:spMkLst>
            <pc:docMk/>
            <pc:sldMk cId="2014569698" sldId="2690"/>
            <ac:spMk id="123" creationId="{0FDB2E5C-6EA8-4DA0-B98C-34053ED23854}"/>
          </ac:spMkLst>
        </pc:spChg>
        <pc:spChg chg="add mod">
          <ac:chgData name="Xu, Vanessa" userId="a3ebf755-99db-4c08-9497-6074ee87b5e8" providerId="ADAL" clId="{89084B7A-DBAB-4C24-B7AC-10FBEA652537}" dt="2020-12-16T02:48:25.747" v="336" actId="1076"/>
          <ac:spMkLst>
            <pc:docMk/>
            <pc:sldMk cId="2014569698" sldId="2690"/>
            <ac:spMk id="124" creationId="{782A1953-F758-47D3-AD3C-C9BA7B786763}"/>
          </ac:spMkLst>
        </pc:spChg>
        <pc:spChg chg="add mod">
          <ac:chgData name="Xu, Vanessa" userId="a3ebf755-99db-4c08-9497-6074ee87b5e8" providerId="ADAL" clId="{89084B7A-DBAB-4C24-B7AC-10FBEA652537}" dt="2020-12-16T02:48:25.747" v="336" actId="1076"/>
          <ac:spMkLst>
            <pc:docMk/>
            <pc:sldMk cId="2014569698" sldId="2690"/>
            <ac:spMk id="125" creationId="{827CD5FB-54DA-456A-AC63-1652FBFB4790}"/>
          </ac:spMkLst>
        </pc:spChg>
        <pc:spChg chg="add del mod">
          <ac:chgData name="Xu, Vanessa" userId="a3ebf755-99db-4c08-9497-6074ee87b5e8" providerId="ADAL" clId="{89084B7A-DBAB-4C24-B7AC-10FBEA652537}" dt="2020-12-16T02:44:07.146" v="299" actId="478"/>
          <ac:spMkLst>
            <pc:docMk/>
            <pc:sldMk cId="2014569698" sldId="2690"/>
            <ac:spMk id="126" creationId="{A2CD6826-39CE-42FE-90A9-035E08AC9E90}"/>
          </ac:spMkLst>
        </pc:spChg>
        <pc:spChg chg="add mod">
          <ac:chgData name="Xu, Vanessa" userId="a3ebf755-99db-4c08-9497-6074ee87b5e8" providerId="ADAL" clId="{89084B7A-DBAB-4C24-B7AC-10FBEA652537}" dt="2020-12-16T02:44:47.254" v="304" actId="207"/>
          <ac:spMkLst>
            <pc:docMk/>
            <pc:sldMk cId="2014569698" sldId="2690"/>
            <ac:spMk id="127" creationId="{FF4556EE-BF90-4B9B-AC7D-15D34EC92208}"/>
          </ac:spMkLst>
        </pc:spChg>
        <pc:spChg chg="add mod">
          <ac:chgData name="Xu, Vanessa" userId="a3ebf755-99db-4c08-9497-6074ee87b5e8" providerId="ADAL" clId="{89084B7A-DBAB-4C24-B7AC-10FBEA652537}" dt="2020-12-16T02:50:12.714" v="346" actId="1076"/>
          <ac:spMkLst>
            <pc:docMk/>
            <pc:sldMk cId="2014569698" sldId="2690"/>
            <ac:spMk id="128" creationId="{32AE9DC7-E4C1-4532-A50B-A43E0430034B}"/>
          </ac:spMkLst>
        </pc:spChg>
        <pc:spChg chg="add mod">
          <ac:chgData name="Xu, Vanessa" userId="a3ebf755-99db-4c08-9497-6074ee87b5e8" providerId="ADAL" clId="{89084B7A-DBAB-4C24-B7AC-10FBEA652537}" dt="2020-12-16T02:48:34.833" v="338" actId="1076"/>
          <ac:spMkLst>
            <pc:docMk/>
            <pc:sldMk cId="2014569698" sldId="2690"/>
            <ac:spMk id="129" creationId="{17DA1B70-AE20-4492-84A3-43EB88B4C346}"/>
          </ac:spMkLst>
        </pc:spChg>
        <pc:grpChg chg="add del mod">
          <ac:chgData name="Xu, Vanessa" userId="a3ebf755-99db-4c08-9497-6074ee87b5e8" providerId="ADAL" clId="{89084B7A-DBAB-4C24-B7AC-10FBEA652537}" dt="2020-12-16T02:28:41.499" v="143" actId="478"/>
          <ac:grpSpMkLst>
            <pc:docMk/>
            <pc:sldMk cId="2014569698" sldId="2690"/>
            <ac:grpSpMk id="54" creationId="{A78190AB-A6E0-439C-8A56-BA530F5965BE}"/>
          </ac:grpSpMkLst>
        </pc:grpChg>
        <pc:grpChg chg="add del mod">
          <ac:chgData name="Xu, Vanessa" userId="a3ebf755-99db-4c08-9497-6074ee87b5e8" providerId="ADAL" clId="{89084B7A-DBAB-4C24-B7AC-10FBEA652537}" dt="2020-12-16T02:28:41.499" v="143" actId="478"/>
          <ac:grpSpMkLst>
            <pc:docMk/>
            <pc:sldMk cId="2014569698" sldId="2690"/>
            <ac:grpSpMk id="64" creationId="{A22B774B-6F50-4E76-8036-036A3E91EC12}"/>
          </ac:grpSpMkLst>
        </pc:grpChg>
        <pc:grpChg chg="del">
          <ac:chgData name="Xu, Vanessa" userId="a3ebf755-99db-4c08-9497-6074ee87b5e8" providerId="ADAL" clId="{89084B7A-DBAB-4C24-B7AC-10FBEA652537}" dt="2020-12-16T02:25:46.852" v="130" actId="478"/>
          <ac:grpSpMkLst>
            <pc:docMk/>
            <pc:sldMk cId="2014569698" sldId="2690"/>
            <ac:grpSpMk id="73" creationId="{3A774BEF-2B88-4D08-A535-3444C754502C}"/>
          </ac:grpSpMkLst>
        </pc:grpChg>
        <pc:grpChg chg="del">
          <ac:chgData name="Xu, Vanessa" userId="a3ebf755-99db-4c08-9497-6074ee87b5e8" providerId="ADAL" clId="{89084B7A-DBAB-4C24-B7AC-10FBEA652537}" dt="2020-12-16T02:28:41.499" v="143" actId="478"/>
          <ac:grpSpMkLst>
            <pc:docMk/>
            <pc:sldMk cId="2014569698" sldId="2690"/>
            <ac:grpSpMk id="78" creationId="{29352066-6173-4753-9748-76AC36987F5C}"/>
          </ac:grpSpMkLst>
        </pc:grpChg>
        <pc:grpChg chg="del mod">
          <ac:chgData name="Xu, Vanessa" userId="a3ebf755-99db-4c08-9497-6074ee87b5e8" providerId="ADAL" clId="{89084B7A-DBAB-4C24-B7AC-10FBEA652537}" dt="2020-12-16T02:28:41.499" v="143" actId="478"/>
          <ac:grpSpMkLst>
            <pc:docMk/>
            <pc:sldMk cId="2014569698" sldId="2690"/>
            <ac:grpSpMk id="81" creationId="{BE394410-89FF-441C-95A6-6207AB685747}"/>
          </ac:grpSpMkLst>
        </pc:grpChg>
        <pc:grpChg chg="del">
          <ac:chgData name="Xu, Vanessa" userId="a3ebf755-99db-4c08-9497-6074ee87b5e8" providerId="ADAL" clId="{89084B7A-DBAB-4C24-B7AC-10FBEA652537}" dt="2020-12-16T02:29:07.959" v="147" actId="478"/>
          <ac:grpSpMkLst>
            <pc:docMk/>
            <pc:sldMk cId="2014569698" sldId="2690"/>
            <ac:grpSpMk id="96" creationId="{719CDDAE-1982-47DE-AE35-1298B7B12678}"/>
          </ac:grpSpMkLst>
        </pc:grpChg>
        <pc:grpChg chg="del mod">
          <ac:chgData name="Xu, Vanessa" userId="a3ebf755-99db-4c08-9497-6074ee87b5e8" providerId="ADAL" clId="{89084B7A-DBAB-4C24-B7AC-10FBEA652537}" dt="2020-12-16T02:28:41.499" v="143" actId="478"/>
          <ac:grpSpMkLst>
            <pc:docMk/>
            <pc:sldMk cId="2014569698" sldId="2690"/>
            <ac:grpSpMk id="107" creationId="{4F257069-16EF-45AC-A58E-951F4D1595C1}"/>
          </ac:grpSpMkLst>
        </pc:grpChg>
        <pc:cxnChg chg="add mod">
          <ac:chgData name="Xu, Vanessa" userId="a3ebf755-99db-4c08-9497-6074ee87b5e8" providerId="ADAL" clId="{89084B7A-DBAB-4C24-B7AC-10FBEA652537}" dt="2020-12-16T02:32:14.426" v="180" actId="11529"/>
          <ac:cxnSpMkLst>
            <pc:docMk/>
            <pc:sldMk cId="2014569698" sldId="2690"/>
            <ac:cxnSpMk id="19" creationId="{51204F50-4516-4831-8F4E-023697BC90EE}"/>
          </ac:cxnSpMkLst>
        </pc:cxnChg>
        <pc:cxnChg chg="add mod">
          <ac:chgData name="Xu, Vanessa" userId="a3ebf755-99db-4c08-9497-6074ee87b5e8" providerId="ADAL" clId="{89084B7A-DBAB-4C24-B7AC-10FBEA652537}" dt="2020-12-16T02:46:16.993" v="315" actId="11529"/>
          <ac:cxnSpMkLst>
            <pc:docMk/>
            <pc:sldMk cId="2014569698" sldId="2690"/>
            <ac:cxnSpMk id="23" creationId="{43309270-86C4-483B-AF63-27D7EA02642A}"/>
          </ac:cxnSpMkLst>
        </pc:cxnChg>
        <pc:cxnChg chg="add mod">
          <ac:chgData name="Xu, Vanessa" userId="a3ebf755-99db-4c08-9497-6074ee87b5e8" providerId="ADAL" clId="{89084B7A-DBAB-4C24-B7AC-10FBEA652537}" dt="2020-12-16T02:46:23.706" v="316" actId="11529"/>
          <ac:cxnSpMkLst>
            <pc:docMk/>
            <pc:sldMk cId="2014569698" sldId="2690"/>
            <ac:cxnSpMk id="25" creationId="{B5D1CF82-BDA0-4113-9FD0-2ED56294C604}"/>
          </ac:cxnSpMkLst>
        </pc:cxnChg>
        <pc:cxnChg chg="add mod">
          <ac:chgData name="Xu, Vanessa" userId="a3ebf755-99db-4c08-9497-6074ee87b5e8" providerId="ADAL" clId="{89084B7A-DBAB-4C24-B7AC-10FBEA652537}" dt="2020-12-16T02:47:03.770" v="320" actId="1076"/>
          <ac:cxnSpMkLst>
            <pc:docMk/>
            <pc:sldMk cId="2014569698" sldId="2690"/>
            <ac:cxnSpMk id="27" creationId="{1BC3D792-D945-44F1-9C09-01A45900BA65}"/>
          </ac:cxnSpMkLst>
        </pc:cxnChg>
        <pc:cxnChg chg="add mod">
          <ac:chgData name="Xu, Vanessa" userId="a3ebf755-99db-4c08-9497-6074ee87b5e8" providerId="ADAL" clId="{89084B7A-DBAB-4C24-B7AC-10FBEA652537}" dt="2020-12-16T02:47:07.018" v="321" actId="1076"/>
          <ac:cxnSpMkLst>
            <pc:docMk/>
            <pc:sldMk cId="2014569698" sldId="2690"/>
            <ac:cxnSpMk id="29" creationId="{0709AF1B-5727-4174-A61B-D24A396A15D4}"/>
          </ac:cxnSpMkLst>
        </pc:cxnChg>
        <pc:cxnChg chg="add mod">
          <ac:chgData name="Xu, Vanessa" userId="a3ebf755-99db-4c08-9497-6074ee87b5e8" providerId="ADAL" clId="{89084B7A-DBAB-4C24-B7AC-10FBEA652537}" dt="2020-12-16T02:49:59.953" v="344" actId="11529"/>
          <ac:cxnSpMkLst>
            <pc:docMk/>
            <pc:sldMk cId="2014569698" sldId="2690"/>
            <ac:cxnSpMk id="34" creationId="{6DD4D898-F6D3-4A2A-B68E-8B0247A36848}"/>
          </ac:cxnSpMkLst>
        </pc:cxnChg>
        <pc:cxnChg chg="add mod">
          <ac:chgData name="Xu, Vanessa" userId="a3ebf755-99db-4c08-9497-6074ee87b5e8" providerId="ADAL" clId="{89084B7A-DBAB-4C24-B7AC-10FBEA652537}" dt="2020-12-16T02:50:12.714" v="346" actId="1076"/>
          <ac:cxnSpMkLst>
            <pc:docMk/>
            <pc:sldMk cId="2014569698" sldId="2690"/>
            <ac:cxnSpMk id="36" creationId="{39C82281-FEF4-4F30-B3BA-C5AABA17DA7E}"/>
          </ac:cxnSpMkLst>
        </pc:cxnChg>
        <pc:cxnChg chg="add mod">
          <ac:chgData name="Xu, Vanessa" userId="a3ebf755-99db-4c08-9497-6074ee87b5e8" providerId="ADAL" clId="{89084B7A-DBAB-4C24-B7AC-10FBEA652537}" dt="2020-12-16T02:50:24.315" v="347" actId="11529"/>
          <ac:cxnSpMkLst>
            <pc:docMk/>
            <pc:sldMk cId="2014569698" sldId="2690"/>
            <ac:cxnSpMk id="39" creationId="{23261FE0-41BE-40D6-AD49-EF634B10405E}"/>
          </ac:cxnSpMkLst>
        </pc:cxnChg>
        <pc:cxnChg chg="add del mod">
          <ac:chgData name="Xu, Vanessa" userId="a3ebf755-99db-4c08-9497-6074ee87b5e8" providerId="ADAL" clId="{89084B7A-DBAB-4C24-B7AC-10FBEA652537}" dt="2020-12-16T02:28:41.499" v="143" actId="478"/>
          <ac:cxnSpMkLst>
            <pc:docMk/>
            <pc:sldMk cId="2014569698" sldId="2690"/>
            <ac:cxnSpMk id="61" creationId="{BC1C543D-0402-4BED-ACAD-D810F216B2EF}"/>
          </ac:cxnSpMkLst>
        </pc:cxnChg>
        <pc:cxnChg chg="add del mod">
          <ac:chgData name="Xu, Vanessa" userId="a3ebf755-99db-4c08-9497-6074ee87b5e8" providerId="ADAL" clId="{89084B7A-DBAB-4C24-B7AC-10FBEA652537}" dt="2020-12-16T02:28:41.499" v="143" actId="478"/>
          <ac:cxnSpMkLst>
            <pc:docMk/>
            <pc:sldMk cId="2014569698" sldId="2690"/>
            <ac:cxnSpMk id="62" creationId="{49A56E7E-798E-48FD-B460-5DB9EF0EACBA}"/>
          </ac:cxnSpMkLst>
        </pc:cxnChg>
        <pc:cxnChg chg="add del mod">
          <ac:chgData name="Xu, Vanessa" userId="a3ebf755-99db-4c08-9497-6074ee87b5e8" providerId="ADAL" clId="{89084B7A-DBAB-4C24-B7AC-10FBEA652537}" dt="2020-12-16T02:28:41.499" v="143" actId="478"/>
          <ac:cxnSpMkLst>
            <pc:docMk/>
            <pc:sldMk cId="2014569698" sldId="2690"/>
            <ac:cxnSpMk id="67" creationId="{627B9FC7-F1AC-402C-BB8D-F77A70C4D570}"/>
          </ac:cxnSpMkLst>
        </pc:cxnChg>
        <pc:cxnChg chg="add del mod">
          <ac:chgData name="Xu, Vanessa" userId="a3ebf755-99db-4c08-9497-6074ee87b5e8" providerId="ADAL" clId="{89084B7A-DBAB-4C24-B7AC-10FBEA652537}" dt="2020-12-16T02:28:41.499" v="143" actId="478"/>
          <ac:cxnSpMkLst>
            <pc:docMk/>
            <pc:sldMk cId="2014569698" sldId="2690"/>
            <ac:cxnSpMk id="68" creationId="{9ADFC0D3-5579-4D71-9C39-0DCF434A4565}"/>
          </ac:cxnSpMkLst>
        </pc:cxnChg>
        <pc:cxnChg chg="del">
          <ac:chgData name="Xu, Vanessa" userId="a3ebf755-99db-4c08-9497-6074ee87b5e8" providerId="ADAL" clId="{89084B7A-DBAB-4C24-B7AC-10FBEA652537}" dt="2020-12-16T02:28:41.499" v="143" actId="478"/>
          <ac:cxnSpMkLst>
            <pc:docMk/>
            <pc:sldMk cId="2014569698" sldId="2690"/>
            <ac:cxnSpMk id="99" creationId="{E219327B-434E-4E54-B2B7-90F38D3437E7}"/>
          </ac:cxnSpMkLst>
        </pc:cxnChg>
        <pc:cxnChg chg="del mod">
          <ac:chgData name="Xu, Vanessa" userId="a3ebf755-99db-4c08-9497-6074ee87b5e8" providerId="ADAL" clId="{89084B7A-DBAB-4C24-B7AC-10FBEA652537}" dt="2020-12-16T02:28:41.499" v="143" actId="478"/>
          <ac:cxnSpMkLst>
            <pc:docMk/>
            <pc:sldMk cId="2014569698" sldId="2690"/>
            <ac:cxnSpMk id="100" creationId="{DEA32304-00A0-40AE-B41A-5614DD3908A0}"/>
          </ac:cxnSpMkLst>
        </pc:cxnChg>
        <pc:cxnChg chg="del mod">
          <ac:chgData name="Xu, Vanessa" userId="a3ebf755-99db-4c08-9497-6074ee87b5e8" providerId="ADAL" clId="{89084B7A-DBAB-4C24-B7AC-10FBEA652537}" dt="2020-12-16T02:28:41.499" v="143" actId="478"/>
          <ac:cxnSpMkLst>
            <pc:docMk/>
            <pc:sldMk cId="2014569698" sldId="2690"/>
            <ac:cxnSpMk id="101" creationId="{A3D372AC-D460-4EED-9CF3-22BD1D0BB3BE}"/>
          </ac:cxnSpMkLst>
        </pc:cxnChg>
        <pc:cxnChg chg="del">
          <ac:chgData name="Xu, Vanessa" userId="a3ebf755-99db-4c08-9497-6074ee87b5e8" providerId="ADAL" clId="{89084B7A-DBAB-4C24-B7AC-10FBEA652537}" dt="2020-12-16T02:28:41.499" v="143" actId="478"/>
          <ac:cxnSpMkLst>
            <pc:docMk/>
            <pc:sldMk cId="2014569698" sldId="2690"/>
            <ac:cxnSpMk id="102" creationId="{75370692-A178-4DA0-AF93-7D0527A986D0}"/>
          </ac:cxnSpMkLst>
        </pc:cxnChg>
        <pc:cxnChg chg="del mod">
          <ac:chgData name="Xu, Vanessa" userId="a3ebf755-99db-4c08-9497-6074ee87b5e8" providerId="ADAL" clId="{89084B7A-DBAB-4C24-B7AC-10FBEA652537}" dt="2020-12-16T02:28:41.499" v="143" actId="478"/>
          <ac:cxnSpMkLst>
            <pc:docMk/>
            <pc:sldMk cId="2014569698" sldId="2690"/>
            <ac:cxnSpMk id="103" creationId="{EAB5446F-DFED-4C48-BF39-B0A498FEC0E4}"/>
          </ac:cxnSpMkLst>
        </pc:cxnChg>
        <pc:cxnChg chg="del mod">
          <ac:chgData name="Xu, Vanessa" userId="a3ebf755-99db-4c08-9497-6074ee87b5e8" providerId="ADAL" clId="{89084B7A-DBAB-4C24-B7AC-10FBEA652537}" dt="2020-12-16T02:28:41.499" v="143" actId="478"/>
          <ac:cxnSpMkLst>
            <pc:docMk/>
            <pc:sldMk cId="2014569698" sldId="2690"/>
            <ac:cxnSpMk id="104" creationId="{07772219-3E72-4FF8-BF4F-6800BA741926}"/>
          </ac:cxnSpMkLst>
        </pc:cxnChg>
        <pc:cxnChg chg="del">
          <ac:chgData name="Xu, Vanessa" userId="a3ebf755-99db-4c08-9497-6074ee87b5e8" providerId="ADAL" clId="{89084B7A-DBAB-4C24-B7AC-10FBEA652537}" dt="2020-12-16T02:28:41.499" v="143" actId="478"/>
          <ac:cxnSpMkLst>
            <pc:docMk/>
            <pc:sldMk cId="2014569698" sldId="2690"/>
            <ac:cxnSpMk id="106" creationId="{869BF04E-ACD2-4D66-9070-11043D872C25}"/>
          </ac:cxnSpMkLst>
        </pc:cxnChg>
        <pc:cxnChg chg="del mod">
          <ac:chgData name="Xu, Vanessa" userId="a3ebf755-99db-4c08-9497-6074ee87b5e8" providerId="ADAL" clId="{89084B7A-DBAB-4C24-B7AC-10FBEA652537}" dt="2020-12-16T02:28:41.499" v="143" actId="478"/>
          <ac:cxnSpMkLst>
            <pc:docMk/>
            <pc:sldMk cId="2014569698" sldId="2690"/>
            <ac:cxnSpMk id="110" creationId="{D7281938-5EAE-4E5D-9CE0-7B036F998CD3}"/>
          </ac:cxnSpMkLst>
        </pc:cxnChg>
        <pc:cxnChg chg="del mod">
          <ac:chgData name="Xu, Vanessa" userId="a3ebf755-99db-4c08-9497-6074ee87b5e8" providerId="ADAL" clId="{89084B7A-DBAB-4C24-B7AC-10FBEA652537}" dt="2020-12-16T02:28:41.499" v="143" actId="478"/>
          <ac:cxnSpMkLst>
            <pc:docMk/>
            <pc:sldMk cId="2014569698" sldId="2690"/>
            <ac:cxnSpMk id="111" creationId="{75D5F421-82D0-484F-9768-2BE60287A1DD}"/>
          </ac:cxnSpMkLst>
        </pc:cxnChg>
        <pc:cxnChg chg="add del mod">
          <ac:chgData name="Xu, Vanessa" userId="a3ebf755-99db-4c08-9497-6074ee87b5e8" providerId="ADAL" clId="{89084B7A-DBAB-4C24-B7AC-10FBEA652537}" dt="2020-12-16T02:28:41.499" v="143" actId="478"/>
          <ac:cxnSpMkLst>
            <pc:docMk/>
            <pc:sldMk cId="2014569698" sldId="2690"/>
            <ac:cxnSpMk id="115" creationId="{87C1468E-E3AC-441C-9628-BAE3ECA8FDDC}"/>
          </ac:cxnSpMkLst>
        </pc:cxnChg>
        <pc:cxnChg chg="add del mod">
          <ac:chgData name="Xu, Vanessa" userId="a3ebf755-99db-4c08-9497-6074ee87b5e8" providerId="ADAL" clId="{89084B7A-DBAB-4C24-B7AC-10FBEA652537}" dt="2020-12-16T02:28:41.499" v="143" actId="478"/>
          <ac:cxnSpMkLst>
            <pc:docMk/>
            <pc:sldMk cId="2014569698" sldId="2690"/>
            <ac:cxnSpMk id="116" creationId="{B2687300-4A0F-4ED8-BE2B-CFAE81CA8513}"/>
          </ac:cxnSpMkLst>
        </pc:cxnChg>
      </pc:sldChg>
      <pc:sldChg chg="addSp delSp modSp add del delAnim modNotesTx">
        <pc:chgData name="Xu, Vanessa" userId="a3ebf755-99db-4c08-9497-6074ee87b5e8" providerId="ADAL" clId="{89084B7A-DBAB-4C24-B7AC-10FBEA652537}" dt="2020-12-16T03:07:24.102" v="594" actId="20577"/>
        <pc:sldMkLst>
          <pc:docMk/>
          <pc:sldMk cId="1128851655" sldId="2693"/>
        </pc:sldMkLst>
        <pc:spChg chg="add del mod">
          <ac:chgData name="Xu, Vanessa" userId="a3ebf755-99db-4c08-9497-6074ee87b5e8" providerId="ADAL" clId="{89084B7A-DBAB-4C24-B7AC-10FBEA652537}" dt="2020-12-16T03:00:32.470" v="474" actId="767"/>
          <ac:spMkLst>
            <pc:docMk/>
            <pc:sldMk cId="1128851655" sldId="2693"/>
            <ac:spMk id="2" creationId="{08B88103-2D4B-44B4-8BAE-B8FBD8CE71AE}"/>
          </ac:spMkLst>
        </pc:spChg>
        <pc:spChg chg="mod">
          <ac:chgData name="Xu, Vanessa" userId="a3ebf755-99db-4c08-9497-6074ee87b5e8" providerId="ADAL" clId="{89084B7A-DBAB-4C24-B7AC-10FBEA652537}" dt="2020-12-16T03:00:36.465" v="477" actId="20577"/>
          <ac:spMkLst>
            <pc:docMk/>
            <pc:sldMk cId="1128851655" sldId="2693"/>
            <ac:spMk id="3" creationId="{00000000-0000-0000-0000-000000000000}"/>
          </ac:spMkLst>
        </pc:spChg>
        <pc:spChg chg="add mod">
          <ac:chgData name="Xu, Vanessa" userId="a3ebf755-99db-4c08-9497-6074ee87b5e8" providerId="ADAL" clId="{89084B7A-DBAB-4C24-B7AC-10FBEA652537}" dt="2020-12-16T03:07:24.102" v="594" actId="20577"/>
          <ac:spMkLst>
            <pc:docMk/>
            <pc:sldMk cId="1128851655" sldId="2693"/>
            <ac:spMk id="4" creationId="{6B74C7FC-7B29-490E-A236-4A75A68640F7}"/>
          </ac:spMkLst>
        </pc:spChg>
        <pc:spChg chg="del">
          <ac:chgData name="Xu, Vanessa" userId="a3ebf755-99db-4c08-9497-6074ee87b5e8" providerId="ADAL" clId="{89084B7A-DBAB-4C24-B7AC-10FBEA652537}" dt="2020-12-16T02:56:03.020" v="384" actId="478"/>
          <ac:spMkLst>
            <pc:docMk/>
            <pc:sldMk cId="1128851655" sldId="2693"/>
            <ac:spMk id="6" creationId="{D4E57E65-CD99-435C-B333-7D9C16EAF378}"/>
          </ac:spMkLst>
        </pc:spChg>
        <pc:spChg chg="del">
          <ac:chgData name="Xu, Vanessa" userId="a3ebf755-99db-4c08-9497-6074ee87b5e8" providerId="ADAL" clId="{89084B7A-DBAB-4C24-B7AC-10FBEA652537}" dt="2020-12-16T02:56:03.020" v="384" actId="478"/>
          <ac:spMkLst>
            <pc:docMk/>
            <pc:sldMk cId="1128851655" sldId="2693"/>
            <ac:spMk id="7" creationId="{7D9CC99A-4CA9-4606-B655-B8977788C2BA}"/>
          </ac:spMkLst>
        </pc:spChg>
        <pc:spChg chg="del">
          <ac:chgData name="Xu, Vanessa" userId="a3ebf755-99db-4c08-9497-6074ee87b5e8" providerId="ADAL" clId="{89084B7A-DBAB-4C24-B7AC-10FBEA652537}" dt="2020-12-16T02:56:03.020" v="384" actId="478"/>
          <ac:spMkLst>
            <pc:docMk/>
            <pc:sldMk cId="1128851655" sldId="2693"/>
            <ac:spMk id="8" creationId="{9BC4D5F5-418B-4CE8-8831-212D386B0AAB}"/>
          </ac:spMkLst>
        </pc:spChg>
        <pc:spChg chg="del">
          <ac:chgData name="Xu, Vanessa" userId="a3ebf755-99db-4c08-9497-6074ee87b5e8" providerId="ADAL" clId="{89084B7A-DBAB-4C24-B7AC-10FBEA652537}" dt="2020-12-16T02:56:03.020" v="384" actId="478"/>
          <ac:spMkLst>
            <pc:docMk/>
            <pc:sldMk cId="1128851655" sldId="2693"/>
            <ac:spMk id="13" creationId="{C25B6C0E-C594-478C-863D-C06B6885F09E}"/>
          </ac:spMkLst>
        </pc:spChg>
      </pc:sldChg>
      <pc:sldChg chg="addSp delSp modSp add delAnim modNotesTx">
        <pc:chgData name="Xu, Vanessa" userId="a3ebf755-99db-4c08-9497-6074ee87b5e8" providerId="ADAL" clId="{89084B7A-DBAB-4C24-B7AC-10FBEA652537}" dt="2020-12-16T03:22:22.795" v="755" actId="1076"/>
        <pc:sldMkLst>
          <pc:docMk/>
          <pc:sldMk cId="704480083" sldId="2694"/>
        </pc:sldMkLst>
        <pc:spChg chg="add mod">
          <ac:chgData name="Xu, Vanessa" userId="a3ebf755-99db-4c08-9497-6074ee87b5e8" providerId="ADAL" clId="{89084B7A-DBAB-4C24-B7AC-10FBEA652537}" dt="2020-12-16T03:12:58.657" v="653" actId="255"/>
          <ac:spMkLst>
            <pc:docMk/>
            <pc:sldMk cId="704480083" sldId="2694"/>
            <ac:spMk id="2" creationId="{96A38077-9249-41F9-92CC-147FBF7F9E5F}"/>
          </ac:spMkLst>
        </pc:spChg>
        <pc:spChg chg="mod">
          <ac:chgData name="Xu, Vanessa" userId="a3ebf755-99db-4c08-9497-6074ee87b5e8" providerId="ADAL" clId="{89084B7A-DBAB-4C24-B7AC-10FBEA652537}" dt="2020-12-16T03:09:51.106" v="607" actId="20577"/>
          <ac:spMkLst>
            <pc:docMk/>
            <pc:sldMk cId="704480083" sldId="2694"/>
            <ac:spMk id="3" creationId="{00000000-0000-0000-0000-000000000000}"/>
          </ac:spMkLst>
        </pc:spChg>
        <pc:spChg chg="add mod">
          <ac:chgData name="Xu, Vanessa" userId="a3ebf755-99db-4c08-9497-6074ee87b5e8" providerId="ADAL" clId="{89084B7A-DBAB-4C24-B7AC-10FBEA652537}" dt="2020-12-16T03:20:55.505" v="743" actId="20577"/>
          <ac:spMkLst>
            <pc:docMk/>
            <pc:sldMk cId="704480083" sldId="2694"/>
            <ac:spMk id="4" creationId="{41CFF1AE-644F-4105-89B8-2F34B20AF1B9}"/>
          </ac:spMkLst>
        </pc:spChg>
        <pc:spChg chg="del">
          <ac:chgData name="Xu, Vanessa" userId="a3ebf755-99db-4c08-9497-6074ee87b5e8" providerId="ADAL" clId="{89084B7A-DBAB-4C24-B7AC-10FBEA652537}" dt="2020-12-16T03:10:30.638" v="609" actId="478"/>
          <ac:spMkLst>
            <pc:docMk/>
            <pc:sldMk cId="704480083" sldId="2694"/>
            <ac:spMk id="6" creationId="{D4E57E65-CD99-435C-B333-7D9C16EAF378}"/>
          </ac:spMkLst>
        </pc:spChg>
        <pc:spChg chg="del">
          <ac:chgData name="Xu, Vanessa" userId="a3ebf755-99db-4c08-9497-6074ee87b5e8" providerId="ADAL" clId="{89084B7A-DBAB-4C24-B7AC-10FBEA652537}" dt="2020-12-16T03:10:30.638" v="609" actId="478"/>
          <ac:spMkLst>
            <pc:docMk/>
            <pc:sldMk cId="704480083" sldId="2694"/>
            <ac:spMk id="7" creationId="{7D9CC99A-4CA9-4606-B655-B8977788C2BA}"/>
          </ac:spMkLst>
        </pc:spChg>
        <pc:spChg chg="del">
          <ac:chgData name="Xu, Vanessa" userId="a3ebf755-99db-4c08-9497-6074ee87b5e8" providerId="ADAL" clId="{89084B7A-DBAB-4C24-B7AC-10FBEA652537}" dt="2020-12-16T03:10:30.638" v="609" actId="478"/>
          <ac:spMkLst>
            <pc:docMk/>
            <pc:sldMk cId="704480083" sldId="2694"/>
            <ac:spMk id="8" creationId="{9BC4D5F5-418B-4CE8-8831-212D386B0AAB}"/>
          </ac:spMkLst>
        </pc:spChg>
        <pc:spChg chg="add mod">
          <ac:chgData name="Xu, Vanessa" userId="a3ebf755-99db-4c08-9497-6074ee87b5e8" providerId="ADAL" clId="{89084B7A-DBAB-4C24-B7AC-10FBEA652537}" dt="2020-12-16T03:20:04.533" v="660" actId="1076"/>
          <ac:spMkLst>
            <pc:docMk/>
            <pc:sldMk cId="704480083" sldId="2694"/>
            <ac:spMk id="9" creationId="{F306CEE2-BA89-4617-B21F-EE6C758ED458}"/>
          </ac:spMkLst>
        </pc:spChg>
        <pc:spChg chg="add mod">
          <ac:chgData name="Xu, Vanessa" userId="a3ebf755-99db-4c08-9497-6074ee87b5e8" providerId="ADAL" clId="{89084B7A-DBAB-4C24-B7AC-10FBEA652537}" dt="2020-12-16T03:20:04.533" v="660" actId="1076"/>
          <ac:spMkLst>
            <pc:docMk/>
            <pc:sldMk cId="704480083" sldId="2694"/>
            <ac:spMk id="10" creationId="{0FF5C328-65C1-4955-84BE-C55DDDD11E2D}"/>
          </ac:spMkLst>
        </pc:spChg>
        <pc:spChg chg="add mod">
          <ac:chgData name="Xu, Vanessa" userId="a3ebf755-99db-4c08-9497-6074ee87b5e8" providerId="ADAL" clId="{89084B7A-DBAB-4C24-B7AC-10FBEA652537}" dt="2020-12-16T03:20:04.533" v="660" actId="1076"/>
          <ac:spMkLst>
            <pc:docMk/>
            <pc:sldMk cId="704480083" sldId="2694"/>
            <ac:spMk id="11" creationId="{72E1E05C-BF3D-446A-8DD0-AAD8B71D141B}"/>
          </ac:spMkLst>
        </pc:spChg>
        <pc:spChg chg="del">
          <ac:chgData name="Xu, Vanessa" userId="a3ebf755-99db-4c08-9497-6074ee87b5e8" providerId="ADAL" clId="{89084B7A-DBAB-4C24-B7AC-10FBEA652537}" dt="2020-12-16T03:10:30.638" v="609" actId="478"/>
          <ac:spMkLst>
            <pc:docMk/>
            <pc:sldMk cId="704480083" sldId="2694"/>
            <ac:spMk id="13" creationId="{C25B6C0E-C594-478C-863D-C06B6885F09E}"/>
          </ac:spMkLst>
        </pc:spChg>
        <pc:spChg chg="add mod">
          <ac:chgData name="Xu, Vanessa" userId="a3ebf755-99db-4c08-9497-6074ee87b5e8" providerId="ADAL" clId="{89084B7A-DBAB-4C24-B7AC-10FBEA652537}" dt="2020-12-16T03:20:04.533" v="660" actId="1076"/>
          <ac:spMkLst>
            <pc:docMk/>
            <pc:sldMk cId="704480083" sldId="2694"/>
            <ac:spMk id="14" creationId="{8A0395DF-9316-4F9B-8BED-36640B2E00F0}"/>
          </ac:spMkLst>
        </pc:spChg>
        <pc:spChg chg="add mod">
          <ac:chgData name="Xu, Vanessa" userId="a3ebf755-99db-4c08-9497-6074ee87b5e8" providerId="ADAL" clId="{89084B7A-DBAB-4C24-B7AC-10FBEA652537}" dt="2020-12-16T03:20:04.533" v="660" actId="1076"/>
          <ac:spMkLst>
            <pc:docMk/>
            <pc:sldMk cId="704480083" sldId="2694"/>
            <ac:spMk id="15" creationId="{F88117F1-5108-4729-9764-2FA994700323}"/>
          </ac:spMkLst>
        </pc:spChg>
        <pc:spChg chg="add mod">
          <ac:chgData name="Xu, Vanessa" userId="a3ebf755-99db-4c08-9497-6074ee87b5e8" providerId="ADAL" clId="{89084B7A-DBAB-4C24-B7AC-10FBEA652537}" dt="2020-12-16T03:20:04.533" v="660" actId="1076"/>
          <ac:spMkLst>
            <pc:docMk/>
            <pc:sldMk cId="704480083" sldId="2694"/>
            <ac:spMk id="16" creationId="{9B69CFCE-4A0B-45A2-BB0A-6701475CB810}"/>
          </ac:spMkLst>
        </pc:spChg>
        <pc:spChg chg="add mod">
          <ac:chgData name="Xu, Vanessa" userId="a3ebf755-99db-4c08-9497-6074ee87b5e8" providerId="ADAL" clId="{89084B7A-DBAB-4C24-B7AC-10FBEA652537}" dt="2020-12-16T03:20:04.533" v="660" actId="1076"/>
          <ac:spMkLst>
            <pc:docMk/>
            <pc:sldMk cId="704480083" sldId="2694"/>
            <ac:spMk id="17" creationId="{F45E92B1-C133-49CE-87D1-B2FDE7279BC4}"/>
          </ac:spMkLst>
        </pc:spChg>
        <pc:spChg chg="add mod">
          <ac:chgData name="Xu, Vanessa" userId="a3ebf755-99db-4c08-9497-6074ee87b5e8" providerId="ADAL" clId="{89084B7A-DBAB-4C24-B7AC-10FBEA652537}" dt="2020-12-16T03:20:04.533" v="660" actId="1076"/>
          <ac:spMkLst>
            <pc:docMk/>
            <pc:sldMk cId="704480083" sldId="2694"/>
            <ac:spMk id="18" creationId="{B03B05A9-BF18-4F3F-92DF-FC20E676E278}"/>
          </ac:spMkLst>
        </pc:spChg>
        <pc:spChg chg="add mod">
          <ac:chgData name="Xu, Vanessa" userId="a3ebf755-99db-4c08-9497-6074ee87b5e8" providerId="ADAL" clId="{89084B7A-DBAB-4C24-B7AC-10FBEA652537}" dt="2020-12-16T03:20:04.533" v="660" actId="1076"/>
          <ac:spMkLst>
            <pc:docMk/>
            <pc:sldMk cId="704480083" sldId="2694"/>
            <ac:spMk id="19" creationId="{B55F36F8-4FB2-4B75-9E0A-4CFCD11B719D}"/>
          </ac:spMkLst>
        </pc:spChg>
        <pc:spChg chg="add mod">
          <ac:chgData name="Xu, Vanessa" userId="a3ebf755-99db-4c08-9497-6074ee87b5e8" providerId="ADAL" clId="{89084B7A-DBAB-4C24-B7AC-10FBEA652537}" dt="2020-12-16T03:20:04.533" v="660" actId="1076"/>
          <ac:spMkLst>
            <pc:docMk/>
            <pc:sldMk cId="704480083" sldId="2694"/>
            <ac:spMk id="20" creationId="{973D74A9-F11F-4E24-A36F-E20424BF97DB}"/>
          </ac:spMkLst>
        </pc:spChg>
        <pc:spChg chg="add mod">
          <ac:chgData name="Xu, Vanessa" userId="a3ebf755-99db-4c08-9497-6074ee87b5e8" providerId="ADAL" clId="{89084B7A-DBAB-4C24-B7AC-10FBEA652537}" dt="2020-12-16T03:20:04.533" v="660" actId="1076"/>
          <ac:spMkLst>
            <pc:docMk/>
            <pc:sldMk cId="704480083" sldId="2694"/>
            <ac:spMk id="21" creationId="{F70FC892-6715-4952-8764-0891A5B7B5B0}"/>
          </ac:spMkLst>
        </pc:spChg>
        <pc:spChg chg="add mod">
          <ac:chgData name="Xu, Vanessa" userId="a3ebf755-99db-4c08-9497-6074ee87b5e8" providerId="ADAL" clId="{89084B7A-DBAB-4C24-B7AC-10FBEA652537}" dt="2020-12-16T03:20:04.533" v="660" actId="1076"/>
          <ac:spMkLst>
            <pc:docMk/>
            <pc:sldMk cId="704480083" sldId="2694"/>
            <ac:spMk id="22" creationId="{58D6ED29-E808-4783-A38E-D86DF16E3C75}"/>
          </ac:spMkLst>
        </pc:spChg>
        <pc:spChg chg="add mod">
          <ac:chgData name="Xu, Vanessa" userId="a3ebf755-99db-4c08-9497-6074ee87b5e8" providerId="ADAL" clId="{89084B7A-DBAB-4C24-B7AC-10FBEA652537}" dt="2020-12-16T03:20:04.533" v="660" actId="1076"/>
          <ac:spMkLst>
            <pc:docMk/>
            <pc:sldMk cId="704480083" sldId="2694"/>
            <ac:spMk id="23" creationId="{1C7090C1-5BE8-497B-A61D-17E2C1166D12}"/>
          </ac:spMkLst>
        </pc:spChg>
        <pc:spChg chg="add mod">
          <ac:chgData name="Xu, Vanessa" userId="a3ebf755-99db-4c08-9497-6074ee87b5e8" providerId="ADAL" clId="{89084B7A-DBAB-4C24-B7AC-10FBEA652537}" dt="2020-12-16T03:20:04.533" v="660" actId="1076"/>
          <ac:spMkLst>
            <pc:docMk/>
            <pc:sldMk cId="704480083" sldId="2694"/>
            <ac:spMk id="24" creationId="{3B7A3D96-B2F5-4CF9-AB21-9657FACF5DD8}"/>
          </ac:spMkLst>
        </pc:spChg>
        <pc:spChg chg="add mod">
          <ac:chgData name="Xu, Vanessa" userId="a3ebf755-99db-4c08-9497-6074ee87b5e8" providerId="ADAL" clId="{89084B7A-DBAB-4C24-B7AC-10FBEA652537}" dt="2020-12-16T03:20:04.533" v="660" actId="1076"/>
          <ac:spMkLst>
            <pc:docMk/>
            <pc:sldMk cId="704480083" sldId="2694"/>
            <ac:spMk id="25" creationId="{19150DE5-5A14-48E4-9936-08F2FF8BC729}"/>
          </ac:spMkLst>
        </pc:spChg>
        <pc:spChg chg="add mod">
          <ac:chgData name="Xu, Vanessa" userId="a3ebf755-99db-4c08-9497-6074ee87b5e8" providerId="ADAL" clId="{89084B7A-DBAB-4C24-B7AC-10FBEA652537}" dt="2020-12-16T03:20:04.533" v="660" actId="1076"/>
          <ac:spMkLst>
            <pc:docMk/>
            <pc:sldMk cId="704480083" sldId="2694"/>
            <ac:spMk id="26" creationId="{EC171FD8-5C84-492E-81A8-CFCDA6410131}"/>
          </ac:spMkLst>
        </pc:spChg>
        <pc:spChg chg="add mod">
          <ac:chgData name="Xu, Vanessa" userId="a3ebf755-99db-4c08-9497-6074ee87b5e8" providerId="ADAL" clId="{89084B7A-DBAB-4C24-B7AC-10FBEA652537}" dt="2020-12-16T03:20:04.533" v="660" actId="1076"/>
          <ac:spMkLst>
            <pc:docMk/>
            <pc:sldMk cId="704480083" sldId="2694"/>
            <ac:spMk id="31" creationId="{09289C21-9CDF-454B-9BEB-A854E1437DED}"/>
          </ac:spMkLst>
        </pc:spChg>
        <pc:spChg chg="add del">
          <ac:chgData name="Xu, Vanessa" userId="a3ebf755-99db-4c08-9497-6074ee87b5e8" providerId="ADAL" clId="{89084B7A-DBAB-4C24-B7AC-10FBEA652537}" dt="2020-12-16T03:21:13.136" v="745"/>
          <ac:spMkLst>
            <pc:docMk/>
            <pc:sldMk cId="704480083" sldId="2694"/>
            <ac:spMk id="35" creationId="{D8B1B1AE-5080-491A-B725-2ECD8A743EA4}"/>
          </ac:spMkLst>
        </pc:spChg>
        <pc:spChg chg="add del">
          <ac:chgData name="Xu, Vanessa" userId="a3ebf755-99db-4c08-9497-6074ee87b5e8" providerId="ADAL" clId="{89084B7A-DBAB-4C24-B7AC-10FBEA652537}" dt="2020-12-16T03:21:13.136" v="745"/>
          <ac:spMkLst>
            <pc:docMk/>
            <pc:sldMk cId="704480083" sldId="2694"/>
            <ac:spMk id="36" creationId="{51A0093E-7522-4B3C-928E-AE145463DCCF}"/>
          </ac:spMkLst>
        </pc:spChg>
        <pc:spChg chg="add del">
          <ac:chgData name="Xu, Vanessa" userId="a3ebf755-99db-4c08-9497-6074ee87b5e8" providerId="ADAL" clId="{89084B7A-DBAB-4C24-B7AC-10FBEA652537}" dt="2020-12-16T03:21:13.136" v="745"/>
          <ac:spMkLst>
            <pc:docMk/>
            <pc:sldMk cId="704480083" sldId="2694"/>
            <ac:spMk id="37" creationId="{B546445B-A0F0-4570-ACAA-59B63B2DEFAA}"/>
          </ac:spMkLst>
        </pc:spChg>
        <pc:spChg chg="add del">
          <ac:chgData name="Xu, Vanessa" userId="a3ebf755-99db-4c08-9497-6074ee87b5e8" providerId="ADAL" clId="{89084B7A-DBAB-4C24-B7AC-10FBEA652537}" dt="2020-12-16T03:21:13.136" v="745"/>
          <ac:spMkLst>
            <pc:docMk/>
            <pc:sldMk cId="704480083" sldId="2694"/>
            <ac:spMk id="39" creationId="{236548AE-6111-43FA-BAEC-8321EBEAADAB}"/>
          </ac:spMkLst>
        </pc:spChg>
        <pc:spChg chg="add del">
          <ac:chgData name="Xu, Vanessa" userId="a3ebf755-99db-4c08-9497-6074ee87b5e8" providerId="ADAL" clId="{89084B7A-DBAB-4C24-B7AC-10FBEA652537}" dt="2020-12-16T03:21:13.136" v="745"/>
          <ac:spMkLst>
            <pc:docMk/>
            <pc:sldMk cId="704480083" sldId="2694"/>
            <ac:spMk id="40" creationId="{E5A67AA7-2D4E-4D67-80B5-7F83C7574583}"/>
          </ac:spMkLst>
        </pc:spChg>
        <pc:spChg chg="add del">
          <ac:chgData name="Xu, Vanessa" userId="a3ebf755-99db-4c08-9497-6074ee87b5e8" providerId="ADAL" clId="{89084B7A-DBAB-4C24-B7AC-10FBEA652537}" dt="2020-12-16T03:21:13.136" v="745"/>
          <ac:spMkLst>
            <pc:docMk/>
            <pc:sldMk cId="704480083" sldId="2694"/>
            <ac:spMk id="41" creationId="{A4E4162C-4463-42D3-B43B-33A798687BDE}"/>
          </ac:spMkLst>
        </pc:spChg>
        <pc:spChg chg="add del">
          <ac:chgData name="Xu, Vanessa" userId="a3ebf755-99db-4c08-9497-6074ee87b5e8" providerId="ADAL" clId="{89084B7A-DBAB-4C24-B7AC-10FBEA652537}" dt="2020-12-16T03:21:13.136" v="745"/>
          <ac:spMkLst>
            <pc:docMk/>
            <pc:sldMk cId="704480083" sldId="2694"/>
            <ac:spMk id="42" creationId="{0B27C5C1-8854-49F0-95E3-001AF7DC8ACB}"/>
          </ac:spMkLst>
        </pc:spChg>
        <pc:spChg chg="add del">
          <ac:chgData name="Xu, Vanessa" userId="a3ebf755-99db-4c08-9497-6074ee87b5e8" providerId="ADAL" clId="{89084B7A-DBAB-4C24-B7AC-10FBEA652537}" dt="2020-12-16T03:21:13.136" v="745"/>
          <ac:spMkLst>
            <pc:docMk/>
            <pc:sldMk cId="704480083" sldId="2694"/>
            <ac:spMk id="43" creationId="{A0325E5F-DB09-47B0-B330-64FA1B57C514}"/>
          </ac:spMkLst>
        </pc:spChg>
        <pc:spChg chg="add del">
          <ac:chgData name="Xu, Vanessa" userId="a3ebf755-99db-4c08-9497-6074ee87b5e8" providerId="ADAL" clId="{89084B7A-DBAB-4C24-B7AC-10FBEA652537}" dt="2020-12-16T03:21:13.136" v="745"/>
          <ac:spMkLst>
            <pc:docMk/>
            <pc:sldMk cId="704480083" sldId="2694"/>
            <ac:spMk id="44" creationId="{19BD727D-0A56-49CA-80CD-D653F2AC29AB}"/>
          </ac:spMkLst>
        </pc:spChg>
        <pc:spChg chg="add del">
          <ac:chgData name="Xu, Vanessa" userId="a3ebf755-99db-4c08-9497-6074ee87b5e8" providerId="ADAL" clId="{89084B7A-DBAB-4C24-B7AC-10FBEA652537}" dt="2020-12-16T03:21:13.136" v="745"/>
          <ac:spMkLst>
            <pc:docMk/>
            <pc:sldMk cId="704480083" sldId="2694"/>
            <ac:spMk id="45" creationId="{6C857943-B77E-472F-932B-271E1D8BE1FE}"/>
          </ac:spMkLst>
        </pc:spChg>
        <pc:spChg chg="add del">
          <ac:chgData name="Xu, Vanessa" userId="a3ebf755-99db-4c08-9497-6074ee87b5e8" providerId="ADAL" clId="{89084B7A-DBAB-4C24-B7AC-10FBEA652537}" dt="2020-12-16T03:21:13.136" v="745"/>
          <ac:spMkLst>
            <pc:docMk/>
            <pc:sldMk cId="704480083" sldId="2694"/>
            <ac:spMk id="46" creationId="{CB793F2E-BE69-4218-886F-2390CFA9D2A3}"/>
          </ac:spMkLst>
        </pc:spChg>
        <pc:spChg chg="add del">
          <ac:chgData name="Xu, Vanessa" userId="a3ebf755-99db-4c08-9497-6074ee87b5e8" providerId="ADAL" clId="{89084B7A-DBAB-4C24-B7AC-10FBEA652537}" dt="2020-12-16T03:21:13.136" v="745"/>
          <ac:spMkLst>
            <pc:docMk/>
            <pc:sldMk cId="704480083" sldId="2694"/>
            <ac:spMk id="47" creationId="{2EA66408-BCF4-47B3-8C40-7B1D9A597A82}"/>
          </ac:spMkLst>
        </pc:spChg>
        <pc:spChg chg="add del">
          <ac:chgData name="Xu, Vanessa" userId="a3ebf755-99db-4c08-9497-6074ee87b5e8" providerId="ADAL" clId="{89084B7A-DBAB-4C24-B7AC-10FBEA652537}" dt="2020-12-16T03:21:13.136" v="745"/>
          <ac:spMkLst>
            <pc:docMk/>
            <pc:sldMk cId="704480083" sldId="2694"/>
            <ac:spMk id="48" creationId="{E11FAAD1-820F-4C38-988D-5E2708E71FB9}"/>
          </ac:spMkLst>
        </pc:spChg>
        <pc:spChg chg="add del">
          <ac:chgData name="Xu, Vanessa" userId="a3ebf755-99db-4c08-9497-6074ee87b5e8" providerId="ADAL" clId="{89084B7A-DBAB-4C24-B7AC-10FBEA652537}" dt="2020-12-16T03:21:13.136" v="745"/>
          <ac:spMkLst>
            <pc:docMk/>
            <pc:sldMk cId="704480083" sldId="2694"/>
            <ac:spMk id="49" creationId="{0E2CFA04-A1F8-42B1-B590-B241FBCC7BC6}"/>
          </ac:spMkLst>
        </pc:spChg>
        <pc:spChg chg="add del">
          <ac:chgData name="Xu, Vanessa" userId="a3ebf755-99db-4c08-9497-6074ee87b5e8" providerId="ADAL" clId="{89084B7A-DBAB-4C24-B7AC-10FBEA652537}" dt="2020-12-16T03:21:13.136" v="745"/>
          <ac:spMkLst>
            <pc:docMk/>
            <pc:sldMk cId="704480083" sldId="2694"/>
            <ac:spMk id="50" creationId="{D8173A15-8A1F-4F74-B5B4-69D2C7B34D8B}"/>
          </ac:spMkLst>
        </pc:spChg>
        <pc:spChg chg="add del">
          <ac:chgData name="Xu, Vanessa" userId="a3ebf755-99db-4c08-9497-6074ee87b5e8" providerId="ADAL" clId="{89084B7A-DBAB-4C24-B7AC-10FBEA652537}" dt="2020-12-16T03:21:13.136" v="745"/>
          <ac:spMkLst>
            <pc:docMk/>
            <pc:sldMk cId="704480083" sldId="2694"/>
            <ac:spMk id="51" creationId="{16456C6D-077F-4C6C-A9A4-59FE092A7F2B}"/>
          </ac:spMkLst>
        </pc:spChg>
        <pc:spChg chg="add del">
          <ac:chgData name="Xu, Vanessa" userId="a3ebf755-99db-4c08-9497-6074ee87b5e8" providerId="ADAL" clId="{89084B7A-DBAB-4C24-B7AC-10FBEA652537}" dt="2020-12-16T03:21:13.136" v="745"/>
          <ac:spMkLst>
            <pc:docMk/>
            <pc:sldMk cId="704480083" sldId="2694"/>
            <ac:spMk id="56" creationId="{F5A1F136-FB46-4960-8DAA-82BAAC505AF0}"/>
          </ac:spMkLst>
        </pc:spChg>
        <pc:spChg chg="add mod">
          <ac:chgData name="Xu, Vanessa" userId="a3ebf755-99db-4c08-9497-6074ee87b5e8" providerId="ADAL" clId="{89084B7A-DBAB-4C24-B7AC-10FBEA652537}" dt="2020-12-16T03:22:22.795" v="755" actId="1076"/>
          <ac:spMkLst>
            <pc:docMk/>
            <pc:sldMk cId="704480083" sldId="2694"/>
            <ac:spMk id="64" creationId="{99AF6BA0-E8B9-46B9-A13C-6DCFDDD4CAF6}"/>
          </ac:spMkLst>
        </pc:spChg>
        <pc:cxnChg chg="add mod">
          <ac:chgData name="Xu, Vanessa" userId="a3ebf755-99db-4c08-9497-6074ee87b5e8" providerId="ADAL" clId="{89084B7A-DBAB-4C24-B7AC-10FBEA652537}" dt="2020-12-16T03:20:04.533" v="660" actId="1076"/>
          <ac:cxnSpMkLst>
            <pc:docMk/>
            <pc:sldMk cId="704480083" sldId="2694"/>
            <ac:cxnSpMk id="12" creationId="{A3032762-9BC7-43AF-A489-20223DCC116C}"/>
          </ac:cxnSpMkLst>
        </pc:cxnChg>
        <pc:cxnChg chg="add mod">
          <ac:chgData name="Xu, Vanessa" userId="a3ebf755-99db-4c08-9497-6074ee87b5e8" providerId="ADAL" clId="{89084B7A-DBAB-4C24-B7AC-10FBEA652537}" dt="2020-12-16T03:20:04.533" v="660" actId="1076"/>
          <ac:cxnSpMkLst>
            <pc:docMk/>
            <pc:sldMk cId="704480083" sldId="2694"/>
            <ac:cxnSpMk id="27" creationId="{A50BD69D-9FF0-4ED2-93B5-4EA8ACECB1E6}"/>
          </ac:cxnSpMkLst>
        </pc:cxnChg>
        <pc:cxnChg chg="add mod">
          <ac:chgData name="Xu, Vanessa" userId="a3ebf755-99db-4c08-9497-6074ee87b5e8" providerId="ADAL" clId="{89084B7A-DBAB-4C24-B7AC-10FBEA652537}" dt="2020-12-16T03:20:04.533" v="660" actId="1076"/>
          <ac:cxnSpMkLst>
            <pc:docMk/>
            <pc:sldMk cId="704480083" sldId="2694"/>
            <ac:cxnSpMk id="28" creationId="{A878EBA9-B1EB-481B-A56D-AA90479C57B3}"/>
          </ac:cxnSpMkLst>
        </pc:cxnChg>
        <pc:cxnChg chg="add mod">
          <ac:chgData name="Xu, Vanessa" userId="a3ebf755-99db-4c08-9497-6074ee87b5e8" providerId="ADAL" clId="{89084B7A-DBAB-4C24-B7AC-10FBEA652537}" dt="2020-12-16T03:20:04.533" v="660" actId="1076"/>
          <ac:cxnSpMkLst>
            <pc:docMk/>
            <pc:sldMk cId="704480083" sldId="2694"/>
            <ac:cxnSpMk id="29" creationId="{DE3CE975-680E-49A4-8AB3-2BFB1A999485}"/>
          </ac:cxnSpMkLst>
        </pc:cxnChg>
        <pc:cxnChg chg="add mod">
          <ac:chgData name="Xu, Vanessa" userId="a3ebf755-99db-4c08-9497-6074ee87b5e8" providerId="ADAL" clId="{89084B7A-DBAB-4C24-B7AC-10FBEA652537}" dt="2020-12-16T03:20:04.533" v="660" actId="1076"/>
          <ac:cxnSpMkLst>
            <pc:docMk/>
            <pc:sldMk cId="704480083" sldId="2694"/>
            <ac:cxnSpMk id="30" creationId="{5621D072-12C7-487F-B4A0-59561A220674}"/>
          </ac:cxnSpMkLst>
        </pc:cxnChg>
        <pc:cxnChg chg="add mod">
          <ac:chgData name="Xu, Vanessa" userId="a3ebf755-99db-4c08-9497-6074ee87b5e8" providerId="ADAL" clId="{89084B7A-DBAB-4C24-B7AC-10FBEA652537}" dt="2020-12-16T03:20:04.533" v="660" actId="1076"/>
          <ac:cxnSpMkLst>
            <pc:docMk/>
            <pc:sldMk cId="704480083" sldId="2694"/>
            <ac:cxnSpMk id="32" creationId="{04FF7609-FB46-4BC5-9F51-A6738BD8FA7F}"/>
          </ac:cxnSpMkLst>
        </pc:cxnChg>
        <pc:cxnChg chg="add mod">
          <ac:chgData name="Xu, Vanessa" userId="a3ebf755-99db-4c08-9497-6074ee87b5e8" providerId="ADAL" clId="{89084B7A-DBAB-4C24-B7AC-10FBEA652537}" dt="2020-12-16T03:20:04.533" v="660" actId="1076"/>
          <ac:cxnSpMkLst>
            <pc:docMk/>
            <pc:sldMk cId="704480083" sldId="2694"/>
            <ac:cxnSpMk id="33" creationId="{6FDC860A-F2A6-4DAE-847F-4E7667F77604}"/>
          </ac:cxnSpMkLst>
        </pc:cxnChg>
        <pc:cxnChg chg="add mod">
          <ac:chgData name="Xu, Vanessa" userId="a3ebf755-99db-4c08-9497-6074ee87b5e8" providerId="ADAL" clId="{89084B7A-DBAB-4C24-B7AC-10FBEA652537}" dt="2020-12-16T03:20:04.533" v="660" actId="1076"/>
          <ac:cxnSpMkLst>
            <pc:docMk/>
            <pc:sldMk cId="704480083" sldId="2694"/>
            <ac:cxnSpMk id="34" creationId="{6D175837-6DB3-46FB-A05D-1C24643B3038}"/>
          </ac:cxnSpMkLst>
        </pc:cxnChg>
        <pc:cxnChg chg="add del">
          <ac:chgData name="Xu, Vanessa" userId="a3ebf755-99db-4c08-9497-6074ee87b5e8" providerId="ADAL" clId="{89084B7A-DBAB-4C24-B7AC-10FBEA652537}" dt="2020-12-16T03:21:13.136" v="745"/>
          <ac:cxnSpMkLst>
            <pc:docMk/>
            <pc:sldMk cId="704480083" sldId="2694"/>
            <ac:cxnSpMk id="38" creationId="{F54DCFE5-6C91-4AFA-8E0B-57DB9713E0E8}"/>
          </ac:cxnSpMkLst>
        </pc:cxnChg>
        <pc:cxnChg chg="add del">
          <ac:chgData name="Xu, Vanessa" userId="a3ebf755-99db-4c08-9497-6074ee87b5e8" providerId="ADAL" clId="{89084B7A-DBAB-4C24-B7AC-10FBEA652537}" dt="2020-12-16T03:21:13.136" v="745"/>
          <ac:cxnSpMkLst>
            <pc:docMk/>
            <pc:sldMk cId="704480083" sldId="2694"/>
            <ac:cxnSpMk id="52" creationId="{BA9D1C33-70EA-4753-BB6B-7F20D2ACAA73}"/>
          </ac:cxnSpMkLst>
        </pc:cxnChg>
        <pc:cxnChg chg="add del">
          <ac:chgData name="Xu, Vanessa" userId="a3ebf755-99db-4c08-9497-6074ee87b5e8" providerId="ADAL" clId="{89084B7A-DBAB-4C24-B7AC-10FBEA652537}" dt="2020-12-16T03:21:13.136" v="745"/>
          <ac:cxnSpMkLst>
            <pc:docMk/>
            <pc:sldMk cId="704480083" sldId="2694"/>
            <ac:cxnSpMk id="53" creationId="{2B0CBE50-DEAD-4BA3-BF1A-88EE753190AD}"/>
          </ac:cxnSpMkLst>
        </pc:cxnChg>
        <pc:cxnChg chg="add del">
          <ac:chgData name="Xu, Vanessa" userId="a3ebf755-99db-4c08-9497-6074ee87b5e8" providerId="ADAL" clId="{89084B7A-DBAB-4C24-B7AC-10FBEA652537}" dt="2020-12-16T03:21:13.136" v="745"/>
          <ac:cxnSpMkLst>
            <pc:docMk/>
            <pc:sldMk cId="704480083" sldId="2694"/>
            <ac:cxnSpMk id="54" creationId="{171031B3-3D58-49B1-8B4D-7D920C1D4B95}"/>
          </ac:cxnSpMkLst>
        </pc:cxnChg>
        <pc:cxnChg chg="add del">
          <ac:chgData name="Xu, Vanessa" userId="a3ebf755-99db-4c08-9497-6074ee87b5e8" providerId="ADAL" clId="{89084B7A-DBAB-4C24-B7AC-10FBEA652537}" dt="2020-12-16T03:21:13.136" v="745"/>
          <ac:cxnSpMkLst>
            <pc:docMk/>
            <pc:sldMk cId="704480083" sldId="2694"/>
            <ac:cxnSpMk id="55" creationId="{3CD54632-38BF-4CF5-8C36-25C0059D09D1}"/>
          </ac:cxnSpMkLst>
        </pc:cxnChg>
        <pc:cxnChg chg="add del">
          <ac:chgData name="Xu, Vanessa" userId="a3ebf755-99db-4c08-9497-6074ee87b5e8" providerId="ADAL" clId="{89084B7A-DBAB-4C24-B7AC-10FBEA652537}" dt="2020-12-16T03:21:13.136" v="745"/>
          <ac:cxnSpMkLst>
            <pc:docMk/>
            <pc:sldMk cId="704480083" sldId="2694"/>
            <ac:cxnSpMk id="57" creationId="{5BE13BFD-AC8F-444E-9FCE-49E68E740216}"/>
          </ac:cxnSpMkLst>
        </pc:cxnChg>
        <pc:cxnChg chg="add del">
          <ac:chgData name="Xu, Vanessa" userId="a3ebf755-99db-4c08-9497-6074ee87b5e8" providerId="ADAL" clId="{89084B7A-DBAB-4C24-B7AC-10FBEA652537}" dt="2020-12-16T03:21:13.136" v="745"/>
          <ac:cxnSpMkLst>
            <pc:docMk/>
            <pc:sldMk cId="704480083" sldId="2694"/>
            <ac:cxnSpMk id="58" creationId="{E4CD0D26-337D-4B0D-8DE9-45255F347B82}"/>
          </ac:cxnSpMkLst>
        </pc:cxnChg>
        <pc:cxnChg chg="add del">
          <ac:chgData name="Xu, Vanessa" userId="a3ebf755-99db-4c08-9497-6074ee87b5e8" providerId="ADAL" clId="{89084B7A-DBAB-4C24-B7AC-10FBEA652537}" dt="2020-12-16T03:21:13.136" v="745"/>
          <ac:cxnSpMkLst>
            <pc:docMk/>
            <pc:sldMk cId="704480083" sldId="2694"/>
            <ac:cxnSpMk id="59" creationId="{F8A44853-2DA1-43FD-BEF4-100FEC238775}"/>
          </ac:cxnSpMkLst>
        </pc:cxnChg>
        <pc:cxnChg chg="add del mod">
          <ac:chgData name="Xu, Vanessa" userId="a3ebf755-99db-4c08-9497-6074ee87b5e8" providerId="ADAL" clId="{89084B7A-DBAB-4C24-B7AC-10FBEA652537}" dt="2020-12-16T03:21:52.531" v="752" actId="11529"/>
          <ac:cxnSpMkLst>
            <pc:docMk/>
            <pc:sldMk cId="704480083" sldId="2694"/>
            <ac:cxnSpMk id="61" creationId="{7B98C8E3-BA06-4997-8A6C-15F968278EB5}"/>
          </ac:cxnSpMkLst>
        </pc:cxnChg>
        <pc:cxnChg chg="add del mod">
          <ac:chgData name="Xu, Vanessa" userId="a3ebf755-99db-4c08-9497-6074ee87b5e8" providerId="ADAL" clId="{89084B7A-DBAB-4C24-B7AC-10FBEA652537}" dt="2020-12-16T03:21:50.873" v="750" actId="11529"/>
          <ac:cxnSpMkLst>
            <pc:docMk/>
            <pc:sldMk cId="704480083" sldId="2694"/>
            <ac:cxnSpMk id="63" creationId="{87D6CE3A-2BE9-4305-9E6B-2205F2DE58B9}"/>
          </ac:cxnSpMkLst>
        </pc:cxnChg>
      </pc:sldChg>
      <pc:sldChg chg="delSp modSp add">
        <pc:chgData name="Xu, Vanessa" userId="a3ebf755-99db-4c08-9497-6074ee87b5e8" providerId="ADAL" clId="{89084B7A-DBAB-4C24-B7AC-10FBEA652537}" dt="2020-12-16T03:22:52.072" v="756" actId="478"/>
        <pc:sldMkLst>
          <pc:docMk/>
          <pc:sldMk cId="630447485" sldId="2695"/>
        </pc:sldMkLst>
        <pc:spChg chg="del">
          <ac:chgData name="Xu, Vanessa" userId="a3ebf755-99db-4c08-9497-6074ee87b5e8" providerId="ADAL" clId="{89084B7A-DBAB-4C24-B7AC-10FBEA652537}" dt="2020-12-16T03:22:52.072" v="756" actId="478"/>
          <ac:spMkLst>
            <pc:docMk/>
            <pc:sldMk cId="630447485" sldId="2695"/>
            <ac:spMk id="9" creationId="{F306CEE2-BA89-4617-B21F-EE6C758ED458}"/>
          </ac:spMkLst>
        </pc:spChg>
        <pc:spChg chg="del">
          <ac:chgData name="Xu, Vanessa" userId="a3ebf755-99db-4c08-9497-6074ee87b5e8" providerId="ADAL" clId="{89084B7A-DBAB-4C24-B7AC-10FBEA652537}" dt="2020-12-16T03:22:52.072" v="756" actId="478"/>
          <ac:spMkLst>
            <pc:docMk/>
            <pc:sldMk cId="630447485" sldId="2695"/>
            <ac:spMk id="10" creationId="{0FF5C328-65C1-4955-84BE-C55DDDD11E2D}"/>
          </ac:spMkLst>
        </pc:spChg>
        <pc:spChg chg="del">
          <ac:chgData name="Xu, Vanessa" userId="a3ebf755-99db-4c08-9497-6074ee87b5e8" providerId="ADAL" clId="{89084B7A-DBAB-4C24-B7AC-10FBEA652537}" dt="2020-12-16T03:22:52.072" v="756" actId="478"/>
          <ac:spMkLst>
            <pc:docMk/>
            <pc:sldMk cId="630447485" sldId="2695"/>
            <ac:spMk id="11" creationId="{72E1E05C-BF3D-446A-8DD0-AAD8B71D141B}"/>
          </ac:spMkLst>
        </pc:spChg>
        <pc:spChg chg="del">
          <ac:chgData name="Xu, Vanessa" userId="a3ebf755-99db-4c08-9497-6074ee87b5e8" providerId="ADAL" clId="{89084B7A-DBAB-4C24-B7AC-10FBEA652537}" dt="2020-12-16T03:22:52.072" v="756" actId="478"/>
          <ac:spMkLst>
            <pc:docMk/>
            <pc:sldMk cId="630447485" sldId="2695"/>
            <ac:spMk id="14" creationId="{8A0395DF-9316-4F9B-8BED-36640B2E00F0}"/>
          </ac:spMkLst>
        </pc:spChg>
        <pc:spChg chg="del">
          <ac:chgData name="Xu, Vanessa" userId="a3ebf755-99db-4c08-9497-6074ee87b5e8" providerId="ADAL" clId="{89084B7A-DBAB-4C24-B7AC-10FBEA652537}" dt="2020-12-16T03:22:52.072" v="756" actId="478"/>
          <ac:spMkLst>
            <pc:docMk/>
            <pc:sldMk cId="630447485" sldId="2695"/>
            <ac:spMk id="15" creationId="{F88117F1-5108-4729-9764-2FA994700323}"/>
          </ac:spMkLst>
        </pc:spChg>
        <pc:spChg chg="del">
          <ac:chgData name="Xu, Vanessa" userId="a3ebf755-99db-4c08-9497-6074ee87b5e8" providerId="ADAL" clId="{89084B7A-DBAB-4C24-B7AC-10FBEA652537}" dt="2020-12-16T03:22:52.072" v="756" actId="478"/>
          <ac:spMkLst>
            <pc:docMk/>
            <pc:sldMk cId="630447485" sldId="2695"/>
            <ac:spMk id="16" creationId="{9B69CFCE-4A0B-45A2-BB0A-6701475CB810}"/>
          </ac:spMkLst>
        </pc:spChg>
        <pc:spChg chg="del">
          <ac:chgData name="Xu, Vanessa" userId="a3ebf755-99db-4c08-9497-6074ee87b5e8" providerId="ADAL" clId="{89084B7A-DBAB-4C24-B7AC-10FBEA652537}" dt="2020-12-16T03:22:52.072" v="756" actId="478"/>
          <ac:spMkLst>
            <pc:docMk/>
            <pc:sldMk cId="630447485" sldId="2695"/>
            <ac:spMk id="17" creationId="{F45E92B1-C133-49CE-87D1-B2FDE7279BC4}"/>
          </ac:spMkLst>
        </pc:spChg>
        <pc:spChg chg="del">
          <ac:chgData name="Xu, Vanessa" userId="a3ebf755-99db-4c08-9497-6074ee87b5e8" providerId="ADAL" clId="{89084B7A-DBAB-4C24-B7AC-10FBEA652537}" dt="2020-12-16T03:22:52.072" v="756" actId="478"/>
          <ac:spMkLst>
            <pc:docMk/>
            <pc:sldMk cId="630447485" sldId="2695"/>
            <ac:spMk id="18" creationId="{B03B05A9-BF18-4F3F-92DF-FC20E676E278}"/>
          </ac:spMkLst>
        </pc:spChg>
        <pc:spChg chg="del">
          <ac:chgData name="Xu, Vanessa" userId="a3ebf755-99db-4c08-9497-6074ee87b5e8" providerId="ADAL" clId="{89084B7A-DBAB-4C24-B7AC-10FBEA652537}" dt="2020-12-16T03:22:52.072" v="756" actId="478"/>
          <ac:spMkLst>
            <pc:docMk/>
            <pc:sldMk cId="630447485" sldId="2695"/>
            <ac:spMk id="19" creationId="{B55F36F8-4FB2-4B75-9E0A-4CFCD11B719D}"/>
          </ac:spMkLst>
        </pc:spChg>
        <pc:spChg chg="del">
          <ac:chgData name="Xu, Vanessa" userId="a3ebf755-99db-4c08-9497-6074ee87b5e8" providerId="ADAL" clId="{89084B7A-DBAB-4C24-B7AC-10FBEA652537}" dt="2020-12-16T03:22:52.072" v="756" actId="478"/>
          <ac:spMkLst>
            <pc:docMk/>
            <pc:sldMk cId="630447485" sldId="2695"/>
            <ac:spMk id="20" creationId="{973D74A9-F11F-4E24-A36F-E20424BF97DB}"/>
          </ac:spMkLst>
        </pc:spChg>
        <pc:spChg chg="del">
          <ac:chgData name="Xu, Vanessa" userId="a3ebf755-99db-4c08-9497-6074ee87b5e8" providerId="ADAL" clId="{89084B7A-DBAB-4C24-B7AC-10FBEA652537}" dt="2020-12-16T03:22:52.072" v="756" actId="478"/>
          <ac:spMkLst>
            <pc:docMk/>
            <pc:sldMk cId="630447485" sldId="2695"/>
            <ac:spMk id="21" creationId="{F70FC892-6715-4952-8764-0891A5B7B5B0}"/>
          </ac:spMkLst>
        </pc:spChg>
        <pc:spChg chg="del">
          <ac:chgData name="Xu, Vanessa" userId="a3ebf755-99db-4c08-9497-6074ee87b5e8" providerId="ADAL" clId="{89084B7A-DBAB-4C24-B7AC-10FBEA652537}" dt="2020-12-16T03:22:52.072" v="756" actId="478"/>
          <ac:spMkLst>
            <pc:docMk/>
            <pc:sldMk cId="630447485" sldId="2695"/>
            <ac:spMk id="22" creationId="{58D6ED29-E808-4783-A38E-D86DF16E3C75}"/>
          </ac:spMkLst>
        </pc:spChg>
        <pc:spChg chg="del">
          <ac:chgData name="Xu, Vanessa" userId="a3ebf755-99db-4c08-9497-6074ee87b5e8" providerId="ADAL" clId="{89084B7A-DBAB-4C24-B7AC-10FBEA652537}" dt="2020-12-16T03:22:52.072" v="756" actId="478"/>
          <ac:spMkLst>
            <pc:docMk/>
            <pc:sldMk cId="630447485" sldId="2695"/>
            <ac:spMk id="23" creationId="{1C7090C1-5BE8-497B-A61D-17E2C1166D12}"/>
          </ac:spMkLst>
        </pc:spChg>
        <pc:spChg chg="del">
          <ac:chgData name="Xu, Vanessa" userId="a3ebf755-99db-4c08-9497-6074ee87b5e8" providerId="ADAL" clId="{89084B7A-DBAB-4C24-B7AC-10FBEA652537}" dt="2020-12-16T03:22:52.072" v="756" actId="478"/>
          <ac:spMkLst>
            <pc:docMk/>
            <pc:sldMk cId="630447485" sldId="2695"/>
            <ac:spMk id="24" creationId="{3B7A3D96-B2F5-4CF9-AB21-9657FACF5DD8}"/>
          </ac:spMkLst>
        </pc:spChg>
        <pc:spChg chg="del">
          <ac:chgData name="Xu, Vanessa" userId="a3ebf755-99db-4c08-9497-6074ee87b5e8" providerId="ADAL" clId="{89084B7A-DBAB-4C24-B7AC-10FBEA652537}" dt="2020-12-16T03:22:52.072" v="756" actId="478"/>
          <ac:spMkLst>
            <pc:docMk/>
            <pc:sldMk cId="630447485" sldId="2695"/>
            <ac:spMk id="25" creationId="{19150DE5-5A14-48E4-9936-08F2FF8BC729}"/>
          </ac:spMkLst>
        </pc:spChg>
        <pc:spChg chg="del">
          <ac:chgData name="Xu, Vanessa" userId="a3ebf755-99db-4c08-9497-6074ee87b5e8" providerId="ADAL" clId="{89084B7A-DBAB-4C24-B7AC-10FBEA652537}" dt="2020-12-16T03:22:52.072" v="756" actId="478"/>
          <ac:spMkLst>
            <pc:docMk/>
            <pc:sldMk cId="630447485" sldId="2695"/>
            <ac:spMk id="26" creationId="{EC171FD8-5C84-492E-81A8-CFCDA6410131}"/>
          </ac:spMkLst>
        </pc:spChg>
        <pc:spChg chg="del">
          <ac:chgData name="Xu, Vanessa" userId="a3ebf755-99db-4c08-9497-6074ee87b5e8" providerId="ADAL" clId="{89084B7A-DBAB-4C24-B7AC-10FBEA652537}" dt="2020-12-16T03:22:52.072" v="756" actId="478"/>
          <ac:spMkLst>
            <pc:docMk/>
            <pc:sldMk cId="630447485" sldId="2695"/>
            <ac:spMk id="31" creationId="{09289C21-9CDF-454B-9BEB-A854E1437DED}"/>
          </ac:spMkLst>
        </pc:spChg>
        <pc:cxnChg chg="del mod">
          <ac:chgData name="Xu, Vanessa" userId="a3ebf755-99db-4c08-9497-6074ee87b5e8" providerId="ADAL" clId="{89084B7A-DBAB-4C24-B7AC-10FBEA652537}" dt="2020-12-16T03:22:52.072" v="756" actId="478"/>
          <ac:cxnSpMkLst>
            <pc:docMk/>
            <pc:sldMk cId="630447485" sldId="2695"/>
            <ac:cxnSpMk id="12" creationId="{A3032762-9BC7-43AF-A489-20223DCC116C}"/>
          </ac:cxnSpMkLst>
        </pc:cxnChg>
        <pc:cxnChg chg="del mod">
          <ac:chgData name="Xu, Vanessa" userId="a3ebf755-99db-4c08-9497-6074ee87b5e8" providerId="ADAL" clId="{89084B7A-DBAB-4C24-B7AC-10FBEA652537}" dt="2020-12-16T03:22:52.072" v="756" actId="478"/>
          <ac:cxnSpMkLst>
            <pc:docMk/>
            <pc:sldMk cId="630447485" sldId="2695"/>
            <ac:cxnSpMk id="27" creationId="{A50BD69D-9FF0-4ED2-93B5-4EA8ACECB1E6}"/>
          </ac:cxnSpMkLst>
        </pc:cxnChg>
        <pc:cxnChg chg="del mod">
          <ac:chgData name="Xu, Vanessa" userId="a3ebf755-99db-4c08-9497-6074ee87b5e8" providerId="ADAL" clId="{89084B7A-DBAB-4C24-B7AC-10FBEA652537}" dt="2020-12-16T03:22:52.072" v="756" actId="478"/>
          <ac:cxnSpMkLst>
            <pc:docMk/>
            <pc:sldMk cId="630447485" sldId="2695"/>
            <ac:cxnSpMk id="28" creationId="{A878EBA9-B1EB-481B-A56D-AA90479C57B3}"/>
          </ac:cxnSpMkLst>
        </pc:cxnChg>
        <pc:cxnChg chg="del mod">
          <ac:chgData name="Xu, Vanessa" userId="a3ebf755-99db-4c08-9497-6074ee87b5e8" providerId="ADAL" clId="{89084B7A-DBAB-4C24-B7AC-10FBEA652537}" dt="2020-12-16T03:22:52.072" v="756" actId="478"/>
          <ac:cxnSpMkLst>
            <pc:docMk/>
            <pc:sldMk cId="630447485" sldId="2695"/>
            <ac:cxnSpMk id="29" creationId="{DE3CE975-680E-49A4-8AB3-2BFB1A999485}"/>
          </ac:cxnSpMkLst>
        </pc:cxnChg>
        <pc:cxnChg chg="del">
          <ac:chgData name="Xu, Vanessa" userId="a3ebf755-99db-4c08-9497-6074ee87b5e8" providerId="ADAL" clId="{89084B7A-DBAB-4C24-B7AC-10FBEA652537}" dt="2020-12-16T03:22:52.072" v="756" actId="478"/>
          <ac:cxnSpMkLst>
            <pc:docMk/>
            <pc:sldMk cId="630447485" sldId="2695"/>
            <ac:cxnSpMk id="30" creationId="{5621D072-12C7-487F-B4A0-59561A220674}"/>
          </ac:cxnSpMkLst>
        </pc:cxnChg>
        <pc:cxnChg chg="del mod">
          <ac:chgData name="Xu, Vanessa" userId="a3ebf755-99db-4c08-9497-6074ee87b5e8" providerId="ADAL" clId="{89084B7A-DBAB-4C24-B7AC-10FBEA652537}" dt="2020-12-16T03:22:52.072" v="756" actId="478"/>
          <ac:cxnSpMkLst>
            <pc:docMk/>
            <pc:sldMk cId="630447485" sldId="2695"/>
            <ac:cxnSpMk id="32" creationId="{04FF7609-FB46-4BC5-9F51-A6738BD8FA7F}"/>
          </ac:cxnSpMkLst>
        </pc:cxnChg>
        <pc:cxnChg chg="del mod">
          <ac:chgData name="Xu, Vanessa" userId="a3ebf755-99db-4c08-9497-6074ee87b5e8" providerId="ADAL" clId="{89084B7A-DBAB-4C24-B7AC-10FBEA652537}" dt="2020-12-16T03:22:52.072" v="756" actId="478"/>
          <ac:cxnSpMkLst>
            <pc:docMk/>
            <pc:sldMk cId="630447485" sldId="2695"/>
            <ac:cxnSpMk id="33" creationId="{6FDC860A-F2A6-4DAE-847F-4E7667F77604}"/>
          </ac:cxnSpMkLst>
        </pc:cxnChg>
        <pc:cxnChg chg="del mod">
          <ac:chgData name="Xu, Vanessa" userId="a3ebf755-99db-4c08-9497-6074ee87b5e8" providerId="ADAL" clId="{89084B7A-DBAB-4C24-B7AC-10FBEA652537}" dt="2020-12-16T03:22:52.072" v="756" actId="478"/>
          <ac:cxnSpMkLst>
            <pc:docMk/>
            <pc:sldMk cId="630447485" sldId="2695"/>
            <ac:cxnSpMk id="34" creationId="{6D175837-6DB3-46FB-A05D-1C24643B3038}"/>
          </ac:cxnSpMkLst>
        </pc:cxnChg>
      </pc:sldChg>
      <pc:sldChg chg="del">
        <pc:chgData name="Xu, Vanessa" userId="a3ebf755-99db-4c08-9497-6074ee87b5e8" providerId="ADAL" clId="{89084B7A-DBAB-4C24-B7AC-10FBEA652537}" dt="2020-12-16T02:16:22.648" v="44" actId="2696"/>
        <pc:sldMkLst>
          <pc:docMk/>
          <pc:sldMk cId="1801810193" sldId="2695"/>
        </pc:sldMkLst>
      </pc:sldChg>
      <pc:sldChg chg="del">
        <pc:chgData name="Xu, Vanessa" userId="a3ebf755-99db-4c08-9497-6074ee87b5e8" providerId="ADAL" clId="{89084B7A-DBAB-4C24-B7AC-10FBEA652537}" dt="2020-12-16T02:51:24.192" v="348" actId="2696"/>
        <pc:sldMkLst>
          <pc:docMk/>
          <pc:sldMk cId="2059342756" sldId="2696"/>
        </pc:sldMkLst>
      </pc:sldChg>
      <pc:sldChg chg="del">
        <pc:chgData name="Xu, Vanessa" userId="a3ebf755-99db-4c08-9497-6074ee87b5e8" providerId="ADAL" clId="{89084B7A-DBAB-4C24-B7AC-10FBEA652537}" dt="2020-12-16T02:51:24.711" v="349" actId="2696"/>
        <pc:sldMkLst>
          <pc:docMk/>
          <pc:sldMk cId="3056672294" sldId="2697"/>
        </pc:sldMkLst>
      </pc:sldChg>
      <pc:sldChg chg="del">
        <pc:chgData name="Xu, Vanessa" userId="a3ebf755-99db-4c08-9497-6074ee87b5e8" providerId="ADAL" clId="{89084B7A-DBAB-4C24-B7AC-10FBEA652537}" dt="2020-12-16T02:51:25.132" v="350" actId="2696"/>
        <pc:sldMkLst>
          <pc:docMk/>
          <pc:sldMk cId="507298185" sldId="2698"/>
        </pc:sldMkLst>
      </pc:sldChg>
      <pc:sldChg chg="del">
        <pc:chgData name="Xu, Vanessa" userId="a3ebf755-99db-4c08-9497-6074ee87b5e8" providerId="ADAL" clId="{89084B7A-DBAB-4C24-B7AC-10FBEA652537}" dt="2020-12-16T02:51:25.872" v="351" actId="2696"/>
        <pc:sldMkLst>
          <pc:docMk/>
          <pc:sldMk cId="4087455694" sldId="2699"/>
        </pc:sldMkLst>
      </pc:sldChg>
      <pc:sldChg chg="del">
        <pc:chgData name="Xu, Vanessa" userId="a3ebf755-99db-4c08-9497-6074ee87b5e8" providerId="ADAL" clId="{89084B7A-DBAB-4C24-B7AC-10FBEA652537}" dt="2020-12-16T02:51:31.272" v="352" actId="2696"/>
        <pc:sldMkLst>
          <pc:docMk/>
          <pc:sldMk cId="1054143026" sldId="2700"/>
        </pc:sldMkLst>
      </pc:sldChg>
    </pc:docChg>
  </pc:docChgLst>
  <pc:docChgLst>
    <pc:chgData name="Xu, Vanessa" userId="a3ebf755-99db-4c08-9497-6074ee87b5e8" providerId="ADAL" clId="{85728683-DF8C-4FF5-9EA0-58266E05FB84}"/>
    <pc:docChg chg="undo custSel addSld delSld modSld sldOrd modSection">
      <pc:chgData name="Xu, Vanessa" userId="a3ebf755-99db-4c08-9497-6074ee87b5e8" providerId="ADAL" clId="{85728683-DF8C-4FF5-9EA0-58266E05FB84}" dt="2021-02-18T05:56:58.400" v="1536"/>
      <pc:docMkLst>
        <pc:docMk/>
      </pc:docMkLst>
      <pc:sldChg chg="modSp mod">
        <pc:chgData name="Xu, Vanessa" userId="a3ebf755-99db-4c08-9497-6074ee87b5e8" providerId="ADAL" clId="{85728683-DF8C-4FF5-9EA0-58266E05FB84}" dt="2021-02-07T07:27:54.621" v="2" actId="20577"/>
        <pc:sldMkLst>
          <pc:docMk/>
          <pc:sldMk cId="745975132" sldId="256"/>
        </pc:sldMkLst>
        <pc:spChg chg="mod">
          <ac:chgData name="Xu, Vanessa" userId="a3ebf755-99db-4c08-9497-6074ee87b5e8" providerId="ADAL" clId="{85728683-DF8C-4FF5-9EA0-58266E05FB84}" dt="2021-02-07T07:27:54.621" v="2" actId="20577"/>
          <ac:spMkLst>
            <pc:docMk/>
            <pc:sldMk cId="745975132" sldId="256"/>
            <ac:spMk id="5" creationId="{39DC9637-B46D-4E45-9A92-24D0CD7A876F}"/>
          </ac:spMkLst>
        </pc:spChg>
      </pc:sldChg>
      <pc:sldChg chg="new add del">
        <pc:chgData name="Xu, Vanessa" userId="a3ebf755-99db-4c08-9497-6074ee87b5e8" providerId="ADAL" clId="{85728683-DF8C-4FF5-9EA0-58266E05FB84}" dt="2021-02-07T07:28:21.018" v="17" actId="680"/>
        <pc:sldMkLst>
          <pc:docMk/>
          <pc:sldMk cId="4242695611" sldId="2678"/>
        </pc:sldMkLst>
      </pc:sldChg>
      <pc:sldChg chg="del">
        <pc:chgData name="Xu, Vanessa" userId="a3ebf755-99db-4c08-9497-6074ee87b5e8" providerId="ADAL" clId="{85728683-DF8C-4FF5-9EA0-58266E05FB84}" dt="2021-02-07T07:28:04.080" v="3" actId="47"/>
        <pc:sldMkLst>
          <pc:docMk/>
          <pc:sldMk cId="3382954910" sldId="2713"/>
        </pc:sldMkLst>
      </pc:sldChg>
      <pc:sldChg chg="del">
        <pc:chgData name="Xu, Vanessa" userId="a3ebf755-99db-4c08-9497-6074ee87b5e8" providerId="ADAL" clId="{85728683-DF8C-4FF5-9EA0-58266E05FB84}" dt="2021-02-07T07:28:06.324" v="5" actId="47"/>
        <pc:sldMkLst>
          <pc:docMk/>
          <pc:sldMk cId="3798459622" sldId="2714"/>
        </pc:sldMkLst>
      </pc:sldChg>
      <pc:sldChg chg="del">
        <pc:chgData name="Xu, Vanessa" userId="a3ebf755-99db-4c08-9497-6074ee87b5e8" providerId="ADAL" clId="{85728683-DF8C-4FF5-9EA0-58266E05FB84}" dt="2021-02-07T07:28:05.255" v="4" actId="47"/>
        <pc:sldMkLst>
          <pc:docMk/>
          <pc:sldMk cId="3019513386" sldId="2715"/>
        </pc:sldMkLst>
      </pc:sldChg>
      <pc:sldChg chg="del">
        <pc:chgData name="Xu, Vanessa" userId="a3ebf755-99db-4c08-9497-6074ee87b5e8" providerId="ADAL" clId="{85728683-DF8C-4FF5-9EA0-58266E05FB84}" dt="2021-02-07T07:28:07.439" v="6" actId="47"/>
        <pc:sldMkLst>
          <pc:docMk/>
          <pc:sldMk cId="3842827374" sldId="2716"/>
        </pc:sldMkLst>
      </pc:sldChg>
      <pc:sldChg chg="del">
        <pc:chgData name="Xu, Vanessa" userId="a3ebf755-99db-4c08-9497-6074ee87b5e8" providerId="ADAL" clId="{85728683-DF8C-4FF5-9EA0-58266E05FB84}" dt="2021-02-07T07:28:08.511" v="7" actId="47"/>
        <pc:sldMkLst>
          <pc:docMk/>
          <pc:sldMk cId="579257556" sldId="2717"/>
        </pc:sldMkLst>
      </pc:sldChg>
      <pc:sldChg chg="del">
        <pc:chgData name="Xu, Vanessa" userId="a3ebf755-99db-4c08-9497-6074ee87b5e8" providerId="ADAL" clId="{85728683-DF8C-4FF5-9EA0-58266E05FB84}" dt="2021-02-07T07:28:09.573" v="8" actId="47"/>
        <pc:sldMkLst>
          <pc:docMk/>
          <pc:sldMk cId="2598870623" sldId="2750"/>
        </pc:sldMkLst>
      </pc:sldChg>
      <pc:sldChg chg="del">
        <pc:chgData name="Xu, Vanessa" userId="a3ebf755-99db-4c08-9497-6074ee87b5e8" providerId="ADAL" clId="{85728683-DF8C-4FF5-9EA0-58266E05FB84}" dt="2021-02-07T07:28:13.309" v="12" actId="47"/>
        <pc:sldMkLst>
          <pc:docMk/>
          <pc:sldMk cId="2190469791" sldId="2751"/>
        </pc:sldMkLst>
      </pc:sldChg>
      <pc:sldChg chg="addSp delSp modSp add del mod">
        <pc:chgData name="Xu, Vanessa" userId="a3ebf755-99db-4c08-9497-6074ee87b5e8" providerId="ADAL" clId="{85728683-DF8C-4FF5-9EA0-58266E05FB84}" dt="2021-02-07T09:22:50.788" v="129"/>
        <pc:sldMkLst>
          <pc:docMk/>
          <pc:sldMk cId="2310685783" sldId="2752"/>
        </pc:sldMkLst>
        <pc:spChg chg="mod">
          <ac:chgData name="Xu, Vanessa" userId="a3ebf755-99db-4c08-9497-6074ee87b5e8" providerId="ADAL" clId="{85728683-DF8C-4FF5-9EA0-58266E05FB84}" dt="2021-02-07T07:28:26.708" v="22" actId="20577"/>
          <ac:spMkLst>
            <pc:docMk/>
            <pc:sldMk cId="2310685783" sldId="2752"/>
            <ac:spMk id="3" creationId="{B0D7D7D2-F938-4D74-A4B3-48E648F1AEB6}"/>
          </ac:spMkLst>
        </pc:spChg>
        <pc:spChg chg="del">
          <ac:chgData name="Xu, Vanessa" userId="a3ebf755-99db-4c08-9497-6074ee87b5e8" providerId="ADAL" clId="{85728683-DF8C-4FF5-9EA0-58266E05FB84}" dt="2021-02-07T07:28:41.027" v="23" actId="478"/>
          <ac:spMkLst>
            <pc:docMk/>
            <pc:sldMk cId="2310685783" sldId="2752"/>
            <ac:spMk id="5" creationId="{23DE3E6D-9705-4916-A781-E39E4A8FF882}"/>
          </ac:spMkLst>
        </pc:spChg>
        <pc:spChg chg="add del mod">
          <ac:chgData name="Xu, Vanessa" userId="a3ebf755-99db-4c08-9497-6074ee87b5e8" providerId="ADAL" clId="{85728683-DF8C-4FF5-9EA0-58266E05FB84}" dt="2021-02-07T09:10:41.659" v="55" actId="478"/>
          <ac:spMkLst>
            <pc:docMk/>
            <pc:sldMk cId="2310685783" sldId="2752"/>
            <ac:spMk id="6" creationId="{1FED8C1C-726F-492B-B26E-ED4A1756C2BA}"/>
          </ac:spMkLst>
        </pc:spChg>
        <pc:spChg chg="add mod">
          <ac:chgData name="Xu, Vanessa" userId="a3ebf755-99db-4c08-9497-6074ee87b5e8" providerId="ADAL" clId="{85728683-DF8C-4FF5-9EA0-58266E05FB84}" dt="2021-02-07T09:22:50.788" v="129"/>
          <ac:spMkLst>
            <pc:docMk/>
            <pc:sldMk cId="2310685783" sldId="2752"/>
            <ac:spMk id="7" creationId="{E81A3DFD-104D-4AD1-8080-10ECA3EA1B62}"/>
          </ac:spMkLst>
        </pc:spChg>
      </pc:sldChg>
      <pc:sldChg chg="del">
        <pc:chgData name="Xu, Vanessa" userId="a3ebf755-99db-4c08-9497-6074ee87b5e8" providerId="ADAL" clId="{85728683-DF8C-4FF5-9EA0-58266E05FB84}" dt="2021-02-07T07:28:10.575" v="9" actId="47"/>
        <pc:sldMkLst>
          <pc:docMk/>
          <pc:sldMk cId="3993884709" sldId="2753"/>
        </pc:sldMkLst>
      </pc:sldChg>
      <pc:sldChg chg="addSp delSp modSp add mod ord">
        <pc:chgData name="Xu, Vanessa" userId="a3ebf755-99db-4c08-9497-6074ee87b5e8" providerId="ADAL" clId="{85728683-DF8C-4FF5-9EA0-58266E05FB84}" dt="2021-02-16T09:29:16.840" v="1403"/>
        <pc:sldMkLst>
          <pc:docMk/>
          <pc:sldMk cId="3999248095" sldId="2753"/>
        </pc:sldMkLst>
        <pc:spChg chg="mod">
          <ac:chgData name="Xu, Vanessa" userId="a3ebf755-99db-4c08-9497-6074ee87b5e8" providerId="ADAL" clId="{85728683-DF8C-4FF5-9EA0-58266E05FB84}" dt="2021-02-07T09:09:19.499" v="42" actId="20577"/>
          <ac:spMkLst>
            <pc:docMk/>
            <pc:sldMk cId="3999248095" sldId="2753"/>
            <ac:spMk id="3" creationId="{B0D7D7D2-F938-4D74-A4B3-48E648F1AEB6}"/>
          </ac:spMkLst>
        </pc:spChg>
        <pc:spChg chg="del">
          <ac:chgData name="Xu, Vanessa" userId="a3ebf755-99db-4c08-9497-6074ee87b5e8" providerId="ADAL" clId="{85728683-DF8C-4FF5-9EA0-58266E05FB84}" dt="2021-02-07T09:09:34.520" v="43" actId="478"/>
          <ac:spMkLst>
            <pc:docMk/>
            <pc:sldMk cId="3999248095" sldId="2753"/>
            <ac:spMk id="6" creationId="{1FED8C1C-726F-492B-B26E-ED4A1756C2BA}"/>
          </ac:spMkLst>
        </pc:spChg>
        <pc:spChg chg="add mod">
          <ac:chgData name="Xu, Vanessa" userId="a3ebf755-99db-4c08-9497-6074ee87b5e8" providerId="ADAL" clId="{85728683-DF8C-4FF5-9EA0-58266E05FB84}" dt="2021-02-16T09:29:16.840" v="1403"/>
          <ac:spMkLst>
            <pc:docMk/>
            <pc:sldMk cId="3999248095" sldId="2753"/>
            <ac:spMk id="7" creationId="{1EBF6699-2154-4696-8AC8-24E8A45C46BB}"/>
          </ac:spMkLst>
        </pc:spChg>
      </pc:sldChg>
      <pc:sldChg chg="addSp modSp new mod ord">
        <pc:chgData name="Xu, Vanessa" userId="a3ebf755-99db-4c08-9497-6074ee87b5e8" providerId="ADAL" clId="{85728683-DF8C-4FF5-9EA0-58266E05FB84}" dt="2021-02-08T15:16:33.837" v="885" actId="20577"/>
        <pc:sldMkLst>
          <pc:docMk/>
          <pc:sldMk cId="987218954" sldId="2754"/>
        </pc:sldMkLst>
        <pc:spChg chg="mod">
          <ac:chgData name="Xu, Vanessa" userId="a3ebf755-99db-4c08-9497-6074ee87b5e8" providerId="ADAL" clId="{85728683-DF8C-4FF5-9EA0-58266E05FB84}" dt="2021-02-07T09:10:09.744" v="51" actId="20577"/>
          <ac:spMkLst>
            <pc:docMk/>
            <pc:sldMk cId="987218954" sldId="2754"/>
            <ac:spMk id="3" creationId="{55162002-C5D5-4A2E-8F61-AF805EE225A0}"/>
          </ac:spMkLst>
        </pc:spChg>
        <pc:spChg chg="add mod">
          <ac:chgData name="Xu, Vanessa" userId="a3ebf755-99db-4c08-9497-6074ee87b5e8" providerId="ADAL" clId="{85728683-DF8C-4FF5-9EA0-58266E05FB84}" dt="2021-02-08T15:16:33.837" v="885" actId="20577"/>
          <ac:spMkLst>
            <pc:docMk/>
            <pc:sldMk cId="987218954" sldId="2754"/>
            <ac:spMk id="5" creationId="{9E5593C3-28F6-43E5-A7A9-1F4FE3B5E256}"/>
          </ac:spMkLst>
        </pc:spChg>
      </pc:sldChg>
      <pc:sldChg chg="del">
        <pc:chgData name="Xu, Vanessa" userId="a3ebf755-99db-4c08-9497-6074ee87b5e8" providerId="ADAL" clId="{85728683-DF8C-4FF5-9EA0-58266E05FB84}" dt="2021-02-07T07:28:11.479" v="10" actId="47"/>
        <pc:sldMkLst>
          <pc:docMk/>
          <pc:sldMk cId="1721827462" sldId="2754"/>
        </pc:sldMkLst>
      </pc:sldChg>
      <pc:sldChg chg="addSp modSp new mod ord">
        <pc:chgData name="Xu, Vanessa" userId="a3ebf755-99db-4c08-9497-6074ee87b5e8" providerId="ADAL" clId="{85728683-DF8C-4FF5-9EA0-58266E05FB84}" dt="2021-02-16T03:06:12.529" v="1255" actId="20577"/>
        <pc:sldMkLst>
          <pc:docMk/>
          <pc:sldMk cId="2526347921" sldId="2755"/>
        </pc:sldMkLst>
        <pc:spChg chg="mod">
          <ac:chgData name="Xu, Vanessa" userId="a3ebf755-99db-4c08-9497-6074ee87b5e8" providerId="ADAL" clId="{85728683-DF8C-4FF5-9EA0-58266E05FB84}" dt="2021-02-07T09:11:15.305" v="65" actId="20577"/>
          <ac:spMkLst>
            <pc:docMk/>
            <pc:sldMk cId="2526347921" sldId="2755"/>
            <ac:spMk id="3" creationId="{FD665B96-09EB-4A5F-AAB5-5E60FF81423D}"/>
          </ac:spMkLst>
        </pc:spChg>
        <pc:spChg chg="add mod">
          <ac:chgData name="Xu, Vanessa" userId="a3ebf755-99db-4c08-9497-6074ee87b5e8" providerId="ADAL" clId="{85728683-DF8C-4FF5-9EA0-58266E05FB84}" dt="2021-02-16T03:06:12.529" v="1255" actId="20577"/>
          <ac:spMkLst>
            <pc:docMk/>
            <pc:sldMk cId="2526347921" sldId="2755"/>
            <ac:spMk id="5" creationId="{2B91CAC7-6B34-4A76-874B-B048BCC8D51E}"/>
          </ac:spMkLst>
        </pc:spChg>
      </pc:sldChg>
      <pc:sldChg chg="del">
        <pc:chgData name="Xu, Vanessa" userId="a3ebf755-99db-4c08-9497-6074ee87b5e8" providerId="ADAL" clId="{85728683-DF8C-4FF5-9EA0-58266E05FB84}" dt="2021-02-07T07:28:12.444" v="11" actId="47"/>
        <pc:sldMkLst>
          <pc:docMk/>
          <pc:sldMk cId="2840463212" sldId="2755"/>
        </pc:sldMkLst>
      </pc:sldChg>
      <pc:sldChg chg="addSp modSp new mod">
        <pc:chgData name="Xu, Vanessa" userId="a3ebf755-99db-4c08-9497-6074ee87b5e8" providerId="ADAL" clId="{85728683-DF8C-4FF5-9EA0-58266E05FB84}" dt="2021-02-07T09:12:32.607" v="82" actId="5793"/>
        <pc:sldMkLst>
          <pc:docMk/>
          <pc:sldMk cId="3797817292" sldId="2756"/>
        </pc:sldMkLst>
        <pc:spChg chg="mod">
          <ac:chgData name="Xu, Vanessa" userId="a3ebf755-99db-4c08-9497-6074ee87b5e8" providerId="ADAL" clId="{85728683-DF8C-4FF5-9EA0-58266E05FB84}" dt="2021-02-07T09:12:08.521" v="75" actId="20577"/>
          <ac:spMkLst>
            <pc:docMk/>
            <pc:sldMk cId="3797817292" sldId="2756"/>
            <ac:spMk id="3" creationId="{EC7C5E2E-88E0-42A9-8FE2-1C8EE37F250C}"/>
          </ac:spMkLst>
        </pc:spChg>
        <pc:spChg chg="add mod">
          <ac:chgData name="Xu, Vanessa" userId="a3ebf755-99db-4c08-9497-6074ee87b5e8" providerId="ADAL" clId="{85728683-DF8C-4FF5-9EA0-58266E05FB84}" dt="2021-02-07T09:12:32.607" v="82" actId="5793"/>
          <ac:spMkLst>
            <pc:docMk/>
            <pc:sldMk cId="3797817292" sldId="2756"/>
            <ac:spMk id="5" creationId="{2CF21258-71A9-4E4A-AF32-03D21D854B2E}"/>
          </ac:spMkLst>
        </pc:spChg>
      </pc:sldChg>
      <pc:sldChg chg="addSp delSp modSp new mod ord">
        <pc:chgData name="Xu, Vanessa" userId="a3ebf755-99db-4c08-9497-6074ee87b5e8" providerId="ADAL" clId="{85728683-DF8C-4FF5-9EA0-58266E05FB84}" dt="2021-02-18T02:43:02.610" v="1522" actId="20577"/>
        <pc:sldMkLst>
          <pc:docMk/>
          <pc:sldMk cId="291997791" sldId="2757"/>
        </pc:sldMkLst>
        <pc:spChg chg="mod">
          <ac:chgData name="Xu, Vanessa" userId="a3ebf755-99db-4c08-9497-6074ee87b5e8" providerId="ADAL" clId="{85728683-DF8C-4FF5-9EA0-58266E05FB84}" dt="2021-02-07T09:12:53.088" v="88" actId="20577"/>
          <ac:spMkLst>
            <pc:docMk/>
            <pc:sldMk cId="291997791" sldId="2757"/>
            <ac:spMk id="3" creationId="{D889F8BD-291A-49FE-99EE-CC9F53948377}"/>
          </ac:spMkLst>
        </pc:spChg>
        <pc:spChg chg="add del mod">
          <ac:chgData name="Xu, Vanessa" userId="a3ebf755-99db-4c08-9497-6074ee87b5e8" providerId="ADAL" clId="{85728683-DF8C-4FF5-9EA0-58266E05FB84}" dt="2021-02-07T09:12:57.229" v="96"/>
          <ac:spMkLst>
            <pc:docMk/>
            <pc:sldMk cId="291997791" sldId="2757"/>
            <ac:spMk id="5" creationId="{6A4D11E0-4145-46B5-A81A-1FB09B37440A}"/>
          </ac:spMkLst>
        </pc:spChg>
        <pc:spChg chg="add mod">
          <ac:chgData name="Xu, Vanessa" userId="a3ebf755-99db-4c08-9497-6074ee87b5e8" providerId="ADAL" clId="{85728683-DF8C-4FF5-9EA0-58266E05FB84}" dt="2021-02-18T02:43:02.610" v="1522" actId="20577"/>
          <ac:spMkLst>
            <pc:docMk/>
            <pc:sldMk cId="291997791" sldId="2757"/>
            <ac:spMk id="6" creationId="{BFEC5A60-39B6-4946-91B2-13D0D0EFBBE1}"/>
          </ac:spMkLst>
        </pc:spChg>
      </pc:sldChg>
      <pc:sldChg chg="addSp modSp new mod">
        <pc:chgData name="Xu, Vanessa" userId="a3ebf755-99db-4c08-9497-6074ee87b5e8" providerId="ADAL" clId="{85728683-DF8C-4FF5-9EA0-58266E05FB84}" dt="2021-02-07T09:15:59.479" v="112" actId="5793"/>
        <pc:sldMkLst>
          <pc:docMk/>
          <pc:sldMk cId="144474481" sldId="2758"/>
        </pc:sldMkLst>
        <pc:spChg chg="mod">
          <ac:chgData name="Xu, Vanessa" userId="a3ebf755-99db-4c08-9497-6074ee87b5e8" providerId="ADAL" clId="{85728683-DF8C-4FF5-9EA0-58266E05FB84}" dt="2021-02-07T09:14:43.498" v="101"/>
          <ac:spMkLst>
            <pc:docMk/>
            <pc:sldMk cId="144474481" sldId="2758"/>
            <ac:spMk id="3" creationId="{CBB3BA60-03C9-4836-A5C9-EECED4AA21D4}"/>
          </ac:spMkLst>
        </pc:spChg>
        <pc:spChg chg="add mod">
          <ac:chgData name="Xu, Vanessa" userId="a3ebf755-99db-4c08-9497-6074ee87b5e8" providerId="ADAL" clId="{85728683-DF8C-4FF5-9EA0-58266E05FB84}" dt="2021-02-07T09:15:59.479" v="112" actId="5793"/>
          <ac:spMkLst>
            <pc:docMk/>
            <pc:sldMk cId="144474481" sldId="2758"/>
            <ac:spMk id="5" creationId="{481533C4-17A0-48B1-AA78-F5E79DD3046C}"/>
          </ac:spMkLst>
        </pc:spChg>
      </pc:sldChg>
      <pc:sldChg chg="addSp delSp modSp add mod">
        <pc:chgData name="Xu, Vanessa" userId="a3ebf755-99db-4c08-9497-6074ee87b5e8" providerId="ADAL" clId="{85728683-DF8C-4FF5-9EA0-58266E05FB84}" dt="2021-02-08T05:56:12.451" v="289"/>
        <pc:sldMkLst>
          <pc:docMk/>
          <pc:sldMk cId="168326192" sldId="2759"/>
        </pc:sldMkLst>
        <pc:spChg chg="mod">
          <ac:chgData name="Xu, Vanessa" userId="a3ebf755-99db-4c08-9497-6074ee87b5e8" providerId="ADAL" clId="{85728683-DF8C-4FF5-9EA0-58266E05FB84}" dt="2021-02-08T05:16:00.632" v="149" actId="20577"/>
          <ac:spMkLst>
            <pc:docMk/>
            <pc:sldMk cId="168326192" sldId="2759"/>
            <ac:spMk id="3" creationId="{55162002-C5D5-4A2E-8F61-AF805EE225A0}"/>
          </ac:spMkLst>
        </pc:spChg>
        <pc:spChg chg="mod">
          <ac:chgData name="Xu, Vanessa" userId="a3ebf755-99db-4c08-9497-6074ee87b5e8" providerId="ADAL" clId="{85728683-DF8C-4FF5-9EA0-58266E05FB84}" dt="2021-02-08T05:56:12.451" v="289"/>
          <ac:spMkLst>
            <pc:docMk/>
            <pc:sldMk cId="168326192" sldId="2759"/>
            <ac:spMk id="5" creationId="{9E5593C3-28F6-43E5-A7A9-1F4FE3B5E256}"/>
          </ac:spMkLst>
        </pc:spChg>
        <pc:spChg chg="add del mod">
          <ac:chgData name="Xu, Vanessa" userId="a3ebf755-99db-4c08-9497-6074ee87b5e8" providerId="ADAL" clId="{85728683-DF8C-4FF5-9EA0-58266E05FB84}" dt="2021-02-08T05:24:46.099" v="198"/>
          <ac:spMkLst>
            <pc:docMk/>
            <pc:sldMk cId="168326192" sldId="2759"/>
            <ac:spMk id="6" creationId="{F2805985-5CE7-4869-AE20-9E8FA07C50C0}"/>
          </ac:spMkLst>
        </pc:spChg>
      </pc:sldChg>
      <pc:sldChg chg="new del">
        <pc:chgData name="Xu, Vanessa" userId="a3ebf755-99db-4c08-9497-6074ee87b5e8" providerId="ADAL" clId="{85728683-DF8C-4FF5-9EA0-58266E05FB84}" dt="2021-02-08T05:15:49.312" v="135" actId="47"/>
        <pc:sldMkLst>
          <pc:docMk/>
          <pc:sldMk cId="1226820098" sldId="2759"/>
        </pc:sldMkLst>
      </pc:sldChg>
      <pc:sldChg chg="addSp delSp modSp add mod">
        <pc:chgData name="Xu, Vanessa" userId="a3ebf755-99db-4c08-9497-6074ee87b5e8" providerId="ADAL" clId="{85728683-DF8C-4FF5-9EA0-58266E05FB84}" dt="2021-02-08T05:59:32.323" v="315"/>
        <pc:sldMkLst>
          <pc:docMk/>
          <pc:sldMk cId="354208511" sldId="2760"/>
        </pc:sldMkLst>
        <pc:spChg chg="mod">
          <ac:chgData name="Xu, Vanessa" userId="a3ebf755-99db-4c08-9497-6074ee87b5e8" providerId="ADAL" clId="{85728683-DF8C-4FF5-9EA0-58266E05FB84}" dt="2021-02-08T05:59:32.323" v="315"/>
          <ac:spMkLst>
            <pc:docMk/>
            <pc:sldMk cId="354208511" sldId="2760"/>
            <ac:spMk id="5" creationId="{9E5593C3-28F6-43E5-A7A9-1F4FE3B5E256}"/>
          </ac:spMkLst>
        </pc:spChg>
        <pc:spChg chg="add del mod">
          <ac:chgData name="Xu, Vanessa" userId="a3ebf755-99db-4c08-9497-6074ee87b5e8" providerId="ADAL" clId="{85728683-DF8C-4FF5-9EA0-58266E05FB84}" dt="2021-02-08T05:59:08.936" v="306"/>
          <ac:spMkLst>
            <pc:docMk/>
            <pc:sldMk cId="354208511" sldId="2760"/>
            <ac:spMk id="6" creationId="{CE255042-E850-4F82-9388-1ACB1D728D06}"/>
          </ac:spMkLst>
        </pc:spChg>
      </pc:sldChg>
      <pc:sldChg chg="addSp modSp new mod ord">
        <pc:chgData name="Xu, Vanessa" userId="a3ebf755-99db-4c08-9497-6074ee87b5e8" providerId="ADAL" clId="{85728683-DF8C-4FF5-9EA0-58266E05FB84}" dt="2021-02-08T13:30:41.958" v="412"/>
        <pc:sldMkLst>
          <pc:docMk/>
          <pc:sldMk cId="1621531189" sldId="2761"/>
        </pc:sldMkLst>
        <pc:spChg chg="mod">
          <ac:chgData name="Xu, Vanessa" userId="a3ebf755-99db-4c08-9497-6074ee87b5e8" providerId="ADAL" clId="{85728683-DF8C-4FF5-9EA0-58266E05FB84}" dt="2021-02-08T05:44:23.596" v="231"/>
          <ac:spMkLst>
            <pc:docMk/>
            <pc:sldMk cId="1621531189" sldId="2761"/>
            <ac:spMk id="3" creationId="{942CEBA0-36A3-4DEB-8F3F-8BDD7BC00D25}"/>
          </ac:spMkLst>
        </pc:spChg>
        <pc:spChg chg="add mod">
          <ac:chgData name="Xu, Vanessa" userId="a3ebf755-99db-4c08-9497-6074ee87b5e8" providerId="ADAL" clId="{85728683-DF8C-4FF5-9EA0-58266E05FB84}" dt="2021-02-08T05:45:47.772" v="244"/>
          <ac:spMkLst>
            <pc:docMk/>
            <pc:sldMk cId="1621531189" sldId="2761"/>
            <ac:spMk id="5" creationId="{A0E01173-7934-48F6-AE95-73558F8A3A8E}"/>
          </ac:spMkLst>
        </pc:spChg>
        <pc:picChg chg="add mod">
          <ac:chgData name="Xu, Vanessa" userId="a3ebf755-99db-4c08-9497-6074ee87b5e8" providerId="ADAL" clId="{85728683-DF8C-4FF5-9EA0-58266E05FB84}" dt="2021-02-08T05:46:36.420" v="246" actId="1076"/>
          <ac:picMkLst>
            <pc:docMk/>
            <pc:sldMk cId="1621531189" sldId="2761"/>
            <ac:picMk id="6" creationId="{E4F0DAF7-9B86-490E-BE0C-E881876B5C88}"/>
          </ac:picMkLst>
        </pc:picChg>
        <pc:picChg chg="add mod">
          <ac:chgData name="Xu, Vanessa" userId="a3ebf755-99db-4c08-9497-6074ee87b5e8" providerId="ADAL" clId="{85728683-DF8C-4FF5-9EA0-58266E05FB84}" dt="2021-02-08T05:47:31.074" v="248" actId="1076"/>
          <ac:picMkLst>
            <pc:docMk/>
            <pc:sldMk cId="1621531189" sldId="2761"/>
            <ac:picMk id="7" creationId="{9ED89C9D-0903-42F3-A708-C6A17F4EA78A}"/>
          </ac:picMkLst>
        </pc:picChg>
        <pc:picChg chg="add mod">
          <ac:chgData name="Xu, Vanessa" userId="a3ebf755-99db-4c08-9497-6074ee87b5e8" providerId="ADAL" clId="{85728683-DF8C-4FF5-9EA0-58266E05FB84}" dt="2021-02-08T05:47:50.291" v="250" actId="1076"/>
          <ac:picMkLst>
            <pc:docMk/>
            <pc:sldMk cId="1621531189" sldId="2761"/>
            <ac:picMk id="8" creationId="{9EE7FE05-7B22-4DAC-B9A1-2A86BC2009A7}"/>
          </ac:picMkLst>
        </pc:picChg>
      </pc:sldChg>
      <pc:sldChg chg="addSp delSp modSp new del">
        <pc:chgData name="Xu, Vanessa" userId="a3ebf755-99db-4c08-9497-6074ee87b5e8" providerId="ADAL" clId="{85728683-DF8C-4FF5-9EA0-58266E05FB84}" dt="2021-02-08T05:55:32.777" v="282" actId="680"/>
        <pc:sldMkLst>
          <pc:docMk/>
          <pc:sldMk cId="3877720228" sldId="2762"/>
        </pc:sldMkLst>
        <pc:spChg chg="add del mod">
          <ac:chgData name="Xu, Vanessa" userId="a3ebf755-99db-4c08-9497-6074ee87b5e8" providerId="ADAL" clId="{85728683-DF8C-4FF5-9EA0-58266E05FB84}" dt="2021-02-08T05:55:29.555" v="281"/>
          <ac:spMkLst>
            <pc:docMk/>
            <pc:sldMk cId="3877720228" sldId="2762"/>
            <ac:spMk id="5" creationId="{56D5E4B1-6ADF-4D0B-BBE7-22207C638BA8}"/>
          </ac:spMkLst>
        </pc:spChg>
      </pc:sldChg>
      <pc:sldChg chg="modSp add mod">
        <pc:chgData name="Xu, Vanessa" userId="a3ebf755-99db-4c08-9497-6074ee87b5e8" providerId="ADAL" clId="{85728683-DF8C-4FF5-9EA0-58266E05FB84}" dt="2021-02-08T06:00:33.372" v="317" actId="20577"/>
        <pc:sldMkLst>
          <pc:docMk/>
          <pc:sldMk cId="4265126750" sldId="2762"/>
        </pc:sldMkLst>
        <pc:spChg chg="mod">
          <ac:chgData name="Xu, Vanessa" userId="a3ebf755-99db-4c08-9497-6074ee87b5e8" providerId="ADAL" clId="{85728683-DF8C-4FF5-9EA0-58266E05FB84}" dt="2021-02-08T06:00:33.372" v="317" actId="20577"/>
          <ac:spMkLst>
            <pc:docMk/>
            <pc:sldMk cId="4265126750" sldId="2762"/>
            <ac:spMk id="5" creationId="{9E5593C3-28F6-43E5-A7A9-1F4FE3B5E256}"/>
          </ac:spMkLst>
        </pc:spChg>
      </pc:sldChg>
      <pc:sldChg chg="addSp delSp modSp add mod ord">
        <pc:chgData name="Xu, Vanessa" userId="a3ebf755-99db-4c08-9497-6074ee87b5e8" providerId="ADAL" clId="{85728683-DF8C-4FF5-9EA0-58266E05FB84}" dt="2021-02-09T07:29:52.509" v="1022" actId="20577"/>
        <pc:sldMkLst>
          <pc:docMk/>
          <pc:sldMk cId="3290588542" sldId="2763"/>
        </pc:sldMkLst>
        <pc:spChg chg="mod">
          <ac:chgData name="Xu, Vanessa" userId="a3ebf755-99db-4c08-9497-6074ee87b5e8" providerId="ADAL" clId="{85728683-DF8C-4FF5-9EA0-58266E05FB84}" dt="2021-02-08T13:12:16.330" v="400" actId="20578"/>
          <ac:spMkLst>
            <pc:docMk/>
            <pc:sldMk cId="3290588542" sldId="2763"/>
            <ac:spMk id="3" creationId="{942CEBA0-36A3-4DEB-8F3F-8BDD7BC00D25}"/>
          </ac:spMkLst>
        </pc:spChg>
        <pc:spChg chg="del mod">
          <ac:chgData name="Xu, Vanessa" userId="a3ebf755-99db-4c08-9497-6074ee87b5e8" providerId="ADAL" clId="{85728683-DF8C-4FF5-9EA0-58266E05FB84}" dt="2021-02-08T13:44:00.650" v="416" actId="478"/>
          <ac:spMkLst>
            <pc:docMk/>
            <pc:sldMk cId="3290588542" sldId="2763"/>
            <ac:spMk id="5" creationId="{A0E01173-7934-48F6-AE95-73558F8A3A8E}"/>
          </ac:spMkLst>
        </pc:spChg>
        <pc:spChg chg="add mod">
          <ac:chgData name="Xu, Vanessa" userId="a3ebf755-99db-4c08-9497-6074ee87b5e8" providerId="ADAL" clId="{85728683-DF8C-4FF5-9EA0-58266E05FB84}" dt="2021-02-08T13:44:20.788" v="432" actId="1076"/>
          <ac:spMkLst>
            <pc:docMk/>
            <pc:sldMk cId="3290588542" sldId="2763"/>
            <ac:spMk id="10" creationId="{CBA8F5F3-E23B-4B91-BB3F-4163D219ED93}"/>
          </ac:spMkLst>
        </pc:spChg>
        <pc:spChg chg="add mod">
          <ac:chgData name="Xu, Vanessa" userId="a3ebf755-99db-4c08-9497-6074ee87b5e8" providerId="ADAL" clId="{85728683-DF8C-4FF5-9EA0-58266E05FB84}" dt="2021-02-09T07:29:52.509" v="1022" actId="20577"/>
          <ac:spMkLst>
            <pc:docMk/>
            <pc:sldMk cId="3290588542" sldId="2763"/>
            <ac:spMk id="12" creationId="{D85CC868-A8C9-4639-89D7-ED97FDA90467}"/>
          </ac:spMkLst>
        </pc:spChg>
        <pc:spChg chg="add mod">
          <ac:chgData name="Xu, Vanessa" userId="a3ebf755-99db-4c08-9497-6074ee87b5e8" providerId="ADAL" clId="{85728683-DF8C-4FF5-9EA0-58266E05FB84}" dt="2021-02-08T13:44:49.471" v="454" actId="20577"/>
          <ac:spMkLst>
            <pc:docMk/>
            <pc:sldMk cId="3290588542" sldId="2763"/>
            <ac:spMk id="13" creationId="{47B78F0D-6911-4EAA-ACFA-8A722FD2D44A}"/>
          </ac:spMkLst>
        </pc:spChg>
        <pc:spChg chg="add mod">
          <ac:chgData name="Xu, Vanessa" userId="a3ebf755-99db-4c08-9497-6074ee87b5e8" providerId="ADAL" clId="{85728683-DF8C-4FF5-9EA0-58266E05FB84}" dt="2021-02-08T13:46:12.430" v="467" actId="20577"/>
          <ac:spMkLst>
            <pc:docMk/>
            <pc:sldMk cId="3290588542" sldId="2763"/>
            <ac:spMk id="14" creationId="{7B520802-B467-4B93-8975-FB71C43ACE58}"/>
          </ac:spMkLst>
        </pc:spChg>
        <pc:picChg chg="add del">
          <ac:chgData name="Xu, Vanessa" userId="a3ebf755-99db-4c08-9497-6074ee87b5e8" providerId="ADAL" clId="{85728683-DF8C-4FF5-9EA0-58266E05FB84}" dt="2021-02-08T13:44:28.485" v="434"/>
          <ac:picMkLst>
            <pc:docMk/>
            <pc:sldMk cId="3290588542" sldId="2763"/>
            <ac:picMk id="6" creationId="{C61E3E7A-6F21-4C47-823E-F944E7E158AA}"/>
          </ac:picMkLst>
        </pc:picChg>
        <pc:picChg chg="del">
          <ac:chgData name="Xu, Vanessa" userId="a3ebf755-99db-4c08-9497-6074ee87b5e8" providerId="ADAL" clId="{85728683-DF8C-4FF5-9EA0-58266E05FB84}" dt="2021-02-08T09:13:44.134" v="366" actId="478"/>
          <ac:picMkLst>
            <pc:docMk/>
            <pc:sldMk cId="3290588542" sldId="2763"/>
            <ac:picMk id="6" creationId="{E4F0DAF7-9B86-490E-BE0C-E881876B5C88}"/>
          </ac:picMkLst>
        </pc:picChg>
        <pc:picChg chg="add mod">
          <ac:chgData name="Xu, Vanessa" userId="a3ebf755-99db-4c08-9497-6074ee87b5e8" providerId="ADAL" clId="{85728683-DF8C-4FF5-9EA0-58266E05FB84}" dt="2021-02-08T13:45:08.484" v="456" actId="1076"/>
          <ac:picMkLst>
            <pc:docMk/>
            <pc:sldMk cId="3290588542" sldId="2763"/>
            <ac:picMk id="7" creationId="{5024969E-B9FA-42DA-932F-6AE0129A25F9}"/>
          </ac:picMkLst>
        </pc:picChg>
        <pc:picChg chg="del">
          <ac:chgData name="Xu, Vanessa" userId="a3ebf755-99db-4c08-9497-6074ee87b5e8" providerId="ADAL" clId="{85728683-DF8C-4FF5-9EA0-58266E05FB84}" dt="2021-02-08T09:29:39.394" v="394" actId="478"/>
          <ac:picMkLst>
            <pc:docMk/>
            <pc:sldMk cId="3290588542" sldId="2763"/>
            <ac:picMk id="7" creationId="{9ED89C9D-0903-42F3-A708-C6A17F4EA78A}"/>
          </ac:picMkLst>
        </pc:picChg>
        <pc:picChg chg="add del">
          <ac:chgData name="Xu, Vanessa" userId="a3ebf755-99db-4c08-9497-6074ee87b5e8" providerId="ADAL" clId="{85728683-DF8C-4FF5-9EA0-58266E05FB84}" dt="2021-02-08T13:46:00.803" v="458"/>
          <ac:picMkLst>
            <pc:docMk/>
            <pc:sldMk cId="3290588542" sldId="2763"/>
            <ac:picMk id="8" creationId="{475813F5-5A11-4844-A0D8-2D30AB633348}"/>
          </ac:picMkLst>
        </pc:picChg>
        <pc:picChg chg="del">
          <ac:chgData name="Xu, Vanessa" userId="a3ebf755-99db-4c08-9497-6074ee87b5e8" providerId="ADAL" clId="{85728683-DF8C-4FF5-9EA0-58266E05FB84}" dt="2021-02-08T09:29:39.884" v="395" actId="478"/>
          <ac:picMkLst>
            <pc:docMk/>
            <pc:sldMk cId="3290588542" sldId="2763"/>
            <ac:picMk id="8" creationId="{9EE7FE05-7B22-4DAC-B9A1-2A86BC2009A7}"/>
          </ac:picMkLst>
        </pc:picChg>
        <pc:picChg chg="add del mod">
          <ac:chgData name="Xu, Vanessa" userId="a3ebf755-99db-4c08-9497-6074ee87b5e8" providerId="ADAL" clId="{85728683-DF8C-4FF5-9EA0-58266E05FB84}" dt="2021-02-08T13:44:00.650" v="416" actId="478"/>
          <ac:picMkLst>
            <pc:docMk/>
            <pc:sldMk cId="3290588542" sldId="2763"/>
            <ac:picMk id="9" creationId="{26646AE0-35CF-4BBE-A1CA-26530C3BBCED}"/>
          </ac:picMkLst>
        </pc:picChg>
        <pc:picChg chg="add mod">
          <ac:chgData name="Xu, Vanessa" userId="a3ebf755-99db-4c08-9497-6074ee87b5e8" providerId="ADAL" clId="{85728683-DF8C-4FF5-9EA0-58266E05FB84}" dt="2021-02-08T13:44:20.788" v="432" actId="1076"/>
          <ac:picMkLst>
            <pc:docMk/>
            <pc:sldMk cId="3290588542" sldId="2763"/>
            <ac:picMk id="11" creationId="{2ED074CC-B736-47CE-B062-DFC3359EB226}"/>
          </ac:picMkLst>
        </pc:picChg>
        <pc:picChg chg="add mod">
          <ac:chgData name="Xu, Vanessa" userId="a3ebf755-99db-4c08-9497-6074ee87b5e8" providerId="ADAL" clId="{85728683-DF8C-4FF5-9EA0-58266E05FB84}" dt="2021-02-08T13:46:29.579" v="469" actId="1076"/>
          <ac:picMkLst>
            <pc:docMk/>
            <pc:sldMk cId="3290588542" sldId="2763"/>
            <ac:picMk id="15" creationId="{8DED98F9-4252-4A46-B673-BC7A811A1069}"/>
          </ac:picMkLst>
        </pc:picChg>
      </pc:sldChg>
      <pc:sldChg chg="addSp delSp modSp new mod">
        <pc:chgData name="Xu, Vanessa" userId="a3ebf755-99db-4c08-9497-6074ee87b5e8" providerId="ADAL" clId="{85728683-DF8C-4FF5-9EA0-58266E05FB84}" dt="2021-02-08T14:10:02.940" v="520" actId="1076"/>
        <pc:sldMkLst>
          <pc:docMk/>
          <pc:sldMk cId="1820716702" sldId="2764"/>
        </pc:sldMkLst>
        <pc:spChg chg="mod">
          <ac:chgData name="Xu, Vanessa" userId="a3ebf755-99db-4c08-9497-6074ee87b5e8" providerId="ADAL" clId="{85728683-DF8C-4FF5-9EA0-58266E05FB84}" dt="2021-02-08T13:52:25.849" v="471"/>
          <ac:spMkLst>
            <pc:docMk/>
            <pc:sldMk cId="1820716702" sldId="2764"/>
            <ac:spMk id="3" creationId="{E7802111-4F8E-449D-967A-1CB46CB1EF24}"/>
          </ac:spMkLst>
        </pc:spChg>
        <pc:spChg chg="add mod">
          <ac:chgData name="Xu, Vanessa" userId="a3ebf755-99db-4c08-9497-6074ee87b5e8" providerId="ADAL" clId="{85728683-DF8C-4FF5-9EA0-58266E05FB84}" dt="2021-02-08T13:52:46.320" v="482" actId="20577"/>
          <ac:spMkLst>
            <pc:docMk/>
            <pc:sldMk cId="1820716702" sldId="2764"/>
            <ac:spMk id="5" creationId="{A00465FB-8ECB-4625-B4BA-4D244471FC22}"/>
          </ac:spMkLst>
        </pc:spChg>
        <pc:spChg chg="add mod">
          <ac:chgData name="Xu, Vanessa" userId="a3ebf755-99db-4c08-9497-6074ee87b5e8" providerId="ADAL" clId="{85728683-DF8C-4FF5-9EA0-58266E05FB84}" dt="2021-02-08T14:00:21.956" v="502" actId="20577"/>
          <ac:spMkLst>
            <pc:docMk/>
            <pc:sldMk cId="1820716702" sldId="2764"/>
            <ac:spMk id="7" creationId="{50B52C75-B602-46FC-96AD-B52D60E1A3BF}"/>
          </ac:spMkLst>
        </pc:spChg>
        <pc:spChg chg="add mod">
          <ac:chgData name="Xu, Vanessa" userId="a3ebf755-99db-4c08-9497-6074ee87b5e8" providerId="ADAL" clId="{85728683-DF8C-4FF5-9EA0-58266E05FB84}" dt="2021-02-08T14:06:50.550" v="510" actId="20577"/>
          <ac:spMkLst>
            <pc:docMk/>
            <pc:sldMk cId="1820716702" sldId="2764"/>
            <ac:spMk id="11" creationId="{57DDE654-2913-4438-8D78-8F1C3AC76E47}"/>
          </ac:spMkLst>
        </pc:spChg>
        <pc:spChg chg="add mod">
          <ac:chgData name="Xu, Vanessa" userId="a3ebf755-99db-4c08-9497-6074ee87b5e8" providerId="ADAL" clId="{85728683-DF8C-4FF5-9EA0-58266E05FB84}" dt="2021-02-08T14:09:58.106" v="519" actId="1076"/>
          <ac:spMkLst>
            <pc:docMk/>
            <pc:sldMk cId="1820716702" sldId="2764"/>
            <ac:spMk id="13" creationId="{59AAB734-D222-44EF-98B7-FF22254C5445}"/>
          </ac:spMkLst>
        </pc:spChg>
        <pc:picChg chg="add mod">
          <ac:chgData name="Xu, Vanessa" userId="a3ebf755-99db-4c08-9497-6074ee87b5e8" providerId="ADAL" clId="{85728683-DF8C-4FF5-9EA0-58266E05FB84}" dt="2021-02-08T13:53:02.183" v="484" actId="1076"/>
          <ac:picMkLst>
            <pc:docMk/>
            <pc:sldMk cId="1820716702" sldId="2764"/>
            <ac:picMk id="6" creationId="{523362D4-0CD0-4598-B85A-DD8BC9864721}"/>
          </ac:picMkLst>
        </pc:picChg>
        <pc:picChg chg="add del mod">
          <ac:chgData name="Xu, Vanessa" userId="a3ebf755-99db-4c08-9497-6074ee87b5e8" providerId="ADAL" clId="{85728683-DF8C-4FF5-9EA0-58266E05FB84}" dt="2021-02-08T14:00:08.030" v="491" actId="478"/>
          <ac:picMkLst>
            <pc:docMk/>
            <pc:sldMk cId="1820716702" sldId="2764"/>
            <ac:picMk id="8" creationId="{D6A758EF-E77D-498F-A232-92FBFF1BF314}"/>
          </ac:picMkLst>
        </pc:picChg>
        <pc:picChg chg="add del mod">
          <ac:chgData name="Xu, Vanessa" userId="a3ebf755-99db-4c08-9497-6074ee87b5e8" providerId="ADAL" clId="{85728683-DF8C-4FF5-9EA0-58266E05FB84}" dt="2021-02-08T14:01:24.744" v="503" actId="478"/>
          <ac:picMkLst>
            <pc:docMk/>
            <pc:sldMk cId="1820716702" sldId="2764"/>
            <ac:picMk id="9" creationId="{5FE2B2E9-19A5-45C0-B09A-FD583B693EA9}"/>
          </ac:picMkLst>
        </pc:picChg>
        <pc:picChg chg="add mod">
          <ac:chgData name="Xu, Vanessa" userId="a3ebf755-99db-4c08-9497-6074ee87b5e8" providerId="ADAL" clId="{85728683-DF8C-4FF5-9EA0-58266E05FB84}" dt="2021-02-08T14:01:27.770" v="505" actId="1076"/>
          <ac:picMkLst>
            <pc:docMk/>
            <pc:sldMk cId="1820716702" sldId="2764"/>
            <ac:picMk id="10" creationId="{52623D8B-7483-42D8-BA88-F1E0437D697A}"/>
          </ac:picMkLst>
        </pc:picChg>
        <pc:picChg chg="add mod">
          <ac:chgData name="Xu, Vanessa" userId="a3ebf755-99db-4c08-9497-6074ee87b5e8" providerId="ADAL" clId="{85728683-DF8C-4FF5-9EA0-58266E05FB84}" dt="2021-02-08T14:07:05.977" v="512" actId="1076"/>
          <ac:picMkLst>
            <pc:docMk/>
            <pc:sldMk cId="1820716702" sldId="2764"/>
            <ac:picMk id="12" creationId="{3893C094-1BC5-47BF-8ECC-22120F88E6E8}"/>
          </ac:picMkLst>
        </pc:picChg>
        <pc:picChg chg="add mod">
          <ac:chgData name="Xu, Vanessa" userId="a3ebf755-99db-4c08-9497-6074ee87b5e8" providerId="ADAL" clId="{85728683-DF8C-4FF5-9EA0-58266E05FB84}" dt="2021-02-08T14:10:02.940" v="520" actId="1076"/>
          <ac:picMkLst>
            <pc:docMk/>
            <pc:sldMk cId="1820716702" sldId="2764"/>
            <ac:picMk id="14" creationId="{AA5C90E2-1282-4E37-B6C5-610C60FF20E4}"/>
          </ac:picMkLst>
        </pc:picChg>
      </pc:sldChg>
      <pc:sldChg chg="addSp modSp new mod">
        <pc:chgData name="Xu, Vanessa" userId="a3ebf755-99db-4c08-9497-6074ee87b5e8" providerId="ADAL" clId="{85728683-DF8C-4FF5-9EA0-58266E05FB84}" dt="2021-02-08T14:21:57.941" v="562" actId="20577"/>
        <pc:sldMkLst>
          <pc:docMk/>
          <pc:sldMk cId="2579541981" sldId="2765"/>
        </pc:sldMkLst>
        <pc:spChg chg="mod">
          <ac:chgData name="Xu, Vanessa" userId="a3ebf755-99db-4c08-9497-6074ee87b5e8" providerId="ADAL" clId="{85728683-DF8C-4FF5-9EA0-58266E05FB84}" dt="2021-02-08T14:18:29.494" v="526"/>
          <ac:spMkLst>
            <pc:docMk/>
            <pc:sldMk cId="2579541981" sldId="2765"/>
            <ac:spMk id="3" creationId="{4160BBB4-D1AC-4AE2-B3D4-D3C24258879A}"/>
          </ac:spMkLst>
        </pc:spChg>
        <pc:spChg chg="add mod">
          <ac:chgData name="Xu, Vanessa" userId="a3ebf755-99db-4c08-9497-6074ee87b5e8" providerId="ADAL" clId="{85728683-DF8C-4FF5-9EA0-58266E05FB84}" dt="2021-02-08T14:21:57.941" v="562" actId="20577"/>
          <ac:spMkLst>
            <pc:docMk/>
            <pc:sldMk cId="2579541981" sldId="2765"/>
            <ac:spMk id="5" creationId="{4D61A2E1-A029-443E-B8A1-059EB4126267}"/>
          </ac:spMkLst>
        </pc:spChg>
      </pc:sldChg>
      <pc:sldChg chg="addSp delSp modSp new mod">
        <pc:chgData name="Xu, Vanessa" userId="a3ebf755-99db-4c08-9497-6074ee87b5e8" providerId="ADAL" clId="{85728683-DF8C-4FF5-9EA0-58266E05FB84}" dt="2021-02-09T07:47:10.064" v="1166" actId="1076"/>
        <pc:sldMkLst>
          <pc:docMk/>
          <pc:sldMk cId="1756100220" sldId="2766"/>
        </pc:sldMkLst>
        <pc:spChg chg="mod">
          <ac:chgData name="Xu, Vanessa" userId="a3ebf755-99db-4c08-9497-6074ee87b5e8" providerId="ADAL" clId="{85728683-DF8C-4FF5-9EA0-58266E05FB84}" dt="2021-02-08T14:36:30.218" v="564"/>
          <ac:spMkLst>
            <pc:docMk/>
            <pc:sldMk cId="1756100220" sldId="2766"/>
            <ac:spMk id="3" creationId="{5711F0F5-0DC3-477B-97B7-E6FDF8FFD821}"/>
          </ac:spMkLst>
        </pc:spChg>
        <pc:spChg chg="add mod">
          <ac:chgData name="Xu, Vanessa" userId="a3ebf755-99db-4c08-9497-6074ee87b5e8" providerId="ADAL" clId="{85728683-DF8C-4FF5-9EA0-58266E05FB84}" dt="2021-02-08T14:44:47.043" v="648" actId="1076"/>
          <ac:spMkLst>
            <pc:docMk/>
            <pc:sldMk cId="1756100220" sldId="2766"/>
            <ac:spMk id="6" creationId="{23B57A90-273B-4F45-AE2B-5FDAC95A6CDA}"/>
          </ac:spMkLst>
        </pc:spChg>
        <pc:spChg chg="add mod">
          <ac:chgData name="Xu, Vanessa" userId="a3ebf755-99db-4c08-9497-6074ee87b5e8" providerId="ADAL" clId="{85728683-DF8C-4FF5-9EA0-58266E05FB84}" dt="2021-02-09T07:47:10.064" v="1166" actId="1076"/>
          <ac:spMkLst>
            <pc:docMk/>
            <pc:sldMk cId="1756100220" sldId="2766"/>
            <ac:spMk id="7" creationId="{2595711C-5FCC-4338-8B03-590E2405426C}"/>
          </ac:spMkLst>
        </pc:spChg>
        <pc:picChg chg="add mod">
          <ac:chgData name="Xu, Vanessa" userId="a3ebf755-99db-4c08-9497-6074ee87b5e8" providerId="ADAL" clId="{85728683-DF8C-4FF5-9EA0-58266E05FB84}" dt="2021-02-08T14:38:03.724" v="566" actId="1076"/>
          <ac:picMkLst>
            <pc:docMk/>
            <pc:sldMk cId="1756100220" sldId="2766"/>
            <ac:picMk id="5" creationId="{F67D04C4-C373-4798-A4EF-9BBEF59EFB5D}"/>
          </ac:picMkLst>
        </pc:picChg>
        <pc:picChg chg="add del">
          <ac:chgData name="Xu, Vanessa" userId="a3ebf755-99db-4c08-9497-6074ee87b5e8" providerId="ADAL" clId="{85728683-DF8C-4FF5-9EA0-58266E05FB84}" dt="2021-02-08T14:43:44.923" v="646"/>
          <ac:picMkLst>
            <pc:docMk/>
            <pc:sldMk cId="1756100220" sldId="2766"/>
            <ac:picMk id="7" creationId="{AD08AFA6-96BC-4E42-8F1E-2BC71667DE79}"/>
          </ac:picMkLst>
        </pc:picChg>
        <pc:picChg chg="add mod">
          <ac:chgData name="Xu, Vanessa" userId="a3ebf755-99db-4c08-9497-6074ee87b5e8" providerId="ADAL" clId="{85728683-DF8C-4FF5-9EA0-58266E05FB84}" dt="2021-02-08T14:44:50.486" v="650" actId="1076"/>
          <ac:picMkLst>
            <pc:docMk/>
            <pc:sldMk cId="1756100220" sldId="2766"/>
            <ac:picMk id="8" creationId="{0ED57DAE-87A0-412A-9E36-A5A7A009192C}"/>
          </ac:picMkLst>
        </pc:picChg>
      </pc:sldChg>
      <pc:sldChg chg="addSp modSp new mod ord">
        <pc:chgData name="Xu, Vanessa" userId="a3ebf755-99db-4c08-9497-6074ee87b5e8" providerId="ADAL" clId="{85728683-DF8C-4FF5-9EA0-58266E05FB84}" dt="2021-02-08T15:15:07.627" v="879"/>
        <pc:sldMkLst>
          <pc:docMk/>
          <pc:sldMk cId="835522679" sldId="2767"/>
        </pc:sldMkLst>
        <pc:spChg chg="mod">
          <ac:chgData name="Xu, Vanessa" userId="a3ebf755-99db-4c08-9497-6074ee87b5e8" providerId="ADAL" clId="{85728683-DF8C-4FF5-9EA0-58266E05FB84}" dt="2021-02-08T14:51:54.427" v="672"/>
          <ac:spMkLst>
            <pc:docMk/>
            <pc:sldMk cId="835522679" sldId="2767"/>
            <ac:spMk id="3" creationId="{3688EB28-13FB-4D5D-963C-38A16F1774E3}"/>
          </ac:spMkLst>
        </pc:spChg>
        <pc:spChg chg="add mod">
          <ac:chgData name="Xu, Vanessa" userId="a3ebf755-99db-4c08-9497-6074ee87b5e8" providerId="ADAL" clId="{85728683-DF8C-4FF5-9EA0-58266E05FB84}" dt="2021-02-08T14:52:25.362" v="691" actId="1076"/>
          <ac:spMkLst>
            <pc:docMk/>
            <pc:sldMk cId="835522679" sldId="2767"/>
            <ac:spMk id="5" creationId="{FB06BCD3-66C9-4A63-92BE-79480194FA6C}"/>
          </ac:spMkLst>
        </pc:spChg>
        <pc:spChg chg="add mod">
          <ac:chgData name="Xu, Vanessa" userId="a3ebf755-99db-4c08-9497-6074ee87b5e8" providerId="ADAL" clId="{85728683-DF8C-4FF5-9EA0-58266E05FB84}" dt="2021-02-08T14:53:53.946" v="699" actId="20577"/>
          <ac:spMkLst>
            <pc:docMk/>
            <pc:sldMk cId="835522679" sldId="2767"/>
            <ac:spMk id="8" creationId="{D1188E7A-05CB-482F-B3B7-ADF98E767BEB}"/>
          </ac:spMkLst>
        </pc:spChg>
        <pc:picChg chg="add mod">
          <ac:chgData name="Xu, Vanessa" userId="a3ebf755-99db-4c08-9497-6074ee87b5e8" providerId="ADAL" clId="{85728683-DF8C-4FF5-9EA0-58266E05FB84}" dt="2021-02-08T14:52:29.316" v="693" actId="1076"/>
          <ac:picMkLst>
            <pc:docMk/>
            <pc:sldMk cId="835522679" sldId="2767"/>
            <ac:picMk id="6" creationId="{AB4FD6AA-8822-418D-A8A0-A08F309FB5D5}"/>
          </ac:picMkLst>
        </pc:picChg>
        <pc:picChg chg="add mod">
          <ac:chgData name="Xu, Vanessa" userId="a3ebf755-99db-4c08-9497-6074ee87b5e8" providerId="ADAL" clId="{85728683-DF8C-4FF5-9EA0-58266E05FB84}" dt="2021-02-08T14:53:00.982" v="695" actId="1076"/>
          <ac:picMkLst>
            <pc:docMk/>
            <pc:sldMk cId="835522679" sldId="2767"/>
            <ac:picMk id="7" creationId="{F8E38DA7-A187-4C5E-B085-3C19E7D64877}"/>
          </ac:picMkLst>
        </pc:picChg>
        <pc:picChg chg="add mod">
          <ac:chgData name="Xu, Vanessa" userId="a3ebf755-99db-4c08-9497-6074ee87b5e8" providerId="ADAL" clId="{85728683-DF8C-4FF5-9EA0-58266E05FB84}" dt="2021-02-08T14:54:11.187" v="701" actId="1076"/>
          <ac:picMkLst>
            <pc:docMk/>
            <pc:sldMk cId="835522679" sldId="2767"/>
            <ac:picMk id="9" creationId="{39BAC39F-FF51-4F72-ACD8-FFCB8364FAAE}"/>
          </ac:picMkLst>
        </pc:picChg>
      </pc:sldChg>
      <pc:sldChg chg="addSp delSp modSp new mod">
        <pc:chgData name="Xu, Vanessa" userId="a3ebf755-99db-4c08-9497-6074ee87b5e8" providerId="ADAL" clId="{85728683-DF8C-4FF5-9EA0-58266E05FB84}" dt="2021-02-08T15:14:21.047" v="873" actId="20577"/>
        <pc:sldMkLst>
          <pc:docMk/>
          <pc:sldMk cId="469393787" sldId="2768"/>
        </pc:sldMkLst>
        <pc:spChg chg="mod">
          <ac:chgData name="Xu, Vanessa" userId="a3ebf755-99db-4c08-9497-6074ee87b5e8" providerId="ADAL" clId="{85728683-DF8C-4FF5-9EA0-58266E05FB84}" dt="2021-02-08T14:56:32.379" v="703"/>
          <ac:spMkLst>
            <pc:docMk/>
            <pc:sldMk cId="469393787" sldId="2768"/>
            <ac:spMk id="3" creationId="{7ACE1840-2276-4190-A6C6-EAFC44FC35D6}"/>
          </ac:spMkLst>
        </pc:spChg>
        <pc:spChg chg="add mod">
          <ac:chgData name="Xu, Vanessa" userId="a3ebf755-99db-4c08-9497-6074ee87b5e8" providerId="ADAL" clId="{85728683-DF8C-4FF5-9EA0-58266E05FB84}" dt="2021-02-08T15:14:21.047" v="873" actId="20577"/>
          <ac:spMkLst>
            <pc:docMk/>
            <pc:sldMk cId="469393787" sldId="2768"/>
            <ac:spMk id="6" creationId="{16383EBB-2D43-4C45-BE56-D40E570CA7AC}"/>
          </ac:spMkLst>
        </pc:spChg>
        <pc:graphicFrameChg chg="add del mod modGraphic">
          <ac:chgData name="Xu, Vanessa" userId="a3ebf755-99db-4c08-9497-6074ee87b5e8" providerId="ADAL" clId="{85728683-DF8C-4FF5-9EA0-58266E05FB84}" dt="2021-02-08T15:04:02.781" v="825" actId="478"/>
          <ac:graphicFrameMkLst>
            <pc:docMk/>
            <pc:sldMk cId="469393787" sldId="2768"/>
            <ac:graphicFrameMk id="7" creationId="{08F79770-A88A-44D7-B02C-392DE23B3CBF}"/>
          </ac:graphicFrameMkLst>
        </pc:graphicFrameChg>
        <pc:graphicFrameChg chg="add del mod">
          <ac:chgData name="Xu, Vanessa" userId="a3ebf755-99db-4c08-9497-6074ee87b5e8" providerId="ADAL" clId="{85728683-DF8C-4FF5-9EA0-58266E05FB84}" dt="2021-02-08T15:04:21.952" v="830"/>
          <ac:graphicFrameMkLst>
            <pc:docMk/>
            <pc:sldMk cId="469393787" sldId="2768"/>
            <ac:graphicFrameMk id="8" creationId="{F143A118-7306-4501-A83B-647DF2E09912}"/>
          </ac:graphicFrameMkLst>
        </pc:graphicFrameChg>
        <pc:picChg chg="add mod">
          <ac:chgData name="Xu, Vanessa" userId="a3ebf755-99db-4c08-9497-6074ee87b5e8" providerId="ADAL" clId="{85728683-DF8C-4FF5-9EA0-58266E05FB84}" dt="2021-02-08T14:59:12.685" v="705" actId="1076"/>
          <ac:picMkLst>
            <pc:docMk/>
            <pc:sldMk cId="469393787" sldId="2768"/>
            <ac:picMk id="5" creationId="{6FFF63A7-E485-419A-AA79-2A01385DF30B}"/>
          </ac:picMkLst>
        </pc:picChg>
        <pc:picChg chg="add del mod">
          <ac:chgData name="Xu, Vanessa" userId="a3ebf755-99db-4c08-9497-6074ee87b5e8" providerId="ADAL" clId="{85728683-DF8C-4FF5-9EA0-58266E05FB84}" dt="2021-02-08T15:12:28.627" v="852" actId="21"/>
          <ac:picMkLst>
            <pc:docMk/>
            <pc:sldMk cId="469393787" sldId="2768"/>
            <ac:picMk id="9" creationId="{5D8C3757-BF36-47A7-9F7C-7B06F6CE1322}"/>
          </ac:picMkLst>
        </pc:picChg>
      </pc:sldChg>
      <pc:sldChg chg="addSp modSp new mod">
        <pc:chgData name="Xu, Vanessa" userId="a3ebf755-99db-4c08-9497-6074ee87b5e8" providerId="ADAL" clId="{85728683-DF8C-4FF5-9EA0-58266E05FB84}" dt="2021-02-08T15:12:57.622" v="856" actId="1076"/>
        <pc:sldMkLst>
          <pc:docMk/>
          <pc:sldMk cId="4168462285" sldId="2769"/>
        </pc:sldMkLst>
        <pc:spChg chg="mod">
          <ac:chgData name="Xu, Vanessa" userId="a3ebf755-99db-4c08-9497-6074ee87b5e8" providerId="ADAL" clId="{85728683-DF8C-4FF5-9EA0-58266E05FB84}" dt="2021-02-08T15:12:11.316" v="847"/>
          <ac:spMkLst>
            <pc:docMk/>
            <pc:sldMk cId="4168462285" sldId="2769"/>
            <ac:spMk id="3" creationId="{C67CCEB5-B07E-4004-B195-E701FD19707B}"/>
          </ac:spMkLst>
        </pc:spChg>
        <pc:spChg chg="add mod">
          <ac:chgData name="Xu, Vanessa" userId="a3ebf755-99db-4c08-9497-6074ee87b5e8" providerId="ADAL" clId="{85728683-DF8C-4FF5-9EA0-58266E05FB84}" dt="2021-02-08T15:12:25.324" v="851" actId="14100"/>
          <ac:spMkLst>
            <pc:docMk/>
            <pc:sldMk cId="4168462285" sldId="2769"/>
            <ac:spMk id="5" creationId="{D275C810-26A6-4B44-B350-F2595D38AC9A}"/>
          </ac:spMkLst>
        </pc:spChg>
        <pc:picChg chg="add mod">
          <ac:chgData name="Xu, Vanessa" userId="a3ebf755-99db-4c08-9497-6074ee87b5e8" providerId="ADAL" clId="{85728683-DF8C-4FF5-9EA0-58266E05FB84}" dt="2021-02-08T15:12:33.233" v="854" actId="1076"/>
          <ac:picMkLst>
            <pc:docMk/>
            <pc:sldMk cId="4168462285" sldId="2769"/>
            <ac:picMk id="6" creationId="{7E691189-0E87-47D2-B940-543B38B76C2F}"/>
          </ac:picMkLst>
        </pc:picChg>
        <pc:picChg chg="add mod">
          <ac:chgData name="Xu, Vanessa" userId="a3ebf755-99db-4c08-9497-6074ee87b5e8" providerId="ADAL" clId="{85728683-DF8C-4FF5-9EA0-58266E05FB84}" dt="2021-02-08T15:12:57.622" v="856" actId="1076"/>
          <ac:picMkLst>
            <pc:docMk/>
            <pc:sldMk cId="4168462285" sldId="2769"/>
            <ac:picMk id="7" creationId="{4BE566CE-45FC-43F2-9E56-7BA1F6CD1301}"/>
          </ac:picMkLst>
        </pc:picChg>
      </pc:sldChg>
      <pc:sldChg chg="addSp modSp new mod">
        <pc:chgData name="Xu, Vanessa" userId="a3ebf755-99db-4c08-9497-6074ee87b5e8" providerId="ADAL" clId="{85728683-DF8C-4FF5-9EA0-58266E05FB84}" dt="2021-02-08T15:35:48.968" v="937" actId="1076"/>
        <pc:sldMkLst>
          <pc:docMk/>
          <pc:sldMk cId="1888022058" sldId="2770"/>
        </pc:sldMkLst>
        <pc:spChg chg="mod">
          <ac:chgData name="Xu, Vanessa" userId="a3ebf755-99db-4c08-9497-6074ee87b5e8" providerId="ADAL" clId="{85728683-DF8C-4FF5-9EA0-58266E05FB84}" dt="2021-02-08T15:16:51.699" v="887"/>
          <ac:spMkLst>
            <pc:docMk/>
            <pc:sldMk cId="1888022058" sldId="2770"/>
            <ac:spMk id="3" creationId="{16108AD8-06A4-4C53-9EBC-5CD3AD64896D}"/>
          </ac:spMkLst>
        </pc:spChg>
        <pc:spChg chg="add mod">
          <ac:chgData name="Xu, Vanessa" userId="a3ebf755-99db-4c08-9497-6074ee87b5e8" providerId="ADAL" clId="{85728683-DF8C-4FF5-9EA0-58266E05FB84}" dt="2021-02-08T15:28:39.115" v="922" actId="1076"/>
          <ac:spMkLst>
            <pc:docMk/>
            <pc:sldMk cId="1888022058" sldId="2770"/>
            <ac:spMk id="6" creationId="{ABBB57B6-5306-400D-B46A-1530AB8E1FC0}"/>
          </ac:spMkLst>
        </pc:spChg>
        <pc:spChg chg="add mod">
          <ac:chgData name="Xu, Vanessa" userId="a3ebf755-99db-4c08-9497-6074ee87b5e8" providerId="ADAL" clId="{85728683-DF8C-4FF5-9EA0-58266E05FB84}" dt="2021-02-08T15:28:58.958" v="931" actId="1076"/>
          <ac:spMkLst>
            <pc:docMk/>
            <pc:sldMk cId="1888022058" sldId="2770"/>
            <ac:spMk id="9" creationId="{5AA06938-A7F7-413E-94DE-1A67747BD608}"/>
          </ac:spMkLst>
        </pc:spChg>
        <pc:spChg chg="add mod">
          <ac:chgData name="Xu, Vanessa" userId="a3ebf755-99db-4c08-9497-6074ee87b5e8" providerId="ADAL" clId="{85728683-DF8C-4FF5-9EA0-58266E05FB84}" dt="2021-02-08T15:35:37.882" v="935" actId="1076"/>
          <ac:spMkLst>
            <pc:docMk/>
            <pc:sldMk cId="1888022058" sldId="2770"/>
            <ac:spMk id="11" creationId="{B77852F2-2AD8-421D-841A-AFFD7ACE21AB}"/>
          </ac:spMkLst>
        </pc:spChg>
        <pc:picChg chg="add mod">
          <ac:chgData name="Xu, Vanessa" userId="a3ebf755-99db-4c08-9497-6074ee87b5e8" providerId="ADAL" clId="{85728683-DF8C-4FF5-9EA0-58266E05FB84}" dt="2021-02-08T15:24:46.785" v="889" actId="1076"/>
          <ac:picMkLst>
            <pc:docMk/>
            <pc:sldMk cId="1888022058" sldId="2770"/>
            <ac:picMk id="5" creationId="{8D891764-CB34-4714-8F80-4DE214D5900E}"/>
          </ac:picMkLst>
        </pc:picChg>
        <pc:picChg chg="add mod">
          <ac:chgData name="Xu, Vanessa" userId="a3ebf755-99db-4c08-9497-6074ee87b5e8" providerId="ADAL" clId="{85728683-DF8C-4FF5-9EA0-58266E05FB84}" dt="2021-02-08T15:28:41.169" v="923" actId="1076"/>
          <ac:picMkLst>
            <pc:docMk/>
            <pc:sldMk cId="1888022058" sldId="2770"/>
            <ac:picMk id="7" creationId="{EF58F2BE-47C6-464B-BB67-B9CFC257FF8E}"/>
          </ac:picMkLst>
        </pc:picChg>
        <pc:picChg chg="add mod">
          <ac:chgData name="Xu, Vanessa" userId="a3ebf755-99db-4c08-9497-6074ee87b5e8" providerId="ADAL" clId="{85728683-DF8C-4FF5-9EA0-58266E05FB84}" dt="2021-02-08T15:28:30.898" v="920" actId="1076"/>
          <ac:picMkLst>
            <pc:docMk/>
            <pc:sldMk cId="1888022058" sldId="2770"/>
            <ac:picMk id="8" creationId="{A5F31FB1-832F-490F-B6F0-DAAE1CC6AD10}"/>
          </ac:picMkLst>
        </pc:picChg>
        <pc:picChg chg="add mod">
          <ac:chgData name="Xu, Vanessa" userId="a3ebf755-99db-4c08-9497-6074ee87b5e8" providerId="ADAL" clId="{85728683-DF8C-4FF5-9EA0-58266E05FB84}" dt="2021-02-08T15:30:57.730" v="933" actId="1076"/>
          <ac:picMkLst>
            <pc:docMk/>
            <pc:sldMk cId="1888022058" sldId="2770"/>
            <ac:picMk id="10" creationId="{0CE0AAAD-BDC3-4A87-BABA-6239997E79FB}"/>
          </ac:picMkLst>
        </pc:picChg>
        <pc:picChg chg="add mod">
          <ac:chgData name="Xu, Vanessa" userId="a3ebf755-99db-4c08-9497-6074ee87b5e8" providerId="ADAL" clId="{85728683-DF8C-4FF5-9EA0-58266E05FB84}" dt="2021-02-08T15:35:48.968" v="937" actId="1076"/>
          <ac:picMkLst>
            <pc:docMk/>
            <pc:sldMk cId="1888022058" sldId="2770"/>
            <ac:picMk id="12" creationId="{776D32EC-0BB2-4955-AB86-8EB532B22C6B}"/>
          </ac:picMkLst>
        </pc:picChg>
      </pc:sldChg>
      <pc:sldChg chg="addSp modSp new mod">
        <pc:chgData name="Xu, Vanessa" userId="a3ebf755-99db-4c08-9497-6074ee87b5e8" providerId="ADAL" clId="{85728683-DF8C-4FF5-9EA0-58266E05FB84}" dt="2021-02-08T15:53:32.687" v="967" actId="1076"/>
        <pc:sldMkLst>
          <pc:docMk/>
          <pc:sldMk cId="831838006" sldId="2771"/>
        </pc:sldMkLst>
        <pc:spChg chg="mod">
          <ac:chgData name="Xu, Vanessa" userId="a3ebf755-99db-4c08-9497-6074ee87b5e8" providerId="ADAL" clId="{85728683-DF8C-4FF5-9EA0-58266E05FB84}" dt="2021-02-08T15:40:04.263" v="939"/>
          <ac:spMkLst>
            <pc:docMk/>
            <pc:sldMk cId="831838006" sldId="2771"/>
            <ac:spMk id="3" creationId="{8DB85726-A1D1-436C-9270-2A8538214C13}"/>
          </ac:spMkLst>
        </pc:spChg>
        <pc:spChg chg="add mod">
          <ac:chgData name="Xu, Vanessa" userId="a3ebf755-99db-4c08-9497-6074ee87b5e8" providerId="ADAL" clId="{85728683-DF8C-4FF5-9EA0-58266E05FB84}" dt="2021-02-08T15:53:32.687" v="967" actId="1076"/>
          <ac:spMkLst>
            <pc:docMk/>
            <pc:sldMk cId="831838006" sldId="2771"/>
            <ac:spMk id="6" creationId="{FD3917A3-AAC0-4280-BE5F-25934A38EF48}"/>
          </ac:spMkLst>
        </pc:spChg>
        <pc:picChg chg="add mod">
          <ac:chgData name="Xu, Vanessa" userId="a3ebf755-99db-4c08-9497-6074ee87b5e8" providerId="ADAL" clId="{85728683-DF8C-4FF5-9EA0-58266E05FB84}" dt="2021-02-08T15:40:25.781" v="941" actId="1076"/>
          <ac:picMkLst>
            <pc:docMk/>
            <pc:sldMk cId="831838006" sldId="2771"/>
            <ac:picMk id="5" creationId="{E03FCAEA-5A62-41C3-92A4-FED7742983D4}"/>
          </ac:picMkLst>
        </pc:picChg>
      </pc:sldChg>
      <pc:sldChg chg="addSp delSp modSp new mod ord">
        <pc:chgData name="Xu, Vanessa" userId="a3ebf755-99db-4c08-9497-6074ee87b5e8" providerId="ADAL" clId="{85728683-DF8C-4FF5-9EA0-58266E05FB84}" dt="2021-02-09T09:02:29.458" v="1217"/>
        <pc:sldMkLst>
          <pc:docMk/>
          <pc:sldMk cId="3722634832" sldId="2772"/>
        </pc:sldMkLst>
        <pc:spChg chg="mod">
          <ac:chgData name="Xu, Vanessa" userId="a3ebf755-99db-4c08-9497-6074ee87b5e8" providerId="ADAL" clId="{85728683-DF8C-4FF5-9EA0-58266E05FB84}" dt="2021-02-09T07:09:01.925" v="969"/>
          <ac:spMkLst>
            <pc:docMk/>
            <pc:sldMk cId="3722634832" sldId="2772"/>
            <ac:spMk id="3" creationId="{BF9C60D7-F087-43DC-BB84-4E3EB4A9C441}"/>
          </ac:spMkLst>
        </pc:spChg>
        <pc:spChg chg="add del mod">
          <ac:chgData name="Xu, Vanessa" userId="a3ebf755-99db-4c08-9497-6074ee87b5e8" providerId="ADAL" clId="{85728683-DF8C-4FF5-9EA0-58266E05FB84}" dt="2021-02-09T08:59:16.401" v="1196"/>
          <ac:spMkLst>
            <pc:docMk/>
            <pc:sldMk cId="3722634832" sldId="2772"/>
            <ac:spMk id="5" creationId="{853B2CF8-7AD8-49A4-8227-64C3C97643F7}"/>
          </ac:spMkLst>
        </pc:spChg>
        <pc:spChg chg="add mod">
          <ac:chgData name="Xu, Vanessa" userId="a3ebf755-99db-4c08-9497-6074ee87b5e8" providerId="ADAL" clId="{85728683-DF8C-4FF5-9EA0-58266E05FB84}" dt="2021-02-09T08:59:35.359" v="1199" actId="1076"/>
          <ac:spMkLst>
            <pc:docMk/>
            <pc:sldMk cId="3722634832" sldId="2772"/>
            <ac:spMk id="8" creationId="{2C12FAF0-8BB9-459F-8D27-2AEF194B09CF}"/>
          </ac:spMkLst>
        </pc:spChg>
        <pc:spChg chg="add del mod">
          <ac:chgData name="Xu, Vanessa" userId="a3ebf755-99db-4c08-9497-6074ee87b5e8" providerId="ADAL" clId="{85728683-DF8C-4FF5-9EA0-58266E05FB84}" dt="2021-02-09T09:01:06.068" v="1206" actId="478"/>
          <ac:spMkLst>
            <pc:docMk/>
            <pc:sldMk cId="3722634832" sldId="2772"/>
            <ac:spMk id="11" creationId="{5B5E1E34-56A2-4A28-810C-A12F2942E152}"/>
          </ac:spMkLst>
        </pc:spChg>
        <pc:graphicFrameChg chg="add del mod">
          <ac:chgData name="Xu, Vanessa" userId="a3ebf755-99db-4c08-9497-6074ee87b5e8" providerId="ADAL" clId="{85728683-DF8C-4FF5-9EA0-58266E05FB84}" dt="2021-02-09T09:01:06.068" v="1206" actId="478"/>
          <ac:graphicFrameMkLst>
            <pc:docMk/>
            <pc:sldMk cId="3722634832" sldId="2772"/>
            <ac:graphicFrameMk id="10" creationId="{97D2AF0E-4E25-42D9-BED2-F312D2930377}"/>
          </ac:graphicFrameMkLst>
        </pc:graphicFrameChg>
        <pc:graphicFrameChg chg="add mod modGraphic">
          <ac:chgData name="Xu, Vanessa" userId="a3ebf755-99db-4c08-9497-6074ee87b5e8" providerId="ADAL" clId="{85728683-DF8C-4FF5-9EA0-58266E05FB84}" dt="2021-02-09T09:01:21.849" v="1209" actId="14100"/>
          <ac:graphicFrameMkLst>
            <pc:docMk/>
            <pc:sldMk cId="3722634832" sldId="2772"/>
            <ac:graphicFrameMk id="12" creationId="{DB75B136-4BF9-4AC8-A694-B9116DB0171A}"/>
          </ac:graphicFrameMkLst>
        </pc:graphicFrameChg>
        <pc:graphicFrameChg chg="add mod modGraphic">
          <ac:chgData name="Xu, Vanessa" userId="a3ebf755-99db-4c08-9497-6074ee87b5e8" providerId="ADAL" clId="{85728683-DF8C-4FF5-9EA0-58266E05FB84}" dt="2021-02-09T09:01:38.926" v="1212" actId="14100"/>
          <ac:graphicFrameMkLst>
            <pc:docMk/>
            <pc:sldMk cId="3722634832" sldId="2772"/>
            <ac:graphicFrameMk id="13" creationId="{1F6C689A-41C2-4686-9DB5-C269C67D3B0B}"/>
          </ac:graphicFrameMkLst>
        </pc:graphicFrameChg>
        <pc:graphicFrameChg chg="add mod modGraphic">
          <ac:chgData name="Xu, Vanessa" userId="a3ebf755-99db-4c08-9497-6074ee87b5e8" providerId="ADAL" clId="{85728683-DF8C-4FF5-9EA0-58266E05FB84}" dt="2021-02-09T09:01:51.983" v="1215" actId="14100"/>
          <ac:graphicFrameMkLst>
            <pc:docMk/>
            <pc:sldMk cId="3722634832" sldId="2772"/>
            <ac:graphicFrameMk id="14" creationId="{7E25FF55-77F8-4CE9-9066-37EFB7D88C2B}"/>
          </ac:graphicFrameMkLst>
        </pc:graphicFrameChg>
        <pc:picChg chg="add del mod">
          <ac:chgData name="Xu, Vanessa" userId="a3ebf755-99db-4c08-9497-6074ee87b5e8" providerId="ADAL" clId="{85728683-DF8C-4FF5-9EA0-58266E05FB84}" dt="2021-02-09T08:59:03.675" v="1192"/>
          <ac:picMkLst>
            <pc:docMk/>
            <pc:sldMk cId="3722634832" sldId="2772"/>
            <ac:picMk id="6" creationId="{D524DAA1-6CF2-4BBB-ACA9-7693C3CE5863}"/>
          </ac:picMkLst>
        </pc:picChg>
        <pc:picChg chg="add mod">
          <ac:chgData name="Xu, Vanessa" userId="a3ebf755-99db-4c08-9497-6074ee87b5e8" providerId="ADAL" clId="{85728683-DF8C-4FF5-9EA0-58266E05FB84}" dt="2021-02-09T08:59:18.911" v="1197" actId="1076"/>
          <ac:picMkLst>
            <pc:docMk/>
            <pc:sldMk cId="3722634832" sldId="2772"/>
            <ac:picMk id="7" creationId="{880C6606-16E9-428E-8FCC-A3118AFC1B9F}"/>
          </ac:picMkLst>
        </pc:picChg>
        <pc:picChg chg="add mod">
          <ac:chgData name="Xu, Vanessa" userId="a3ebf755-99db-4c08-9497-6074ee87b5e8" providerId="ADAL" clId="{85728683-DF8C-4FF5-9EA0-58266E05FB84}" dt="2021-02-09T09:00:09.335" v="1201" actId="1076"/>
          <ac:picMkLst>
            <pc:docMk/>
            <pc:sldMk cId="3722634832" sldId="2772"/>
            <ac:picMk id="9" creationId="{E94F49A8-C090-40C7-A378-7977DC51D946}"/>
          </ac:picMkLst>
        </pc:picChg>
      </pc:sldChg>
      <pc:sldChg chg="addSp modSp new mod ord">
        <pc:chgData name="Xu, Vanessa" userId="a3ebf755-99db-4c08-9497-6074ee87b5e8" providerId="ADAL" clId="{85728683-DF8C-4FF5-9EA0-58266E05FB84}" dt="2021-02-18T05:56:58.400" v="1536"/>
        <pc:sldMkLst>
          <pc:docMk/>
          <pc:sldMk cId="3078980387" sldId="2773"/>
        </pc:sldMkLst>
        <pc:spChg chg="mod">
          <ac:chgData name="Xu, Vanessa" userId="a3ebf755-99db-4c08-9497-6074ee87b5e8" providerId="ADAL" clId="{85728683-DF8C-4FF5-9EA0-58266E05FB84}" dt="2021-02-09T07:09:44.703" v="971"/>
          <ac:spMkLst>
            <pc:docMk/>
            <pc:sldMk cId="3078980387" sldId="2773"/>
            <ac:spMk id="3" creationId="{7869FB5B-7D05-4897-894B-77B941EA618F}"/>
          </ac:spMkLst>
        </pc:spChg>
        <pc:spChg chg="add mod">
          <ac:chgData name="Xu, Vanessa" userId="a3ebf755-99db-4c08-9497-6074ee87b5e8" providerId="ADAL" clId="{85728683-DF8C-4FF5-9EA0-58266E05FB84}" dt="2021-02-09T07:33:33.731" v="1066" actId="1076"/>
          <ac:spMkLst>
            <pc:docMk/>
            <pc:sldMk cId="3078980387" sldId="2773"/>
            <ac:spMk id="6" creationId="{248834C8-1420-4AD6-97D6-E3FEC8E6EC40}"/>
          </ac:spMkLst>
        </pc:spChg>
        <pc:spChg chg="add mod">
          <ac:chgData name="Xu, Vanessa" userId="a3ebf755-99db-4c08-9497-6074ee87b5e8" providerId="ADAL" clId="{85728683-DF8C-4FF5-9EA0-58266E05FB84}" dt="2021-02-18T05:56:58.400" v="1536"/>
          <ac:spMkLst>
            <pc:docMk/>
            <pc:sldMk cId="3078980387" sldId="2773"/>
            <ac:spMk id="7" creationId="{D3C511FE-C78D-40D5-B283-1E3454CA9D0F}"/>
          </ac:spMkLst>
        </pc:spChg>
        <pc:picChg chg="add mod">
          <ac:chgData name="Xu, Vanessa" userId="a3ebf755-99db-4c08-9497-6074ee87b5e8" providerId="ADAL" clId="{85728683-DF8C-4FF5-9EA0-58266E05FB84}" dt="2021-02-09T07:33:35.771" v="1067" actId="1076"/>
          <ac:picMkLst>
            <pc:docMk/>
            <pc:sldMk cId="3078980387" sldId="2773"/>
            <ac:picMk id="5" creationId="{0A481F99-D7CD-48BE-86C9-02A6630FF100}"/>
          </ac:picMkLst>
        </pc:picChg>
      </pc:sldChg>
      <pc:sldChg chg="addSp modSp new mod ord">
        <pc:chgData name="Xu, Vanessa" userId="a3ebf755-99db-4c08-9497-6074ee87b5e8" providerId="ADAL" clId="{85728683-DF8C-4FF5-9EA0-58266E05FB84}" dt="2021-02-16T03:54:14.312" v="1263"/>
        <pc:sldMkLst>
          <pc:docMk/>
          <pc:sldMk cId="3914934190" sldId="2774"/>
        </pc:sldMkLst>
        <pc:spChg chg="mod">
          <ac:chgData name="Xu, Vanessa" userId="a3ebf755-99db-4c08-9497-6074ee87b5e8" providerId="ADAL" clId="{85728683-DF8C-4FF5-9EA0-58266E05FB84}" dt="2021-02-09T09:02:58.755" v="1219"/>
          <ac:spMkLst>
            <pc:docMk/>
            <pc:sldMk cId="3914934190" sldId="2774"/>
            <ac:spMk id="3" creationId="{06D76841-8D08-40E3-8EF4-5A4BA320BBE8}"/>
          </ac:spMkLst>
        </pc:spChg>
        <pc:spChg chg="add mod">
          <ac:chgData name="Xu, Vanessa" userId="a3ebf755-99db-4c08-9497-6074ee87b5e8" providerId="ADAL" clId="{85728683-DF8C-4FF5-9EA0-58266E05FB84}" dt="2021-02-09T09:19:07.872" v="1246" actId="1076"/>
          <ac:spMkLst>
            <pc:docMk/>
            <pc:sldMk cId="3914934190" sldId="2774"/>
            <ac:spMk id="8" creationId="{8AAD60B8-BF68-4D7B-BAC4-6397DB79825F}"/>
          </ac:spMkLst>
        </pc:spChg>
        <pc:picChg chg="add mod">
          <ac:chgData name="Xu, Vanessa" userId="a3ebf755-99db-4c08-9497-6074ee87b5e8" providerId="ADAL" clId="{85728683-DF8C-4FF5-9EA0-58266E05FB84}" dt="2021-02-09T09:04:49.568" v="1221" actId="1076"/>
          <ac:picMkLst>
            <pc:docMk/>
            <pc:sldMk cId="3914934190" sldId="2774"/>
            <ac:picMk id="5" creationId="{3399D3D2-9222-4176-896A-9B5659B59F76}"/>
          </ac:picMkLst>
        </pc:picChg>
        <pc:picChg chg="add mod">
          <ac:chgData name="Xu, Vanessa" userId="a3ebf755-99db-4c08-9497-6074ee87b5e8" providerId="ADAL" clId="{85728683-DF8C-4FF5-9EA0-58266E05FB84}" dt="2021-02-09T09:18:16.944" v="1223" actId="1076"/>
          <ac:picMkLst>
            <pc:docMk/>
            <pc:sldMk cId="3914934190" sldId="2774"/>
            <ac:picMk id="6" creationId="{118ACA87-03BC-4D85-8D22-ED9C7B245BC3}"/>
          </ac:picMkLst>
        </pc:picChg>
        <pc:picChg chg="add mod">
          <ac:chgData name="Xu, Vanessa" userId="a3ebf755-99db-4c08-9497-6074ee87b5e8" providerId="ADAL" clId="{85728683-DF8C-4FF5-9EA0-58266E05FB84}" dt="2021-02-09T09:18:42.543" v="1225" actId="1076"/>
          <ac:picMkLst>
            <pc:docMk/>
            <pc:sldMk cId="3914934190" sldId="2774"/>
            <ac:picMk id="7" creationId="{2BA4DD8B-8B8B-4DF8-B450-D894E673625A}"/>
          </ac:picMkLst>
        </pc:picChg>
      </pc:sldChg>
      <pc:sldChg chg="addSp delSp modSp add mod ord">
        <pc:chgData name="Xu, Vanessa" userId="a3ebf755-99db-4c08-9497-6074ee87b5e8" providerId="ADAL" clId="{85728683-DF8C-4FF5-9EA0-58266E05FB84}" dt="2021-02-16T03:54:17.652" v="1265"/>
        <pc:sldMkLst>
          <pc:docMk/>
          <pc:sldMk cId="409064454" sldId="2775"/>
        </pc:sldMkLst>
        <pc:spChg chg="mod">
          <ac:chgData name="Xu, Vanessa" userId="a3ebf755-99db-4c08-9497-6074ee87b5e8" providerId="ADAL" clId="{85728683-DF8C-4FF5-9EA0-58266E05FB84}" dt="2021-02-16T03:04:59.078" v="1252"/>
          <ac:spMkLst>
            <pc:docMk/>
            <pc:sldMk cId="409064454" sldId="2775"/>
            <ac:spMk id="8" creationId="{8AAD60B8-BF68-4D7B-BAC4-6397DB79825F}"/>
          </ac:spMkLst>
        </pc:spChg>
        <pc:picChg chg="del">
          <ac:chgData name="Xu, Vanessa" userId="a3ebf755-99db-4c08-9497-6074ee87b5e8" providerId="ADAL" clId="{85728683-DF8C-4FF5-9EA0-58266E05FB84}" dt="2021-02-16T03:04:20.898" v="1248" actId="478"/>
          <ac:picMkLst>
            <pc:docMk/>
            <pc:sldMk cId="409064454" sldId="2775"/>
            <ac:picMk id="5" creationId="{3399D3D2-9222-4176-896A-9B5659B59F76}"/>
          </ac:picMkLst>
        </pc:picChg>
        <pc:picChg chg="del">
          <ac:chgData name="Xu, Vanessa" userId="a3ebf755-99db-4c08-9497-6074ee87b5e8" providerId="ADAL" clId="{85728683-DF8C-4FF5-9EA0-58266E05FB84}" dt="2021-02-16T03:04:22.440" v="1249" actId="478"/>
          <ac:picMkLst>
            <pc:docMk/>
            <pc:sldMk cId="409064454" sldId="2775"/>
            <ac:picMk id="6" creationId="{118ACA87-03BC-4D85-8D22-ED9C7B245BC3}"/>
          </ac:picMkLst>
        </pc:picChg>
        <pc:picChg chg="del">
          <ac:chgData name="Xu, Vanessa" userId="a3ebf755-99db-4c08-9497-6074ee87b5e8" providerId="ADAL" clId="{85728683-DF8C-4FF5-9EA0-58266E05FB84}" dt="2021-02-16T03:04:24.092" v="1250" actId="478"/>
          <ac:picMkLst>
            <pc:docMk/>
            <pc:sldMk cId="409064454" sldId="2775"/>
            <ac:picMk id="7" creationId="{2BA4DD8B-8B8B-4DF8-B450-D894E673625A}"/>
          </ac:picMkLst>
        </pc:picChg>
        <pc:picChg chg="add mod">
          <ac:chgData name="Xu, Vanessa" userId="a3ebf755-99db-4c08-9497-6074ee87b5e8" providerId="ADAL" clId="{85728683-DF8C-4FF5-9EA0-58266E05FB84}" dt="2021-02-16T03:05:55.341" v="1254" actId="1076"/>
          <ac:picMkLst>
            <pc:docMk/>
            <pc:sldMk cId="409064454" sldId="2775"/>
            <ac:picMk id="9" creationId="{B5EC7E4B-FD0E-4D3F-A81B-491998BA1883}"/>
          </ac:picMkLst>
        </pc:picChg>
      </pc:sldChg>
      <pc:sldChg chg="addSp delSp modSp add mod">
        <pc:chgData name="Xu, Vanessa" userId="a3ebf755-99db-4c08-9497-6074ee87b5e8" providerId="ADAL" clId="{85728683-DF8C-4FF5-9EA0-58266E05FB84}" dt="2021-02-16T07:19:05.084" v="1354" actId="20577"/>
        <pc:sldMkLst>
          <pc:docMk/>
          <pc:sldMk cId="1997993108" sldId="2776"/>
        </pc:sldMkLst>
        <pc:spChg chg="mod">
          <ac:chgData name="Xu, Vanessa" userId="a3ebf755-99db-4c08-9497-6074ee87b5e8" providerId="ADAL" clId="{85728683-DF8C-4FF5-9EA0-58266E05FB84}" dt="2021-02-16T03:06:44.366" v="1257"/>
          <ac:spMkLst>
            <pc:docMk/>
            <pc:sldMk cId="1997993108" sldId="2776"/>
            <ac:spMk id="3" creationId="{06D76841-8D08-40E3-8EF4-5A4BA320BBE8}"/>
          </ac:spMkLst>
        </pc:spChg>
        <pc:spChg chg="add mod">
          <ac:chgData name="Xu, Vanessa" userId="a3ebf755-99db-4c08-9497-6074ee87b5e8" providerId="ADAL" clId="{85728683-DF8C-4FF5-9EA0-58266E05FB84}" dt="2021-02-16T07:19:05.084" v="1354" actId="20577"/>
          <ac:spMkLst>
            <pc:docMk/>
            <pc:sldMk cId="1997993108" sldId="2776"/>
            <ac:spMk id="6" creationId="{20AF16BA-9563-411B-AA38-2C8DE67EBBEF}"/>
          </ac:spMkLst>
        </pc:spChg>
        <pc:spChg chg="del">
          <ac:chgData name="Xu, Vanessa" userId="a3ebf755-99db-4c08-9497-6074ee87b5e8" providerId="ADAL" clId="{85728683-DF8C-4FF5-9EA0-58266E05FB84}" dt="2021-02-16T03:13:00.362" v="1258" actId="478"/>
          <ac:spMkLst>
            <pc:docMk/>
            <pc:sldMk cId="1997993108" sldId="2776"/>
            <ac:spMk id="8" creationId="{8AAD60B8-BF68-4D7B-BAC4-6397DB79825F}"/>
          </ac:spMkLst>
        </pc:spChg>
        <pc:picChg chg="add mod">
          <ac:chgData name="Xu, Vanessa" userId="a3ebf755-99db-4c08-9497-6074ee87b5e8" providerId="ADAL" clId="{85728683-DF8C-4FF5-9EA0-58266E05FB84}" dt="2021-02-16T03:48:55.574" v="1261" actId="1076"/>
          <ac:picMkLst>
            <pc:docMk/>
            <pc:sldMk cId="1997993108" sldId="2776"/>
            <ac:picMk id="5" creationId="{15FB3917-9C1D-4C00-831A-394D11C2969A}"/>
          </ac:picMkLst>
        </pc:picChg>
        <pc:picChg chg="del">
          <ac:chgData name="Xu, Vanessa" userId="a3ebf755-99db-4c08-9497-6074ee87b5e8" providerId="ADAL" clId="{85728683-DF8C-4FF5-9EA0-58266E05FB84}" dt="2021-02-16T03:13:01.912" v="1259" actId="478"/>
          <ac:picMkLst>
            <pc:docMk/>
            <pc:sldMk cId="1997993108" sldId="2776"/>
            <ac:picMk id="9" creationId="{B5EC7E4B-FD0E-4D3F-A81B-491998BA1883}"/>
          </ac:picMkLst>
        </pc:picChg>
      </pc:sldChg>
      <pc:sldChg chg="addSp delSp modSp add mod">
        <pc:chgData name="Xu, Vanessa" userId="a3ebf755-99db-4c08-9497-6074ee87b5e8" providerId="ADAL" clId="{85728683-DF8C-4FF5-9EA0-58266E05FB84}" dt="2021-02-18T02:46:50.486" v="1529" actId="113"/>
        <pc:sldMkLst>
          <pc:docMk/>
          <pc:sldMk cId="1184041858" sldId="2777"/>
        </pc:sldMkLst>
        <pc:spChg chg="mod">
          <ac:chgData name="Xu, Vanessa" userId="a3ebf755-99db-4c08-9497-6074ee87b5e8" providerId="ADAL" clId="{85728683-DF8C-4FF5-9EA0-58266E05FB84}" dt="2021-02-16T03:54:47.063" v="1267"/>
          <ac:spMkLst>
            <pc:docMk/>
            <pc:sldMk cId="1184041858" sldId="2777"/>
            <ac:spMk id="3" creationId="{06D76841-8D08-40E3-8EF4-5A4BA320BBE8}"/>
          </ac:spMkLst>
        </pc:spChg>
        <pc:spChg chg="add mod">
          <ac:chgData name="Xu, Vanessa" userId="a3ebf755-99db-4c08-9497-6074ee87b5e8" providerId="ADAL" clId="{85728683-DF8C-4FF5-9EA0-58266E05FB84}" dt="2021-02-18T02:46:50.486" v="1529" actId="113"/>
          <ac:spMkLst>
            <pc:docMk/>
            <pc:sldMk cId="1184041858" sldId="2777"/>
            <ac:spMk id="5" creationId="{F0CDDC40-62E1-469F-A8FC-3E3E58122807}"/>
          </ac:spMkLst>
        </pc:spChg>
        <pc:picChg chg="del">
          <ac:chgData name="Xu, Vanessa" userId="a3ebf755-99db-4c08-9497-6074ee87b5e8" providerId="ADAL" clId="{85728683-DF8C-4FF5-9EA0-58266E05FB84}" dt="2021-02-16T03:54:48.801" v="1268" actId="478"/>
          <ac:picMkLst>
            <pc:docMk/>
            <pc:sldMk cId="1184041858" sldId="2777"/>
            <ac:picMk id="5" creationId="{15FB3917-9C1D-4C00-831A-394D11C2969A}"/>
          </ac:picMkLst>
        </pc:picChg>
        <pc:picChg chg="add mod">
          <ac:chgData name="Xu, Vanessa" userId="a3ebf755-99db-4c08-9497-6074ee87b5e8" providerId="ADAL" clId="{85728683-DF8C-4FF5-9EA0-58266E05FB84}" dt="2021-02-16T04:10:28.863" v="1270" actId="1076"/>
          <ac:picMkLst>
            <pc:docMk/>
            <pc:sldMk cId="1184041858" sldId="2777"/>
            <ac:picMk id="6" creationId="{C0F3560B-A3FD-449E-80D4-94A38C471C39}"/>
          </ac:picMkLst>
        </pc:picChg>
      </pc:sldChg>
      <pc:sldChg chg="addSp delSp modSp add mod ord">
        <pc:chgData name="Xu, Vanessa" userId="a3ebf755-99db-4c08-9497-6074ee87b5e8" providerId="ADAL" clId="{85728683-DF8C-4FF5-9EA0-58266E05FB84}" dt="2021-02-16T08:04:57.799" v="1365"/>
        <pc:sldMkLst>
          <pc:docMk/>
          <pc:sldMk cId="2214988974" sldId="2778"/>
        </pc:sldMkLst>
        <pc:spChg chg="mod">
          <ac:chgData name="Xu, Vanessa" userId="a3ebf755-99db-4c08-9497-6074ee87b5e8" providerId="ADAL" clId="{85728683-DF8C-4FF5-9EA0-58266E05FB84}" dt="2021-02-16T04:50:21.425" v="1272"/>
          <ac:spMkLst>
            <pc:docMk/>
            <pc:sldMk cId="2214988974" sldId="2778"/>
            <ac:spMk id="3" creationId="{06D76841-8D08-40E3-8EF4-5A4BA320BBE8}"/>
          </ac:spMkLst>
        </pc:spChg>
        <pc:picChg chg="add mod">
          <ac:chgData name="Xu, Vanessa" userId="a3ebf755-99db-4c08-9497-6074ee87b5e8" providerId="ADAL" clId="{85728683-DF8C-4FF5-9EA0-58266E05FB84}" dt="2021-02-16T04:51:09.235" v="1275" actId="1076"/>
          <ac:picMkLst>
            <pc:docMk/>
            <pc:sldMk cId="2214988974" sldId="2778"/>
            <ac:picMk id="5" creationId="{81ED8085-0EFB-4C77-A6A1-98C7805D404E}"/>
          </ac:picMkLst>
        </pc:picChg>
        <pc:picChg chg="del">
          <ac:chgData name="Xu, Vanessa" userId="a3ebf755-99db-4c08-9497-6074ee87b5e8" providerId="ADAL" clId="{85728683-DF8C-4FF5-9EA0-58266E05FB84}" dt="2021-02-16T04:50:23.342" v="1273" actId="478"/>
          <ac:picMkLst>
            <pc:docMk/>
            <pc:sldMk cId="2214988974" sldId="2778"/>
            <ac:picMk id="6" creationId="{C0F3560B-A3FD-449E-80D4-94A38C471C39}"/>
          </ac:picMkLst>
        </pc:picChg>
      </pc:sldChg>
      <pc:sldChg chg="addSp delSp modSp add mod">
        <pc:chgData name="Xu, Vanessa" userId="a3ebf755-99db-4c08-9497-6074ee87b5e8" providerId="ADAL" clId="{85728683-DF8C-4FF5-9EA0-58266E05FB84}" dt="2021-02-17T01:09:13.727" v="1409" actId="478"/>
        <pc:sldMkLst>
          <pc:docMk/>
          <pc:sldMk cId="456538110" sldId="2779"/>
        </pc:sldMkLst>
        <pc:spChg chg="mod">
          <ac:chgData name="Xu, Vanessa" userId="a3ebf755-99db-4c08-9497-6074ee87b5e8" providerId="ADAL" clId="{85728683-DF8C-4FF5-9EA0-58266E05FB84}" dt="2021-02-16T06:55:57.690" v="1277"/>
          <ac:spMkLst>
            <pc:docMk/>
            <pc:sldMk cId="456538110" sldId="2779"/>
            <ac:spMk id="3" creationId="{06D76841-8D08-40E3-8EF4-5A4BA320BBE8}"/>
          </ac:spMkLst>
        </pc:spChg>
        <pc:spChg chg="add del mod">
          <ac:chgData name="Xu, Vanessa" userId="a3ebf755-99db-4c08-9497-6074ee87b5e8" providerId="ADAL" clId="{85728683-DF8C-4FF5-9EA0-58266E05FB84}" dt="2021-02-17T01:09:13.727" v="1409" actId="478"/>
          <ac:spMkLst>
            <pc:docMk/>
            <pc:sldMk cId="456538110" sldId="2779"/>
            <ac:spMk id="7" creationId="{CADD09DC-6B9B-42D7-98BC-10BF64503EDF}"/>
          </ac:spMkLst>
        </pc:spChg>
        <pc:picChg chg="del">
          <ac:chgData name="Xu, Vanessa" userId="a3ebf755-99db-4c08-9497-6074ee87b5e8" providerId="ADAL" clId="{85728683-DF8C-4FF5-9EA0-58266E05FB84}" dt="2021-02-16T06:55:59.224" v="1278" actId="478"/>
          <ac:picMkLst>
            <pc:docMk/>
            <pc:sldMk cId="456538110" sldId="2779"/>
            <ac:picMk id="5" creationId="{15FB3917-9C1D-4C00-831A-394D11C2969A}"/>
          </ac:picMkLst>
        </pc:picChg>
        <pc:picChg chg="add mod">
          <ac:chgData name="Xu, Vanessa" userId="a3ebf755-99db-4c08-9497-6074ee87b5e8" providerId="ADAL" clId="{85728683-DF8C-4FF5-9EA0-58266E05FB84}" dt="2021-02-16T06:56:44.752" v="1280" actId="1076"/>
          <ac:picMkLst>
            <pc:docMk/>
            <pc:sldMk cId="456538110" sldId="2779"/>
            <ac:picMk id="6" creationId="{DAF061B6-AF84-4578-B837-3B3B96AB4751}"/>
          </ac:picMkLst>
        </pc:picChg>
      </pc:sldChg>
      <pc:sldChg chg="addSp delSp modSp add mod">
        <pc:chgData name="Xu, Vanessa" userId="a3ebf755-99db-4c08-9497-6074ee87b5e8" providerId="ADAL" clId="{85728683-DF8C-4FF5-9EA0-58266E05FB84}" dt="2021-02-16T08:15:39.014" v="1371" actId="1076"/>
        <pc:sldMkLst>
          <pc:docMk/>
          <pc:sldMk cId="1819044461" sldId="2780"/>
        </pc:sldMkLst>
        <pc:spChg chg="mod">
          <ac:chgData name="Xu, Vanessa" userId="a3ebf755-99db-4c08-9497-6074ee87b5e8" providerId="ADAL" clId="{85728683-DF8C-4FF5-9EA0-58266E05FB84}" dt="2021-02-16T08:10:19.654" v="1366"/>
          <ac:spMkLst>
            <pc:docMk/>
            <pc:sldMk cId="1819044461" sldId="2780"/>
            <ac:spMk id="3" creationId="{06D76841-8D08-40E3-8EF4-5A4BA320BBE8}"/>
          </ac:spMkLst>
        </pc:spChg>
        <pc:picChg chg="add mod">
          <ac:chgData name="Xu, Vanessa" userId="a3ebf755-99db-4c08-9497-6074ee87b5e8" providerId="ADAL" clId="{85728683-DF8C-4FF5-9EA0-58266E05FB84}" dt="2021-02-16T08:11:41.264" v="1369" actId="1076"/>
          <ac:picMkLst>
            <pc:docMk/>
            <pc:sldMk cId="1819044461" sldId="2780"/>
            <ac:picMk id="5" creationId="{3E97E049-361B-411E-810E-D59EC8765E86}"/>
          </ac:picMkLst>
        </pc:picChg>
        <pc:picChg chg="del">
          <ac:chgData name="Xu, Vanessa" userId="a3ebf755-99db-4c08-9497-6074ee87b5e8" providerId="ADAL" clId="{85728683-DF8C-4FF5-9EA0-58266E05FB84}" dt="2021-02-16T08:10:20.656" v="1367" actId="478"/>
          <ac:picMkLst>
            <pc:docMk/>
            <pc:sldMk cId="1819044461" sldId="2780"/>
            <ac:picMk id="6" creationId="{DAF061B6-AF84-4578-B837-3B3B96AB4751}"/>
          </ac:picMkLst>
        </pc:picChg>
        <pc:picChg chg="add mod">
          <ac:chgData name="Xu, Vanessa" userId="a3ebf755-99db-4c08-9497-6074ee87b5e8" providerId="ADAL" clId="{85728683-DF8C-4FF5-9EA0-58266E05FB84}" dt="2021-02-16T08:15:39.014" v="1371" actId="1076"/>
          <ac:picMkLst>
            <pc:docMk/>
            <pc:sldMk cId="1819044461" sldId="2780"/>
            <ac:picMk id="7" creationId="{4DE76664-1D8F-4E1D-88C6-0DBE357BAA0C}"/>
          </ac:picMkLst>
        </pc:picChg>
      </pc:sldChg>
      <pc:sldChg chg="new del">
        <pc:chgData name="Xu, Vanessa" userId="a3ebf755-99db-4c08-9497-6074ee87b5e8" providerId="ADAL" clId="{85728683-DF8C-4FF5-9EA0-58266E05FB84}" dt="2021-02-16T06:59:53.909" v="1282" actId="47"/>
        <pc:sldMkLst>
          <pc:docMk/>
          <pc:sldMk cId="4066910455" sldId="2780"/>
        </pc:sldMkLst>
      </pc:sldChg>
      <pc:sldChg chg="addSp modSp new mod ord">
        <pc:chgData name="Xu, Vanessa" userId="a3ebf755-99db-4c08-9497-6074ee87b5e8" providerId="ADAL" clId="{85728683-DF8C-4FF5-9EA0-58266E05FB84}" dt="2021-02-16T09:06:55.779" v="1393"/>
        <pc:sldMkLst>
          <pc:docMk/>
          <pc:sldMk cId="94702972" sldId="2781"/>
        </pc:sldMkLst>
        <pc:spChg chg="mod">
          <ac:chgData name="Xu, Vanessa" userId="a3ebf755-99db-4c08-9497-6074ee87b5e8" providerId="ADAL" clId="{85728683-DF8C-4FF5-9EA0-58266E05FB84}" dt="2021-02-16T08:31:31.106" v="1373"/>
          <ac:spMkLst>
            <pc:docMk/>
            <pc:sldMk cId="94702972" sldId="2781"/>
            <ac:spMk id="3" creationId="{6EBBCE5A-E0E6-4269-902E-4C77F4985D4E}"/>
          </ac:spMkLst>
        </pc:spChg>
        <pc:spChg chg="add mod">
          <ac:chgData name="Xu, Vanessa" userId="a3ebf755-99db-4c08-9497-6074ee87b5e8" providerId="ADAL" clId="{85728683-DF8C-4FF5-9EA0-58266E05FB84}" dt="2021-02-16T08:32:04.276" v="1376" actId="1076"/>
          <ac:spMkLst>
            <pc:docMk/>
            <pc:sldMk cId="94702972" sldId="2781"/>
            <ac:spMk id="5" creationId="{DD7B5BC9-4EB4-4EF1-BC6A-8388B6C90258}"/>
          </ac:spMkLst>
        </pc:spChg>
        <pc:graphicFrameChg chg="add mod">
          <ac:chgData name="Xu, Vanessa" userId="a3ebf755-99db-4c08-9497-6074ee87b5e8" providerId="ADAL" clId="{85728683-DF8C-4FF5-9EA0-58266E05FB84}" dt="2021-02-16T08:52:06.517" v="1385"/>
          <ac:graphicFrameMkLst>
            <pc:docMk/>
            <pc:sldMk cId="94702972" sldId="2781"/>
            <ac:graphicFrameMk id="9" creationId="{B3E15675-245E-48F5-BE14-836B580F8FA8}"/>
          </ac:graphicFrameMkLst>
        </pc:graphicFrameChg>
        <pc:graphicFrameChg chg="add mod">
          <ac:chgData name="Xu, Vanessa" userId="a3ebf755-99db-4c08-9497-6074ee87b5e8" providerId="ADAL" clId="{85728683-DF8C-4FF5-9EA0-58266E05FB84}" dt="2021-02-16T08:52:54.070" v="1388"/>
          <ac:graphicFrameMkLst>
            <pc:docMk/>
            <pc:sldMk cId="94702972" sldId="2781"/>
            <ac:graphicFrameMk id="10" creationId="{D6097339-E1A8-49E3-8C09-704AD06F0782}"/>
          </ac:graphicFrameMkLst>
        </pc:graphicFrameChg>
        <pc:graphicFrameChg chg="add mod">
          <ac:chgData name="Xu, Vanessa" userId="a3ebf755-99db-4c08-9497-6074ee87b5e8" providerId="ADAL" clId="{85728683-DF8C-4FF5-9EA0-58266E05FB84}" dt="2021-02-16T08:53:31.696" v="1391"/>
          <ac:graphicFrameMkLst>
            <pc:docMk/>
            <pc:sldMk cId="94702972" sldId="2781"/>
            <ac:graphicFrameMk id="11" creationId="{E8A027C9-CE78-4611-95CB-F3A4C67778F4}"/>
          </ac:graphicFrameMkLst>
        </pc:graphicFrameChg>
        <pc:picChg chg="add mod">
          <ac:chgData name="Xu, Vanessa" userId="a3ebf755-99db-4c08-9497-6074ee87b5e8" providerId="ADAL" clId="{85728683-DF8C-4FF5-9EA0-58266E05FB84}" dt="2021-02-16T08:44:12.661" v="1378" actId="1076"/>
          <ac:picMkLst>
            <pc:docMk/>
            <pc:sldMk cId="94702972" sldId="2781"/>
            <ac:picMk id="6" creationId="{21ED192E-A8C2-4E45-8C49-7B90FC3FEA0E}"/>
          </ac:picMkLst>
        </pc:picChg>
        <pc:picChg chg="add mod">
          <ac:chgData name="Xu, Vanessa" userId="a3ebf755-99db-4c08-9497-6074ee87b5e8" providerId="ADAL" clId="{85728683-DF8C-4FF5-9EA0-58266E05FB84}" dt="2021-02-16T08:44:40.983" v="1380" actId="1076"/>
          <ac:picMkLst>
            <pc:docMk/>
            <pc:sldMk cId="94702972" sldId="2781"/>
            <ac:picMk id="7" creationId="{62E7366A-2A4B-477A-894A-E10ABCCDD68A}"/>
          </ac:picMkLst>
        </pc:picChg>
        <pc:picChg chg="add mod">
          <ac:chgData name="Xu, Vanessa" userId="a3ebf755-99db-4c08-9497-6074ee87b5e8" providerId="ADAL" clId="{85728683-DF8C-4FF5-9EA0-58266E05FB84}" dt="2021-02-16T08:50:16.571" v="1382" actId="1076"/>
          <ac:picMkLst>
            <pc:docMk/>
            <pc:sldMk cId="94702972" sldId="2781"/>
            <ac:picMk id="8" creationId="{068F00B0-5703-484D-95BD-0F8858FF038D}"/>
          </ac:picMkLst>
        </pc:picChg>
      </pc:sldChg>
      <pc:sldChg chg="addSp delSp modSp add mod">
        <pc:chgData name="Xu, Vanessa" userId="a3ebf755-99db-4c08-9497-6074ee87b5e8" providerId="ADAL" clId="{85728683-DF8C-4FF5-9EA0-58266E05FB84}" dt="2021-02-17T03:53:11.893" v="1449" actId="1076"/>
        <pc:sldMkLst>
          <pc:docMk/>
          <pc:sldMk cId="141045265" sldId="2782"/>
        </pc:sldMkLst>
        <pc:spChg chg="mod">
          <ac:chgData name="Xu, Vanessa" userId="a3ebf755-99db-4c08-9497-6074ee87b5e8" providerId="ADAL" clId="{85728683-DF8C-4FF5-9EA0-58266E05FB84}" dt="2021-02-17T03:49:06.329" v="1416"/>
          <ac:spMkLst>
            <pc:docMk/>
            <pc:sldMk cId="141045265" sldId="2782"/>
            <ac:spMk id="3" creationId="{06D76841-8D08-40E3-8EF4-5A4BA320BBE8}"/>
          </ac:spMkLst>
        </pc:spChg>
        <pc:spChg chg="add del">
          <ac:chgData name="Xu, Vanessa" userId="a3ebf755-99db-4c08-9497-6074ee87b5e8" providerId="ADAL" clId="{85728683-DF8C-4FF5-9EA0-58266E05FB84}" dt="2021-02-17T03:49:20.232" v="1420"/>
          <ac:spMkLst>
            <pc:docMk/>
            <pc:sldMk cId="141045265" sldId="2782"/>
            <ac:spMk id="6" creationId="{EFC68597-E795-4C1B-91A7-B2E5DEE9F12E}"/>
          </ac:spMkLst>
        </pc:spChg>
        <pc:spChg chg="add mod">
          <ac:chgData name="Xu, Vanessa" userId="a3ebf755-99db-4c08-9497-6074ee87b5e8" providerId="ADAL" clId="{85728683-DF8C-4FF5-9EA0-58266E05FB84}" dt="2021-02-17T03:49:28.256" v="1422" actId="1076"/>
          <ac:spMkLst>
            <pc:docMk/>
            <pc:sldMk cId="141045265" sldId="2782"/>
            <ac:spMk id="8" creationId="{A944BBF7-0B83-409C-A92C-F85741B5F8B6}"/>
          </ac:spMkLst>
        </pc:spChg>
        <pc:spChg chg="add mod">
          <ac:chgData name="Xu, Vanessa" userId="a3ebf755-99db-4c08-9497-6074ee87b5e8" providerId="ADAL" clId="{85728683-DF8C-4FF5-9EA0-58266E05FB84}" dt="2021-02-17T03:50:03.958" v="1426" actId="1076"/>
          <ac:spMkLst>
            <pc:docMk/>
            <pc:sldMk cId="141045265" sldId="2782"/>
            <ac:spMk id="10" creationId="{31792A90-EECE-4C20-B3B8-1380C7E9C45C}"/>
          </ac:spMkLst>
        </pc:spChg>
        <pc:spChg chg="add mod">
          <ac:chgData name="Xu, Vanessa" userId="a3ebf755-99db-4c08-9497-6074ee87b5e8" providerId="ADAL" clId="{85728683-DF8C-4FF5-9EA0-58266E05FB84}" dt="2021-02-17T03:50:40.489" v="1431" actId="1076"/>
          <ac:spMkLst>
            <pc:docMk/>
            <pc:sldMk cId="141045265" sldId="2782"/>
            <ac:spMk id="12" creationId="{0BB8FB2B-6087-400B-8A6E-B129857B7E64}"/>
          </ac:spMkLst>
        </pc:spChg>
        <pc:spChg chg="add mod">
          <ac:chgData name="Xu, Vanessa" userId="a3ebf755-99db-4c08-9497-6074ee87b5e8" providerId="ADAL" clId="{85728683-DF8C-4FF5-9EA0-58266E05FB84}" dt="2021-02-17T03:51:12.273" v="1435" actId="1076"/>
          <ac:spMkLst>
            <pc:docMk/>
            <pc:sldMk cId="141045265" sldId="2782"/>
            <ac:spMk id="14" creationId="{D0F6C104-5684-4DA3-A93B-44E602617D6C}"/>
          </ac:spMkLst>
        </pc:spChg>
        <pc:spChg chg="add mod">
          <ac:chgData name="Xu, Vanessa" userId="a3ebf755-99db-4c08-9497-6074ee87b5e8" providerId="ADAL" clId="{85728683-DF8C-4FF5-9EA0-58266E05FB84}" dt="2021-02-17T03:51:44.958" v="1439" actId="1076"/>
          <ac:spMkLst>
            <pc:docMk/>
            <pc:sldMk cId="141045265" sldId="2782"/>
            <ac:spMk id="16" creationId="{4AFC842E-9014-46CD-B401-D110EE69441D}"/>
          </ac:spMkLst>
        </pc:spChg>
        <pc:spChg chg="add mod">
          <ac:chgData name="Xu, Vanessa" userId="a3ebf755-99db-4c08-9497-6074ee87b5e8" providerId="ADAL" clId="{85728683-DF8C-4FF5-9EA0-58266E05FB84}" dt="2021-02-17T03:52:23.403" v="1443" actId="1076"/>
          <ac:spMkLst>
            <pc:docMk/>
            <pc:sldMk cId="141045265" sldId="2782"/>
            <ac:spMk id="18" creationId="{85AEAD5A-4B8E-47B2-BC1B-65A5B86CB239}"/>
          </ac:spMkLst>
        </pc:spChg>
        <pc:spChg chg="add mod">
          <ac:chgData name="Xu, Vanessa" userId="a3ebf755-99db-4c08-9497-6074ee87b5e8" providerId="ADAL" clId="{85728683-DF8C-4FF5-9EA0-58266E05FB84}" dt="2021-02-17T03:52:55.412" v="1447" actId="1076"/>
          <ac:spMkLst>
            <pc:docMk/>
            <pc:sldMk cId="141045265" sldId="2782"/>
            <ac:spMk id="20" creationId="{1A44B245-F927-48C9-8BFD-821F33DEDEE4}"/>
          </ac:spMkLst>
        </pc:spChg>
        <pc:picChg chg="del">
          <ac:chgData name="Xu, Vanessa" userId="a3ebf755-99db-4c08-9497-6074ee87b5e8" providerId="ADAL" clId="{85728683-DF8C-4FF5-9EA0-58266E05FB84}" dt="2021-02-17T03:49:07.358" v="1417" actId="478"/>
          <ac:picMkLst>
            <pc:docMk/>
            <pc:sldMk cId="141045265" sldId="2782"/>
            <ac:picMk id="5" creationId="{3E97E049-361B-411E-810E-D59EC8765E86}"/>
          </ac:picMkLst>
        </pc:picChg>
        <pc:picChg chg="del">
          <ac:chgData name="Xu, Vanessa" userId="a3ebf755-99db-4c08-9497-6074ee87b5e8" providerId="ADAL" clId="{85728683-DF8C-4FF5-9EA0-58266E05FB84}" dt="2021-02-17T03:49:08.763" v="1418" actId="478"/>
          <ac:picMkLst>
            <pc:docMk/>
            <pc:sldMk cId="141045265" sldId="2782"/>
            <ac:picMk id="7" creationId="{4DE76664-1D8F-4E1D-88C6-0DBE357BAA0C}"/>
          </ac:picMkLst>
        </pc:picChg>
        <pc:picChg chg="add mod">
          <ac:chgData name="Xu, Vanessa" userId="a3ebf755-99db-4c08-9497-6074ee87b5e8" providerId="ADAL" clId="{85728683-DF8C-4FF5-9EA0-58266E05FB84}" dt="2021-02-17T03:49:45.877" v="1424" actId="1076"/>
          <ac:picMkLst>
            <pc:docMk/>
            <pc:sldMk cId="141045265" sldId="2782"/>
            <ac:picMk id="9" creationId="{8A94CF86-AD9B-45C2-A1CB-CAB03710797E}"/>
          </ac:picMkLst>
        </pc:picChg>
        <pc:picChg chg="add mod">
          <ac:chgData name="Xu, Vanessa" userId="a3ebf755-99db-4c08-9497-6074ee87b5e8" providerId="ADAL" clId="{85728683-DF8C-4FF5-9EA0-58266E05FB84}" dt="2021-02-17T03:50:17.398" v="1428" actId="1076"/>
          <ac:picMkLst>
            <pc:docMk/>
            <pc:sldMk cId="141045265" sldId="2782"/>
            <ac:picMk id="11" creationId="{55F7F34D-548A-445C-B81A-BEB289C6F236}"/>
          </ac:picMkLst>
        </pc:picChg>
        <pc:picChg chg="add mod">
          <ac:chgData name="Xu, Vanessa" userId="a3ebf755-99db-4c08-9497-6074ee87b5e8" providerId="ADAL" clId="{85728683-DF8C-4FF5-9EA0-58266E05FB84}" dt="2021-02-17T03:50:54.185" v="1433" actId="1076"/>
          <ac:picMkLst>
            <pc:docMk/>
            <pc:sldMk cId="141045265" sldId="2782"/>
            <ac:picMk id="13" creationId="{9CCBE29A-86E1-46A9-A5F4-677E417DBFAA}"/>
          </ac:picMkLst>
        </pc:picChg>
        <pc:picChg chg="add mod">
          <ac:chgData name="Xu, Vanessa" userId="a3ebf755-99db-4c08-9497-6074ee87b5e8" providerId="ADAL" clId="{85728683-DF8C-4FF5-9EA0-58266E05FB84}" dt="2021-02-17T03:51:30.391" v="1437" actId="1076"/>
          <ac:picMkLst>
            <pc:docMk/>
            <pc:sldMk cId="141045265" sldId="2782"/>
            <ac:picMk id="15" creationId="{57E08B13-3372-4D96-A006-EBE83B94314E}"/>
          </ac:picMkLst>
        </pc:picChg>
        <pc:picChg chg="add mod">
          <ac:chgData name="Xu, Vanessa" userId="a3ebf755-99db-4c08-9497-6074ee87b5e8" providerId="ADAL" clId="{85728683-DF8C-4FF5-9EA0-58266E05FB84}" dt="2021-02-17T03:52:06.652" v="1441" actId="1076"/>
          <ac:picMkLst>
            <pc:docMk/>
            <pc:sldMk cId="141045265" sldId="2782"/>
            <ac:picMk id="17" creationId="{458F03A9-1E95-456D-AECE-5961F58C19BD}"/>
          </ac:picMkLst>
        </pc:picChg>
        <pc:picChg chg="add mod">
          <ac:chgData name="Xu, Vanessa" userId="a3ebf755-99db-4c08-9497-6074ee87b5e8" providerId="ADAL" clId="{85728683-DF8C-4FF5-9EA0-58266E05FB84}" dt="2021-02-17T03:52:39.110" v="1445" actId="1076"/>
          <ac:picMkLst>
            <pc:docMk/>
            <pc:sldMk cId="141045265" sldId="2782"/>
            <ac:picMk id="19" creationId="{43AB40D7-265F-4E30-8363-AE1219BA62B3}"/>
          </ac:picMkLst>
        </pc:picChg>
        <pc:picChg chg="add mod">
          <ac:chgData name="Xu, Vanessa" userId="a3ebf755-99db-4c08-9497-6074ee87b5e8" providerId="ADAL" clId="{85728683-DF8C-4FF5-9EA0-58266E05FB84}" dt="2021-02-17T03:53:11.893" v="1449" actId="1076"/>
          <ac:picMkLst>
            <pc:docMk/>
            <pc:sldMk cId="141045265" sldId="2782"/>
            <ac:picMk id="21" creationId="{4AF57639-BEC3-4F8F-9BEB-D8E1F9B09B4E}"/>
          </ac:picMkLst>
        </pc:picChg>
      </pc:sldChg>
      <pc:sldChg chg="delSp modSp add del mod">
        <pc:chgData name="Xu, Vanessa" userId="a3ebf755-99db-4c08-9497-6074ee87b5e8" providerId="ADAL" clId="{85728683-DF8C-4FF5-9EA0-58266E05FB84}" dt="2021-02-16T09:45:19.568" v="1408" actId="2696"/>
        <pc:sldMkLst>
          <pc:docMk/>
          <pc:sldMk cId="598296912" sldId="2782"/>
        </pc:sldMkLst>
        <pc:spChg chg="mod">
          <ac:chgData name="Xu, Vanessa" userId="a3ebf755-99db-4c08-9497-6074ee87b5e8" providerId="ADAL" clId="{85728683-DF8C-4FF5-9EA0-58266E05FB84}" dt="2021-02-16T09:45:04.137" v="1405"/>
          <ac:spMkLst>
            <pc:docMk/>
            <pc:sldMk cId="598296912" sldId="2782"/>
            <ac:spMk id="3" creationId="{06D76841-8D08-40E3-8EF4-5A4BA320BBE8}"/>
          </ac:spMkLst>
        </pc:spChg>
        <pc:picChg chg="del">
          <ac:chgData name="Xu, Vanessa" userId="a3ebf755-99db-4c08-9497-6074ee87b5e8" providerId="ADAL" clId="{85728683-DF8C-4FF5-9EA0-58266E05FB84}" dt="2021-02-16T09:45:08.661" v="1406" actId="478"/>
          <ac:picMkLst>
            <pc:docMk/>
            <pc:sldMk cId="598296912" sldId="2782"/>
            <ac:picMk id="5" creationId="{3E97E049-361B-411E-810E-D59EC8765E86}"/>
          </ac:picMkLst>
        </pc:picChg>
        <pc:picChg chg="del">
          <ac:chgData name="Xu, Vanessa" userId="a3ebf755-99db-4c08-9497-6074ee87b5e8" providerId="ADAL" clId="{85728683-DF8C-4FF5-9EA0-58266E05FB84}" dt="2021-02-16T09:45:10.360" v="1407" actId="478"/>
          <ac:picMkLst>
            <pc:docMk/>
            <pc:sldMk cId="598296912" sldId="2782"/>
            <ac:picMk id="7" creationId="{4DE76664-1D8F-4E1D-88C6-0DBE357BAA0C}"/>
          </ac:picMkLst>
        </pc:picChg>
      </pc:sldChg>
      <pc:sldChg chg="addSp modSp new mod">
        <pc:chgData name="Xu, Vanessa" userId="a3ebf755-99db-4c08-9497-6074ee87b5e8" providerId="ADAL" clId="{85728683-DF8C-4FF5-9EA0-58266E05FB84}" dt="2021-02-18T02:38:15.901" v="1490" actId="1076"/>
        <pc:sldMkLst>
          <pc:docMk/>
          <pc:sldMk cId="1615092429" sldId="2783"/>
        </pc:sldMkLst>
        <pc:spChg chg="mod">
          <ac:chgData name="Xu, Vanessa" userId="a3ebf755-99db-4c08-9497-6074ee87b5e8" providerId="ADAL" clId="{85728683-DF8C-4FF5-9EA0-58266E05FB84}" dt="2021-02-18T02:36:43.668" v="1451"/>
          <ac:spMkLst>
            <pc:docMk/>
            <pc:sldMk cId="1615092429" sldId="2783"/>
            <ac:spMk id="3" creationId="{C80FAFD2-09AD-46F7-A823-28A985DF77E0}"/>
          </ac:spMkLst>
        </pc:spChg>
        <pc:spChg chg="add mod">
          <ac:chgData name="Xu, Vanessa" userId="a3ebf755-99db-4c08-9497-6074ee87b5e8" providerId="ADAL" clId="{85728683-DF8C-4FF5-9EA0-58266E05FB84}" dt="2021-02-18T02:38:15.901" v="1490" actId="1076"/>
          <ac:spMkLst>
            <pc:docMk/>
            <pc:sldMk cId="1615092429" sldId="2783"/>
            <ac:spMk id="6" creationId="{0A2C1618-B749-47F4-B792-414C5807CB56}"/>
          </ac:spMkLst>
        </pc:spChg>
        <pc:picChg chg="add mod">
          <ac:chgData name="Xu, Vanessa" userId="a3ebf755-99db-4c08-9497-6074ee87b5e8" providerId="ADAL" clId="{85728683-DF8C-4FF5-9EA0-58266E05FB84}" dt="2021-02-18T02:37:00.573" v="1453" actId="1076"/>
          <ac:picMkLst>
            <pc:docMk/>
            <pc:sldMk cId="1615092429" sldId="2783"/>
            <ac:picMk id="5" creationId="{13ACA973-2892-44C4-9771-B0ABAFCABD8C}"/>
          </ac:picMkLst>
        </pc:picChg>
      </pc:sldChg>
      <pc:sldChg chg="addSp modSp new mod">
        <pc:chgData name="Xu, Vanessa" userId="a3ebf755-99db-4c08-9497-6074ee87b5e8" providerId="ADAL" clId="{85728683-DF8C-4FF5-9EA0-58266E05FB84}" dt="2021-02-18T02:45:59.420" v="1528" actId="1076"/>
        <pc:sldMkLst>
          <pc:docMk/>
          <pc:sldMk cId="1930445143" sldId="2784"/>
        </pc:sldMkLst>
        <pc:spChg chg="mod">
          <ac:chgData name="Xu, Vanessa" userId="a3ebf755-99db-4c08-9497-6074ee87b5e8" providerId="ADAL" clId="{85728683-DF8C-4FF5-9EA0-58266E05FB84}" dt="2021-02-18T02:39:06.568" v="1492"/>
          <ac:spMkLst>
            <pc:docMk/>
            <pc:sldMk cId="1930445143" sldId="2784"/>
            <ac:spMk id="3" creationId="{044A9D52-AD88-4A39-9BFE-29E49FE83367}"/>
          </ac:spMkLst>
        </pc:spChg>
        <pc:picChg chg="add mod">
          <ac:chgData name="Xu, Vanessa" userId="a3ebf755-99db-4c08-9497-6074ee87b5e8" providerId="ADAL" clId="{85728683-DF8C-4FF5-9EA0-58266E05FB84}" dt="2021-02-18T02:45:15.852" v="1524" actId="1076"/>
          <ac:picMkLst>
            <pc:docMk/>
            <pc:sldMk cId="1930445143" sldId="2784"/>
            <ac:picMk id="5" creationId="{2B1D94FC-BA41-4721-B217-75128CFC3813}"/>
          </ac:picMkLst>
        </pc:picChg>
        <pc:picChg chg="add mod">
          <ac:chgData name="Xu, Vanessa" userId="a3ebf755-99db-4c08-9497-6074ee87b5e8" providerId="ADAL" clId="{85728683-DF8C-4FF5-9EA0-58266E05FB84}" dt="2021-02-18T02:45:59.420" v="1528" actId="1076"/>
          <ac:picMkLst>
            <pc:docMk/>
            <pc:sldMk cId="1930445143" sldId="2784"/>
            <ac:picMk id="6" creationId="{FAEB8C9C-A71B-44A7-B9BE-7450D0FA3850}"/>
          </ac:picMkLst>
        </pc:picChg>
      </pc:sldChg>
      <pc:sldChg chg="addSp modSp new mod">
        <pc:chgData name="Xu, Vanessa" userId="a3ebf755-99db-4c08-9497-6074ee87b5e8" providerId="ADAL" clId="{85728683-DF8C-4FF5-9EA0-58266E05FB84}" dt="2021-02-18T05:13:09.576" v="1533" actId="1076"/>
        <pc:sldMkLst>
          <pc:docMk/>
          <pc:sldMk cId="2858940981" sldId="2785"/>
        </pc:sldMkLst>
        <pc:spChg chg="mod">
          <ac:chgData name="Xu, Vanessa" userId="a3ebf755-99db-4c08-9497-6074ee87b5e8" providerId="ADAL" clId="{85728683-DF8C-4FF5-9EA0-58266E05FB84}" dt="2021-02-18T05:12:52.243" v="1531"/>
          <ac:spMkLst>
            <pc:docMk/>
            <pc:sldMk cId="2858940981" sldId="2785"/>
            <ac:spMk id="3" creationId="{09733ABE-FDCF-4D32-9DC9-06850C3395BD}"/>
          </ac:spMkLst>
        </pc:spChg>
        <pc:picChg chg="add mod">
          <ac:chgData name="Xu, Vanessa" userId="a3ebf755-99db-4c08-9497-6074ee87b5e8" providerId="ADAL" clId="{85728683-DF8C-4FF5-9EA0-58266E05FB84}" dt="2021-02-18T05:13:09.576" v="1533" actId="1076"/>
          <ac:picMkLst>
            <pc:docMk/>
            <pc:sldMk cId="2858940981" sldId="2785"/>
            <ac:picMk id="5" creationId="{61A13458-2710-4211-B9B6-0BC13A107094}"/>
          </ac:picMkLst>
        </pc:picChg>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62229555-16A5-42E5-AA9F-FAA6D98CA821}"/>
              </a:ext>
            </a:extLst>
          </p:cNvPr>
          <p:cNvSpPr>
            <a:spLocks noGrp="1"/>
          </p:cNvSpPr>
          <p:nvPr>
            <p:ph type="ftr" sz="quarter" idx="2"/>
          </p:nvPr>
        </p:nvSpPr>
        <p:spPr>
          <a:xfrm>
            <a:off x="476672" y="8685213"/>
            <a:ext cx="5292000" cy="216000"/>
          </a:xfrm>
          <a:prstGeom prst="rect">
            <a:avLst/>
          </a:prstGeom>
        </p:spPr>
        <p:txBody>
          <a:bodyPr vert="horz" lIns="0" tIns="0" rIns="0" bIns="0" rtlCol="0" anchor="b"/>
          <a:lstStyle>
            <a:lvl1pPr algn="l">
              <a:defRPr sz="1200"/>
            </a:lvl1pPr>
          </a:lstStyle>
          <a:p>
            <a:r>
              <a:rPr lang="en-US" sz="1000"/>
              <a:t>DB SCHENKER | First Name Surname | Department | Date ("Insert&gt; Header and Footer")</a:t>
            </a:r>
          </a:p>
        </p:txBody>
      </p:sp>
      <p:sp>
        <p:nvSpPr>
          <p:cNvPr id="5" name="Foliennummernplatzhalter 4">
            <a:extLst>
              <a:ext uri="{FF2B5EF4-FFF2-40B4-BE49-F238E27FC236}">
                <a16:creationId xmlns:a16="http://schemas.microsoft.com/office/drawing/2014/main" id="{276E7386-D43A-4656-88C8-3A9BCA087FCE}"/>
              </a:ext>
            </a:extLst>
          </p:cNvPr>
          <p:cNvSpPr>
            <a:spLocks noGrp="1"/>
          </p:cNvSpPr>
          <p:nvPr>
            <p:ph type="sldNum" sz="quarter" idx="3"/>
          </p:nvPr>
        </p:nvSpPr>
        <p:spPr>
          <a:xfrm>
            <a:off x="5841328" y="8685213"/>
            <a:ext cx="540000" cy="216000"/>
          </a:xfrm>
          <a:prstGeom prst="rect">
            <a:avLst/>
          </a:prstGeom>
        </p:spPr>
        <p:txBody>
          <a:bodyPr vert="horz" lIns="0" tIns="0" rIns="0" bIns="0" rtlCol="0" anchor="b"/>
          <a:lstStyle>
            <a:lvl1pPr algn="r">
              <a:defRPr sz="1200"/>
            </a:lvl1pPr>
          </a:lstStyle>
          <a:p>
            <a:fld id="{14EDE44D-4B77-4836-9946-DA3A9454836B}" type="slidenum">
              <a:rPr lang="de-DE" sz="1000" b="1" smtClean="0">
                <a:latin typeface="+mj-lt"/>
              </a:rPr>
              <a:t>‹#›</a:t>
            </a:fld>
            <a:endParaRPr lang="de-DE" sz="1000" b="1">
              <a:latin typeface="+mj-lt"/>
            </a:endParaRPr>
          </a:p>
        </p:txBody>
      </p:sp>
      <p:pic>
        <p:nvPicPr>
          <p:cNvPr id="8" name="Grafik 7">
            <a:extLst>
              <a:ext uri="{FF2B5EF4-FFF2-40B4-BE49-F238E27FC236}">
                <a16:creationId xmlns:a16="http://schemas.microsoft.com/office/drawing/2014/main" id="{1CCDF922-76EA-4EDF-A7A8-75A622C6793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848101" y="8633026"/>
            <a:ext cx="540000" cy="53428"/>
          </a:xfrm>
          <a:prstGeom prst="rect">
            <a:avLst/>
          </a:prstGeom>
        </p:spPr>
      </p:pic>
    </p:spTree>
    <p:extLst>
      <p:ext uri="{BB962C8B-B14F-4D97-AF65-F5344CB8AC3E}">
        <p14:creationId xmlns:p14="http://schemas.microsoft.com/office/powerpoint/2010/main" val="3025910731"/>
      </p:ext>
    </p:extLst>
  </p:cSld>
  <p:clrMap bg1="lt1" tx1="dk1" bg2="lt2" tx2="dk2" accent1="accent1" accent2="accent2" accent3="accent3" accent4="accent4" accent5="accent5" accent6="accent6" hlink="hlink" folHlink="folHlink"/>
  <p:hf hdr="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464212" y="611560"/>
            <a:ext cx="5919126" cy="3329508"/>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479426" y="4139952"/>
            <a:ext cx="5903912" cy="3861048"/>
          </a:xfrm>
          <a:prstGeom prst="rect">
            <a:avLst/>
          </a:prstGeom>
        </p:spPr>
        <p:txBody>
          <a:bodyPr vert="horz" lIns="0" tIns="0" rIns="0" bIns="0" rtlCol="0"/>
          <a:lstStyle/>
          <a:p>
            <a:pPr lvl="0"/>
            <a:r>
              <a:rPr lang="de-DE"/>
              <a:t>Edit master text format</a:t>
            </a:r>
          </a:p>
          <a:p>
            <a:pPr lvl="1"/>
            <a:r>
              <a:rPr lang="en-US"/>
              <a:t>Second level</a:t>
            </a:r>
          </a:p>
          <a:p>
            <a:pPr lvl="2"/>
            <a:r>
              <a:rPr lang="en-US"/>
              <a:t>Third level</a:t>
            </a:r>
          </a:p>
          <a:p>
            <a:pPr lvl="3"/>
            <a:r>
              <a:rPr lang="en-US"/>
              <a:t>Fourth level</a:t>
            </a:r>
          </a:p>
          <a:p>
            <a:pPr lvl="4"/>
            <a:r>
              <a:rPr lang="en-US"/>
              <a:t>Fifth level</a:t>
            </a:r>
          </a:p>
        </p:txBody>
      </p:sp>
      <p:sp>
        <p:nvSpPr>
          <p:cNvPr id="17" name="Foliennummernplatzhalter 16">
            <a:extLst>
              <a:ext uri="{FF2B5EF4-FFF2-40B4-BE49-F238E27FC236}">
                <a16:creationId xmlns:a16="http://schemas.microsoft.com/office/drawing/2014/main" id="{67A53E88-27B1-4502-B252-F0AC84EDA9A6}"/>
              </a:ext>
            </a:extLst>
          </p:cNvPr>
          <p:cNvSpPr>
            <a:spLocks noGrp="1"/>
          </p:cNvSpPr>
          <p:nvPr>
            <p:ph type="sldNum" sz="quarter" idx="5"/>
          </p:nvPr>
        </p:nvSpPr>
        <p:spPr>
          <a:xfrm>
            <a:off x="5848101" y="8685213"/>
            <a:ext cx="540000" cy="216000"/>
          </a:xfrm>
          <a:prstGeom prst="rect">
            <a:avLst/>
          </a:prstGeom>
        </p:spPr>
        <p:txBody>
          <a:bodyPr vert="horz" lIns="0" tIns="0" rIns="0" bIns="0" rtlCol="0" anchor="b"/>
          <a:lstStyle>
            <a:lvl1pPr algn="r">
              <a:defRPr sz="1000" b="1">
                <a:latin typeface="+mj-lt"/>
              </a:defRPr>
            </a:lvl1pPr>
          </a:lstStyle>
          <a:p>
            <a:fld id="{D97BE68D-AF28-43C4-991C-34CCD47E1770}" type="slidenum">
              <a:rPr lang="en-US" smtClean="0"/>
              <a:pPr/>
              <a:t>‹#›</a:t>
            </a:fld>
            <a:endParaRPr lang="en-US"/>
          </a:p>
        </p:txBody>
      </p:sp>
      <p:sp>
        <p:nvSpPr>
          <p:cNvPr id="18" name="Fußzeilenplatzhalter 17">
            <a:extLst>
              <a:ext uri="{FF2B5EF4-FFF2-40B4-BE49-F238E27FC236}">
                <a16:creationId xmlns:a16="http://schemas.microsoft.com/office/drawing/2014/main" id="{9B104A61-ED94-436D-A9D5-E5501F3FDA54}"/>
              </a:ext>
            </a:extLst>
          </p:cNvPr>
          <p:cNvSpPr>
            <a:spLocks noGrp="1"/>
          </p:cNvSpPr>
          <p:nvPr>
            <p:ph type="ftr" sz="quarter" idx="4"/>
          </p:nvPr>
        </p:nvSpPr>
        <p:spPr>
          <a:xfrm>
            <a:off x="479423" y="8685213"/>
            <a:ext cx="5292000" cy="216000"/>
          </a:xfrm>
          <a:prstGeom prst="rect">
            <a:avLst/>
          </a:prstGeom>
        </p:spPr>
        <p:txBody>
          <a:bodyPr vert="horz" lIns="0" tIns="0" rIns="0" bIns="0" rtlCol="0" anchor="b"/>
          <a:lstStyle>
            <a:lvl1pPr algn="l">
              <a:defRPr sz="1000"/>
            </a:lvl1pPr>
          </a:lstStyle>
          <a:p>
            <a:r>
              <a:rPr lang="en-US"/>
              <a:t>DB SCHENKER | First Name Surname | Department | Date ("Insert&gt; Header and Footer")</a:t>
            </a:r>
          </a:p>
        </p:txBody>
      </p:sp>
      <p:pic>
        <p:nvPicPr>
          <p:cNvPr id="21" name="Grafik 20">
            <a:extLst>
              <a:ext uri="{FF2B5EF4-FFF2-40B4-BE49-F238E27FC236}">
                <a16:creationId xmlns:a16="http://schemas.microsoft.com/office/drawing/2014/main" id="{6D54E1C4-E8EE-41A7-ACC9-E71A57980B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8101" y="8633026"/>
            <a:ext cx="540000" cy="53428"/>
          </a:xfrm>
          <a:prstGeom prst="rect">
            <a:avLst/>
          </a:prstGeom>
        </p:spPr>
      </p:pic>
    </p:spTree>
    <p:extLst>
      <p:ext uri="{BB962C8B-B14F-4D97-AF65-F5344CB8AC3E}">
        <p14:creationId xmlns:p14="http://schemas.microsoft.com/office/powerpoint/2010/main" val="2363636141"/>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180975" indent="-179388"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2pPr>
    <a:lvl3pPr marL="360363" indent="-179388"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3pPr>
    <a:lvl4pPr marL="541338" indent="-179388"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4pPr>
    <a:lvl5pPr marL="722313" indent="-180975"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5pPr>
    <a:lvl6pPr marL="714375" indent="-171450" algn="l" defTabSz="914400" rtl="0" eaLnBrk="1" latinLnBrk="0" hangingPunct="1">
      <a:buClr>
        <a:schemeClr val="tx2"/>
      </a:buClr>
      <a:buFont typeface="Symbol" panose="05050102010706020507" pitchFamily="18" charset="2"/>
      <a:buChar char="-"/>
      <a:defRPr sz="1200" kern="1200">
        <a:solidFill>
          <a:schemeClr val="tx1"/>
        </a:solidFill>
        <a:latin typeface="+mn-lt"/>
        <a:ea typeface="+mn-ea"/>
        <a:cs typeface="+mn-cs"/>
      </a:defRPr>
    </a:lvl6pPr>
    <a:lvl7pPr marL="722313" indent="-179388"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7pPr>
    <a:lvl8pPr marL="722313" indent="-179388"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8pPr>
    <a:lvl9pPr marL="722313" indent="-179388" algn="l" defTabSz="914400" rtl="0" eaLnBrk="1" latinLnBrk="0" hangingPunct="1">
      <a:buClr>
        <a:schemeClr val="tx2"/>
      </a:buClr>
      <a:buFont typeface="DB Sans" panose="02020500000000000000" pitchFamily="18"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302" userDrawn="1">
          <p15:clr>
            <a:srgbClr val="F26B43"/>
          </p15:clr>
        </p15:guide>
        <p15:guide id="2"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63550" y="611188"/>
            <a:ext cx="5919788" cy="3330575"/>
          </a:xfrm>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D97BE68D-AF28-43C4-991C-34CCD47E1770}" type="slidenum">
              <a:rPr lang="en-US" smtClean="0"/>
              <a:pPr/>
              <a:t>1</a:t>
            </a:fld>
            <a:endParaRPr lang="en-US"/>
          </a:p>
        </p:txBody>
      </p:sp>
      <p:sp>
        <p:nvSpPr>
          <p:cNvPr id="5" name="Footer Placeholder 4">
            <a:extLst>
              <a:ext uri="{FF2B5EF4-FFF2-40B4-BE49-F238E27FC236}">
                <a16:creationId xmlns:a16="http://schemas.microsoft.com/office/drawing/2014/main" id="{1F3A8B42-E221-4AEE-A3D8-784C1864B637}"/>
              </a:ext>
            </a:extLst>
          </p:cNvPr>
          <p:cNvSpPr>
            <a:spLocks noGrp="1"/>
          </p:cNvSpPr>
          <p:nvPr>
            <p:ph type="ftr" sz="quarter" idx="4"/>
          </p:nvPr>
        </p:nvSpPr>
        <p:spPr/>
        <p:txBody>
          <a:bodyPr/>
          <a:lstStyle/>
          <a:p>
            <a:r>
              <a:rPr lang="en-US"/>
              <a:t>DB SCHENKER | First Name Surname | Department | Date ("Insert&gt; Header and Footer")</a:t>
            </a:r>
          </a:p>
        </p:txBody>
      </p:sp>
    </p:spTree>
    <p:extLst>
      <p:ext uri="{BB962C8B-B14F-4D97-AF65-F5344CB8AC3E}">
        <p14:creationId xmlns:p14="http://schemas.microsoft.com/office/powerpoint/2010/main" val="32511033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550864" y="1412875"/>
            <a:ext cx="11233149" cy="2952229"/>
          </a:xfrm>
        </p:spPr>
        <p:txBody>
          <a:bodyPr anchor="b"/>
          <a:lstStyle>
            <a:lvl1pPr algn="l">
              <a:defRPr sz="4800"/>
            </a:lvl1pPr>
          </a:lstStyle>
          <a:p>
            <a:r>
              <a:rPr lang="en-US"/>
              <a:t>Add title</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0863" y="4365104"/>
            <a:ext cx="11232521" cy="648000"/>
          </a:xfrm>
        </p:spPr>
        <p:txBody>
          <a:bodyPr/>
          <a:lstStyle>
            <a:lvl1pPr marL="0" indent="0" algn="l">
              <a:buNone/>
              <a:defRPr sz="3200">
                <a:latin typeface="DB Head Light" panose="020B0302050202020204" pitchFamily="34" charset="0"/>
              </a:defRPr>
            </a:lvl1pPr>
            <a:lvl2pPr marL="0" indent="0" algn="l">
              <a:buNone/>
              <a:defRPr sz="3200" b="0">
                <a:latin typeface="DB Head Light" panose="02020500000000000000" pitchFamily="18" charset="0"/>
              </a:defRPr>
            </a:lvl2pPr>
            <a:lvl3pPr marL="0" indent="0" algn="l">
              <a:buNone/>
              <a:defRPr sz="3200" b="0">
                <a:latin typeface="DB Head Light" panose="02020500000000000000" pitchFamily="18" charset="0"/>
              </a:defRPr>
            </a:lvl3pPr>
            <a:lvl4pPr marL="0" indent="0" algn="l">
              <a:buNone/>
              <a:defRPr sz="3200" b="0">
                <a:latin typeface="DB Head Light" panose="02020500000000000000" pitchFamily="18" charset="0"/>
              </a:defRPr>
            </a:lvl4pPr>
            <a:lvl5pPr marL="0" indent="0" algn="l">
              <a:buNone/>
              <a:defRPr sz="3200" b="0">
                <a:latin typeface="DB Head Light" panose="02020500000000000000" pitchFamily="18" charset="0"/>
              </a:defRPr>
            </a:lvl5pPr>
            <a:lvl6pPr marL="0" indent="0" algn="l">
              <a:buNone/>
              <a:defRPr sz="3200" b="0">
                <a:latin typeface="DB Head Light" panose="02020500000000000000" pitchFamily="18" charset="0"/>
              </a:defRPr>
            </a:lvl6pPr>
            <a:lvl7pPr marL="0" indent="0" algn="l">
              <a:buNone/>
              <a:defRPr sz="3200" b="0">
                <a:latin typeface="DB Head Light" panose="02020500000000000000" pitchFamily="18" charset="0"/>
              </a:defRPr>
            </a:lvl7pPr>
            <a:lvl8pPr marL="0" indent="0" algn="l">
              <a:buNone/>
              <a:defRPr sz="3200" b="0">
                <a:latin typeface="DB Head Light" panose="02020500000000000000" pitchFamily="18" charset="0"/>
              </a:defRPr>
            </a:lvl8pPr>
            <a:lvl9pPr marL="0" indent="0" algn="l">
              <a:buNone/>
              <a:defRPr sz="3200" b="0">
                <a:latin typeface="DB Head Light" panose="02020500000000000000" pitchFamily="18" charset="0"/>
              </a:defRPr>
            </a:lvl9pPr>
          </a:lstStyle>
          <a:p>
            <a:r>
              <a:rPr lang="en-US"/>
              <a:t>Add subtitle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2632" y="5949320"/>
            <a:ext cx="11232000" cy="360000"/>
          </a:xfrm>
        </p:spPr>
        <p:txBody>
          <a:bodyPr/>
          <a:lstStyle>
            <a:lvl1pPr marL="0" indent="0">
              <a:buNone/>
              <a:defRPr>
                <a:latin typeface="DB Head Light" panose="020B0302050202020204" pitchFamily="34" charset="0"/>
              </a:defRPr>
            </a:lvl1pPr>
            <a:lvl2pPr marL="0" indent="0">
              <a:buNone/>
              <a:defRPr>
                <a:solidFill>
                  <a:schemeClr val="tx1"/>
                </a:solidFill>
                <a:latin typeface="DB Head Light" panose="02020500000000000000" pitchFamily="18" charset="0"/>
              </a:defRPr>
            </a:lvl2pPr>
            <a:lvl3pPr marL="0" indent="0">
              <a:buNone/>
              <a:defRPr>
                <a:solidFill>
                  <a:schemeClr val="tx1"/>
                </a:solidFill>
                <a:latin typeface="DB Head Light" panose="02020500000000000000" pitchFamily="18" charset="0"/>
              </a:defRPr>
            </a:lvl3pPr>
            <a:lvl4pPr marL="0" indent="0">
              <a:buNone/>
              <a:defRPr>
                <a:solidFill>
                  <a:schemeClr val="tx1"/>
                </a:solidFill>
                <a:latin typeface="DB Head Light" panose="02020500000000000000" pitchFamily="18" charset="0"/>
              </a:defRPr>
            </a:lvl4pPr>
            <a:lvl5pPr marL="0" indent="0">
              <a:buNone/>
              <a:defRPr>
                <a:solidFill>
                  <a:schemeClr val="tx1"/>
                </a:solidFill>
                <a:latin typeface="DB Head Light" panose="02020500000000000000" pitchFamily="18" charset="0"/>
              </a:defRPr>
            </a:lvl5pPr>
            <a:lvl6pPr marL="0" indent="0">
              <a:buNone/>
              <a:defRPr>
                <a:solidFill>
                  <a:schemeClr val="tx1"/>
                </a:solidFill>
                <a:latin typeface="DB Head Light" panose="02020500000000000000" pitchFamily="18" charset="0"/>
              </a:defRPr>
            </a:lvl6pPr>
            <a:lvl7pPr marL="0" indent="0">
              <a:buNone/>
              <a:defRPr>
                <a:solidFill>
                  <a:schemeClr val="tx1"/>
                </a:solidFill>
                <a:latin typeface="DB Head Light" panose="02020500000000000000" pitchFamily="18" charset="0"/>
              </a:defRPr>
            </a:lvl7pPr>
            <a:lvl8pPr marL="0" indent="0">
              <a:buNone/>
              <a:defRPr>
                <a:solidFill>
                  <a:schemeClr val="tx1"/>
                </a:solidFill>
                <a:latin typeface="DB Head Light" panose="02020500000000000000" pitchFamily="18" charset="0"/>
              </a:defRPr>
            </a:lvl8pPr>
            <a:lvl9pPr marL="0" indent="0">
              <a:buNone/>
              <a:defRPr>
                <a:solidFill>
                  <a:schemeClr val="tx1"/>
                </a:solidFill>
                <a:latin typeface="DB Head Light" panose="02020500000000000000" pitchFamily="18" charset="0"/>
              </a:defRPr>
            </a:lvl9pPr>
          </a:lstStyle>
          <a:p>
            <a:pPr lvl="0"/>
            <a:r>
              <a:rPr lang="en-US"/>
              <a:t>Add date | location</a:t>
            </a:r>
          </a:p>
        </p:txBody>
      </p:sp>
      <p:sp>
        <p:nvSpPr>
          <p:cNvPr id="11" name="Rechteck: abgerundete Ecken 10">
            <a:extLst>
              <a:ext uri="{FF2B5EF4-FFF2-40B4-BE49-F238E27FC236}">
                <a16:creationId xmlns:a16="http://schemas.microsoft.com/office/drawing/2014/main" id="{AC45A34D-75DC-4BA7-88F8-5CBA85EE7F5A}"/>
              </a:ext>
            </a:extLst>
          </p:cNvPr>
          <p:cNvSpPr/>
          <p:nvPr userDrawn="1"/>
        </p:nvSpPr>
        <p:spPr bwMode="gray">
          <a:xfrm>
            <a:off x="550800" y="5467614"/>
            <a:ext cx="1220724" cy="12162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LOGO_SVG">
            <a:extLst>
              <a:ext uri="{FF2B5EF4-FFF2-40B4-BE49-F238E27FC236}">
                <a16:creationId xmlns:a16="http://schemas.microsoft.com/office/drawing/2014/main" id="{CB947D85-1B94-407B-98FA-45BFBAC36525}"/>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537132" y="518200"/>
            <a:ext cx="5040000" cy="840000"/>
          </a:xfrm>
          <a:prstGeom prst="rect">
            <a:avLst/>
          </a:prstGeom>
        </p:spPr>
      </p:pic>
    </p:spTree>
    <p:extLst>
      <p:ext uri="{BB962C8B-B14F-4D97-AF65-F5344CB8AC3E}">
        <p14:creationId xmlns:p14="http://schemas.microsoft.com/office/powerpoint/2010/main" val="3049554612"/>
      </p:ext>
    </p:extLst>
  </p:cSld>
  <p:clrMapOvr>
    <a:masterClrMapping/>
  </p:clrMapOvr>
  <p:extLst>
    <p:ext uri="{DCECCB84-F9BA-43D5-87BE-67443E8EF086}">
      <p15:sldGuideLst xmlns:p15="http://schemas.microsoft.com/office/powerpoint/2012/main">
        <p15:guide id="1" pos="34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AA98A793-6334-4A93-A832-55E4A93AE29D}"/>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lvl1pPr>
          </a:lstStyle>
          <a:p>
            <a:r>
              <a:rPr lang="en-US"/>
              <a:t>Add image by clicking icon</a:t>
            </a:r>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551384" y="1412875"/>
            <a:ext cx="11232000" cy="2952229"/>
          </a:xfrm>
        </p:spPr>
        <p:txBody>
          <a:bodyPr anchor="b"/>
          <a:lstStyle>
            <a:lvl1pPr algn="l">
              <a:defRPr sz="4800">
                <a:solidFill>
                  <a:schemeClr val="tx1"/>
                </a:solidFill>
              </a:defRPr>
            </a:lvl1pPr>
          </a:lstStyle>
          <a:p>
            <a:r>
              <a:rPr lang="en-US"/>
              <a:t>Add title</a:t>
            </a:r>
          </a:p>
        </p:txBody>
      </p:sp>
      <p:sp>
        <p:nvSpPr>
          <p:cNvPr id="12" name="Textplatzhalter 6">
            <a:extLst>
              <a:ext uri="{FF2B5EF4-FFF2-40B4-BE49-F238E27FC236}">
                <a16:creationId xmlns:a16="http://schemas.microsoft.com/office/drawing/2014/main" id="{F6F306AD-528B-44F2-97F6-C1072B0EEA69}"/>
              </a:ext>
            </a:extLst>
          </p:cNvPr>
          <p:cNvSpPr>
            <a:spLocks noGrp="1"/>
          </p:cNvSpPr>
          <p:nvPr>
            <p:ph type="body" sz="quarter" idx="12" hasCustomPrompt="1"/>
          </p:nvPr>
        </p:nvSpPr>
        <p:spPr bwMode="gray">
          <a:xfrm>
            <a:off x="550800" y="5467612"/>
            <a:ext cx="1220724" cy="121625"/>
          </a:xfrm>
          <a:prstGeom prst="roundRect">
            <a:avLst>
              <a:gd name="adj" fmla="val 50000"/>
            </a:avLst>
          </a:prstGeom>
          <a:solidFill>
            <a:schemeClr val="tx2"/>
          </a:solidFill>
        </p:spPr>
        <p:txBody>
          <a:bodyPr/>
          <a:lstStyle>
            <a:lvl1pPr marL="0" indent="0">
              <a:buNone/>
              <a:defRPr sz="800">
                <a:solidFill>
                  <a:schemeClr val="tx1"/>
                </a:solidFill>
              </a:defRPr>
            </a:lvl1pPr>
            <a:lvl2pPr marL="271463" indent="0">
              <a:buNone/>
              <a:defRPr/>
            </a:lvl2pPr>
          </a:lstStyle>
          <a:p>
            <a:pPr lvl="0"/>
            <a:r>
              <a:rPr lang="en-US"/>
              <a:t> </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1384" y="4366800"/>
            <a:ext cx="11232000" cy="648000"/>
          </a:xfrm>
        </p:spPr>
        <p:txBody>
          <a:bodyPr/>
          <a:lstStyle>
            <a:lvl1pPr marL="0" indent="0" algn="l">
              <a:buNone/>
              <a:defRPr sz="3200">
                <a:solidFill>
                  <a:schemeClr val="tx1"/>
                </a:solidFill>
                <a:latin typeface="DB Head Light" panose="02020500000000000000" pitchFamily="18" charset="0"/>
              </a:defRPr>
            </a:lvl1pPr>
            <a:lvl2pPr marL="0" indent="0" algn="l">
              <a:buNone/>
              <a:defRPr sz="3200">
                <a:solidFill>
                  <a:schemeClr val="tx1"/>
                </a:solidFill>
                <a:latin typeface="DB Head Light" panose="02020500000000000000" pitchFamily="18" charset="0"/>
              </a:defRPr>
            </a:lvl2pPr>
            <a:lvl3pPr marL="0" indent="0" algn="l">
              <a:buNone/>
              <a:defRPr sz="3200">
                <a:solidFill>
                  <a:schemeClr val="tx1"/>
                </a:solidFill>
                <a:latin typeface="DB Head Light" panose="02020500000000000000" pitchFamily="18" charset="0"/>
              </a:defRPr>
            </a:lvl3pPr>
            <a:lvl4pPr marL="0" indent="0" algn="l">
              <a:buNone/>
              <a:defRPr sz="3200">
                <a:solidFill>
                  <a:schemeClr val="tx1"/>
                </a:solidFill>
                <a:latin typeface="DB Head Light" panose="02020500000000000000" pitchFamily="18" charset="0"/>
              </a:defRPr>
            </a:lvl4pPr>
            <a:lvl5pPr marL="0" indent="0" algn="l">
              <a:buNone/>
              <a:defRPr sz="3200">
                <a:solidFill>
                  <a:schemeClr val="tx1"/>
                </a:solidFill>
                <a:latin typeface="DB Head Light" panose="02020500000000000000" pitchFamily="18" charset="0"/>
              </a:defRPr>
            </a:lvl5pPr>
            <a:lvl6pPr marL="0" indent="0" algn="l">
              <a:buNone/>
              <a:defRPr sz="3200">
                <a:solidFill>
                  <a:schemeClr val="tx1"/>
                </a:solidFill>
                <a:latin typeface="DB Head Light" panose="02020500000000000000" pitchFamily="18" charset="0"/>
              </a:defRPr>
            </a:lvl6pPr>
            <a:lvl7pPr marL="0" indent="0" algn="l">
              <a:buNone/>
              <a:defRPr sz="3200">
                <a:solidFill>
                  <a:schemeClr val="tx1"/>
                </a:solidFill>
                <a:latin typeface="DB Head Light" panose="02020500000000000000" pitchFamily="18" charset="0"/>
              </a:defRPr>
            </a:lvl7pPr>
            <a:lvl8pPr marL="0" indent="0" algn="l">
              <a:buNone/>
              <a:defRPr sz="3200">
                <a:solidFill>
                  <a:schemeClr val="tx1"/>
                </a:solidFill>
                <a:latin typeface="DB Head Light" panose="02020500000000000000" pitchFamily="18" charset="0"/>
              </a:defRPr>
            </a:lvl8pPr>
            <a:lvl9pPr marL="0" indent="0" algn="l">
              <a:buNone/>
              <a:defRPr sz="3200">
                <a:solidFill>
                  <a:schemeClr val="tx1"/>
                </a:solidFill>
                <a:latin typeface="DB Head Light" panose="02020500000000000000" pitchFamily="18" charset="0"/>
              </a:defRPr>
            </a:lvl9pPr>
          </a:lstStyle>
          <a:p>
            <a:r>
              <a:rPr lang="en-US"/>
              <a:t>Add subtitle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1384" y="5949320"/>
            <a:ext cx="11232000" cy="360000"/>
          </a:xfrm>
        </p:spPr>
        <p:txBody>
          <a:bodyPr/>
          <a:lstStyle>
            <a:lvl1pPr marL="0" indent="0">
              <a:buFontTx/>
              <a:buNone/>
              <a:defRPr>
                <a:solidFill>
                  <a:schemeClr val="tx1"/>
                </a:solidFill>
                <a:latin typeface="DB Head Light" panose="02020500000000000000" pitchFamily="18" charset="0"/>
              </a:defRPr>
            </a:lvl1pPr>
            <a:lvl2pPr marL="0" indent="0">
              <a:buFontTx/>
              <a:buNone/>
              <a:defRPr>
                <a:latin typeface="DB Head Light" panose="02020500000000000000" pitchFamily="18" charset="0"/>
              </a:defRPr>
            </a:lvl2pPr>
            <a:lvl3pPr marL="0" indent="0">
              <a:buFontTx/>
              <a:buNone/>
              <a:defRPr>
                <a:latin typeface="DB Head Light" panose="02020500000000000000" pitchFamily="18" charset="0"/>
              </a:defRPr>
            </a:lvl3pPr>
            <a:lvl4pPr marL="0" indent="0">
              <a:buFontTx/>
              <a:buNone/>
              <a:defRPr>
                <a:latin typeface="DB Head Light" panose="02020500000000000000" pitchFamily="18" charset="0"/>
              </a:defRPr>
            </a:lvl4pPr>
            <a:lvl5pPr marL="0" indent="0">
              <a:buFontTx/>
              <a:buNone/>
              <a:defRPr>
                <a:latin typeface="DB Head Light" panose="02020500000000000000" pitchFamily="18" charset="0"/>
              </a:defRPr>
            </a:lvl5pPr>
            <a:lvl6pPr marL="0" indent="0">
              <a:buFontTx/>
              <a:buNone/>
              <a:defRPr>
                <a:latin typeface="DB Head Light" panose="02020500000000000000" pitchFamily="18" charset="0"/>
              </a:defRPr>
            </a:lvl6pPr>
            <a:lvl7pPr marL="0" indent="0">
              <a:buFontTx/>
              <a:buNone/>
              <a:defRPr>
                <a:latin typeface="DB Head Light" panose="02020500000000000000" pitchFamily="18" charset="0"/>
              </a:defRPr>
            </a:lvl7pPr>
            <a:lvl8pPr marL="0" indent="0">
              <a:buFontTx/>
              <a:buNone/>
              <a:defRPr>
                <a:latin typeface="DB Head Light" panose="02020500000000000000" pitchFamily="18" charset="0"/>
              </a:defRPr>
            </a:lvl8pPr>
            <a:lvl9pPr marL="0" indent="0">
              <a:buFontTx/>
              <a:buNone/>
              <a:defRPr>
                <a:latin typeface="DB Head Light" panose="02020500000000000000" pitchFamily="18" charset="0"/>
              </a:defRPr>
            </a:lvl9pPr>
          </a:lstStyle>
          <a:p>
            <a:pPr lvl="0"/>
            <a:r>
              <a:rPr lang="en-US"/>
              <a:t>Add date | location</a:t>
            </a:r>
          </a:p>
        </p:txBody>
      </p:sp>
      <p:sp>
        <p:nvSpPr>
          <p:cNvPr id="5" name="Textplatzhalter 4">
            <a:extLst>
              <a:ext uri="{FF2B5EF4-FFF2-40B4-BE49-F238E27FC236}">
                <a16:creationId xmlns:a16="http://schemas.microsoft.com/office/drawing/2014/main" id="{C45C78CB-70F5-4BE5-AFC2-94616B5BDC7F}"/>
              </a:ext>
            </a:extLst>
          </p:cNvPr>
          <p:cNvSpPr>
            <a:spLocks noGrp="1"/>
          </p:cNvSpPr>
          <p:nvPr>
            <p:ph type="body" sz="quarter" idx="16" hasCustomPrompt="1"/>
          </p:nvPr>
        </p:nvSpPr>
        <p:spPr bwMode="gray">
          <a:xfrm>
            <a:off x="537132" y="519400"/>
            <a:ext cx="5040000" cy="838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2226623599"/>
      </p:ext>
    </p:extLst>
  </p:cSld>
  <p:clrMapOvr>
    <a:masterClrMapping/>
  </p:clrMapOvr>
  <p:extLst>
    <p:ext uri="{DCECCB84-F9BA-43D5-87BE-67443E8EF086}">
      <p15:sldGuideLst xmlns:p15="http://schemas.microsoft.com/office/powerpoint/2012/main">
        <p15:guide id="1" pos="34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dark)">
    <p:bg>
      <p:bgPr>
        <a:solidFill>
          <a:schemeClr val="tx1">
            <a:alpha val="84000"/>
          </a:schemeClr>
        </a:solidFill>
        <a:effectLst/>
      </p:bgPr>
    </p:bg>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AA98A793-6334-4A93-A832-55E4A93AE29D}"/>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solidFill>
                  <a:schemeClr val="bg1"/>
                </a:solidFill>
              </a:defRPr>
            </a:lvl1pPr>
          </a:lstStyle>
          <a:p>
            <a:r>
              <a:rPr lang="en-US"/>
              <a:t>Add image by clicking icon</a:t>
            </a:r>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551384" y="2204864"/>
            <a:ext cx="11232000" cy="2160240"/>
          </a:xfrm>
        </p:spPr>
        <p:txBody>
          <a:bodyPr anchor="b"/>
          <a:lstStyle>
            <a:lvl1pPr algn="l">
              <a:defRPr sz="4800">
                <a:solidFill>
                  <a:schemeClr val="bg1"/>
                </a:solidFill>
              </a:defRPr>
            </a:lvl1pPr>
          </a:lstStyle>
          <a:p>
            <a:r>
              <a:rPr lang="en-US"/>
              <a:t>Add title</a:t>
            </a:r>
          </a:p>
        </p:txBody>
      </p:sp>
      <p:sp>
        <p:nvSpPr>
          <p:cNvPr id="12" name="Textplatzhalter 6">
            <a:extLst>
              <a:ext uri="{FF2B5EF4-FFF2-40B4-BE49-F238E27FC236}">
                <a16:creationId xmlns:a16="http://schemas.microsoft.com/office/drawing/2014/main" id="{F6F306AD-528B-44F2-97F6-C1072B0EEA69}"/>
              </a:ext>
            </a:extLst>
          </p:cNvPr>
          <p:cNvSpPr>
            <a:spLocks noGrp="1"/>
          </p:cNvSpPr>
          <p:nvPr>
            <p:ph type="body" sz="quarter" idx="12" hasCustomPrompt="1"/>
          </p:nvPr>
        </p:nvSpPr>
        <p:spPr bwMode="gray">
          <a:xfrm>
            <a:off x="550800" y="5467612"/>
            <a:ext cx="1220724" cy="121625"/>
          </a:xfrm>
          <a:prstGeom prst="roundRect">
            <a:avLst>
              <a:gd name="adj" fmla="val 50000"/>
            </a:avLst>
          </a:prstGeom>
          <a:solidFill>
            <a:schemeClr val="tx2"/>
          </a:solidFill>
        </p:spPr>
        <p:txBody>
          <a:bodyPr/>
          <a:lstStyle>
            <a:lvl1pPr marL="0" indent="0">
              <a:buNone/>
              <a:defRPr sz="800">
                <a:solidFill>
                  <a:schemeClr val="bg1"/>
                </a:solidFill>
              </a:defRPr>
            </a:lvl1pPr>
            <a:lvl2pPr marL="271463" indent="0">
              <a:buNone/>
              <a:defRPr/>
            </a:lvl2pPr>
          </a:lstStyle>
          <a:p>
            <a:pPr lvl="0"/>
            <a:r>
              <a:rPr lang="en-US"/>
              <a:t> </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1384" y="4366800"/>
            <a:ext cx="11232000" cy="648000"/>
          </a:xfrm>
        </p:spPr>
        <p:txBody>
          <a:bodyPr/>
          <a:lstStyle>
            <a:lvl1pPr marL="0" indent="0" algn="l">
              <a:buNone/>
              <a:defRPr sz="3200">
                <a:solidFill>
                  <a:schemeClr val="bg1"/>
                </a:solidFill>
                <a:latin typeface="DB Head Light" panose="02020500000000000000" pitchFamily="18" charset="0"/>
              </a:defRPr>
            </a:lvl1pPr>
            <a:lvl2pPr marL="0" indent="0" algn="l">
              <a:buNone/>
              <a:defRPr sz="3200">
                <a:solidFill>
                  <a:schemeClr val="bg1"/>
                </a:solidFill>
                <a:latin typeface="DB Head Light" panose="02020500000000000000" pitchFamily="18" charset="0"/>
              </a:defRPr>
            </a:lvl2pPr>
            <a:lvl3pPr marL="0" indent="0" algn="l">
              <a:buNone/>
              <a:defRPr sz="3200">
                <a:solidFill>
                  <a:schemeClr val="bg1"/>
                </a:solidFill>
                <a:latin typeface="DB Head Light" panose="02020500000000000000" pitchFamily="18" charset="0"/>
              </a:defRPr>
            </a:lvl3pPr>
            <a:lvl4pPr marL="0" indent="0" algn="l">
              <a:buNone/>
              <a:defRPr sz="3200">
                <a:solidFill>
                  <a:schemeClr val="bg1"/>
                </a:solidFill>
                <a:latin typeface="DB Head Light" panose="02020500000000000000" pitchFamily="18" charset="0"/>
              </a:defRPr>
            </a:lvl4pPr>
            <a:lvl5pPr marL="0" indent="0" algn="l">
              <a:buNone/>
              <a:defRPr sz="3200">
                <a:solidFill>
                  <a:schemeClr val="bg1"/>
                </a:solidFill>
                <a:latin typeface="DB Head Light" panose="02020500000000000000" pitchFamily="18" charset="0"/>
              </a:defRPr>
            </a:lvl5pPr>
            <a:lvl6pPr marL="0" indent="0" algn="l">
              <a:buNone/>
              <a:defRPr sz="3200">
                <a:solidFill>
                  <a:schemeClr val="bg1"/>
                </a:solidFill>
                <a:latin typeface="DB Head Light" panose="02020500000000000000" pitchFamily="18" charset="0"/>
              </a:defRPr>
            </a:lvl6pPr>
            <a:lvl7pPr marL="0" indent="0" algn="l">
              <a:buNone/>
              <a:defRPr sz="3200">
                <a:solidFill>
                  <a:schemeClr val="bg1"/>
                </a:solidFill>
                <a:latin typeface="DB Head Light" panose="02020500000000000000" pitchFamily="18" charset="0"/>
              </a:defRPr>
            </a:lvl7pPr>
            <a:lvl8pPr marL="0" indent="0" algn="l">
              <a:buNone/>
              <a:defRPr sz="3200">
                <a:solidFill>
                  <a:schemeClr val="bg1"/>
                </a:solidFill>
                <a:latin typeface="DB Head Light" panose="02020500000000000000" pitchFamily="18" charset="0"/>
              </a:defRPr>
            </a:lvl8pPr>
            <a:lvl9pPr marL="0" indent="0" algn="l">
              <a:buNone/>
              <a:defRPr sz="3200">
                <a:solidFill>
                  <a:schemeClr val="bg1"/>
                </a:solidFill>
                <a:latin typeface="DB Head Light" panose="02020500000000000000" pitchFamily="18" charset="0"/>
              </a:defRPr>
            </a:lvl9pPr>
          </a:lstStyle>
          <a:p>
            <a:r>
              <a:rPr lang="en-US"/>
              <a:t>Add subtitle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1384" y="5949320"/>
            <a:ext cx="11232000" cy="360000"/>
          </a:xfrm>
        </p:spPr>
        <p:txBody>
          <a:bodyPr/>
          <a:lstStyle>
            <a:lvl1pPr marL="0" indent="0">
              <a:buFontTx/>
              <a:buNone/>
              <a:defRPr>
                <a:solidFill>
                  <a:schemeClr val="bg1"/>
                </a:solidFill>
                <a:latin typeface="DB Head Light" panose="02020500000000000000" pitchFamily="18" charset="0"/>
              </a:defRPr>
            </a:lvl1pPr>
            <a:lvl2pPr marL="0" indent="0">
              <a:buFontTx/>
              <a:buNone/>
              <a:defRPr>
                <a:solidFill>
                  <a:schemeClr val="bg1"/>
                </a:solidFill>
                <a:latin typeface="DB Head Light" panose="02020500000000000000" pitchFamily="18" charset="0"/>
              </a:defRPr>
            </a:lvl2pPr>
            <a:lvl3pPr marL="0" indent="0">
              <a:buFontTx/>
              <a:buNone/>
              <a:defRPr>
                <a:solidFill>
                  <a:schemeClr val="bg1"/>
                </a:solidFill>
                <a:latin typeface="DB Head Light" panose="02020500000000000000" pitchFamily="18" charset="0"/>
              </a:defRPr>
            </a:lvl3pPr>
            <a:lvl4pPr marL="0" indent="0">
              <a:buFontTx/>
              <a:buNone/>
              <a:defRPr>
                <a:solidFill>
                  <a:schemeClr val="bg1"/>
                </a:solidFill>
                <a:latin typeface="DB Head Light" panose="02020500000000000000" pitchFamily="18" charset="0"/>
              </a:defRPr>
            </a:lvl4pPr>
            <a:lvl5pPr marL="0" indent="0">
              <a:buFontTx/>
              <a:buNone/>
              <a:defRPr>
                <a:solidFill>
                  <a:schemeClr val="bg1"/>
                </a:solidFill>
                <a:latin typeface="DB Head Light" panose="02020500000000000000" pitchFamily="18" charset="0"/>
              </a:defRPr>
            </a:lvl5pPr>
            <a:lvl6pPr marL="0" indent="0">
              <a:buFontTx/>
              <a:buNone/>
              <a:defRPr>
                <a:solidFill>
                  <a:schemeClr val="bg1"/>
                </a:solidFill>
                <a:latin typeface="DB Head Light" panose="02020500000000000000" pitchFamily="18" charset="0"/>
              </a:defRPr>
            </a:lvl6pPr>
            <a:lvl7pPr marL="0" indent="0">
              <a:buFontTx/>
              <a:buNone/>
              <a:defRPr>
                <a:solidFill>
                  <a:schemeClr val="bg1"/>
                </a:solidFill>
                <a:latin typeface="DB Head Light" panose="02020500000000000000" pitchFamily="18" charset="0"/>
              </a:defRPr>
            </a:lvl7pPr>
            <a:lvl8pPr marL="0" indent="0">
              <a:buFontTx/>
              <a:buNone/>
              <a:defRPr>
                <a:solidFill>
                  <a:schemeClr val="bg1"/>
                </a:solidFill>
                <a:latin typeface="DB Head Light" panose="02020500000000000000" pitchFamily="18" charset="0"/>
              </a:defRPr>
            </a:lvl8pPr>
            <a:lvl9pPr marL="0" indent="0">
              <a:buFontTx/>
              <a:buNone/>
              <a:defRPr>
                <a:solidFill>
                  <a:schemeClr val="bg1"/>
                </a:solidFill>
                <a:latin typeface="DB Head Light" panose="02020500000000000000" pitchFamily="18" charset="0"/>
              </a:defRPr>
            </a:lvl9pPr>
          </a:lstStyle>
          <a:p>
            <a:pPr lvl="0"/>
            <a:r>
              <a:rPr lang="en-US"/>
              <a:t>Add date | location</a:t>
            </a:r>
          </a:p>
        </p:txBody>
      </p:sp>
      <p:sp>
        <p:nvSpPr>
          <p:cNvPr id="5" name="Textplatzhalter 4">
            <a:extLst>
              <a:ext uri="{FF2B5EF4-FFF2-40B4-BE49-F238E27FC236}">
                <a16:creationId xmlns:a16="http://schemas.microsoft.com/office/drawing/2014/main" id="{C45C78CB-70F5-4BE5-AFC2-94616B5BDC7F}"/>
              </a:ext>
            </a:extLst>
          </p:cNvPr>
          <p:cNvSpPr>
            <a:spLocks noGrp="1"/>
          </p:cNvSpPr>
          <p:nvPr>
            <p:ph type="body" sz="quarter" idx="16" hasCustomPrompt="1"/>
          </p:nvPr>
        </p:nvSpPr>
        <p:spPr bwMode="gray">
          <a:xfrm>
            <a:off x="537132" y="519400"/>
            <a:ext cx="5040000" cy="838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2021119273"/>
      </p:ext>
    </p:extLst>
  </p:cSld>
  <p:clrMapOvr>
    <a:masterClrMapping/>
  </p:clrMapOvr>
  <p:extLst>
    <p:ext uri="{DCECCB84-F9BA-43D5-87BE-67443E8EF086}">
      <p15:sldGuideLst xmlns:p15="http://schemas.microsoft.com/office/powerpoint/2012/main">
        <p15:guide id="2" pos="3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centered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AA98A793-6334-4A93-A832-55E4A93AE29D}"/>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lvl1pPr>
          </a:lstStyle>
          <a:p>
            <a:r>
              <a:rPr lang="en-US"/>
              <a:t>Add image by clicking icon</a:t>
            </a:r>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551384" y="2276872"/>
            <a:ext cx="11088000" cy="1511904"/>
          </a:xfrm>
        </p:spPr>
        <p:txBody>
          <a:bodyPr anchor="b"/>
          <a:lstStyle>
            <a:lvl1pPr algn="ctr">
              <a:defRPr sz="4800">
                <a:solidFill>
                  <a:schemeClr val="tx1"/>
                </a:solidFill>
              </a:defRPr>
            </a:lvl1pPr>
          </a:lstStyle>
          <a:p>
            <a:r>
              <a:rPr lang="en-US"/>
              <a:t>Add 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1384" y="5950800"/>
            <a:ext cx="11088000" cy="360000"/>
          </a:xfrm>
        </p:spPr>
        <p:txBody>
          <a:bodyPr/>
          <a:lstStyle>
            <a:lvl1pPr marL="0" indent="0" algn="ctr">
              <a:buFontTx/>
              <a:buNone/>
              <a:defRPr>
                <a:solidFill>
                  <a:schemeClr val="tx1"/>
                </a:solidFill>
                <a:latin typeface="DB Head Light" panose="02020500000000000000" pitchFamily="18" charset="0"/>
              </a:defRPr>
            </a:lvl1pPr>
            <a:lvl2pPr marL="0" indent="0" algn="ctr">
              <a:buFontTx/>
              <a:buNone/>
              <a:defRPr>
                <a:latin typeface="DB Head Light" panose="02020500000000000000" pitchFamily="18" charset="0"/>
              </a:defRPr>
            </a:lvl2pPr>
            <a:lvl3pPr marL="0" indent="0" algn="ctr">
              <a:buFontTx/>
              <a:buNone/>
              <a:defRPr>
                <a:latin typeface="DB Head Light" panose="02020500000000000000" pitchFamily="18" charset="0"/>
              </a:defRPr>
            </a:lvl3pPr>
            <a:lvl4pPr marL="0" indent="0" algn="ctr">
              <a:buFontTx/>
              <a:buNone/>
              <a:defRPr>
                <a:latin typeface="DB Head Light" panose="02020500000000000000" pitchFamily="18" charset="0"/>
              </a:defRPr>
            </a:lvl4pPr>
            <a:lvl5pPr marL="0" indent="0" algn="ctr">
              <a:buFontTx/>
              <a:buNone/>
              <a:defRPr>
                <a:latin typeface="DB Head Light" panose="02020500000000000000" pitchFamily="18" charset="0"/>
              </a:defRPr>
            </a:lvl5pPr>
            <a:lvl6pPr marL="0" indent="0" algn="ctr">
              <a:buFontTx/>
              <a:buNone/>
              <a:defRPr>
                <a:latin typeface="DB Head Light" panose="02020500000000000000" pitchFamily="18" charset="0"/>
              </a:defRPr>
            </a:lvl6pPr>
            <a:lvl7pPr marL="0" indent="0" algn="ctr">
              <a:buFontTx/>
              <a:buNone/>
              <a:defRPr>
                <a:latin typeface="DB Head Light" panose="02020500000000000000" pitchFamily="18" charset="0"/>
              </a:defRPr>
            </a:lvl7pPr>
            <a:lvl8pPr marL="0" indent="0" algn="ctr">
              <a:buFontTx/>
              <a:buNone/>
              <a:defRPr>
                <a:latin typeface="DB Head Light" panose="02020500000000000000" pitchFamily="18" charset="0"/>
              </a:defRPr>
            </a:lvl8pPr>
            <a:lvl9pPr marL="0" indent="0" algn="ctr">
              <a:buFontTx/>
              <a:buNone/>
              <a:defRPr>
                <a:latin typeface="DB Head Light" panose="02020500000000000000" pitchFamily="18" charset="0"/>
              </a:defRPr>
            </a:lvl9pPr>
          </a:lstStyle>
          <a:p>
            <a:pPr lvl="0"/>
            <a:r>
              <a:rPr lang="en-US"/>
              <a:t>Add date | location</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1384" y="3789040"/>
            <a:ext cx="11088000" cy="648000"/>
          </a:xfrm>
        </p:spPr>
        <p:txBody>
          <a:bodyPr/>
          <a:lstStyle>
            <a:lvl1pPr marL="0" indent="0" algn="ctr">
              <a:buNone/>
              <a:defRPr sz="3200">
                <a:solidFill>
                  <a:schemeClr val="tx1"/>
                </a:solidFill>
                <a:latin typeface="DB Head Light" panose="02020500000000000000" pitchFamily="18" charset="0"/>
              </a:defRPr>
            </a:lvl1pPr>
            <a:lvl2pPr marL="0" indent="0" algn="ctr">
              <a:buNone/>
              <a:defRPr sz="3200">
                <a:solidFill>
                  <a:schemeClr val="tx1"/>
                </a:solidFill>
                <a:latin typeface="DB Head Light" panose="02020500000000000000" pitchFamily="18" charset="0"/>
              </a:defRPr>
            </a:lvl2pPr>
            <a:lvl3pPr marL="0" indent="0" algn="ctr">
              <a:buNone/>
              <a:defRPr sz="3200">
                <a:solidFill>
                  <a:schemeClr val="tx1"/>
                </a:solidFill>
                <a:latin typeface="DB Head Light" panose="02020500000000000000" pitchFamily="18" charset="0"/>
              </a:defRPr>
            </a:lvl3pPr>
            <a:lvl4pPr marL="0" indent="0" algn="ctr">
              <a:buNone/>
              <a:defRPr sz="3200">
                <a:solidFill>
                  <a:schemeClr val="tx1"/>
                </a:solidFill>
                <a:latin typeface="DB Head Light" panose="02020500000000000000" pitchFamily="18" charset="0"/>
              </a:defRPr>
            </a:lvl4pPr>
            <a:lvl5pPr marL="0" indent="0" algn="ctr">
              <a:buNone/>
              <a:defRPr sz="3200">
                <a:solidFill>
                  <a:schemeClr val="tx1"/>
                </a:solidFill>
                <a:latin typeface="DB Head Light" panose="02020500000000000000" pitchFamily="18" charset="0"/>
              </a:defRPr>
            </a:lvl5pPr>
            <a:lvl6pPr marL="0" indent="0" algn="ctr">
              <a:buNone/>
              <a:defRPr sz="3200">
                <a:solidFill>
                  <a:schemeClr val="tx1"/>
                </a:solidFill>
                <a:latin typeface="DB Head Light" panose="02020500000000000000" pitchFamily="18" charset="0"/>
              </a:defRPr>
            </a:lvl6pPr>
            <a:lvl7pPr marL="0" indent="0" algn="ctr">
              <a:buNone/>
              <a:defRPr sz="3200">
                <a:solidFill>
                  <a:schemeClr val="tx1"/>
                </a:solidFill>
                <a:latin typeface="DB Head Light" panose="02020500000000000000" pitchFamily="18" charset="0"/>
              </a:defRPr>
            </a:lvl7pPr>
            <a:lvl8pPr marL="0" indent="0" algn="ctr">
              <a:buNone/>
              <a:defRPr sz="3200">
                <a:solidFill>
                  <a:schemeClr val="tx1"/>
                </a:solidFill>
                <a:latin typeface="DB Head Light" panose="02020500000000000000" pitchFamily="18" charset="0"/>
              </a:defRPr>
            </a:lvl8pPr>
            <a:lvl9pPr marL="0" indent="0" algn="ctr">
              <a:buNone/>
              <a:defRPr sz="3200">
                <a:solidFill>
                  <a:schemeClr val="tx1"/>
                </a:solidFill>
                <a:latin typeface="DB Head Light" panose="02020500000000000000" pitchFamily="18" charset="0"/>
              </a:defRPr>
            </a:lvl9pPr>
          </a:lstStyle>
          <a:p>
            <a:r>
              <a:rPr lang="en-US"/>
              <a:t>Add subtitle</a:t>
            </a:r>
          </a:p>
        </p:txBody>
      </p:sp>
      <p:sp>
        <p:nvSpPr>
          <p:cNvPr id="12" name="Textplatzhalter 6">
            <a:extLst>
              <a:ext uri="{FF2B5EF4-FFF2-40B4-BE49-F238E27FC236}">
                <a16:creationId xmlns:a16="http://schemas.microsoft.com/office/drawing/2014/main" id="{F6F306AD-528B-44F2-97F6-C1072B0EEA69}"/>
              </a:ext>
            </a:extLst>
          </p:cNvPr>
          <p:cNvSpPr>
            <a:spLocks noGrp="1"/>
          </p:cNvSpPr>
          <p:nvPr>
            <p:ph type="body" sz="quarter" idx="12" hasCustomPrompt="1"/>
          </p:nvPr>
        </p:nvSpPr>
        <p:spPr bwMode="gray">
          <a:xfrm>
            <a:off x="5485638" y="5467612"/>
            <a:ext cx="1220724" cy="121625"/>
          </a:xfrm>
          <a:prstGeom prst="roundRect">
            <a:avLst>
              <a:gd name="adj" fmla="val 50000"/>
            </a:avLst>
          </a:prstGeom>
          <a:solidFill>
            <a:schemeClr val="tx2"/>
          </a:solidFill>
        </p:spPr>
        <p:txBody>
          <a:bodyPr/>
          <a:lstStyle>
            <a:lvl1pPr marL="0" indent="0">
              <a:buNone/>
              <a:defRPr sz="800">
                <a:solidFill>
                  <a:schemeClr val="tx1"/>
                </a:solidFill>
              </a:defRPr>
            </a:lvl1pPr>
            <a:lvl2pPr marL="271463" indent="0">
              <a:buNone/>
              <a:defRPr/>
            </a:lvl2pPr>
          </a:lstStyle>
          <a:p>
            <a:pPr lvl="0"/>
            <a:r>
              <a:rPr lang="en-US"/>
              <a:t> </a:t>
            </a:r>
          </a:p>
        </p:txBody>
      </p:sp>
      <p:sp>
        <p:nvSpPr>
          <p:cNvPr id="5" name="Textplatzhalter 4">
            <a:extLst>
              <a:ext uri="{FF2B5EF4-FFF2-40B4-BE49-F238E27FC236}">
                <a16:creationId xmlns:a16="http://schemas.microsoft.com/office/drawing/2014/main" id="{C45C78CB-70F5-4BE5-AFC2-94616B5BDC7F}"/>
              </a:ext>
            </a:extLst>
          </p:cNvPr>
          <p:cNvSpPr>
            <a:spLocks noGrp="1"/>
          </p:cNvSpPr>
          <p:nvPr>
            <p:ph type="body" sz="quarter" idx="16" hasCustomPrompt="1"/>
          </p:nvPr>
        </p:nvSpPr>
        <p:spPr bwMode="gray">
          <a:xfrm>
            <a:off x="3576000" y="814167"/>
            <a:ext cx="5040000" cy="838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284560993"/>
      </p:ext>
    </p:extLst>
  </p:cSld>
  <p:clrMapOvr>
    <a:masterClrMapping/>
  </p:clrMapOvr>
  <p:extLst>
    <p:ext uri="{DCECCB84-F9BA-43D5-87BE-67443E8EF086}">
      <p15:sldGuideLst xmlns:p15="http://schemas.microsoft.com/office/powerpoint/2012/main">
        <p15:guide id="1" pos="7333" userDrawn="1">
          <p15:clr>
            <a:srgbClr val="FBAE40"/>
          </p15:clr>
        </p15:guide>
        <p15:guide id="2" pos="34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centered (picture, dark)">
    <p:bg>
      <p:bgPr>
        <a:solidFill>
          <a:schemeClr val="tx1">
            <a:alpha val="84000"/>
          </a:schemeClr>
        </a:solidFill>
        <a:effectLst/>
      </p:bgPr>
    </p:bg>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AA98A793-6334-4A93-A832-55E4A93AE29D}"/>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solidFill>
                  <a:schemeClr val="bg1"/>
                </a:solidFill>
              </a:defRPr>
            </a:lvl1pPr>
          </a:lstStyle>
          <a:p>
            <a:r>
              <a:rPr lang="en-US"/>
              <a:t>Add image by clicking icon</a:t>
            </a:r>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552000" y="2276872"/>
            <a:ext cx="11088000" cy="1511904"/>
          </a:xfrm>
        </p:spPr>
        <p:txBody>
          <a:bodyPr anchor="b"/>
          <a:lstStyle>
            <a:lvl1pPr algn="ctr">
              <a:defRPr sz="4800">
                <a:solidFill>
                  <a:schemeClr val="bg1"/>
                </a:solidFill>
              </a:defRPr>
            </a:lvl1pPr>
          </a:lstStyle>
          <a:p>
            <a:r>
              <a:rPr lang="en-US"/>
              <a:t>Add 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2000" y="5950800"/>
            <a:ext cx="11088000" cy="360000"/>
          </a:xfrm>
        </p:spPr>
        <p:txBody>
          <a:bodyPr/>
          <a:lstStyle>
            <a:lvl1pPr marL="0" indent="0" algn="ctr">
              <a:buFontTx/>
              <a:buNone/>
              <a:defRPr>
                <a:solidFill>
                  <a:schemeClr val="bg1"/>
                </a:solidFill>
                <a:latin typeface="DB Head Light" panose="02020500000000000000" pitchFamily="18" charset="0"/>
              </a:defRPr>
            </a:lvl1pPr>
            <a:lvl2pPr marL="0" indent="0" algn="ctr">
              <a:buFontTx/>
              <a:buNone/>
              <a:defRPr>
                <a:solidFill>
                  <a:schemeClr val="bg1"/>
                </a:solidFill>
                <a:latin typeface="DB Head Light" panose="02020500000000000000" pitchFamily="18" charset="0"/>
              </a:defRPr>
            </a:lvl2pPr>
            <a:lvl3pPr marL="0" indent="0" algn="ctr">
              <a:buFontTx/>
              <a:buNone/>
              <a:defRPr>
                <a:solidFill>
                  <a:schemeClr val="bg1"/>
                </a:solidFill>
                <a:latin typeface="DB Head Light" panose="02020500000000000000" pitchFamily="18" charset="0"/>
              </a:defRPr>
            </a:lvl3pPr>
            <a:lvl4pPr marL="0" indent="0" algn="ctr">
              <a:buFontTx/>
              <a:buNone/>
              <a:defRPr>
                <a:solidFill>
                  <a:schemeClr val="bg1"/>
                </a:solidFill>
                <a:latin typeface="DB Head Light" panose="02020500000000000000" pitchFamily="18" charset="0"/>
              </a:defRPr>
            </a:lvl4pPr>
            <a:lvl5pPr marL="0" indent="0" algn="ctr">
              <a:buFontTx/>
              <a:buNone/>
              <a:defRPr>
                <a:solidFill>
                  <a:schemeClr val="bg1"/>
                </a:solidFill>
                <a:latin typeface="DB Head Light" panose="02020500000000000000" pitchFamily="18" charset="0"/>
              </a:defRPr>
            </a:lvl5pPr>
            <a:lvl6pPr marL="0" indent="0" algn="ctr">
              <a:buFontTx/>
              <a:buNone/>
              <a:defRPr>
                <a:solidFill>
                  <a:schemeClr val="bg1"/>
                </a:solidFill>
                <a:latin typeface="DB Head Light" panose="02020500000000000000" pitchFamily="18" charset="0"/>
              </a:defRPr>
            </a:lvl6pPr>
            <a:lvl7pPr marL="0" indent="0" algn="ctr">
              <a:buFontTx/>
              <a:buNone/>
              <a:defRPr>
                <a:solidFill>
                  <a:schemeClr val="bg1"/>
                </a:solidFill>
                <a:latin typeface="DB Head Light" panose="02020500000000000000" pitchFamily="18" charset="0"/>
              </a:defRPr>
            </a:lvl7pPr>
            <a:lvl8pPr marL="0" indent="0" algn="ctr">
              <a:buFontTx/>
              <a:buNone/>
              <a:defRPr>
                <a:solidFill>
                  <a:schemeClr val="bg1"/>
                </a:solidFill>
                <a:latin typeface="DB Head Light" panose="02020500000000000000" pitchFamily="18" charset="0"/>
              </a:defRPr>
            </a:lvl8pPr>
            <a:lvl9pPr marL="0" indent="0" algn="ctr">
              <a:buFontTx/>
              <a:buNone/>
              <a:defRPr>
                <a:solidFill>
                  <a:schemeClr val="bg1"/>
                </a:solidFill>
                <a:latin typeface="DB Head Light" panose="02020500000000000000" pitchFamily="18" charset="0"/>
              </a:defRPr>
            </a:lvl9pPr>
          </a:lstStyle>
          <a:p>
            <a:pPr lvl="0"/>
            <a:r>
              <a:rPr lang="en-US"/>
              <a:t>Add date | location</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2000" y="3789040"/>
            <a:ext cx="11088000" cy="648000"/>
          </a:xfrm>
        </p:spPr>
        <p:txBody>
          <a:bodyPr/>
          <a:lstStyle>
            <a:lvl1pPr marL="0" indent="0" algn="ctr">
              <a:buNone/>
              <a:defRPr sz="3200">
                <a:solidFill>
                  <a:schemeClr val="bg1"/>
                </a:solidFill>
                <a:latin typeface="DB Head Light" panose="02020500000000000000" pitchFamily="18" charset="0"/>
              </a:defRPr>
            </a:lvl1pPr>
            <a:lvl2pPr marL="0" indent="0" algn="ctr">
              <a:buNone/>
              <a:defRPr sz="3200">
                <a:solidFill>
                  <a:schemeClr val="bg1"/>
                </a:solidFill>
                <a:latin typeface="DB Head Light" panose="02020500000000000000" pitchFamily="18" charset="0"/>
              </a:defRPr>
            </a:lvl2pPr>
            <a:lvl3pPr marL="0" indent="0" algn="ctr">
              <a:buNone/>
              <a:defRPr sz="3200">
                <a:solidFill>
                  <a:schemeClr val="bg1"/>
                </a:solidFill>
                <a:latin typeface="DB Head Light" panose="02020500000000000000" pitchFamily="18" charset="0"/>
              </a:defRPr>
            </a:lvl3pPr>
            <a:lvl4pPr marL="0" indent="0" algn="ctr">
              <a:buNone/>
              <a:defRPr sz="3200">
                <a:solidFill>
                  <a:schemeClr val="bg1"/>
                </a:solidFill>
                <a:latin typeface="DB Head Light" panose="02020500000000000000" pitchFamily="18" charset="0"/>
              </a:defRPr>
            </a:lvl4pPr>
            <a:lvl5pPr marL="0" indent="0" algn="ctr">
              <a:buNone/>
              <a:defRPr sz="3200">
                <a:solidFill>
                  <a:schemeClr val="bg1"/>
                </a:solidFill>
                <a:latin typeface="DB Head Light" panose="02020500000000000000" pitchFamily="18" charset="0"/>
              </a:defRPr>
            </a:lvl5pPr>
            <a:lvl6pPr marL="0" indent="0" algn="ctr">
              <a:buNone/>
              <a:defRPr sz="3200">
                <a:solidFill>
                  <a:schemeClr val="bg1"/>
                </a:solidFill>
                <a:latin typeface="DB Head Light" panose="02020500000000000000" pitchFamily="18" charset="0"/>
              </a:defRPr>
            </a:lvl6pPr>
            <a:lvl7pPr marL="0" indent="0" algn="ctr">
              <a:buNone/>
              <a:defRPr sz="3200">
                <a:solidFill>
                  <a:schemeClr val="bg1"/>
                </a:solidFill>
                <a:latin typeface="DB Head Light" panose="02020500000000000000" pitchFamily="18" charset="0"/>
              </a:defRPr>
            </a:lvl7pPr>
            <a:lvl8pPr marL="0" indent="0" algn="ctr">
              <a:buNone/>
              <a:defRPr sz="3200">
                <a:solidFill>
                  <a:schemeClr val="bg1"/>
                </a:solidFill>
                <a:latin typeface="DB Head Light" panose="02020500000000000000" pitchFamily="18" charset="0"/>
              </a:defRPr>
            </a:lvl8pPr>
            <a:lvl9pPr marL="0" indent="0" algn="ctr">
              <a:buNone/>
              <a:defRPr sz="3200">
                <a:solidFill>
                  <a:schemeClr val="bg1"/>
                </a:solidFill>
                <a:latin typeface="DB Head Light" panose="02020500000000000000" pitchFamily="18" charset="0"/>
              </a:defRPr>
            </a:lvl9pPr>
          </a:lstStyle>
          <a:p>
            <a:r>
              <a:rPr lang="en-US"/>
              <a:t>Add subtitle</a:t>
            </a:r>
          </a:p>
        </p:txBody>
      </p:sp>
      <p:sp>
        <p:nvSpPr>
          <p:cNvPr id="12" name="Textplatzhalter 6">
            <a:extLst>
              <a:ext uri="{FF2B5EF4-FFF2-40B4-BE49-F238E27FC236}">
                <a16:creationId xmlns:a16="http://schemas.microsoft.com/office/drawing/2014/main" id="{F6F306AD-528B-44F2-97F6-C1072B0EEA69}"/>
              </a:ext>
            </a:extLst>
          </p:cNvPr>
          <p:cNvSpPr>
            <a:spLocks noGrp="1"/>
          </p:cNvSpPr>
          <p:nvPr>
            <p:ph type="body" sz="quarter" idx="12" hasCustomPrompt="1"/>
          </p:nvPr>
        </p:nvSpPr>
        <p:spPr bwMode="gray">
          <a:xfrm>
            <a:off x="5485638" y="5467612"/>
            <a:ext cx="1220724" cy="121625"/>
          </a:xfrm>
          <a:prstGeom prst="roundRect">
            <a:avLst>
              <a:gd name="adj" fmla="val 50000"/>
            </a:avLst>
          </a:prstGeom>
          <a:solidFill>
            <a:schemeClr val="tx2"/>
          </a:solidFill>
        </p:spPr>
        <p:txBody>
          <a:bodyPr/>
          <a:lstStyle>
            <a:lvl1pPr marL="0" indent="0">
              <a:buNone/>
              <a:defRPr sz="800">
                <a:solidFill>
                  <a:schemeClr val="tx1"/>
                </a:solidFill>
              </a:defRPr>
            </a:lvl1pPr>
            <a:lvl2pPr marL="271463" indent="0">
              <a:buNone/>
              <a:defRPr/>
            </a:lvl2pPr>
          </a:lstStyle>
          <a:p>
            <a:pPr lvl="0"/>
            <a:r>
              <a:rPr lang="en-US"/>
              <a:t> </a:t>
            </a:r>
          </a:p>
        </p:txBody>
      </p:sp>
      <p:sp>
        <p:nvSpPr>
          <p:cNvPr id="5" name="Textplatzhalter 4">
            <a:extLst>
              <a:ext uri="{FF2B5EF4-FFF2-40B4-BE49-F238E27FC236}">
                <a16:creationId xmlns:a16="http://schemas.microsoft.com/office/drawing/2014/main" id="{C45C78CB-70F5-4BE5-AFC2-94616B5BDC7F}"/>
              </a:ext>
            </a:extLst>
          </p:cNvPr>
          <p:cNvSpPr>
            <a:spLocks noGrp="1"/>
          </p:cNvSpPr>
          <p:nvPr>
            <p:ph type="body" sz="quarter" idx="16" hasCustomPrompt="1"/>
          </p:nvPr>
        </p:nvSpPr>
        <p:spPr bwMode="gray">
          <a:xfrm>
            <a:off x="3576000" y="814167"/>
            <a:ext cx="5040000" cy="838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2155462424"/>
      </p:ext>
    </p:extLst>
  </p:cSld>
  <p:clrMapOvr>
    <a:masterClrMapping/>
  </p:clrMapOvr>
  <p:extLst>
    <p:ext uri="{DCECCB84-F9BA-43D5-87BE-67443E8EF086}">
      <p15:sldGuideLst xmlns:p15="http://schemas.microsoft.com/office/powerpoint/2012/main">
        <p15:guide id="1" pos="7333" userDrawn="1">
          <p15:clr>
            <a:srgbClr val="FBAE40"/>
          </p15:clr>
        </p15:guide>
        <p15:guide id="2" pos="34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centered (teal)">
    <p:bg>
      <p:bgPr>
        <a:solidFill>
          <a:schemeClr val="accent1"/>
        </a:solidFill>
        <a:effectLst/>
      </p:bgPr>
    </p:bg>
    <p:spTree>
      <p:nvGrpSpPr>
        <p:cNvPr id="1" name=""/>
        <p:cNvGrpSpPr/>
        <p:nvPr/>
      </p:nvGrpSpPr>
      <p:grpSpPr>
        <a:xfrm>
          <a:off x="0" y="0"/>
          <a:ext cx="0" cy="0"/>
          <a:chOff x="0" y="0"/>
          <a:chExt cx="0" cy="0"/>
        </a:xfrm>
      </p:grpSpPr>
      <p:sp>
        <p:nvSpPr>
          <p:cNvPr id="9" name="Rechteck: abgerundete Ecken 8">
            <a:extLst>
              <a:ext uri="{FF2B5EF4-FFF2-40B4-BE49-F238E27FC236}">
                <a16:creationId xmlns:a16="http://schemas.microsoft.com/office/drawing/2014/main" id="{3E75B64E-5065-433B-BE47-995227CDDDDE}"/>
              </a:ext>
            </a:extLst>
          </p:cNvPr>
          <p:cNvSpPr/>
          <p:nvPr userDrawn="1"/>
        </p:nvSpPr>
        <p:spPr bwMode="gray">
          <a:xfrm>
            <a:off x="5485638" y="5467614"/>
            <a:ext cx="1220724" cy="12162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551692" y="2276872"/>
            <a:ext cx="11088000" cy="1511904"/>
          </a:xfrm>
        </p:spPr>
        <p:txBody>
          <a:bodyPr anchor="b"/>
          <a:lstStyle>
            <a:lvl1pPr algn="ctr">
              <a:defRPr sz="4800">
                <a:solidFill>
                  <a:schemeClr val="bg1"/>
                </a:solidFill>
              </a:defRPr>
            </a:lvl1pPr>
          </a:lstStyle>
          <a:p>
            <a:r>
              <a:rPr lang="en-US"/>
              <a:t>Add 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1692" y="5950800"/>
            <a:ext cx="11088000" cy="360000"/>
          </a:xfrm>
        </p:spPr>
        <p:txBody>
          <a:bodyPr/>
          <a:lstStyle>
            <a:lvl1pPr marL="0" indent="0" algn="ctr">
              <a:buFontTx/>
              <a:buNone/>
              <a:defRPr>
                <a:solidFill>
                  <a:schemeClr val="bg1"/>
                </a:solidFill>
                <a:latin typeface="DB Head Light" panose="02020500000000000000" pitchFamily="18" charset="0"/>
              </a:defRPr>
            </a:lvl1pPr>
            <a:lvl2pPr marL="0" indent="0" algn="ctr">
              <a:buFontTx/>
              <a:buNone/>
              <a:defRPr>
                <a:solidFill>
                  <a:schemeClr val="bg1"/>
                </a:solidFill>
                <a:latin typeface="DB Head Light" panose="02020500000000000000" pitchFamily="18" charset="0"/>
              </a:defRPr>
            </a:lvl2pPr>
            <a:lvl3pPr marL="0" indent="0" algn="ctr">
              <a:buFontTx/>
              <a:buNone/>
              <a:defRPr>
                <a:solidFill>
                  <a:schemeClr val="bg1"/>
                </a:solidFill>
                <a:latin typeface="DB Head Light" panose="02020500000000000000" pitchFamily="18" charset="0"/>
              </a:defRPr>
            </a:lvl3pPr>
            <a:lvl4pPr marL="0" indent="0" algn="ctr">
              <a:buFontTx/>
              <a:buNone/>
              <a:defRPr>
                <a:solidFill>
                  <a:schemeClr val="bg1"/>
                </a:solidFill>
                <a:latin typeface="DB Head Light" panose="02020500000000000000" pitchFamily="18" charset="0"/>
              </a:defRPr>
            </a:lvl4pPr>
            <a:lvl5pPr marL="0" indent="0" algn="ctr">
              <a:buFontTx/>
              <a:buNone/>
              <a:defRPr>
                <a:solidFill>
                  <a:schemeClr val="bg1"/>
                </a:solidFill>
                <a:latin typeface="DB Head Light" panose="02020500000000000000" pitchFamily="18" charset="0"/>
              </a:defRPr>
            </a:lvl5pPr>
            <a:lvl6pPr marL="0" indent="0" algn="ctr">
              <a:buFontTx/>
              <a:buNone/>
              <a:defRPr>
                <a:solidFill>
                  <a:schemeClr val="bg1"/>
                </a:solidFill>
                <a:latin typeface="DB Head Light" panose="02020500000000000000" pitchFamily="18" charset="0"/>
              </a:defRPr>
            </a:lvl6pPr>
            <a:lvl7pPr marL="0" indent="0" algn="ctr">
              <a:buFontTx/>
              <a:buNone/>
              <a:defRPr>
                <a:solidFill>
                  <a:schemeClr val="bg1"/>
                </a:solidFill>
                <a:latin typeface="DB Head Light" panose="02020500000000000000" pitchFamily="18" charset="0"/>
              </a:defRPr>
            </a:lvl7pPr>
            <a:lvl8pPr marL="0" indent="0" algn="ctr">
              <a:buFontTx/>
              <a:buNone/>
              <a:defRPr>
                <a:solidFill>
                  <a:schemeClr val="bg1"/>
                </a:solidFill>
                <a:latin typeface="DB Head Light" panose="02020500000000000000" pitchFamily="18" charset="0"/>
              </a:defRPr>
            </a:lvl8pPr>
            <a:lvl9pPr marL="0" indent="0" algn="ctr">
              <a:buFontTx/>
              <a:buNone/>
              <a:defRPr>
                <a:solidFill>
                  <a:schemeClr val="bg1"/>
                </a:solidFill>
                <a:latin typeface="DB Head Light" panose="02020500000000000000" pitchFamily="18" charset="0"/>
              </a:defRPr>
            </a:lvl9pPr>
          </a:lstStyle>
          <a:p>
            <a:pPr lvl="0"/>
            <a:r>
              <a:rPr lang="en-US"/>
              <a:t>Add date | location</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1692" y="3789040"/>
            <a:ext cx="11088000" cy="648000"/>
          </a:xfrm>
        </p:spPr>
        <p:txBody>
          <a:bodyPr/>
          <a:lstStyle>
            <a:lvl1pPr marL="0" indent="0" algn="ctr">
              <a:buNone/>
              <a:defRPr sz="3200">
                <a:solidFill>
                  <a:schemeClr val="bg1"/>
                </a:solidFill>
                <a:latin typeface="DB Head Light" panose="02020500000000000000" pitchFamily="18" charset="0"/>
              </a:defRPr>
            </a:lvl1pPr>
            <a:lvl2pPr marL="0" indent="0" algn="ctr">
              <a:buNone/>
              <a:defRPr sz="3200">
                <a:solidFill>
                  <a:schemeClr val="bg1"/>
                </a:solidFill>
                <a:latin typeface="DB Head Light" panose="02020500000000000000" pitchFamily="18" charset="0"/>
              </a:defRPr>
            </a:lvl2pPr>
            <a:lvl3pPr marL="0" indent="0" algn="ctr">
              <a:buNone/>
              <a:defRPr sz="3200">
                <a:solidFill>
                  <a:schemeClr val="bg1"/>
                </a:solidFill>
                <a:latin typeface="DB Head Light" panose="02020500000000000000" pitchFamily="18" charset="0"/>
              </a:defRPr>
            </a:lvl3pPr>
            <a:lvl4pPr marL="0" indent="0" algn="ctr">
              <a:buNone/>
              <a:defRPr sz="3200">
                <a:solidFill>
                  <a:schemeClr val="bg1"/>
                </a:solidFill>
                <a:latin typeface="DB Head Light" panose="02020500000000000000" pitchFamily="18" charset="0"/>
              </a:defRPr>
            </a:lvl4pPr>
            <a:lvl5pPr marL="0" indent="0" algn="ctr">
              <a:buNone/>
              <a:defRPr sz="3200">
                <a:solidFill>
                  <a:schemeClr val="bg1"/>
                </a:solidFill>
                <a:latin typeface="DB Head Light" panose="02020500000000000000" pitchFamily="18" charset="0"/>
              </a:defRPr>
            </a:lvl5pPr>
            <a:lvl6pPr marL="0" indent="0" algn="ctr">
              <a:buNone/>
              <a:defRPr sz="3200">
                <a:solidFill>
                  <a:schemeClr val="bg1"/>
                </a:solidFill>
                <a:latin typeface="DB Head Light" panose="02020500000000000000" pitchFamily="18" charset="0"/>
              </a:defRPr>
            </a:lvl6pPr>
            <a:lvl7pPr marL="0" indent="0" algn="ctr">
              <a:buNone/>
              <a:defRPr sz="3200">
                <a:solidFill>
                  <a:schemeClr val="bg1"/>
                </a:solidFill>
                <a:latin typeface="DB Head Light" panose="02020500000000000000" pitchFamily="18" charset="0"/>
              </a:defRPr>
            </a:lvl7pPr>
            <a:lvl8pPr marL="0" indent="0" algn="ctr">
              <a:buNone/>
              <a:defRPr sz="3200">
                <a:solidFill>
                  <a:schemeClr val="bg1"/>
                </a:solidFill>
                <a:latin typeface="DB Head Light" panose="02020500000000000000" pitchFamily="18" charset="0"/>
              </a:defRPr>
            </a:lvl8pPr>
            <a:lvl9pPr marL="0" indent="0" algn="ctr">
              <a:buNone/>
              <a:defRPr sz="3200">
                <a:solidFill>
                  <a:schemeClr val="bg1"/>
                </a:solidFill>
                <a:latin typeface="DB Head Light" panose="02020500000000000000" pitchFamily="18" charset="0"/>
              </a:defRPr>
            </a:lvl9pPr>
          </a:lstStyle>
          <a:p>
            <a:r>
              <a:rPr lang="en-US"/>
              <a:t>Add subtitle</a:t>
            </a:r>
          </a:p>
        </p:txBody>
      </p:sp>
      <p:pic>
        <p:nvPicPr>
          <p:cNvPr id="8" name="LOGO_SVG">
            <a:extLst>
              <a:ext uri="{FF2B5EF4-FFF2-40B4-BE49-F238E27FC236}">
                <a16:creationId xmlns:a16="http://schemas.microsoft.com/office/drawing/2014/main" id="{6C5DB3DF-DE2B-483E-8C47-B5903ED739D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gray">
          <a:xfrm>
            <a:off x="3576000" y="812967"/>
            <a:ext cx="5040000" cy="840000"/>
          </a:xfrm>
          <a:prstGeom prst="rect">
            <a:avLst/>
          </a:prstGeom>
        </p:spPr>
      </p:pic>
    </p:spTree>
    <p:extLst>
      <p:ext uri="{BB962C8B-B14F-4D97-AF65-F5344CB8AC3E}">
        <p14:creationId xmlns:p14="http://schemas.microsoft.com/office/powerpoint/2010/main" val="587902669"/>
      </p:ext>
    </p:extLst>
  </p:cSld>
  <p:clrMapOvr>
    <a:masterClrMapping/>
  </p:clrMapOvr>
  <p:extLst>
    <p:ext uri="{DCECCB84-F9BA-43D5-87BE-67443E8EF086}">
      <p15:sldGuideLst xmlns:p15="http://schemas.microsoft.com/office/powerpoint/2012/main">
        <p15:guide id="1" pos="7333" userDrawn="1">
          <p15:clr>
            <a:srgbClr val="FBAE40"/>
          </p15:clr>
        </p15:guide>
        <p15:guide id="2" pos="34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teal frame)">
    <p:bg>
      <p:bgPr>
        <a:solidFill>
          <a:schemeClr val="bg1">
            <a:lumMod val="75000"/>
          </a:schemeClr>
        </a:solidFill>
        <a:effectLst/>
      </p:bgPr>
    </p:bg>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AA98A793-6334-4A93-A832-55E4A93AE29D}"/>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lvl1pPr>
          </a:lstStyle>
          <a:p>
            <a:r>
              <a:rPr lang="en-US"/>
              <a:t>Add image by clicking icon</a:t>
            </a:r>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0" y="0"/>
            <a:ext cx="6240463" cy="6858000"/>
          </a:xfrm>
          <a:solidFill>
            <a:schemeClr val="bg2">
              <a:alpha val="80000"/>
            </a:schemeClr>
          </a:solidFill>
        </p:spPr>
        <p:txBody>
          <a:bodyPr lIns="540000" rIns="324000" bIns="3348000" anchor="b"/>
          <a:lstStyle>
            <a:lvl1pPr algn="l">
              <a:defRPr sz="4800">
                <a:solidFill>
                  <a:schemeClr val="bg1"/>
                </a:solidFill>
              </a:defRPr>
            </a:lvl1pPr>
          </a:lstStyle>
          <a:p>
            <a:r>
              <a:rPr lang="en-US"/>
              <a:t>Add 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2000" y="5950800"/>
            <a:ext cx="5400000" cy="360000"/>
          </a:xfrm>
        </p:spPr>
        <p:txBody>
          <a:bodyPr/>
          <a:lstStyle>
            <a:lvl1pPr marL="0" indent="0" algn="l">
              <a:buFontTx/>
              <a:buNone/>
              <a:defRPr>
                <a:solidFill>
                  <a:schemeClr val="bg1"/>
                </a:solidFill>
                <a:latin typeface="DB Head Light" panose="02020500000000000000" pitchFamily="18" charset="0"/>
              </a:defRPr>
            </a:lvl1pPr>
            <a:lvl2pPr marL="0" indent="0" algn="l">
              <a:buFontTx/>
              <a:buNone/>
              <a:defRPr>
                <a:solidFill>
                  <a:schemeClr val="bg1"/>
                </a:solidFill>
                <a:latin typeface="DB Head Light" panose="02020500000000000000" pitchFamily="18" charset="0"/>
              </a:defRPr>
            </a:lvl2pPr>
            <a:lvl3pPr marL="0" indent="0" algn="l">
              <a:buFontTx/>
              <a:buNone/>
              <a:defRPr>
                <a:solidFill>
                  <a:schemeClr val="bg1"/>
                </a:solidFill>
                <a:latin typeface="DB Head Light" panose="02020500000000000000" pitchFamily="18" charset="0"/>
              </a:defRPr>
            </a:lvl3pPr>
            <a:lvl4pPr marL="0" indent="0" algn="l">
              <a:buFontTx/>
              <a:buNone/>
              <a:defRPr>
                <a:solidFill>
                  <a:schemeClr val="bg1"/>
                </a:solidFill>
                <a:latin typeface="DB Head Light" panose="02020500000000000000" pitchFamily="18" charset="0"/>
              </a:defRPr>
            </a:lvl4pPr>
            <a:lvl5pPr marL="0" indent="0" algn="l">
              <a:buFontTx/>
              <a:buNone/>
              <a:defRPr>
                <a:solidFill>
                  <a:schemeClr val="bg1"/>
                </a:solidFill>
                <a:latin typeface="DB Head Light" panose="02020500000000000000" pitchFamily="18" charset="0"/>
              </a:defRPr>
            </a:lvl5pPr>
            <a:lvl6pPr marL="0" indent="0" algn="l">
              <a:buFontTx/>
              <a:buNone/>
              <a:defRPr>
                <a:solidFill>
                  <a:schemeClr val="bg1"/>
                </a:solidFill>
                <a:latin typeface="DB Head Light" panose="02020500000000000000" pitchFamily="18" charset="0"/>
              </a:defRPr>
            </a:lvl6pPr>
            <a:lvl7pPr marL="0" indent="0" algn="l">
              <a:buFontTx/>
              <a:buNone/>
              <a:defRPr>
                <a:solidFill>
                  <a:schemeClr val="bg1"/>
                </a:solidFill>
                <a:latin typeface="DB Head Light" panose="02020500000000000000" pitchFamily="18" charset="0"/>
              </a:defRPr>
            </a:lvl7pPr>
            <a:lvl8pPr marL="0" indent="0" algn="l">
              <a:buFontTx/>
              <a:buNone/>
              <a:defRPr>
                <a:solidFill>
                  <a:schemeClr val="bg1"/>
                </a:solidFill>
                <a:latin typeface="DB Head Light" panose="02020500000000000000" pitchFamily="18" charset="0"/>
              </a:defRPr>
            </a:lvl8pPr>
            <a:lvl9pPr marL="0" indent="0" algn="l">
              <a:buFontTx/>
              <a:buNone/>
              <a:defRPr>
                <a:solidFill>
                  <a:schemeClr val="bg1"/>
                </a:solidFill>
                <a:latin typeface="DB Head Light" panose="02020500000000000000" pitchFamily="18" charset="0"/>
              </a:defRPr>
            </a:lvl9pPr>
          </a:lstStyle>
          <a:p>
            <a:pPr lvl="0"/>
            <a:r>
              <a:rPr lang="en-US"/>
              <a:t>Add date | location</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2000" y="3789040"/>
            <a:ext cx="5399538" cy="648000"/>
          </a:xfrm>
        </p:spPr>
        <p:txBody>
          <a:bodyPr/>
          <a:lstStyle>
            <a:lvl1pPr marL="0" indent="0" algn="l">
              <a:buNone/>
              <a:defRPr sz="3200">
                <a:solidFill>
                  <a:schemeClr val="bg1"/>
                </a:solidFill>
                <a:latin typeface="DB Head Light" panose="02020500000000000000" pitchFamily="18" charset="0"/>
              </a:defRPr>
            </a:lvl1pPr>
            <a:lvl2pPr marL="0" indent="0" algn="l">
              <a:buNone/>
              <a:defRPr sz="3200">
                <a:solidFill>
                  <a:schemeClr val="bg1"/>
                </a:solidFill>
                <a:latin typeface="DB Head Light" panose="02020500000000000000" pitchFamily="18" charset="0"/>
              </a:defRPr>
            </a:lvl2pPr>
            <a:lvl3pPr marL="0" indent="0" algn="l">
              <a:buNone/>
              <a:defRPr sz="3200">
                <a:solidFill>
                  <a:schemeClr val="bg1"/>
                </a:solidFill>
                <a:latin typeface="DB Head Light" panose="02020500000000000000" pitchFamily="18" charset="0"/>
              </a:defRPr>
            </a:lvl3pPr>
            <a:lvl4pPr marL="0" indent="0" algn="l">
              <a:buNone/>
              <a:defRPr sz="3200">
                <a:solidFill>
                  <a:schemeClr val="bg1"/>
                </a:solidFill>
                <a:latin typeface="DB Head Light" panose="02020500000000000000" pitchFamily="18" charset="0"/>
              </a:defRPr>
            </a:lvl4pPr>
            <a:lvl5pPr marL="0" indent="0" algn="l">
              <a:buNone/>
              <a:defRPr sz="3200">
                <a:solidFill>
                  <a:schemeClr val="bg1"/>
                </a:solidFill>
                <a:latin typeface="DB Head Light" panose="02020500000000000000" pitchFamily="18" charset="0"/>
              </a:defRPr>
            </a:lvl5pPr>
            <a:lvl6pPr marL="0" indent="0" algn="l">
              <a:buNone/>
              <a:defRPr sz="3200">
                <a:solidFill>
                  <a:schemeClr val="bg1"/>
                </a:solidFill>
                <a:latin typeface="DB Head Light" panose="02020500000000000000" pitchFamily="18" charset="0"/>
              </a:defRPr>
            </a:lvl6pPr>
            <a:lvl7pPr marL="0" indent="0" algn="l">
              <a:buNone/>
              <a:defRPr sz="3200">
                <a:solidFill>
                  <a:schemeClr val="bg1"/>
                </a:solidFill>
                <a:latin typeface="DB Head Light" panose="02020500000000000000" pitchFamily="18" charset="0"/>
              </a:defRPr>
            </a:lvl7pPr>
            <a:lvl8pPr marL="0" indent="0" algn="l">
              <a:buNone/>
              <a:defRPr sz="3200">
                <a:solidFill>
                  <a:schemeClr val="bg1"/>
                </a:solidFill>
                <a:latin typeface="DB Head Light" panose="02020500000000000000" pitchFamily="18" charset="0"/>
              </a:defRPr>
            </a:lvl8pPr>
            <a:lvl9pPr marL="0" indent="0" algn="l">
              <a:buNone/>
              <a:defRPr sz="3200">
                <a:solidFill>
                  <a:schemeClr val="bg1"/>
                </a:solidFill>
                <a:latin typeface="DB Head Light" panose="02020500000000000000" pitchFamily="18" charset="0"/>
              </a:defRPr>
            </a:lvl9pPr>
          </a:lstStyle>
          <a:p>
            <a:r>
              <a:rPr lang="en-US"/>
              <a:t>Add subtitle</a:t>
            </a:r>
          </a:p>
        </p:txBody>
      </p:sp>
      <p:sp>
        <p:nvSpPr>
          <p:cNvPr id="12" name="Textplatzhalter 6">
            <a:extLst>
              <a:ext uri="{FF2B5EF4-FFF2-40B4-BE49-F238E27FC236}">
                <a16:creationId xmlns:a16="http://schemas.microsoft.com/office/drawing/2014/main" id="{F6F306AD-528B-44F2-97F6-C1072B0EEA69}"/>
              </a:ext>
            </a:extLst>
          </p:cNvPr>
          <p:cNvSpPr>
            <a:spLocks noGrp="1"/>
          </p:cNvSpPr>
          <p:nvPr>
            <p:ph type="body" sz="quarter" idx="12" hasCustomPrompt="1"/>
          </p:nvPr>
        </p:nvSpPr>
        <p:spPr bwMode="gray">
          <a:xfrm>
            <a:off x="552000" y="5467612"/>
            <a:ext cx="1220724" cy="121625"/>
          </a:xfrm>
          <a:prstGeom prst="roundRect">
            <a:avLst>
              <a:gd name="adj" fmla="val 50000"/>
            </a:avLst>
          </a:prstGeom>
          <a:solidFill>
            <a:schemeClr val="tx2"/>
          </a:solidFill>
        </p:spPr>
        <p:txBody>
          <a:bodyPr/>
          <a:lstStyle>
            <a:lvl1pPr marL="0" indent="0">
              <a:buNone/>
              <a:defRPr sz="800">
                <a:solidFill>
                  <a:schemeClr val="tx1"/>
                </a:solidFill>
              </a:defRPr>
            </a:lvl1pPr>
            <a:lvl2pPr marL="271463" indent="0">
              <a:buNone/>
              <a:defRPr/>
            </a:lvl2pPr>
          </a:lstStyle>
          <a:p>
            <a:pPr lvl="0"/>
            <a:r>
              <a:rPr lang="en-US"/>
              <a:t> </a:t>
            </a:r>
          </a:p>
        </p:txBody>
      </p:sp>
      <p:sp>
        <p:nvSpPr>
          <p:cNvPr id="5" name="Textplatzhalter 4">
            <a:extLst>
              <a:ext uri="{FF2B5EF4-FFF2-40B4-BE49-F238E27FC236}">
                <a16:creationId xmlns:a16="http://schemas.microsoft.com/office/drawing/2014/main" id="{C45C78CB-70F5-4BE5-AFC2-94616B5BDC7F}"/>
              </a:ext>
            </a:extLst>
          </p:cNvPr>
          <p:cNvSpPr>
            <a:spLocks noGrp="1" noChangeAspect="1"/>
          </p:cNvSpPr>
          <p:nvPr>
            <p:ph type="body" sz="quarter" idx="16" hasCustomPrompt="1"/>
          </p:nvPr>
        </p:nvSpPr>
        <p:spPr bwMode="gray">
          <a:xfrm>
            <a:off x="551384" y="476672"/>
            <a:ext cx="4428000" cy="736945"/>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1652970273"/>
      </p:ext>
    </p:extLst>
  </p:cSld>
  <p:clrMapOvr>
    <a:masterClrMapping/>
  </p:clrMapOvr>
  <p:extLst>
    <p:ext uri="{DCECCB84-F9BA-43D5-87BE-67443E8EF086}">
      <p15:sldGuideLst xmlns:p15="http://schemas.microsoft.com/office/powerpoint/2012/main">
        <p15:guide id="1" pos="34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white frame)">
    <p:bg>
      <p:bgPr>
        <a:solidFill>
          <a:schemeClr val="bg1">
            <a:lumMod val="75000"/>
          </a:schemeClr>
        </a:solidFill>
        <a:effectLst/>
      </p:bgPr>
    </p:bg>
    <p:spTree>
      <p:nvGrpSpPr>
        <p:cNvPr id="1" name=""/>
        <p:cNvGrpSpPr/>
        <p:nvPr/>
      </p:nvGrpSpPr>
      <p:grpSpPr>
        <a:xfrm>
          <a:off x="0" y="0"/>
          <a:ext cx="0" cy="0"/>
          <a:chOff x="0" y="0"/>
          <a:chExt cx="0" cy="0"/>
        </a:xfrm>
      </p:grpSpPr>
      <p:sp>
        <p:nvSpPr>
          <p:cNvPr id="13" name="Bildplatzhalter 10">
            <a:extLst>
              <a:ext uri="{FF2B5EF4-FFF2-40B4-BE49-F238E27FC236}">
                <a16:creationId xmlns:a16="http://schemas.microsoft.com/office/drawing/2014/main" id="{AA98A793-6334-4A93-A832-55E4A93AE29D}"/>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lvl1pPr>
          </a:lstStyle>
          <a:p>
            <a:r>
              <a:rPr lang="en-US"/>
              <a:t>Add image by clicking icon</a:t>
            </a:r>
          </a:p>
        </p:txBody>
      </p:sp>
      <p:sp>
        <p:nvSpPr>
          <p:cNvPr id="2" name="Titel 1">
            <a:extLst>
              <a:ext uri="{FF2B5EF4-FFF2-40B4-BE49-F238E27FC236}">
                <a16:creationId xmlns:a16="http://schemas.microsoft.com/office/drawing/2014/main" id="{A246A6EC-3E05-4D6A-90AC-32BADE329B9C}"/>
              </a:ext>
            </a:extLst>
          </p:cNvPr>
          <p:cNvSpPr>
            <a:spLocks noGrp="1"/>
          </p:cNvSpPr>
          <p:nvPr>
            <p:ph type="ctrTitle" hasCustomPrompt="1"/>
          </p:nvPr>
        </p:nvSpPr>
        <p:spPr bwMode="gray">
          <a:xfrm>
            <a:off x="0" y="0"/>
            <a:ext cx="6240463" cy="6858000"/>
          </a:xfrm>
          <a:solidFill>
            <a:schemeClr val="bg1">
              <a:alpha val="80000"/>
            </a:schemeClr>
          </a:solidFill>
        </p:spPr>
        <p:txBody>
          <a:bodyPr lIns="540000" rIns="324000" bIns="3348000" anchor="b"/>
          <a:lstStyle>
            <a:lvl1pPr algn="l">
              <a:defRPr sz="4800">
                <a:solidFill>
                  <a:schemeClr val="tx1"/>
                </a:solidFill>
              </a:defRPr>
            </a:lvl1pPr>
          </a:lstStyle>
          <a:p>
            <a:r>
              <a:rPr lang="en-US"/>
              <a:t>Add title</a:t>
            </a:r>
          </a:p>
        </p:txBody>
      </p:sp>
      <p:sp>
        <p:nvSpPr>
          <p:cNvPr id="10" name="Textplatzhalter 9">
            <a:extLst>
              <a:ext uri="{FF2B5EF4-FFF2-40B4-BE49-F238E27FC236}">
                <a16:creationId xmlns:a16="http://schemas.microsoft.com/office/drawing/2014/main" id="{A27B272F-0A02-4556-8035-1AFBA7037082}"/>
              </a:ext>
            </a:extLst>
          </p:cNvPr>
          <p:cNvSpPr>
            <a:spLocks noGrp="1"/>
          </p:cNvSpPr>
          <p:nvPr>
            <p:ph type="body" sz="quarter" idx="10" hasCustomPrompt="1"/>
          </p:nvPr>
        </p:nvSpPr>
        <p:spPr bwMode="gray">
          <a:xfrm>
            <a:off x="552000" y="5950800"/>
            <a:ext cx="5400000" cy="360000"/>
          </a:xfrm>
        </p:spPr>
        <p:txBody>
          <a:bodyPr/>
          <a:lstStyle>
            <a:lvl1pPr marL="0" indent="0" algn="l">
              <a:buFontTx/>
              <a:buNone/>
              <a:defRPr>
                <a:solidFill>
                  <a:schemeClr val="tx1"/>
                </a:solidFill>
                <a:latin typeface="DB Head Light" panose="02020500000000000000" pitchFamily="18" charset="0"/>
              </a:defRPr>
            </a:lvl1pPr>
            <a:lvl2pPr marL="0" indent="0" algn="l">
              <a:buFontTx/>
              <a:buNone/>
              <a:defRPr>
                <a:solidFill>
                  <a:schemeClr val="tx1"/>
                </a:solidFill>
                <a:latin typeface="DB Head Light" panose="02020500000000000000" pitchFamily="18" charset="0"/>
              </a:defRPr>
            </a:lvl2pPr>
            <a:lvl3pPr marL="0" indent="0" algn="l">
              <a:buFontTx/>
              <a:buNone/>
              <a:defRPr>
                <a:solidFill>
                  <a:schemeClr val="tx1"/>
                </a:solidFill>
                <a:latin typeface="DB Head Light" panose="02020500000000000000" pitchFamily="18" charset="0"/>
              </a:defRPr>
            </a:lvl3pPr>
            <a:lvl4pPr marL="0" indent="0" algn="l">
              <a:buFontTx/>
              <a:buNone/>
              <a:defRPr>
                <a:solidFill>
                  <a:schemeClr val="tx1"/>
                </a:solidFill>
                <a:latin typeface="DB Head Light" panose="02020500000000000000" pitchFamily="18" charset="0"/>
              </a:defRPr>
            </a:lvl4pPr>
            <a:lvl5pPr marL="0" indent="0" algn="l">
              <a:buFontTx/>
              <a:buNone/>
              <a:defRPr>
                <a:solidFill>
                  <a:schemeClr val="tx1"/>
                </a:solidFill>
                <a:latin typeface="DB Head Light" panose="02020500000000000000" pitchFamily="18" charset="0"/>
              </a:defRPr>
            </a:lvl5pPr>
            <a:lvl6pPr marL="0" indent="0" algn="l">
              <a:buFontTx/>
              <a:buNone/>
              <a:defRPr>
                <a:solidFill>
                  <a:schemeClr val="tx1"/>
                </a:solidFill>
                <a:latin typeface="DB Head Light" panose="02020500000000000000" pitchFamily="18" charset="0"/>
              </a:defRPr>
            </a:lvl6pPr>
            <a:lvl7pPr marL="0" indent="0" algn="l">
              <a:buFontTx/>
              <a:buNone/>
              <a:defRPr>
                <a:solidFill>
                  <a:schemeClr val="tx1"/>
                </a:solidFill>
                <a:latin typeface="DB Head Light" panose="02020500000000000000" pitchFamily="18" charset="0"/>
              </a:defRPr>
            </a:lvl7pPr>
            <a:lvl8pPr marL="0" indent="0" algn="l">
              <a:buFontTx/>
              <a:buNone/>
              <a:defRPr>
                <a:solidFill>
                  <a:schemeClr val="tx1"/>
                </a:solidFill>
                <a:latin typeface="DB Head Light" panose="02020500000000000000" pitchFamily="18" charset="0"/>
              </a:defRPr>
            </a:lvl8pPr>
            <a:lvl9pPr marL="0" indent="0" algn="l">
              <a:buFontTx/>
              <a:buNone/>
              <a:defRPr>
                <a:solidFill>
                  <a:schemeClr val="tx1"/>
                </a:solidFill>
                <a:latin typeface="DB Head Light" panose="02020500000000000000" pitchFamily="18" charset="0"/>
              </a:defRPr>
            </a:lvl9pPr>
          </a:lstStyle>
          <a:p>
            <a:pPr lvl="0"/>
            <a:r>
              <a:rPr lang="en-US"/>
              <a:t>Add date | location</a:t>
            </a:r>
          </a:p>
        </p:txBody>
      </p:sp>
      <p:sp>
        <p:nvSpPr>
          <p:cNvPr id="3" name="Untertitel 2">
            <a:extLst>
              <a:ext uri="{FF2B5EF4-FFF2-40B4-BE49-F238E27FC236}">
                <a16:creationId xmlns:a16="http://schemas.microsoft.com/office/drawing/2014/main" id="{D9B9821B-D7E4-454E-A8E2-C60C1507FD10}"/>
              </a:ext>
            </a:extLst>
          </p:cNvPr>
          <p:cNvSpPr>
            <a:spLocks noGrp="1"/>
          </p:cNvSpPr>
          <p:nvPr>
            <p:ph type="subTitle" idx="1" hasCustomPrompt="1"/>
          </p:nvPr>
        </p:nvSpPr>
        <p:spPr bwMode="gray">
          <a:xfrm>
            <a:off x="552000" y="3789040"/>
            <a:ext cx="5399538" cy="648000"/>
          </a:xfrm>
        </p:spPr>
        <p:txBody>
          <a:bodyPr/>
          <a:lstStyle>
            <a:lvl1pPr marL="0" indent="0" algn="l">
              <a:buNone/>
              <a:defRPr sz="3200">
                <a:solidFill>
                  <a:schemeClr val="tx1"/>
                </a:solidFill>
                <a:latin typeface="DB Head Light" panose="02020500000000000000" pitchFamily="18" charset="0"/>
              </a:defRPr>
            </a:lvl1pPr>
            <a:lvl2pPr marL="0" indent="0" algn="l">
              <a:buNone/>
              <a:defRPr sz="3200">
                <a:solidFill>
                  <a:schemeClr val="tx1"/>
                </a:solidFill>
                <a:latin typeface="DB Head Light" panose="02020500000000000000" pitchFamily="18" charset="0"/>
              </a:defRPr>
            </a:lvl2pPr>
            <a:lvl3pPr marL="0" indent="0" algn="l">
              <a:buNone/>
              <a:defRPr sz="3200">
                <a:solidFill>
                  <a:schemeClr val="tx1"/>
                </a:solidFill>
                <a:latin typeface="DB Head Light" panose="02020500000000000000" pitchFamily="18" charset="0"/>
              </a:defRPr>
            </a:lvl3pPr>
            <a:lvl4pPr marL="0" indent="0" algn="l">
              <a:buNone/>
              <a:defRPr sz="3200">
                <a:solidFill>
                  <a:schemeClr val="tx1"/>
                </a:solidFill>
                <a:latin typeface="DB Head Light" panose="02020500000000000000" pitchFamily="18" charset="0"/>
              </a:defRPr>
            </a:lvl4pPr>
            <a:lvl5pPr marL="0" indent="0" algn="l">
              <a:buNone/>
              <a:defRPr sz="3200">
                <a:solidFill>
                  <a:schemeClr val="tx1"/>
                </a:solidFill>
                <a:latin typeface="DB Head Light" panose="02020500000000000000" pitchFamily="18" charset="0"/>
              </a:defRPr>
            </a:lvl5pPr>
            <a:lvl6pPr marL="0" indent="0" algn="l">
              <a:buNone/>
              <a:defRPr sz="3200">
                <a:solidFill>
                  <a:schemeClr val="tx1"/>
                </a:solidFill>
                <a:latin typeface="DB Head Light" panose="02020500000000000000" pitchFamily="18" charset="0"/>
              </a:defRPr>
            </a:lvl6pPr>
            <a:lvl7pPr marL="0" indent="0" algn="l">
              <a:buNone/>
              <a:defRPr sz="3200">
                <a:solidFill>
                  <a:schemeClr val="tx1"/>
                </a:solidFill>
                <a:latin typeface="DB Head Light" panose="02020500000000000000" pitchFamily="18" charset="0"/>
              </a:defRPr>
            </a:lvl7pPr>
            <a:lvl8pPr marL="0" indent="0" algn="l">
              <a:buNone/>
              <a:defRPr sz="3200">
                <a:solidFill>
                  <a:schemeClr val="tx1"/>
                </a:solidFill>
                <a:latin typeface="DB Head Light" panose="02020500000000000000" pitchFamily="18" charset="0"/>
              </a:defRPr>
            </a:lvl8pPr>
            <a:lvl9pPr marL="0" indent="0" algn="l">
              <a:buNone/>
              <a:defRPr sz="3200">
                <a:solidFill>
                  <a:schemeClr val="tx1"/>
                </a:solidFill>
                <a:latin typeface="DB Head Light" panose="02020500000000000000" pitchFamily="18" charset="0"/>
              </a:defRPr>
            </a:lvl9pPr>
          </a:lstStyle>
          <a:p>
            <a:r>
              <a:rPr lang="en-US"/>
              <a:t>Add subtitle</a:t>
            </a:r>
          </a:p>
        </p:txBody>
      </p:sp>
      <p:sp>
        <p:nvSpPr>
          <p:cNvPr id="12" name="Textplatzhalter 6">
            <a:extLst>
              <a:ext uri="{FF2B5EF4-FFF2-40B4-BE49-F238E27FC236}">
                <a16:creationId xmlns:a16="http://schemas.microsoft.com/office/drawing/2014/main" id="{F6F306AD-528B-44F2-97F6-C1072B0EEA69}"/>
              </a:ext>
            </a:extLst>
          </p:cNvPr>
          <p:cNvSpPr>
            <a:spLocks noGrp="1"/>
          </p:cNvSpPr>
          <p:nvPr>
            <p:ph type="body" sz="quarter" idx="12" hasCustomPrompt="1"/>
          </p:nvPr>
        </p:nvSpPr>
        <p:spPr bwMode="gray">
          <a:xfrm>
            <a:off x="552000" y="5467612"/>
            <a:ext cx="1220724" cy="121625"/>
          </a:xfrm>
          <a:prstGeom prst="roundRect">
            <a:avLst>
              <a:gd name="adj" fmla="val 50000"/>
            </a:avLst>
          </a:prstGeom>
          <a:solidFill>
            <a:schemeClr val="tx2"/>
          </a:solidFill>
        </p:spPr>
        <p:txBody>
          <a:bodyPr/>
          <a:lstStyle>
            <a:lvl1pPr marL="0" indent="0">
              <a:buNone/>
              <a:defRPr sz="800">
                <a:solidFill>
                  <a:schemeClr val="tx1"/>
                </a:solidFill>
              </a:defRPr>
            </a:lvl1pPr>
            <a:lvl2pPr marL="271463" indent="0">
              <a:buNone/>
              <a:defRPr/>
            </a:lvl2pPr>
          </a:lstStyle>
          <a:p>
            <a:pPr lvl="0"/>
            <a:r>
              <a:rPr lang="en-US"/>
              <a:t> </a:t>
            </a:r>
          </a:p>
        </p:txBody>
      </p:sp>
      <p:sp>
        <p:nvSpPr>
          <p:cNvPr id="5" name="Textplatzhalter 4">
            <a:extLst>
              <a:ext uri="{FF2B5EF4-FFF2-40B4-BE49-F238E27FC236}">
                <a16:creationId xmlns:a16="http://schemas.microsoft.com/office/drawing/2014/main" id="{C45C78CB-70F5-4BE5-AFC2-94616B5BDC7F}"/>
              </a:ext>
            </a:extLst>
          </p:cNvPr>
          <p:cNvSpPr>
            <a:spLocks noGrp="1" noChangeAspect="1"/>
          </p:cNvSpPr>
          <p:nvPr>
            <p:ph type="body" sz="quarter" idx="16" hasCustomPrompt="1"/>
          </p:nvPr>
        </p:nvSpPr>
        <p:spPr bwMode="gray">
          <a:xfrm>
            <a:off x="551384" y="476672"/>
            <a:ext cx="4428000" cy="736945"/>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561343898"/>
      </p:ext>
    </p:extLst>
  </p:cSld>
  <p:clrMapOvr>
    <a:masterClrMapping/>
  </p:clrMapOvr>
  <p:extLst>
    <p:ext uri="{DCECCB84-F9BA-43D5-87BE-67443E8EF086}">
      <p15:sldGuideLst xmlns:p15="http://schemas.microsoft.com/office/powerpoint/2012/main">
        <p15:guide id="3" pos="34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white)">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9" name="Textplatzhalter 8">
            <a:extLst>
              <a:ext uri="{FF2B5EF4-FFF2-40B4-BE49-F238E27FC236}">
                <a16:creationId xmlns:a16="http://schemas.microsoft.com/office/drawing/2014/main" id="{893E3042-2834-4DDC-A64E-0471DC6D18BD}"/>
              </a:ext>
            </a:extLst>
          </p:cNvPr>
          <p:cNvSpPr>
            <a:spLocks noGrp="1"/>
          </p:cNvSpPr>
          <p:nvPr>
            <p:ph type="body" sz="quarter" idx="19" hasCustomPrompt="1"/>
          </p:nvPr>
        </p:nvSpPr>
        <p:spPr bwMode="gray">
          <a:xfrm>
            <a:off x="407987" y="1845304"/>
            <a:ext cx="8783637" cy="4320000"/>
          </a:xfrm>
        </p:spPr>
        <p:txBody>
          <a:bodyPr/>
          <a:lstStyle>
            <a:lvl1pPr marL="720000" indent="-720000">
              <a:buClrTx/>
              <a:buFont typeface="+mj-lt"/>
              <a:buAutoNum type="arabicPeriod"/>
              <a:defRPr sz="2200" b="1">
                <a:solidFill>
                  <a:schemeClr val="tx1"/>
                </a:solidFill>
                <a:latin typeface="+mj-lt"/>
              </a:defRPr>
            </a:lvl1pPr>
            <a:lvl2pPr marL="720000" indent="-720000">
              <a:buClr>
                <a:schemeClr val="accent5"/>
              </a:buClr>
              <a:buFont typeface="+mj-lt"/>
              <a:buAutoNum type="arabicPeriod"/>
              <a:defRPr sz="2200" b="1">
                <a:solidFill>
                  <a:schemeClr val="accent5"/>
                </a:solidFill>
                <a:latin typeface="+mj-lt"/>
              </a:defRPr>
            </a:lvl2pPr>
            <a:lvl3pPr marL="720000" indent="-720000">
              <a:buClr>
                <a:schemeClr val="accent5"/>
              </a:buClr>
              <a:buFont typeface="+mj-lt"/>
              <a:buAutoNum type="arabicPeriod"/>
              <a:defRPr sz="2200" b="1">
                <a:solidFill>
                  <a:schemeClr val="accent5"/>
                </a:solidFill>
                <a:latin typeface="+mj-lt"/>
              </a:defRPr>
            </a:lvl3pPr>
            <a:lvl4pPr marL="720000" indent="-720000">
              <a:buClr>
                <a:schemeClr val="accent5"/>
              </a:buClr>
              <a:buFont typeface="+mj-lt"/>
              <a:buAutoNum type="arabicPeriod"/>
              <a:defRPr sz="2200" b="1">
                <a:solidFill>
                  <a:schemeClr val="accent5"/>
                </a:solidFill>
                <a:latin typeface="+mj-lt"/>
              </a:defRPr>
            </a:lvl4pPr>
            <a:lvl5pPr marL="720000" indent="-720000">
              <a:buClr>
                <a:schemeClr val="accent5"/>
              </a:buClr>
              <a:buFont typeface="+mj-lt"/>
              <a:buAutoNum type="arabicPeriod"/>
              <a:defRPr sz="2200" b="1">
                <a:solidFill>
                  <a:schemeClr val="accent5"/>
                </a:solidFill>
                <a:latin typeface="+mj-lt"/>
              </a:defRPr>
            </a:lvl5pPr>
            <a:lvl6pPr marL="720000" indent="-720000">
              <a:buClr>
                <a:schemeClr val="accent5"/>
              </a:buClr>
              <a:buFont typeface="+mj-lt"/>
              <a:buAutoNum type="arabicPeriod"/>
              <a:defRPr sz="2200" b="1">
                <a:solidFill>
                  <a:schemeClr val="accent5"/>
                </a:solidFill>
                <a:latin typeface="+mj-lt"/>
              </a:defRPr>
            </a:lvl6pPr>
            <a:lvl7pPr marL="720000" indent="-720000">
              <a:buClr>
                <a:schemeClr val="accent5"/>
              </a:buClr>
              <a:buFont typeface="+mj-lt"/>
              <a:buAutoNum type="arabicPeriod"/>
              <a:defRPr sz="2200" b="1">
                <a:solidFill>
                  <a:schemeClr val="accent5"/>
                </a:solidFill>
                <a:latin typeface="+mj-lt"/>
              </a:defRPr>
            </a:lvl7pPr>
            <a:lvl8pPr marL="720000" indent="-720000">
              <a:buClr>
                <a:schemeClr val="accent5"/>
              </a:buClr>
              <a:buFont typeface="+mj-lt"/>
              <a:buAutoNum type="arabicPeriod"/>
              <a:defRPr sz="2200" b="1">
                <a:solidFill>
                  <a:schemeClr val="accent5"/>
                </a:solidFill>
                <a:latin typeface="+mj-lt"/>
              </a:defRPr>
            </a:lvl8pPr>
            <a:lvl9pPr marL="720000" indent="-720000">
              <a:buClr>
                <a:schemeClr val="accent5"/>
              </a:buClr>
              <a:buFont typeface="+mj-lt"/>
              <a:buAutoNum type="arabicPeriod"/>
              <a:defRPr sz="2200" b="1">
                <a:solidFill>
                  <a:schemeClr val="accent5"/>
                </a:solidFill>
                <a:latin typeface="+mj-lt"/>
              </a:defRPr>
            </a:lvl9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3" name="Titel 2">
            <a:extLst>
              <a:ext uri="{FF2B5EF4-FFF2-40B4-BE49-F238E27FC236}">
                <a16:creationId xmlns:a16="http://schemas.microsoft.com/office/drawing/2014/main" id="{9D17DDDE-70C0-4770-BAE0-FCA995076005}"/>
              </a:ext>
            </a:extLst>
          </p:cNvPr>
          <p:cNvSpPr>
            <a:spLocks noGrp="1"/>
          </p:cNvSpPr>
          <p:nvPr>
            <p:ph type="title" hasCustomPrompt="1"/>
          </p:nvPr>
        </p:nvSpPr>
        <p:spPr bwMode="gray"/>
        <p:txBody>
          <a:bodyPr/>
          <a:lstStyle>
            <a:lvl1pPr>
              <a:defRPr/>
            </a:lvl1pPr>
          </a:lstStyle>
          <a:p>
            <a:r>
              <a:rPr lang="en-US"/>
              <a:t>Add title</a:t>
            </a:r>
          </a:p>
        </p:txBody>
      </p:sp>
      <p:sp>
        <p:nvSpPr>
          <p:cNvPr id="6" name="Fußzeilenplatzhalter 5">
            <a:extLst>
              <a:ext uri="{FF2B5EF4-FFF2-40B4-BE49-F238E27FC236}">
                <a16:creationId xmlns:a16="http://schemas.microsoft.com/office/drawing/2014/main" id="{3F2AAC94-F809-4B15-967C-0AC4A187E840}"/>
              </a:ext>
            </a:extLst>
          </p:cNvPr>
          <p:cNvSpPr>
            <a:spLocks noGrp="1"/>
          </p:cNvSpPr>
          <p:nvPr>
            <p:ph type="ftr" sz="quarter" idx="20"/>
          </p:nvPr>
        </p:nvSpPr>
        <p:spPr bwMode="gray"/>
        <p:txBody>
          <a:bodyPr/>
          <a:lstStyle/>
          <a:p>
            <a:r>
              <a:rPr lang="en-US"/>
              <a:t>DB SCHENKER | Claudia Chen | AM | Date June 22, 2020</a:t>
            </a:r>
          </a:p>
        </p:txBody>
      </p:sp>
    </p:spTree>
    <p:extLst>
      <p:ext uri="{BB962C8B-B14F-4D97-AF65-F5344CB8AC3E}">
        <p14:creationId xmlns:p14="http://schemas.microsoft.com/office/powerpoint/2010/main" val="1012812257"/>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79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teal)">
    <p:bg>
      <p:bgPr>
        <a:solidFill>
          <a:schemeClr val="bg2"/>
        </a:solidFill>
        <a:effectLst/>
      </p:bgPr>
    </p:bg>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bg1"/>
                </a:solidFill>
              </a:defRPr>
            </a:lvl1pPr>
          </a:lstStyle>
          <a:p>
            <a:fld id="{913D9F7D-0C28-4C21-AA99-7C67E34F632A}" type="slidenum">
              <a:rPr lang="en-US" smtClean="0"/>
              <a:pPr/>
              <a:t>‹#›</a:t>
            </a:fld>
            <a:endParaRPr lang="en-US"/>
          </a:p>
        </p:txBody>
      </p:sp>
      <p:sp>
        <p:nvSpPr>
          <p:cNvPr id="9" name="Textplatzhalter 8">
            <a:extLst>
              <a:ext uri="{FF2B5EF4-FFF2-40B4-BE49-F238E27FC236}">
                <a16:creationId xmlns:a16="http://schemas.microsoft.com/office/drawing/2014/main" id="{893E3042-2834-4DDC-A64E-0471DC6D18BD}"/>
              </a:ext>
            </a:extLst>
          </p:cNvPr>
          <p:cNvSpPr>
            <a:spLocks noGrp="1"/>
          </p:cNvSpPr>
          <p:nvPr>
            <p:ph type="body" sz="quarter" idx="19" hasCustomPrompt="1"/>
          </p:nvPr>
        </p:nvSpPr>
        <p:spPr bwMode="gray">
          <a:xfrm>
            <a:off x="407987" y="1845304"/>
            <a:ext cx="8783637" cy="4320000"/>
          </a:xfrm>
        </p:spPr>
        <p:txBody>
          <a:bodyPr/>
          <a:lstStyle>
            <a:lvl1pPr marL="720000" indent="-720000">
              <a:buClrTx/>
              <a:buFont typeface="+mj-lt"/>
              <a:buAutoNum type="arabicPeriod"/>
              <a:defRPr sz="2200" b="1">
                <a:solidFill>
                  <a:schemeClr val="bg1"/>
                </a:solidFill>
                <a:latin typeface="+mj-lt"/>
              </a:defRPr>
            </a:lvl1pPr>
            <a:lvl2pPr marL="720000" indent="-720000">
              <a:buClr>
                <a:schemeClr val="accent2"/>
              </a:buClr>
              <a:buFont typeface="+mj-lt"/>
              <a:buAutoNum type="arabicPeriod"/>
              <a:defRPr sz="2200" b="1">
                <a:solidFill>
                  <a:schemeClr val="accent2"/>
                </a:solidFill>
                <a:latin typeface="+mj-lt"/>
              </a:defRPr>
            </a:lvl2pPr>
            <a:lvl3pPr marL="720000" indent="-720000">
              <a:buClr>
                <a:schemeClr val="accent2"/>
              </a:buClr>
              <a:buFont typeface="+mj-lt"/>
              <a:buAutoNum type="arabicPeriod"/>
              <a:defRPr sz="2200" b="1">
                <a:solidFill>
                  <a:schemeClr val="accent2"/>
                </a:solidFill>
                <a:latin typeface="+mj-lt"/>
              </a:defRPr>
            </a:lvl3pPr>
            <a:lvl4pPr marL="720000" indent="-720000">
              <a:buClr>
                <a:schemeClr val="accent2"/>
              </a:buClr>
              <a:buFont typeface="+mj-lt"/>
              <a:buAutoNum type="arabicPeriod"/>
              <a:defRPr sz="2200" b="1">
                <a:solidFill>
                  <a:schemeClr val="accent2"/>
                </a:solidFill>
                <a:latin typeface="+mj-lt"/>
              </a:defRPr>
            </a:lvl4pPr>
            <a:lvl5pPr marL="720000" indent="-720000">
              <a:buClr>
                <a:schemeClr val="accent2"/>
              </a:buClr>
              <a:buFont typeface="+mj-lt"/>
              <a:buAutoNum type="arabicPeriod"/>
              <a:defRPr sz="2200" b="1">
                <a:solidFill>
                  <a:schemeClr val="accent2"/>
                </a:solidFill>
                <a:latin typeface="+mj-lt"/>
              </a:defRPr>
            </a:lvl5pPr>
            <a:lvl6pPr marL="720000" indent="-720000">
              <a:buClr>
                <a:schemeClr val="accent2"/>
              </a:buClr>
              <a:buFont typeface="+mj-lt"/>
              <a:buAutoNum type="arabicPeriod"/>
              <a:defRPr sz="2200" b="1">
                <a:solidFill>
                  <a:schemeClr val="accent2"/>
                </a:solidFill>
                <a:latin typeface="+mj-lt"/>
              </a:defRPr>
            </a:lvl6pPr>
            <a:lvl7pPr marL="720000" indent="-720000">
              <a:buClr>
                <a:schemeClr val="accent2"/>
              </a:buClr>
              <a:buFont typeface="+mj-lt"/>
              <a:buAutoNum type="arabicPeriod"/>
              <a:defRPr sz="2200" b="1">
                <a:solidFill>
                  <a:schemeClr val="accent2"/>
                </a:solidFill>
                <a:latin typeface="+mj-lt"/>
              </a:defRPr>
            </a:lvl7pPr>
            <a:lvl8pPr marL="720000" indent="-720000">
              <a:buClr>
                <a:schemeClr val="accent2"/>
              </a:buClr>
              <a:buFont typeface="+mj-lt"/>
              <a:buAutoNum type="arabicPeriod"/>
              <a:defRPr sz="2200" b="1">
                <a:solidFill>
                  <a:schemeClr val="accent2"/>
                </a:solidFill>
                <a:latin typeface="+mj-lt"/>
              </a:defRPr>
            </a:lvl8pPr>
            <a:lvl9pPr marL="720000" indent="-720000">
              <a:buClr>
                <a:schemeClr val="accent2"/>
              </a:buClr>
              <a:buFont typeface="+mj-lt"/>
              <a:buAutoNum type="arabicPeriod"/>
              <a:defRPr sz="2200" b="1">
                <a:solidFill>
                  <a:schemeClr val="accent2"/>
                </a:solidFill>
                <a:latin typeface="+mj-lt"/>
              </a:defRPr>
            </a:lvl9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3" name="Titel 2">
            <a:extLst>
              <a:ext uri="{FF2B5EF4-FFF2-40B4-BE49-F238E27FC236}">
                <a16:creationId xmlns:a16="http://schemas.microsoft.com/office/drawing/2014/main" id="{9D17DDDE-70C0-4770-BAE0-FCA995076005}"/>
              </a:ext>
            </a:extLst>
          </p:cNvPr>
          <p:cNvSpPr>
            <a:spLocks noGrp="1"/>
          </p:cNvSpPr>
          <p:nvPr>
            <p:ph type="title" hasCustomPrompt="1"/>
          </p:nvPr>
        </p:nvSpPr>
        <p:spPr bwMode="gray"/>
        <p:txBody>
          <a:bodyPr/>
          <a:lstStyle>
            <a:lvl1pPr>
              <a:defRPr>
                <a:solidFill>
                  <a:schemeClr val="bg1"/>
                </a:solidFill>
              </a:defRPr>
            </a:lvl1pPr>
          </a:lstStyle>
          <a:p>
            <a:r>
              <a:rPr lang="en-US"/>
              <a:t>Add title</a:t>
            </a:r>
          </a:p>
        </p:txBody>
      </p:sp>
      <p:sp>
        <p:nvSpPr>
          <p:cNvPr id="2" name="Rechteck 1">
            <a:extLst>
              <a:ext uri="{FF2B5EF4-FFF2-40B4-BE49-F238E27FC236}">
                <a16:creationId xmlns:a16="http://schemas.microsoft.com/office/drawing/2014/main" id="{27F4DA23-915A-4020-816A-5F022BF5EA41}"/>
              </a:ext>
            </a:extLst>
          </p:cNvPr>
          <p:cNvSpPr/>
          <p:nvPr userDrawn="1"/>
        </p:nvSpPr>
        <p:spPr bwMode="gray">
          <a:xfrm>
            <a:off x="9408368" y="260648"/>
            <a:ext cx="2592288" cy="8640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indent="-180975" algn="ctr">
              <a:buClr>
                <a:schemeClr val="accent2"/>
              </a:buClr>
              <a:buFont typeface="DB Sans" panose="020B0502050202020204" pitchFamily="34" charset="0"/>
              <a:buChar char="‒"/>
            </a:pPr>
            <a:endParaRPr lang="en-US" sz="1600" err="1">
              <a:solidFill>
                <a:schemeClr val="tx1"/>
              </a:solidFill>
            </a:endParaRPr>
          </a:p>
        </p:txBody>
      </p:sp>
      <p:pic>
        <p:nvPicPr>
          <p:cNvPr id="7" name="LOGO_SVG">
            <a:extLst>
              <a:ext uri="{FF2B5EF4-FFF2-40B4-BE49-F238E27FC236}">
                <a16:creationId xmlns:a16="http://schemas.microsoft.com/office/drawing/2014/main" id="{D7ADC61D-8518-4268-91B3-02C52DF4E67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gray">
          <a:xfrm>
            <a:off x="9552384" y="392704"/>
            <a:ext cx="2232000" cy="372000"/>
          </a:xfrm>
          <a:prstGeom prst="rect">
            <a:avLst/>
          </a:prstGeom>
        </p:spPr>
      </p:pic>
      <p:sp>
        <p:nvSpPr>
          <p:cNvPr id="8" name="Fußzeilenplatzhalter 7">
            <a:extLst>
              <a:ext uri="{FF2B5EF4-FFF2-40B4-BE49-F238E27FC236}">
                <a16:creationId xmlns:a16="http://schemas.microsoft.com/office/drawing/2014/main" id="{ABB985E6-E753-4002-A892-A8EBE06C8818}"/>
              </a:ext>
            </a:extLst>
          </p:cNvPr>
          <p:cNvSpPr>
            <a:spLocks noGrp="1"/>
          </p:cNvSpPr>
          <p:nvPr>
            <p:ph type="ftr" sz="quarter" idx="20"/>
          </p:nvPr>
        </p:nvSpPr>
        <p:spPr bwMode="gray"/>
        <p:txBody>
          <a:bodyPr/>
          <a:lstStyle>
            <a:lvl1pPr>
              <a:defRPr>
                <a:solidFill>
                  <a:schemeClr val="bg1"/>
                </a:solidFill>
              </a:defRPr>
            </a:lvl1pPr>
          </a:lstStyle>
          <a:p>
            <a:r>
              <a:rPr lang="en-US"/>
              <a:t>DB SCHENKER | Claudia Chen | AM | Date June 22, 2020</a:t>
            </a:r>
          </a:p>
        </p:txBody>
      </p:sp>
    </p:spTree>
    <p:extLst>
      <p:ext uri="{BB962C8B-B14F-4D97-AF65-F5344CB8AC3E}">
        <p14:creationId xmlns:p14="http://schemas.microsoft.com/office/powerpoint/2010/main" val="3986411952"/>
      </p:ext>
    </p:extLst>
  </p:cSld>
  <p:clrMapOvr>
    <a:masterClrMapping/>
  </p:clrMapOvr>
  <p:extLst>
    <p:ext uri="{DCECCB84-F9BA-43D5-87BE-67443E8EF086}">
      <p15:sldGuideLst xmlns:p15="http://schemas.microsoft.com/office/powerpoint/2012/main">
        <p15:guide id="1" orient="horz" pos="1162">
          <p15:clr>
            <a:srgbClr val="FBAE40"/>
          </p15:clr>
        </p15:guide>
        <p15:guide id="2" pos="579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781A4A5E-2807-402D-B467-A484D30900B8}"/>
              </a:ext>
            </a:extLst>
          </p:cNvPr>
          <p:cNvSpPr>
            <a:spLocks noGrp="1"/>
          </p:cNvSpPr>
          <p:nvPr>
            <p:ph type="pic" sz="quarter" idx="20" hasCustomPrompt="1"/>
          </p:nvPr>
        </p:nvSpPr>
        <p:spPr bwMode="gray">
          <a:xfrm>
            <a:off x="0" y="0"/>
            <a:ext cx="12192000" cy="6858000"/>
          </a:xfrm>
          <a:noFill/>
        </p:spPr>
        <p:txBody>
          <a:bodyPr bIns="1584000" anchor="ctr" anchorCtr="0"/>
          <a:lstStyle>
            <a:lvl1pPr algn="ctr">
              <a:defRPr/>
            </a:lvl1pPr>
          </a:lstStyle>
          <a:p>
            <a:r>
              <a:rPr lang="en-US"/>
              <a:t>Add image by clicking icon</a:t>
            </a:r>
          </a:p>
        </p:txBody>
      </p:sp>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9" name="Textplatzhalter 8">
            <a:extLst>
              <a:ext uri="{FF2B5EF4-FFF2-40B4-BE49-F238E27FC236}">
                <a16:creationId xmlns:a16="http://schemas.microsoft.com/office/drawing/2014/main" id="{893E3042-2834-4DDC-A64E-0471DC6D18BD}"/>
              </a:ext>
            </a:extLst>
          </p:cNvPr>
          <p:cNvSpPr>
            <a:spLocks noGrp="1"/>
          </p:cNvSpPr>
          <p:nvPr>
            <p:ph type="body" sz="quarter" idx="19" hasCustomPrompt="1"/>
          </p:nvPr>
        </p:nvSpPr>
        <p:spPr bwMode="gray">
          <a:xfrm>
            <a:off x="407987" y="1845304"/>
            <a:ext cx="8783637" cy="4320000"/>
          </a:xfrm>
        </p:spPr>
        <p:txBody>
          <a:bodyPr/>
          <a:lstStyle>
            <a:lvl1pPr marL="720000" indent="-720000">
              <a:buClrTx/>
              <a:buFont typeface="+mj-lt"/>
              <a:buAutoNum type="arabicPeriod"/>
              <a:defRPr sz="2200" b="1">
                <a:solidFill>
                  <a:schemeClr val="tx1"/>
                </a:solidFill>
                <a:latin typeface="+mj-lt"/>
              </a:defRPr>
            </a:lvl1pPr>
            <a:lvl2pPr marL="720000" indent="-720000">
              <a:buClr>
                <a:schemeClr val="accent5"/>
              </a:buClr>
              <a:buFont typeface="+mj-lt"/>
              <a:buAutoNum type="arabicPeriod"/>
              <a:defRPr sz="2200" b="1">
                <a:solidFill>
                  <a:schemeClr val="accent5"/>
                </a:solidFill>
                <a:latin typeface="+mj-lt"/>
              </a:defRPr>
            </a:lvl2pPr>
            <a:lvl3pPr marL="720000" indent="-720000">
              <a:buClr>
                <a:schemeClr val="accent5"/>
              </a:buClr>
              <a:buFont typeface="+mj-lt"/>
              <a:buAutoNum type="arabicPeriod"/>
              <a:defRPr sz="2200" b="1">
                <a:solidFill>
                  <a:schemeClr val="accent5"/>
                </a:solidFill>
                <a:latin typeface="+mj-lt"/>
              </a:defRPr>
            </a:lvl3pPr>
            <a:lvl4pPr marL="720000" indent="-720000">
              <a:buClr>
                <a:schemeClr val="accent5"/>
              </a:buClr>
              <a:buFont typeface="+mj-lt"/>
              <a:buAutoNum type="arabicPeriod"/>
              <a:defRPr sz="2200" b="1">
                <a:solidFill>
                  <a:schemeClr val="accent5"/>
                </a:solidFill>
                <a:latin typeface="+mj-lt"/>
              </a:defRPr>
            </a:lvl4pPr>
            <a:lvl5pPr marL="720000" indent="-720000">
              <a:buClr>
                <a:schemeClr val="accent5"/>
              </a:buClr>
              <a:buFont typeface="+mj-lt"/>
              <a:buAutoNum type="arabicPeriod"/>
              <a:defRPr sz="2200" b="1">
                <a:solidFill>
                  <a:schemeClr val="accent5"/>
                </a:solidFill>
                <a:latin typeface="+mj-lt"/>
              </a:defRPr>
            </a:lvl5pPr>
            <a:lvl6pPr marL="720000" indent="-720000">
              <a:buClr>
                <a:schemeClr val="accent5"/>
              </a:buClr>
              <a:buFont typeface="+mj-lt"/>
              <a:buAutoNum type="arabicPeriod"/>
              <a:defRPr sz="2200" b="1">
                <a:solidFill>
                  <a:schemeClr val="accent5"/>
                </a:solidFill>
                <a:latin typeface="+mj-lt"/>
              </a:defRPr>
            </a:lvl6pPr>
            <a:lvl7pPr marL="720000" indent="-720000">
              <a:buClr>
                <a:schemeClr val="accent5"/>
              </a:buClr>
              <a:buFont typeface="+mj-lt"/>
              <a:buAutoNum type="arabicPeriod"/>
              <a:defRPr sz="2200" b="1">
                <a:solidFill>
                  <a:schemeClr val="accent5"/>
                </a:solidFill>
                <a:latin typeface="+mj-lt"/>
              </a:defRPr>
            </a:lvl7pPr>
            <a:lvl8pPr marL="720000" indent="-720000">
              <a:buClr>
                <a:schemeClr val="accent5"/>
              </a:buClr>
              <a:buFont typeface="+mj-lt"/>
              <a:buAutoNum type="arabicPeriod"/>
              <a:defRPr sz="2200" b="1">
                <a:solidFill>
                  <a:schemeClr val="accent5"/>
                </a:solidFill>
                <a:latin typeface="+mj-lt"/>
              </a:defRPr>
            </a:lvl8pPr>
            <a:lvl9pPr marL="720000" indent="-720000">
              <a:buClr>
                <a:schemeClr val="accent5"/>
              </a:buClr>
              <a:buFont typeface="+mj-lt"/>
              <a:buAutoNum type="arabicPeriod"/>
              <a:defRPr sz="2200" b="1">
                <a:solidFill>
                  <a:schemeClr val="accent5"/>
                </a:solidFill>
                <a:latin typeface="+mj-lt"/>
              </a:defRPr>
            </a:lvl9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3" name="Titel 2">
            <a:extLst>
              <a:ext uri="{FF2B5EF4-FFF2-40B4-BE49-F238E27FC236}">
                <a16:creationId xmlns:a16="http://schemas.microsoft.com/office/drawing/2014/main" id="{9D17DDDE-70C0-4770-BAE0-FCA995076005}"/>
              </a:ext>
            </a:extLst>
          </p:cNvPr>
          <p:cNvSpPr>
            <a:spLocks noGrp="1"/>
          </p:cNvSpPr>
          <p:nvPr>
            <p:ph type="title" hasCustomPrompt="1"/>
          </p:nvPr>
        </p:nvSpPr>
        <p:spPr bwMode="gray"/>
        <p:txBody>
          <a:bodyPr/>
          <a:lstStyle>
            <a:lvl1pPr>
              <a:defRPr>
                <a:solidFill>
                  <a:schemeClr val="tx1"/>
                </a:solidFill>
              </a:defRPr>
            </a:lvl1pPr>
          </a:lstStyle>
          <a:p>
            <a:r>
              <a:rPr lang="en-US"/>
              <a:t>Add title</a:t>
            </a:r>
          </a:p>
        </p:txBody>
      </p:sp>
      <p:sp>
        <p:nvSpPr>
          <p:cNvPr id="12" name="Textplatzhalter 11">
            <a:extLst>
              <a:ext uri="{FF2B5EF4-FFF2-40B4-BE49-F238E27FC236}">
                <a16:creationId xmlns:a16="http://schemas.microsoft.com/office/drawing/2014/main" id="{C6C07878-57FB-417A-B7D6-48A92A3D7B30}"/>
              </a:ext>
            </a:extLst>
          </p:cNvPr>
          <p:cNvSpPr>
            <a:spLocks noGrp="1"/>
          </p:cNvSpPr>
          <p:nvPr>
            <p:ph type="body" sz="quarter" idx="21" hasCustomPrompt="1"/>
          </p:nvPr>
        </p:nvSpPr>
        <p:spPr bwMode="gray">
          <a:xfrm>
            <a:off x="9552384" y="3927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tabLst/>
              <a:defRPr sz="100">
                <a:noFill/>
              </a:defRPr>
            </a:lvl1pPr>
            <a:lvl2pPr marL="0" indent="0">
              <a:buFontTx/>
              <a:buNone/>
              <a:tabLst/>
              <a:defRPr sz="100"/>
            </a:lvl2pPr>
            <a:lvl3pPr marL="0" indent="0">
              <a:buFontTx/>
              <a:buNone/>
              <a:tabLst/>
              <a:defRPr sz="100"/>
            </a:lvl3pPr>
            <a:lvl4pPr marL="0" indent="0">
              <a:buFontTx/>
              <a:buNone/>
              <a:tabLst/>
              <a:defRPr sz="100"/>
            </a:lvl4pPr>
            <a:lvl5pPr marL="0" indent="0">
              <a:buFontTx/>
              <a:buNone/>
              <a:tabLst/>
              <a:defRPr sz="100"/>
            </a:lvl5pPr>
            <a:lvl6pPr marL="0" indent="0">
              <a:buFontTx/>
              <a:buNone/>
              <a:tabLst/>
              <a:defRPr sz="100"/>
            </a:lvl6pPr>
            <a:lvl7pPr marL="0" indent="0">
              <a:buFontTx/>
              <a:buNone/>
              <a:tabLst/>
              <a:defRPr sz="100"/>
            </a:lvl7pPr>
            <a:lvl8pPr marL="0" indent="0">
              <a:buFontTx/>
              <a:buNone/>
              <a:tabLst/>
              <a:defRPr sz="100"/>
            </a:lvl8pPr>
            <a:lvl9pPr marL="0" indent="0">
              <a:buFontTx/>
              <a:buNone/>
              <a:tabLst/>
              <a:defRPr sz="100"/>
            </a:lvl9pPr>
          </a:lstStyle>
          <a:p>
            <a:pPr lvl="0"/>
            <a:r>
              <a:rPr lang="en-US"/>
              <a:t>Click to edit Master text styles</a:t>
            </a:r>
          </a:p>
        </p:txBody>
      </p:sp>
      <p:sp>
        <p:nvSpPr>
          <p:cNvPr id="6" name="Textplatzhalter 5">
            <a:extLst>
              <a:ext uri="{FF2B5EF4-FFF2-40B4-BE49-F238E27FC236}">
                <a16:creationId xmlns:a16="http://schemas.microsoft.com/office/drawing/2014/main" id="{54103BE4-83E4-494B-8B6A-7DA9626863D4}"/>
              </a:ext>
            </a:extLst>
          </p:cNvPr>
          <p:cNvSpPr>
            <a:spLocks noGrp="1"/>
          </p:cNvSpPr>
          <p:nvPr>
            <p:ph type="body" sz="quarter" idx="22" hasCustomPrompt="1"/>
          </p:nvPr>
        </p:nvSpPr>
        <p:spPr bwMode="gray">
          <a:xfrm>
            <a:off x="11244632" y="6471344"/>
            <a:ext cx="540000" cy="54000"/>
          </a:xfrm>
          <a:prstGeom prst="roundRect">
            <a:avLst>
              <a:gd name="adj" fmla="val 50000"/>
            </a:avLst>
          </a:prstGeom>
          <a:solidFill>
            <a:schemeClr val="tx2"/>
          </a:solidFill>
        </p:spPr>
        <p:txBody>
          <a:bodyPr/>
          <a:lstStyle>
            <a:lvl1pPr marL="0" indent="0">
              <a:buFontTx/>
              <a:buNone/>
              <a:defRPr sz="100">
                <a:noFill/>
              </a:defRPr>
            </a:lvl1pPr>
            <a:lvl2pPr marL="0" indent="0">
              <a:buFontTx/>
              <a:buNone/>
              <a:defRPr sz="100">
                <a:noFill/>
              </a:defRPr>
            </a:lvl2pPr>
            <a:lvl3pPr marL="0" indent="0">
              <a:buFontTx/>
              <a:buNone/>
              <a:defRPr sz="100">
                <a:noFill/>
              </a:defRPr>
            </a:lvl3pPr>
            <a:lvl4pPr marL="0" indent="0">
              <a:buFontTx/>
              <a:buNone/>
              <a:defRPr sz="100">
                <a:noFill/>
              </a:defRPr>
            </a:lvl4pPr>
            <a:lvl5pPr marL="0" indent="0">
              <a:buFontTx/>
              <a:buNone/>
              <a:defRPr sz="100">
                <a:noFill/>
              </a:defRPr>
            </a:lvl5pPr>
            <a:lvl6pPr marL="0" indent="0">
              <a:buFontTx/>
              <a:buNone/>
              <a:defRPr sz="100">
                <a:noFill/>
              </a:defRPr>
            </a:lvl6pPr>
            <a:lvl7pPr marL="0" indent="0">
              <a:buFontTx/>
              <a:buNone/>
              <a:defRPr sz="100">
                <a:noFill/>
              </a:defRPr>
            </a:lvl7pPr>
            <a:lvl8pPr marL="0" indent="0">
              <a:buFontTx/>
              <a:buNone/>
              <a:defRPr sz="100">
                <a:noFill/>
              </a:defRPr>
            </a:lvl8pPr>
            <a:lvl9pPr marL="0" indent="0">
              <a:buFontTx/>
              <a:buNone/>
              <a:defRPr sz="100">
                <a:noFill/>
              </a:defRPr>
            </a:lvl9pPr>
          </a:lstStyle>
          <a:p>
            <a:pPr lvl="0"/>
            <a:r>
              <a:rPr lang="en-US"/>
              <a:t>Click to edit Master text styles</a:t>
            </a:r>
          </a:p>
        </p:txBody>
      </p:sp>
      <p:sp>
        <p:nvSpPr>
          <p:cNvPr id="2" name="Fußzeilenplatzhalter 1">
            <a:extLst>
              <a:ext uri="{FF2B5EF4-FFF2-40B4-BE49-F238E27FC236}">
                <a16:creationId xmlns:a16="http://schemas.microsoft.com/office/drawing/2014/main" id="{3564909A-A609-4C51-8E16-8235E2EF1A62}"/>
              </a:ext>
            </a:extLst>
          </p:cNvPr>
          <p:cNvSpPr>
            <a:spLocks noGrp="1"/>
          </p:cNvSpPr>
          <p:nvPr>
            <p:ph type="ftr" sz="quarter" idx="23"/>
          </p:nvPr>
        </p:nvSpPr>
        <p:spPr bwMode="gray"/>
        <p:txBody>
          <a:bodyPr/>
          <a:lstStyle/>
          <a:p>
            <a:r>
              <a:rPr lang="en-US"/>
              <a:t>DB SCHENKER | Claudia Chen | AM | Date June 22, 2020</a:t>
            </a:r>
          </a:p>
        </p:txBody>
      </p:sp>
    </p:spTree>
    <p:extLst>
      <p:ext uri="{BB962C8B-B14F-4D97-AF65-F5344CB8AC3E}">
        <p14:creationId xmlns:p14="http://schemas.microsoft.com/office/powerpoint/2010/main" val="4158043181"/>
      </p:ext>
    </p:extLst>
  </p:cSld>
  <p:clrMapOvr>
    <a:masterClrMapping/>
  </p:clrMapOvr>
  <p:extLst>
    <p:ext uri="{DCECCB84-F9BA-43D5-87BE-67443E8EF086}">
      <p15:sldGuideLst xmlns:p15="http://schemas.microsoft.com/office/powerpoint/2012/main">
        <p15:guide id="1" orient="horz" pos="1162">
          <p15:clr>
            <a:srgbClr val="FBAE40"/>
          </p15:clr>
        </p15:guide>
        <p15:guide id="2" pos="57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icture, dark)">
    <p:bg>
      <p:bgPr>
        <a:solidFill>
          <a:schemeClr val="tx1">
            <a:alpha val="84000"/>
          </a:schemeClr>
        </a:solidFill>
        <a:effectLst/>
      </p:bgPr>
    </p:bg>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781A4A5E-2807-402D-B467-A484D30900B8}"/>
              </a:ext>
            </a:extLst>
          </p:cNvPr>
          <p:cNvSpPr>
            <a:spLocks noGrp="1"/>
          </p:cNvSpPr>
          <p:nvPr>
            <p:ph type="pic" sz="quarter" idx="20" hasCustomPrompt="1"/>
          </p:nvPr>
        </p:nvSpPr>
        <p:spPr bwMode="gray">
          <a:xfrm>
            <a:off x="0" y="0"/>
            <a:ext cx="12192000" cy="6858000"/>
          </a:xfrm>
          <a:noFill/>
        </p:spPr>
        <p:txBody>
          <a:bodyPr bIns="1584000" anchor="ctr" anchorCtr="0"/>
          <a:lstStyle>
            <a:lvl1pPr algn="ctr">
              <a:defRPr>
                <a:solidFill>
                  <a:schemeClr val="bg1"/>
                </a:solidFill>
              </a:defRPr>
            </a:lvl1pPr>
          </a:lstStyle>
          <a:p>
            <a:r>
              <a:rPr lang="en-US"/>
              <a:t>Add image by clicking icon</a:t>
            </a:r>
          </a:p>
        </p:txBody>
      </p:sp>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bg1"/>
                </a:solidFill>
              </a:defRPr>
            </a:lvl1pPr>
          </a:lstStyle>
          <a:p>
            <a:fld id="{913D9F7D-0C28-4C21-AA99-7C67E34F632A}" type="slidenum">
              <a:rPr lang="en-US" smtClean="0"/>
              <a:pPr/>
              <a:t>‹#›</a:t>
            </a:fld>
            <a:endParaRPr lang="en-US"/>
          </a:p>
        </p:txBody>
      </p:sp>
      <p:sp>
        <p:nvSpPr>
          <p:cNvPr id="9" name="Textplatzhalter 8">
            <a:extLst>
              <a:ext uri="{FF2B5EF4-FFF2-40B4-BE49-F238E27FC236}">
                <a16:creationId xmlns:a16="http://schemas.microsoft.com/office/drawing/2014/main" id="{893E3042-2834-4DDC-A64E-0471DC6D18BD}"/>
              </a:ext>
            </a:extLst>
          </p:cNvPr>
          <p:cNvSpPr>
            <a:spLocks noGrp="1"/>
          </p:cNvSpPr>
          <p:nvPr>
            <p:ph type="body" sz="quarter" idx="19" hasCustomPrompt="1"/>
          </p:nvPr>
        </p:nvSpPr>
        <p:spPr bwMode="gray">
          <a:xfrm>
            <a:off x="407987" y="1845304"/>
            <a:ext cx="8783637" cy="4320000"/>
          </a:xfrm>
        </p:spPr>
        <p:txBody>
          <a:bodyPr/>
          <a:lstStyle>
            <a:lvl1pPr marL="720000" indent="-720000">
              <a:buClrTx/>
              <a:buFont typeface="+mj-lt"/>
              <a:buAutoNum type="arabicPeriod"/>
              <a:defRPr sz="2200" b="1">
                <a:solidFill>
                  <a:schemeClr val="bg1"/>
                </a:solidFill>
                <a:latin typeface="+mj-lt"/>
              </a:defRPr>
            </a:lvl1pPr>
            <a:lvl2pPr marL="720000" indent="-720000">
              <a:buClr>
                <a:schemeClr val="accent6"/>
              </a:buClr>
              <a:buFont typeface="+mj-lt"/>
              <a:buAutoNum type="arabicPeriod"/>
              <a:defRPr sz="2200" b="1">
                <a:solidFill>
                  <a:schemeClr val="accent6"/>
                </a:solidFill>
                <a:latin typeface="+mj-lt"/>
              </a:defRPr>
            </a:lvl2pPr>
            <a:lvl3pPr marL="720000" indent="-720000">
              <a:buClr>
                <a:schemeClr val="accent6"/>
              </a:buClr>
              <a:buFont typeface="+mj-lt"/>
              <a:buAutoNum type="arabicPeriod"/>
              <a:defRPr sz="2200" b="1">
                <a:solidFill>
                  <a:schemeClr val="accent6"/>
                </a:solidFill>
                <a:latin typeface="+mj-lt"/>
              </a:defRPr>
            </a:lvl3pPr>
            <a:lvl4pPr marL="720000" indent="-720000">
              <a:buClr>
                <a:schemeClr val="accent6"/>
              </a:buClr>
              <a:buFont typeface="+mj-lt"/>
              <a:buAutoNum type="arabicPeriod"/>
              <a:defRPr sz="2200" b="1">
                <a:solidFill>
                  <a:schemeClr val="accent6"/>
                </a:solidFill>
                <a:latin typeface="+mj-lt"/>
              </a:defRPr>
            </a:lvl4pPr>
            <a:lvl5pPr marL="720000" indent="-720000">
              <a:buClr>
                <a:schemeClr val="accent6"/>
              </a:buClr>
              <a:buFont typeface="+mj-lt"/>
              <a:buAutoNum type="arabicPeriod"/>
              <a:defRPr sz="2200" b="1">
                <a:solidFill>
                  <a:schemeClr val="accent6"/>
                </a:solidFill>
                <a:latin typeface="+mj-lt"/>
              </a:defRPr>
            </a:lvl5pPr>
            <a:lvl6pPr marL="720000" indent="-720000">
              <a:buClr>
                <a:schemeClr val="accent6"/>
              </a:buClr>
              <a:buFont typeface="+mj-lt"/>
              <a:buAutoNum type="arabicPeriod"/>
              <a:defRPr sz="2200" b="1">
                <a:solidFill>
                  <a:schemeClr val="accent6"/>
                </a:solidFill>
                <a:latin typeface="+mj-lt"/>
              </a:defRPr>
            </a:lvl6pPr>
            <a:lvl7pPr marL="720000" indent="-720000">
              <a:buClr>
                <a:schemeClr val="accent6"/>
              </a:buClr>
              <a:buFont typeface="+mj-lt"/>
              <a:buAutoNum type="arabicPeriod"/>
              <a:defRPr sz="2200" b="1">
                <a:solidFill>
                  <a:schemeClr val="accent6"/>
                </a:solidFill>
                <a:latin typeface="+mj-lt"/>
              </a:defRPr>
            </a:lvl7pPr>
            <a:lvl8pPr marL="720000" indent="-720000">
              <a:buClr>
                <a:schemeClr val="accent6"/>
              </a:buClr>
              <a:buFont typeface="+mj-lt"/>
              <a:buAutoNum type="arabicPeriod"/>
              <a:defRPr sz="2200" b="1">
                <a:solidFill>
                  <a:schemeClr val="accent6"/>
                </a:solidFill>
                <a:latin typeface="+mj-lt"/>
              </a:defRPr>
            </a:lvl8pPr>
            <a:lvl9pPr marL="720000" indent="-720000">
              <a:buClr>
                <a:schemeClr val="accent6"/>
              </a:buClr>
              <a:buFont typeface="+mj-lt"/>
              <a:buAutoNum type="arabicPeriod"/>
              <a:defRPr sz="2200" b="1">
                <a:solidFill>
                  <a:schemeClr val="accent6"/>
                </a:solidFill>
                <a:latin typeface="+mj-lt"/>
              </a:defRPr>
            </a:lvl9pPr>
          </a:lstStyle>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3" name="Titel 2">
            <a:extLst>
              <a:ext uri="{FF2B5EF4-FFF2-40B4-BE49-F238E27FC236}">
                <a16:creationId xmlns:a16="http://schemas.microsoft.com/office/drawing/2014/main" id="{9D17DDDE-70C0-4770-BAE0-FCA995076005}"/>
              </a:ext>
            </a:extLst>
          </p:cNvPr>
          <p:cNvSpPr>
            <a:spLocks noGrp="1"/>
          </p:cNvSpPr>
          <p:nvPr>
            <p:ph type="title" hasCustomPrompt="1"/>
          </p:nvPr>
        </p:nvSpPr>
        <p:spPr bwMode="gray"/>
        <p:txBody>
          <a:bodyPr/>
          <a:lstStyle>
            <a:lvl1pPr>
              <a:defRPr>
                <a:solidFill>
                  <a:schemeClr val="bg1"/>
                </a:solidFill>
              </a:defRPr>
            </a:lvl1pPr>
          </a:lstStyle>
          <a:p>
            <a:r>
              <a:rPr lang="en-US"/>
              <a:t>Add title</a:t>
            </a:r>
          </a:p>
        </p:txBody>
      </p:sp>
      <p:sp>
        <p:nvSpPr>
          <p:cNvPr id="12" name="Textplatzhalter 11">
            <a:extLst>
              <a:ext uri="{FF2B5EF4-FFF2-40B4-BE49-F238E27FC236}">
                <a16:creationId xmlns:a16="http://schemas.microsoft.com/office/drawing/2014/main" id="{C6C07878-57FB-417A-B7D6-48A92A3D7B30}"/>
              </a:ext>
            </a:extLst>
          </p:cNvPr>
          <p:cNvSpPr>
            <a:spLocks noGrp="1"/>
          </p:cNvSpPr>
          <p:nvPr>
            <p:ph type="body" sz="quarter" idx="21" hasCustomPrompt="1"/>
          </p:nvPr>
        </p:nvSpPr>
        <p:spPr bwMode="gray">
          <a:xfrm>
            <a:off x="9552384" y="3927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tabLst/>
              <a:defRPr sz="100">
                <a:noFill/>
              </a:defRPr>
            </a:lvl1pPr>
            <a:lvl2pPr marL="0" indent="0">
              <a:buFontTx/>
              <a:buNone/>
              <a:tabLst/>
              <a:defRPr sz="100"/>
            </a:lvl2pPr>
            <a:lvl3pPr marL="0" indent="0">
              <a:buFontTx/>
              <a:buNone/>
              <a:tabLst/>
              <a:defRPr sz="100"/>
            </a:lvl3pPr>
            <a:lvl4pPr marL="0" indent="0">
              <a:buFontTx/>
              <a:buNone/>
              <a:tabLst/>
              <a:defRPr sz="100"/>
            </a:lvl4pPr>
            <a:lvl5pPr marL="0" indent="0">
              <a:buFontTx/>
              <a:buNone/>
              <a:tabLst/>
              <a:defRPr sz="100"/>
            </a:lvl5pPr>
            <a:lvl6pPr marL="0" indent="0">
              <a:buFontTx/>
              <a:buNone/>
              <a:tabLst/>
              <a:defRPr sz="100"/>
            </a:lvl6pPr>
            <a:lvl7pPr marL="0" indent="0">
              <a:buFontTx/>
              <a:buNone/>
              <a:tabLst/>
              <a:defRPr sz="100"/>
            </a:lvl7pPr>
            <a:lvl8pPr marL="0" indent="0">
              <a:buFontTx/>
              <a:buNone/>
              <a:tabLst/>
              <a:defRPr sz="100"/>
            </a:lvl8pPr>
            <a:lvl9pPr marL="0" indent="0">
              <a:buFontTx/>
              <a:buNone/>
              <a:tabLst/>
              <a:defRPr sz="100"/>
            </a:lvl9pPr>
          </a:lstStyle>
          <a:p>
            <a:pPr lvl="0"/>
            <a:r>
              <a:rPr lang="en-US"/>
              <a:t>Click to edit Master text styles</a:t>
            </a:r>
          </a:p>
        </p:txBody>
      </p:sp>
      <p:sp>
        <p:nvSpPr>
          <p:cNvPr id="15" name="Textplatzhalter 5">
            <a:extLst>
              <a:ext uri="{FF2B5EF4-FFF2-40B4-BE49-F238E27FC236}">
                <a16:creationId xmlns:a16="http://schemas.microsoft.com/office/drawing/2014/main" id="{D316CA9E-0B22-4D4B-8243-2AB621E95CD1}"/>
              </a:ext>
            </a:extLst>
          </p:cNvPr>
          <p:cNvSpPr>
            <a:spLocks noGrp="1"/>
          </p:cNvSpPr>
          <p:nvPr>
            <p:ph type="body" sz="quarter" idx="22" hasCustomPrompt="1"/>
          </p:nvPr>
        </p:nvSpPr>
        <p:spPr bwMode="gray">
          <a:xfrm>
            <a:off x="11244632" y="6471344"/>
            <a:ext cx="540000" cy="54000"/>
          </a:xfrm>
          <a:prstGeom prst="roundRect">
            <a:avLst>
              <a:gd name="adj" fmla="val 50000"/>
            </a:avLst>
          </a:prstGeom>
          <a:solidFill>
            <a:schemeClr val="tx2"/>
          </a:solidFill>
        </p:spPr>
        <p:txBody>
          <a:bodyPr/>
          <a:lstStyle>
            <a:lvl1pPr marL="0" indent="0">
              <a:buFontTx/>
              <a:buNone/>
              <a:defRPr sz="100">
                <a:noFill/>
              </a:defRPr>
            </a:lvl1pPr>
            <a:lvl2pPr marL="0" indent="0">
              <a:buFontTx/>
              <a:buNone/>
              <a:defRPr sz="100">
                <a:noFill/>
              </a:defRPr>
            </a:lvl2pPr>
            <a:lvl3pPr marL="0" indent="0">
              <a:buFontTx/>
              <a:buNone/>
              <a:defRPr sz="100">
                <a:noFill/>
              </a:defRPr>
            </a:lvl3pPr>
            <a:lvl4pPr marL="0" indent="0">
              <a:buFontTx/>
              <a:buNone/>
              <a:defRPr sz="100">
                <a:noFill/>
              </a:defRPr>
            </a:lvl4pPr>
            <a:lvl5pPr marL="0" indent="0">
              <a:buFontTx/>
              <a:buNone/>
              <a:defRPr sz="100">
                <a:noFill/>
              </a:defRPr>
            </a:lvl5pPr>
            <a:lvl6pPr marL="0" indent="0">
              <a:buFontTx/>
              <a:buNone/>
              <a:defRPr sz="100">
                <a:noFill/>
              </a:defRPr>
            </a:lvl6pPr>
            <a:lvl7pPr marL="0" indent="0">
              <a:buFontTx/>
              <a:buNone/>
              <a:defRPr sz="100">
                <a:noFill/>
              </a:defRPr>
            </a:lvl7pPr>
            <a:lvl8pPr marL="0" indent="0">
              <a:buFontTx/>
              <a:buNone/>
              <a:defRPr sz="100">
                <a:noFill/>
              </a:defRPr>
            </a:lvl8pPr>
            <a:lvl9pPr marL="0" indent="0">
              <a:buFontTx/>
              <a:buNone/>
              <a:defRPr sz="100">
                <a:noFill/>
              </a:defRPr>
            </a:lvl9pPr>
          </a:lstStyle>
          <a:p>
            <a:pPr lvl="0"/>
            <a:r>
              <a:rPr lang="en-US"/>
              <a:t>Click to edit Master text styles</a:t>
            </a:r>
          </a:p>
        </p:txBody>
      </p:sp>
      <p:sp>
        <p:nvSpPr>
          <p:cNvPr id="2" name="Fußzeilenplatzhalter 1">
            <a:extLst>
              <a:ext uri="{FF2B5EF4-FFF2-40B4-BE49-F238E27FC236}">
                <a16:creationId xmlns:a16="http://schemas.microsoft.com/office/drawing/2014/main" id="{2194559E-A880-4717-90B6-A4D08C918728}"/>
              </a:ext>
            </a:extLst>
          </p:cNvPr>
          <p:cNvSpPr>
            <a:spLocks noGrp="1"/>
          </p:cNvSpPr>
          <p:nvPr>
            <p:ph type="ftr" sz="quarter" idx="23"/>
          </p:nvPr>
        </p:nvSpPr>
        <p:spPr bwMode="gray"/>
        <p:txBody>
          <a:bodyPr/>
          <a:lstStyle>
            <a:lvl1pPr>
              <a:defRPr>
                <a:solidFill>
                  <a:schemeClr val="bg1"/>
                </a:solidFill>
              </a:defRPr>
            </a:lvl1pPr>
          </a:lstStyle>
          <a:p>
            <a:r>
              <a:rPr lang="en-US"/>
              <a:t>DB SCHENKER | Claudia Chen | AM | Date June 22, 2020</a:t>
            </a:r>
          </a:p>
        </p:txBody>
      </p:sp>
    </p:spTree>
    <p:extLst>
      <p:ext uri="{BB962C8B-B14F-4D97-AF65-F5344CB8AC3E}">
        <p14:creationId xmlns:p14="http://schemas.microsoft.com/office/powerpoint/2010/main" val="745071402"/>
      </p:ext>
    </p:extLst>
  </p:cSld>
  <p:clrMapOvr>
    <a:masterClrMapping/>
  </p:clrMapOvr>
  <p:extLst>
    <p:ext uri="{DCECCB84-F9BA-43D5-87BE-67443E8EF086}">
      <p15:sldGuideLst xmlns:p15="http://schemas.microsoft.com/office/powerpoint/2012/main">
        <p15:guide id="1" orient="horz" pos="1162">
          <p15:clr>
            <a:srgbClr val="FBAE40"/>
          </p15:clr>
        </p15:guide>
        <p15:guide id="2" pos="579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whi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a:xfrm>
            <a:off x="407988" y="1412776"/>
            <a:ext cx="11376025" cy="2160000"/>
          </a:xfrm>
        </p:spPr>
        <p:txBody>
          <a:bodyPr anchor="b"/>
          <a:lstStyle>
            <a:lvl1pPr>
              <a:defRPr sz="5400"/>
            </a:lvl1pPr>
          </a:lstStyle>
          <a:p>
            <a:r>
              <a:rPr lang="en-US"/>
              <a:t>Add chapter</a:t>
            </a:r>
          </a:p>
        </p:txBody>
      </p:sp>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p>
            <a:fld id="{913D9F7D-0C28-4C21-AA99-7C67E34F632A}" type="slidenum">
              <a:rPr lang="en-US" smtClean="0"/>
              <a:t>‹#›</a:t>
            </a:fld>
            <a:endParaRPr lang="en-US"/>
          </a:p>
        </p:txBody>
      </p:sp>
      <p:sp>
        <p:nvSpPr>
          <p:cNvPr id="9" name="Textplatzhalter 8">
            <a:extLst>
              <a:ext uri="{FF2B5EF4-FFF2-40B4-BE49-F238E27FC236}">
                <a16:creationId xmlns:a16="http://schemas.microsoft.com/office/drawing/2014/main" id="{519DF05F-72AD-4B24-A27F-095169952370}"/>
              </a:ext>
            </a:extLst>
          </p:cNvPr>
          <p:cNvSpPr>
            <a:spLocks noGrp="1"/>
          </p:cNvSpPr>
          <p:nvPr>
            <p:ph type="body" sz="quarter" idx="14" hasCustomPrompt="1"/>
          </p:nvPr>
        </p:nvSpPr>
        <p:spPr bwMode="gray">
          <a:xfrm>
            <a:off x="407988" y="3717032"/>
            <a:ext cx="5543550" cy="2448000"/>
          </a:xfrm>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a:lvl5pPr>
            <a:lvl6pPr marL="0" indent="0">
              <a:buFontTx/>
              <a:buNone/>
              <a:defRPr/>
            </a:lvl6pPr>
            <a:lvl7pPr marL="0" indent="0">
              <a:buFontTx/>
              <a:buNone/>
              <a:defRPr/>
            </a:lvl7pPr>
            <a:lvl8pPr marL="0" indent="0">
              <a:buFontTx/>
              <a:buNone/>
              <a:defRPr/>
            </a:lvl8pPr>
            <a:lvl9pPr marL="0" indent="0">
              <a:buFontTx/>
              <a:buNone/>
              <a:defRPr/>
            </a:lvl9pPr>
          </a:lstStyle>
          <a:p>
            <a:pPr lvl="0"/>
            <a:r>
              <a:rPr lang="en-US"/>
              <a:t>Add chapter description</a:t>
            </a:r>
          </a:p>
        </p:txBody>
      </p:sp>
      <p:sp>
        <p:nvSpPr>
          <p:cNvPr id="3" name="Fußzeilenplatzhalter 2">
            <a:extLst>
              <a:ext uri="{FF2B5EF4-FFF2-40B4-BE49-F238E27FC236}">
                <a16:creationId xmlns:a16="http://schemas.microsoft.com/office/drawing/2014/main" id="{855C242C-891C-484A-B58F-17858465FE5A}"/>
              </a:ext>
            </a:extLst>
          </p:cNvPr>
          <p:cNvSpPr>
            <a:spLocks noGrp="1"/>
          </p:cNvSpPr>
          <p:nvPr>
            <p:ph type="ftr" sz="quarter" idx="15"/>
          </p:nvPr>
        </p:nvSpPr>
        <p:spPr bwMode="gray"/>
        <p:txBody>
          <a:bodyPr/>
          <a:lstStyle/>
          <a:p>
            <a:r>
              <a:rPr lang="en-US"/>
              <a:t>DB SCHENKER | Claudia Chen | AM | Date June 22, 2020</a:t>
            </a:r>
          </a:p>
        </p:txBody>
      </p:sp>
    </p:spTree>
    <p:extLst>
      <p:ext uri="{BB962C8B-B14F-4D97-AF65-F5344CB8AC3E}">
        <p14:creationId xmlns:p14="http://schemas.microsoft.com/office/powerpoint/2010/main" val="4045059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slide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F8EFF006-54B8-4823-B83A-1C9F7B6FA068}"/>
              </a:ext>
            </a:extLst>
          </p:cNvPr>
          <p:cNvSpPr>
            <a:spLocks noGrp="1"/>
          </p:cNvSpPr>
          <p:nvPr>
            <p:ph type="pic" sz="quarter" idx="17" hasCustomPrompt="1"/>
          </p:nvPr>
        </p:nvSpPr>
        <p:spPr bwMode="gray">
          <a:xfrm>
            <a:off x="-1" y="0"/>
            <a:ext cx="12192001" cy="6858000"/>
          </a:xfrm>
          <a:noFill/>
        </p:spPr>
        <p:txBody>
          <a:bodyPr bIns="756000" anchor="ctr"/>
          <a:lstStyle>
            <a:lvl1pPr marL="0" indent="0" algn="ctr">
              <a:buNone/>
              <a:defRPr/>
            </a:lvl1pPr>
          </a:lstStyle>
          <a:p>
            <a:r>
              <a:rPr lang="en-US"/>
              <a:t>Add image by clicking icon</a:t>
            </a:r>
          </a:p>
        </p:txBody>
      </p:sp>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a:xfrm>
            <a:off x="406800" y="1412776"/>
            <a:ext cx="11376000" cy="2160000"/>
          </a:xfrm>
        </p:spPr>
        <p:txBody>
          <a:bodyPr anchor="b"/>
          <a:lstStyle>
            <a:lvl1pPr>
              <a:defRPr sz="5400">
                <a:solidFill>
                  <a:schemeClr val="tx1"/>
                </a:solidFill>
              </a:defRPr>
            </a:lvl1pPr>
          </a:lstStyle>
          <a:p>
            <a:r>
              <a:rPr lang="en-US"/>
              <a:t>Add chapter</a:t>
            </a:r>
          </a:p>
        </p:txBody>
      </p:sp>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9" name="Textplatzhalter 8">
            <a:extLst>
              <a:ext uri="{FF2B5EF4-FFF2-40B4-BE49-F238E27FC236}">
                <a16:creationId xmlns:a16="http://schemas.microsoft.com/office/drawing/2014/main" id="{519DF05F-72AD-4B24-A27F-095169952370}"/>
              </a:ext>
            </a:extLst>
          </p:cNvPr>
          <p:cNvSpPr>
            <a:spLocks noGrp="1"/>
          </p:cNvSpPr>
          <p:nvPr>
            <p:ph type="body" sz="quarter" idx="14" hasCustomPrompt="1"/>
          </p:nvPr>
        </p:nvSpPr>
        <p:spPr bwMode="gray">
          <a:xfrm>
            <a:off x="407368" y="3717032"/>
            <a:ext cx="5545137" cy="2448000"/>
          </a:xfrm>
        </p:spPr>
        <p:txBody>
          <a:bodyPr/>
          <a:lstStyle>
            <a:lvl1pPr marL="0" indent="0">
              <a:buFontTx/>
              <a:buNone/>
              <a:defRPr>
                <a:solidFill>
                  <a:schemeClr val="tx1"/>
                </a:solidFill>
              </a:defRPr>
            </a:lvl1pPr>
            <a:lvl2pPr marL="0" indent="0">
              <a:buFontTx/>
              <a:buNone/>
              <a:defRPr>
                <a:solidFill>
                  <a:schemeClr val="tx1"/>
                </a:solidFill>
              </a:defRPr>
            </a:lvl2pPr>
            <a:lvl3pPr marL="0" indent="0">
              <a:buFontTx/>
              <a:buNone/>
              <a:defRPr>
                <a:solidFill>
                  <a:schemeClr val="tx1"/>
                </a:solidFill>
              </a:defRPr>
            </a:lvl3pPr>
            <a:lvl4pPr marL="0" indent="0">
              <a:buFontTx/>
              <a:buNone/>
              <a:defRPr>
                <a:solidFill>
                  <a:schemeClr val="tx1"/>
                </a:solidFill>
              </a:defRPr>
            </a:lvl4pPr>
            <a:lvl5pPr marL="0" indent="0">
              <a:buFontTx/>
              <a:buNone/>
              <a:defRPr>
                <a:solidFill>
                  <a:schemeClr val="tx1"/>
                </a:solidFill>
              </a:defRPr>
            </a:lvl5pPr>
            <a:lvl6pPr marL="0" indent="0">
              <a:buFontTx/>
              <a:buNone/>
              <a:defRPr>
                <a:solidFill>
                  <a:schemeClr val="tx1"/>
                </a:solidFill>
              </a:defRPr>
            </a:lvl6pPr>
            <a:lvl7pPr marL="0" indent="0">
              <a:buFontTx/>
              <a:buNone/>
              <a:defRPr>
                <a:solidFill>
                  <a:schemeClr val="tx1"/>
                </a:solidFill>
              </a:defRPr>
            </a:lvl7pPr>
            <a:lvl8pPr marL="0" indent="0">
              <a:buFontTx/>
              <a:buNone/>
              <a:defRPr>
                <a:solidFill>
                  <a:schemeClr val="tx1"/>
                </a:solidFill>
              </a:defRPr>
            </a:lvl8pPr>
            <a:lvl9pPr marL="0" indent="0">
              <a:buFontTx/>
              <a:buNone/>
              <a:defRPr>
                <a:solidFill>
                  <a:schemeClr val="tx1"/>
                </a:solidFill>
              </a:defRPr>
            </a:lvl9pPr>
          </a:lstStyle>
          <a:p>
            <a:pPr lvl="0"/>
            <a:r>
              <a:rPr lang="en-US"/>
              <a:t>Add chapter description</a:t>
            </a:r>
          </a:p>
        </p:txBody>
      </p:sp>
      <p:sp>
        <p:nvSpPr>
          <p:cNvPr id="10" name="Textplatzhalter 6">
            <a:extLst>
              <a:ext uri="{FF2B5EF4-FFF2-40B4-BE49-F238E27FC236}">
                <a16:creationId xmlns:a16="http://schemas.microsoft.com/office/drawing/2014/main" id="{B27FFED9-1D10-457A-BB20-AF5C3651EB65}"/>
              </a:ext>
            </a:extLst>
          </p:cNvPr>
          <p:cNvSpPr>
            <a:spLocks noGrp="1"/>
          </p:cNvSpPr>
          <p:nvPr>
            <p:ph type="body" sz="quarter" idx="16" hasCustomPrompt="1"/>
          </p:nvPr>
        </p:nvSpPr>
        <p:spPr bwMode="gray">
          <a:xfrm>
            <a:off x="11244632" y="6471916"/>
            <a:ext cx="540000" cy="54000"/>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4" name="Textplatzhalter 3">
            <a:extLst>
              <a:ext uri="{FF2B5EF4-FFF2-40B4-BE49-F238E27FC236}">
                <a16:creationId xmlns:a16="http://schemas.microsoft.com/office/drawing/2014/main" id="{20549B37-C30E-44E8-B1FF-0C621786A36A}"/>
              </a:ext>
            </a:extLst>
          </p:cNvPr>
          <p:cNvSpPr>
            <a:spLocks noGrp="1" noChangeAspect="1"/>
          </p:cNvSpPr>
          <p:nvPr>
            <p:ph type="body" sz="quarter" idx="18" hasCustomPrompt="1"/>
          </p:nvPr>
        </p:nvSpPr>
        <p:spPr bwMode="gray">
          <a:xfrm>
            <a:off x="9552384" y="3927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8" name="Fußzeilenplatzhalter 7">
            <a:extLst>
              <a:ext uri="{FF2B5EF4-FFF2-40B4-BE49-F238E27FC236}">
                <a16:creationId xmlns:a16="http://schemas.microsoft.com/office/drawing/2014/main" id="{61286024-2DDD-4678-96D4-5F9648D9AA80}"/>
              </a:ext>
            </a:extLst>
          </p:cNvPr>
          <p:cNvSpPr>
            <a:spLocks noGrp="1"/>
          </p:cNvSpPr>
          <p:nvPr>
            <p:ph type="ftr" sz="quarter" idx="19"/>
          </p:nvPr>
        </p:nvSpPr>
        <p:spPr bwMode="gray"/>
        <p:txBody>
          <a:bodyPr/>
          <a:lstStyle/>
          <a:p>
            <a:r>
              <a:rPr lang="en-US"/>
              <a:t>DB SCHENKER | Claudia Chen | AM | Date June 22, 2020</a:t>
            </a:r>
          </a:p>
        </p:txBody>
      </p:sp>
    </p:spTree>
    <p:extLst>
      <p:ext uri="{BB962C8B-B14F-4D97-AF65-F5344CB8AC3E}">
        <p14:creationId xmlns:p14="http://schemas.microsoft.com/office/powerpoint/2010/main" val="151651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slide (picture, dark)">
    <p:bg>
      <p:bgPr>
        <a:solidFill>
          <a:schemeClr val="tx1">
            <a:alpha val="84000"/>
          </a:schemeClr>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F8EFF006-54B8-4823-B83A-1C9F7B6FA068}"/>
              </a:ext>
            </a:extLst>
          </p:cNvPr>
          <p:cNvSpPr>
            <a:spLocks noGrp="1"/>
          </p:cNvSpPr>
          <p:nvPr>
            <p:ph type="pic" sz="quarter" idx="17" hasCustomPrompt="1"/>
          </p:nvPr>
        </p:nvSpPr>
        <p:spPr bwMode="gray">
          <a:xfrm>
            <a:off x="-1" y="0"/>
            <a:ext cx="12192001" cy="6858000"/>
          </a:xfrm>
          <a:noFill/>
        </p:spPr>
        <p:txBody>
          <a:bodyPr bIns="756000" anchor="ctr"/>
          <a:lstStyle>
            <a:lvl1pPr marL="0" indent="0" algn="ctr">
              <a:buNone/>
              <a:defRPr>
                <a:solidFill>
                  <a:schemeClr val="bg1"/>
                </a:solidFill>
              </a:defRPr>
            </a:lvl1pPr>
          </a:lstStyle>
          <a:p>
            <a:r>
              <a:rPr lang="en-US"/>
              <a:t>Add image by clicking icon</a:t>
            </a:r>
          </a:p>
        </p:txBody>
      </p:sp>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a:xfrm>
            <a:off x="406800" y="1412776"/>
            <a:ext cx="11376000" cy="2160000"/>
          </a:xfrm>
        </p:spPr>
        <p:txBody>
          <a:bodyPr anchor="b"/>
          <a:lstStyle>
            <a:lvl1pPr>
              <a:defRPr sz="5400">
                <a:solidFill>
                  <a:schemeClr val="bg1"/>
                </a:solidFill>
              </a:defRPr>
            </a:lvl1pPr>
          </a:lstStyle>
          <a:p>
            <a:r>
              <a:rPr lang="en-US"/>
              <a:t>Add chapter</a:t>
            </a:r>
          </a:p>
        </p:txBody>
      </p:sp>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lvl1pPr>
              <a:defRPr>
                <a:solidFill>
                  <a:schemeClr val="bg1"/>
                </a:solidFill>
              </a:defRPr>
            </a:lvl1pPr>
          </a:lstStyle>
          <a:p>
            <a:fld id="{913D9F7D-0C28-4C21-AA99-7C67E34F632A}" type="slidenum">
              <a:rPr lang="en-US" smtClean="0"/>
              <a:pPr/>
              <a:t>‹#›</a:t>
            </a:fld>
            <a:endParaRPr lang="en-US"/>
          </a:p>
        </p:txBody>
      </p:sp>
      <p:sp>
        <p:nvSpPr>
          <p:cNvPr id="9" name="Textplatzhalter 8">
            <a:extLst>
              <a:ext uri="{FF2B5EF4-FFF2-40B4-BE49-F238E27FC236}">
                <a16:creationId xmlns:a16="http://schemas.microsoft.com/office/drawing/2014/main" id="{519DF05F-72AD-4B24-A27F-095169952370}"/>
              </a:ext>
            </a:extLst>
          </p:cNvPr>
          <p:cNvSpPr>
            <a:spLocks noGrp="1"/>
          </p:cNvSpPr>
          <p:nvPr>
            <p:ph type="body" sz="quarter" idx="14" hasCustomPrompt="1"/>
          </p:nvPr>
        </p:nvSpPr>
        <p:spPr bwMode="gray">
          <a:xfrm>
            <a:off x="407368" y="3717032"/>
            <a:ext cx="5545137" cy="2448000"/>
          </a:xfrm>
        </p:spPr>
        <p:txBody>
          <a:bodyPr/>
          <a:lstStyle>
            <a:lvl1pPr marL="0" indent="0">
              <a:buFontTx/>
              <a:buNone/>
              <a:defRPr>
                <a:solidFill>
                  <a:schemeClr val="bg1"/>
                </a:solidFill>
              </a:defRPr>
            </a:lvl1pPr>
            <a:lvl2pPr marL="0" indent="0">
              <a:buFontTx/>
              <a:buNone/>
              <a:defRPr>
                <a:solidFill>
                  <a:schemeClr val="bg1"/>
                </a:solidFill>
              </a:defRPr>
            </a:lvl2pPr>
            <a:lvl3pPr marL="0" indent="0">
              <a:buFontTx/>
              <a:buNone/>
              <a:defRPr>
                <a:solidFill>
                  <a:schemeClr val="bg1"/>
                </a:solidFill>
              </a:defRPr>
            </a:lvl3pPr>
            <a:lvl4pPr marL="0" indent="0">
              <a:buFontTx/>
              <a:buNone/>
              <a:defRPr>
                <a:solidFill>
                  <a:schemeClr val="bg1"/>
                </a:solidFill>
              </a:defRPr>
            </a:lvl4pPr>
            <a:lvl5pPr marL="0" indent="0">
              <a:buFontTx/>
              <a:buNone/>
              <a:defRPr>
                <a:solidFill>
                  <a:schemeClr val="bg1"/>
                </a:solidFill>
              </a:defRPr>
            </a:lvl5pPr>
            <a:lvl6pPr marL="0" indent="0">
              <a:buFontTx/>
              <a:buNone/>
              <a:defRPr>
                <a:solidFill>
                  <a:schemeClr val="bg1"/>
                </a:solidFill>
              </a:defRPr>
            </a:lvl6pPr>
            <a:lvl7pPr marL="0" indent="0">
              <a:buFontTx/>
              <a:buNone/>
              <a:defRPr>
                <a:solidFill>
                  <a:schemeClr val="bg1"/>
                </a:solidFill>
              </a:defRPr>
            </a:lvl7pPr>
            <a:lvl8pPr marL="0" indent="0">
              <a:buFontTx/>
              <a:buNone/>
              <a:defRPr>
                <a:solidFill>
                  <a:schemeClr val="bg1"/>
                </a:solidFill>
              </a:defRPr>
            </a:lvl8pPr>
            <a:lvl9pPr marL="0" indent="0">
              <a:buFontTx/>
              <a:buNone/>
              <a:defRPr>
                <a:solidFill>
                  <a:schemeClr val="bg1"/>
                </a:solidFill>
              </a:defRPr>
            </a:lvl9pPr>
          </a:lstStyle>
          <a:p>
            <a:pPr lvl="0"/>
            <a:r>
              <a:rPr lang="en-US"/>
              <a:t>Add chapter description</a:t>
            </a:r>
          </a:p>
        </p:txBody>
      </p:sp>
      <p:sp>
        <p:nvSpPr>
          <p:cNvPr id="10" name="Textplatzhalter 6">
            <a:extLst>
              <a:ext uri="{FF2B5EF4-FFF2-40B4-BE49-F238E27FC236}">
                <a16:creationId xmlns:a16="http://schemas.microsoft.com/office/drawing/2014/main" id="{B27FFED9-1D10-457A-BB20-AF5C3651EB65}"/>
              </a:ext>
            </a:extLst>
          </p:cNvPr>
          <p:cNvSpPr>
            <a:spLocks noGrp="1"/>
          </p:cNvSpPr>
          <p:nvPr>
            <p:ph type="body" sz="quarter" idx="16" hasCustomPrompt="1"/>
          </p:nvPr>
        </p:nvSpPr>
        <p:spPr bwMode="gray">
          <a:xfrm>
            <a:off x="11244632" y="6471916"/>
            <a:ext cx="540000" cy="54000"/>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4" name="Textplatzhalter 3">
            <a:extLst>
              <a:ext uri="{FF2B5EF4-FFF2-40B4-BE49-F238E27FC236}">
                <a16:creationId xmlns:a16="http://schemas.microsoft.com/office/drawing/2014/main" id="{20549B37-C30E-44E8-B1FF-0C621786A36A}"/>
              </a:ext>
            </a:extLst>
          </p:cNvPr>
          <p:cNvSpPr>
            <a:spLocks noGrp="1" noChangeAspect="1"/>
          </p:cNvSpPr>
          <p:nvPr>
            <p:ph type="body" sz="quarter" idx="18" hasCustomPrompt="1"/>
          </p:nvPr>
        </p:nvSpPr>
        <p:spPr bwMode="gray">
          <a:xfrm>
            <a:off x="9552384" y="3927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3" name="Fußzeilenplatzhalter 2">
            <a:extLst>
              <a:ext uri="{FF2B5EF4-FFF2-40B4-BE49-F238E27FC236}">
                <a16:creationId xmlns:a16="http://schemas.microsoft.com/office/drawing/2014/main" id="{7F94EA48-B72F-4962-A5AE-03C26AD8A418}"/>
              </a:ext>
            </a:extLst>
          </p:cNvPr>
          <p:cNvSpPr>
            <a:spLocks noGrp="1"/>
          </p:cNvSpPr>
          <p:nvPr>
            <p:ph type="ftr" sz="quarter" idx="19"/>
          </p:nvPr>
        </p:nvSpPr>
        <p:spPr bwMode="gray"/>
        <p:txBody>
          <a:bodyPr/>
          <a:lstStyle>
            <a:lvl1pPr>
              <a:defRPr>
                <a:solidFill>
                  <a:schemeClr val="bg1"/>
                </a:solidFill>
              </a:defRPr>
            </a:lvl1pPr>
          </a:lstStyle>
          <a:p>
            <a:r>
              <a:rPr lang="en-US"/>
              <a:t>DB SCHENKER | Claudia Chen | AM | Date June 22, 2020</a:t>
            </a:r>
          </a:p>
        </p:txBody>
      </p:sp>
    </p:spTree>
    <p:extLst>
      <p:ext uri="{BB962C8B-B14F-4D97-AF65-F5344CB8AC3E}">
        <p14:creationId xmlns:p14="http://schemas.microsoft.com/office/powerpoint/2010/main" val="2677513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p>
            <a:fld id="{913D9F7D-0C28-4C21-AA99-7C67E34F632A}" type="slidenum">
              <a:rPr lang="en-US" smtClean="0"/>
              <a:t>‹#›</a:t>
            </a:fld>
            <a:endParaRPr lang="en-US"/>
          </a:p>
        </p:txBody>
      </p:sp>
      <p:sp>
        <p:nvSpPr>
          <p:cNvPr id="3" name="Titel 2">
            <a:extLst>
              <a:ext uri="{FF2B5EF4-FFF2-40B4-BE49-F238E27FC236}">
                <a16:creationId xmlns:a16="http://schemas.microsoft.com/office/drawing/2014/main" id="{DCE2CA58-2B50-4A56-A5C6-9BE4B8C44DD0}"/>
              </a:ext>
            </a:extLst>
          </p:cNvPr>
          <p:cNvSpPr>
            <a:spLocks noGrp="1"/>
          </p:cNvSpPr>
          <p:nvPr>
            <p:ph type="title" hasCustomPrompt="1"/>
          </p:nvPr>
        </p:nvSpPr>
        <p:spPr bwMode="gray"/>
        <p:txBody>
          <a:bodyPr/>
          <a:lstStyle/>
          <a:p>
            <a:r>
              <a:rPr lang="en-US"/>
              <a:t>Add title</a:t>
            </a:r>
          </a:p>
        </p:txBody>
      </p:sp>
      <p:sp>
        <p:nvSpPr>
          <p:cNvPr id="8" name="Inhaltsplatzhalter 7">
            <a:extLst>
              <a:ext uri="{FF2B5EF4-FFF2-40B4-BE49-F238E27FC236}">
                <a16:creationId xmlns:a16="http://schemas.microsoft.com/office/drawing/2014/main" id="{6A96DF11-D7B5-4EFC-B124-303BAD65F600}"/>
              </a:ext>
            </a:extLst>
          </p:cNvPr>
          <p:cNvSpPr>
            <a:spLocks noGrp="1"/>
          </p:cNvSpPr>
          <p:nvPr>
            <p:ph sz="quarter" idx="13" hasCustomPrompt="1"/>
          </p:nvPr>
        </p:nvSpPr>
        <p:spPr bwMode="gray">
          <a:xfrm>
            <a:off x="407988" y="1412875"/>
            <a:ext cx="11376025" cy="4752975"/>
          </a:xfrm>
        </p:spPr>
        <p:txBody>
          <a:bodyPr/>
          <a:lstStyle/>
          <a:p>
            <a:pPr lvl="0"/>
            <a:r>
              <a:rPr lang="en-US"/>
              <a:t>Edit master text format</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9" name="Fußzeilenplatzhalter 8">
            <a:extLst>
              <a:ext uri="{FF2B5EF4-FFF2-40B4-BE49-F238E27FC236}">
                <a16:creationId xmlns:a16="http://schemas.microsoft.com/office/drawing/2014/main" id="{BC4F7AC2-E3A2-4B86-A032-307DB47D420B}"/>
              </a:ext>
            </a:extLst>
          </p:cNvPr>
          <p:cNvSpPr>
            <a:spLocks noGrp="1"/>
          </p:cNvSpPr>
          <p:nvPr>
            <p:ph type="ftr" sz="quarter" idx="14"/>
          </p:nvPr>
        </p:nvSpPr>
        <p:spPr bwMode="gray"/>
        <p:txBody>
          <a:bodyPr/>
          <a:lstStyle/>
          <a:p>
            <a:r>
              <a:rPr lang="en-US"/>
              <a:t>DB SCHENKER | Claudia Chen | AM | Date June 22, 2020</a:t>
            </a:r>
          </a:p>
        </p:txBody>
      </p:sp>
    </p:spTree>
    <p:extLst>
      <p:ext uri="{BB962C8B-B14F-4D97-AF65-F5344CB8AC3E}">
        <p14:creationId xmlns:p14="http://schemas.microsoft.com/office/powerpoint/2010/main" val="31448231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p:txBody>
          <a:bodyPr/>
          <a:lstStyle/>
          <a:p>
            <a:r>
              <a:rPr lang="en-US"/>
              <a:t>Add title</a:t>
            </a:r>
          </a:p>
        </p:txBody>
      </p:sp>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p>
            <a:fld id="{913D9F7D-0C28-4C21-AA99-7C67E34F632A}" type="slidenum">
              <a:rPr lang="en-US" smtClean="0"/>
              <a:t>‹#›</a:t>
            </a:fld>
            <a:endParaRPr lang="en-US"/>
          </a:p>
        </p:txBody>
      </p:sp>
      <p:sp>
        <p:nvSpPr>
          <p:cNvPr id="4" name="Inhaltsplatzhalter 3">
            <a:extLst>
              <a:ext uri="{FF2B5EF4-FFF2-40B4-BE49-F238E27FC236}">
                <a16:creationId xmlns:a16="http://schemas.microsoft.com/office/drawing/2014/main" id="{0C9E72AE-4A15-475A-B245-30A77632E6A5}"/>
              </a:ext>
            </a:extLst>
          </p:cNvPr>
          <p:cNvSpPr>
            <a:spLocks noGrp="1"/>
          </p:cNvSpPr>
          <p:nvPr>
            <p:ph sz="quarter" idx="13" hasCustomPrompt="1"/>
          </p:nvPr>
        </p:nvSpPr>
        <p:spPr bwMode="gray">
          <a:xfrm>
            <a:off x="407988" y="1412875"/>
            <a:ext cx="5543550" cy="4752975"/>
          </a:xfrm>
        </p:spPr>
        <p:txBody>
          <a:bodyPr/>
          <a:lstStyle/>
          <a:p>
            <a:pPr lvl="0"/>
            <a:r>
              <a:rPr lang="en-US"/>
              <a:t>Edit master text format</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8" name="Inhaltsplatzhalter 7">
            <a:extLst>
              <a:ext uri="{FF2B5EF4-FFF2-40B4-BE49-F238E27FC236}">
                <a16:creationId xmlns:a16="http://schemas.microsoft.com/office/drawing/2014/main" id="{8548D233-0EF0-489D-A80D-6DDFDDD19C77}"/>
              </a:ext>
            </a:extLst>
          </p:cNvPr>
          <p:cNvSpPr>
            <a:spLocks noGrp="1"/>
          </p:cNvSpPr>
          <p:nvPr>
            <p:ph sz="quarter" idx="14" hasCustomPrompt="1"/>
          </p:nvPr>
        </p:nvSpPr>
        <p:spPr bwMode="gray">
          <a:xfrm>
            <a:off x="6240463" y="1412875"/>
            <a:ext cx="5543550" cy="4752975"/>
          </a:xfrm>
        </p:spPr>
        <p:txBody>
          <a:bodyPr/>
          <a:lstStyle/>
          <a:p>
            <a:pPr lvl="0"/>
            <a:r>
              <a:rPr lang="en-US"/>
              <a:t>Edit master text format</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11" name="Fußzeilenplatzhalter 10">
            <a:extLst>
              <a:ext uri="{FF2B5EF4-FFF2-40B4-BE49-F238E27FC236}">
                <a16:creationId xmlns:a16="http://schemas.microsoft.com/office/drawing/2014/main" id="{AD929FE5-115F-457D-AC69-10C64E419537}"/>
              </a:ext>
            </a:extLst>
          </p:cNvPr>
          <p:cNvSpPr>
            <a:spLocks noGrp="1"/>
          </p:cNvSpPr>
          <p:nvPr>
            <p:ph type="ftr" sz="quarter" idx="15"/>
          </p:nvPr>
        </p:nvSpPr>
        <p:spPr bwMode="gray"/>
        <p:txBody>
          <a:bodyPr/>
          <a:lstStyle/>
          <a:p>
            <a:r>
              <a:rPr lang="en-US"/>
              <a:t>DB SCHENKER | Claudia Chen | AM | Date June 22, 2020</a:t>
            </a:r>
          </a:p>
        </p:txBody>
      </p:sp>
    </p:spTree>
    <p:extLst>
      <p:ext uri="{BB962C8B-B14F-4D97-AF65-F5344CB8AC3E}">
        <p14:creationId xmlns:p14="http://schemas.microsoft.com/office/powerpoint/2010/main" val="1305936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left s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p:txBody>
          <a:bodyPr/>
          <a:lstStyle/>
          <a:p>
            <a:r>
              <a:rPr lang="en-US"/>
              <a:t>Add title</a:t>
            </a:r>
          </a:p>
        </p:txBody>
      </p:sp>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7" name="Inhaltsplatzhalter 6">
            <a:extLst>
              <a:ext uri="{FF2B5EF4-FFF2-40B4-BE49-F238E27FC236}">
                <a16:creationId xmlns:a16="http://schemas.microsoft.com/office/drawing/2014/main" id="{BA04377E-897E-427F-AFC4-6BDC9BA90A71}"/>
              </a:ext>
            </a:extLst>
          </p:cNvPr>
          <p:cNvSpPr>
            <a:spLocks noGrp="1"/>
          </p:cNvSpPr>
          <p:nvPr>
            <p:ph sz="quarter" idx="18" hasCustomPrompt="1"/>
          </p:nvPr>
        </p:nvSpPr>
        <p:spPr bwMode="gray">
          <a:xfrm>
            <a:off x="6240463" y="1412875"/>
            <a:ext cx="5543550" cy="4752975"/>
          </a:xfrm>
        </p:spPr>
        <p:txBody>
          <a:bodyPr/>
          <a:lstStyle/>
          <a:p>
            <a:pPr lvl="0"/>
            <a:r>
              <a:rPr lang="en-US"/>
              <a:t>Edit master text format</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10" name="Bildplatzhalter 9">
            <a:extLst>
              <a:ext uri="{FF2B5EF4-FFF2-40B4-BE49-F238E27FC236}">
                <a16:creationId xmlns:a16="http://schemas.microsoft.com/office/drawing/2014/main" id="{2512175C-127A-4407-835E-E12790E0275F}"/>
              </a:ext>
            </a:extLst>
          </p:cNvPr>
          <p:cNvSpPr>
            <a:spLocks noGrp="1"/>
          </p:cNvSpPr>
          <p:nvPr>
            <p:ph type="pic" sz="quarter" idx="19" hasCustomPrompt="1"/>
          </p:nvPr>
        </p:nvSpPr>
        <p:spPr bwMode="gray">
          <a:xfrm>
            <a:off x="0" y="1412875"/>
            <a:ext cx="5951538" cy="4752975"/>
          </a:xfrm>
          <a:solidFill>
            <a:schemeClr val="bg1">
              <a:lumMod val="75000"/>
            </a:schemeClr>
          </a:solidFill>
        </p:spPr>
        <p:txBody>
          <a:bodyPr bIns="1584000" anchor="ctr" anchorCtr="0"/>
          <a:lstStyle>
            <a:lvl1pPr algn="ctr">
              <a:defRPr/>
            </a:lvl1pPr>
          </a:lstStyle>
          <a:p>
            <a:r>
              <a:rPr lang="en-US"/>
              <a:t>Add image by clicking icon</a:t>
            </a:r>
          </a:p>
        </p:txBody>
      </p:sp>
      <p:sp>
        <p:nvSpPr>
          <p:cNvPr id="12" name="Fußzeilenplatzhalter 11">
            <a:extLst>
              <a:ext uri="{FF2B5EF4-FFF2-40B4-BE49-F238E27FC236}">
                <a16:creationId xmlns:a16="http://schemas.microsoft.com/office/drawing/2014/main" id="{488F280F-5F11-495F-98E9-D68167B6CD96}"/>
              </a:ext>
            </a:extLst>
          </p:cNvPr>
          <p:cNvSpPr>
            <a:spLocks noGrp="1"/>
          </p:cNvSpPr>
          <p:nvPr>
            <p:ph type="ftr" sz="quarter" idx="20"/>
          </p:nvPr>
        </p:nvSpPr>
        <p:spPr bwMode="gray"/>
        <p:txBody>
          <a:bodyPr/>
          <a:lstStyle/>
          <a:p>
            <a:r>
              <a:rPr lang="en-US"/>
              <a:t>DB SCHENKER | Claudia Chen | AM | Date June 22, 2020</a:t>
            </a:r>
          </a:p>
        </p:txBody>
      </p:sp>
    </p:spTree>
    <p:extLst>
      <p:ext uri="{BB962C8B-B14F-4D97-AF65-F5344CB8AC3E}">
        <p14:creationId xmlns:p14="http://schemas.microsoft.com/office/powerpoint/2010/main" val="489857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right s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p:txBody>
          <a:bodyPr/>
          <a:lstStyle/>
          <a:p>
            <a:r>
              <a:rPr lang="en-US"/>
              <a:t>Add title</a:t>
            </a:r>
          </a:p>
        </p:txBody>
      </p:sp>
      <p:sp>
        <p:nvSpPr>
          <p:cNvPr id="6" name="Foliennummernplatzhalter 5">
            <a:extLst>
              <a:ext uri="{FF2B5EF4-FFF2-40B4-BE49-F238E27FC236}">
                <a16:creationId xmlns:a16="http://schemas.microsoft.com/office/drawing/2014/main" id="{0EC4D224-C30D-405E-A5EE-0DB17C1D8679}"/>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7" name="Inhaltsplatzhalter 6">
            <a:extLst>
              <a:ext uri="{FF2B5EF4-FFF2-40B4-BE49-F238E27FC236}">
                <a16:creationId xmlns:a16="http://schemas.microsoft.com/office/drawing/2014/main" id="{C1F2FB3A-D4BB-405D-BBBD-8752ADE7E136}"/>
              </a:ext>
            </a:extLst>
          </p:cNvPr>
          <p:cNvSpPr>
            <a:spLocks noGrp="1"/>
          </p:cNvSpPr>
          <p:nvPr>
            <p:ph sz="quarter" idx="18" hasCustomPrompt="1"/>
          </p:nvPr>
        </p:nvSpPr>
        <p:spPr bwMode="gray">
          <a:xfrm>
            <a:off x="407988" y="1412875"/>
            <a:ext cx="5543550" cy="4752975"/>
          </a:xfrm>
        </p:spPr>
        <p:txBody>
          <a:bodyPr/>
          <a:lstStyle/>
          <a:p>
            <a:pPr lvl="0"/>
            <a:r>
              <a:rPr lang="en-US"/>
              <a:t>Edit master text format</a:t>
            </a:r>
          </a:p>
          <a:p>
            <a:pPr lvl="1"/>
            <a:r>
              <a:rPr lang="en-US"/>
              <a:t>Second level</a:t>
            </a:r>
          </a:p>
          <a:p>
            <a:pPr lvl="2"/>
            <a:r>
              <a:rPr lang="en-US"/>
              <a:t>Third level</a:t>
            </a:r>
          </a:p>
          <a:p>
            <a:pPr lvl="3"/>
            <a:r>
              <a:rPr lang="en-US"/>
              <a:t>Fourth level</a:t>
            </a:r>
          </a:p>
          <a:p>
            <a:pPr lvl="4"/>
            <a:r>
              <a:rPr lang="en-US"/>
              <a:t>Fifth level</a:t>
            </a:r>
          </a:p>
        </p:txBody>
      </p:sp>
      <p:sp>
        <p:nvSpPr>
          <p:cNvPr id="11" name="Bildplatzhalter 10">
            <a:extLst>
              <a:ext uri="{FF2B5EF4-FFF2-40B4-BE49-F238E27FC236}">
                <a16:creationId xmlns:a16="http://schemas.microsoft.com/office/drawing/2014/main" id="{678465FD-A7FA-4A51-9223-3F52271E2E7E}"/>
              </a:ext>
            </a:extLst>
          </p:cNvPr>
          <p:cNvSpPr>
            <a:spLocks noGrp="1"/>
          </p:cNvSpPr>
          <p:nvPr>
            <p:ph type="pic" sz="quarter" idx="19" hasCustomPrompt="1"/>
          </p:nvPr>
        </p:nvSpPr>
        <p:spPr bwMode="gray">
          <a:xfrm>
            <a:off x="6240463" y="1412875"/>
            <a:ext cx="5951537" cy="4752975"/>
          </a:xfrm>
          <a:solidFill>
            <a:schemeClr val="bg1">
              <a:lumMod val="75000"/>
            </a:schemeClr>
          </a:solidFill>
        </p:spPr>
        <p:txBody>
          <a:bodyPr bIns="1584000" anchor="ctr"/>
          <a:lstStyle>
            <a:lvl1pPr algn="ctr">
              <a:defRPr/>
            </a:lvl1pPr>
          </a:lstStyle>
          <a:p>
            <a:r>
              <a:rPr lang="en-US"/>
              <a:t>Add image by clicking icon</a:t>
            </a:r>
          </a:p>
        </p:txBody>
      </p:sp>
      <p:sp>
        <p:nvSpPr>
          <p:cNvPr id="12" name="Fußzeilenplatzhalter 11">
            <a:extLst>
              <a:ext uri="{FF2B5EF4-FFF2-40B4-BE49-F238E27FC236}">
                <a16:creationId xmlns:a16="http://schemas.microsoft.com/office/drawing/2014/main" id="{C26FBFEA-F23B-4AC9-A80D-5E3C25773FC2}"/>
              </a:ext>
            </a:extLst>
          </p:cNvPr>
          <p:cNvSpPr>
            <a:spLocks noGrp="1"/>
          </p:cNvSpPr>
          <p:nvPr>
            <p:ph type="ftr" sz="quarter" idx="20"/>
          </p:nvPr>
        </p:nvSpPr>
        <p:spPr bwMode="gray"/>
        <p:txBody>
          <a:bodyPr/>
          <a:lstStyle/>
          <a:p>
            <a:r>
              <a:rPr lang="en-US"/>
              <a:t>DB SCHENKER | Claudia Chen | AM | Date June 22, 2020</a:t>
            </a:r>
          </a:p>
        </p:txBody>
      </p:sp>
    </p:spTree>
    <p:extLst>
      <p:ext uri="{BB962C8B-B14F-4D97-AF65-F5344CB8AC3E}">
        <p14:creationId xmlns:p14="http://schemas.microsoft.com/office/powerpoint/2010/main" val="16939854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with large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E63F0EF0-6751-42DD-8EAD-C8E847AA5F47}"/>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solidFill>
                  <a:schemeClr val="tx1"/>
                </a:solidFill>
              </a:defRPr>
            </a:lvl1pPr>
          </a:lstStyle>
          <a:p>
            <a:r>
              <a:rPr lang="en-US"/>
              <a:t>Add image by clicking icon</a:t>
            </a:r>
          </a:p>
        </p:txBody>
      </p:sp>
      <p:sp>
        <p:nvSpPr>
          <p:cNvPr id="6" name="Titel 5">
            <a:extLst>
              <a:ext uri="{FF2B5EF4-FFF2-40B4-BE49-F238E27FC236}">
                <a16:creationId xmlns:a16="http://schemas.microsoft.com/office/drawing/2014/main" id="{BB3B7F34-A02F-4745-A45E-374BB8A8B291}"/>
              </a:ext>
            </a:extLst>
          </p:cNvPr>
          <p:cNvSpPr>
            <a:spLocks noGrp="1"/>
          </p:cNvSpPr>
          <p:nvPr>
            <p:ph type="title" hasCustomPrompt="1"/>
          </p:nvPr>
        </p:nvSpPr>
        <p:spPr bwMode="gray"/>
        <p:txBody>
          <a:bodyPr/>
          <a:lstStyle/>
          <a:p>
            <a:r>
              <a:rPr lang="en-US"/>
              <a:t>Add title</a:t>
            </a:r>
          </a:p>
        </p:txBody>
      </p:sp>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2" name="Fußzeilenplatzhalter 1">
            <a:extLst>
              <a:ext uri="{FF2B5EF4-FFF2-40B4-BE49-F238E27FC236}">
                <a16:creationId xmlns:a16="http://schemas.microsoft.com/office/drawing/2014/main" id="{9EC27803-F028-4D09-938C-1C41D21EE002}"/>
              </a:ext>
            </a:extLst>
          </p:cNvPr>
          <p:cNvSpPr>
            <a:spLocks noGrp="1"/>
          </p:cNvSpPr>
          <p:nvPr>
            <p:ph type="ftr" sz="quarter" idx="17"/>
          </p:nvPr>
        </p:nvSpPr>
        <p:spPr bwMode="gray"/>
        <p:txBody>
          <a:bodyPr/>
          <a:lstStyle/>
          <a:p>
            <a:r>
              <a:rPr lang="en-US"/>
              <a:t>DB SCHENKER | Claudia Chen | AM | Date June 22, 2020</a:t>
            </a:r>
          </a:p>
        </p:txBody>
      </p:sp>
      <p:sp>
        <p:nvSpPr>
          <p:cNvPr id="11" name="Textplatzhalter 10">
            <a:extLst>
              <a:ext uri="{FF2B5EF4-FFF2-40B4-BE49-F238E27FC236}">
                <a16:creationId xmlns:a16="http://schemas.microsoft.com/office/drawing/2014/main" id="{71FC7585-FE78-4F89-BA10-26D26E336DEA}"/>
              </a:ext>
            </a:extLst>
          </p:cNvPr>
          <p:cNvSpPr>
            <a:spLocks noGrp="1"/>
          </p:cNvSpPr>
          <p:nvPr>
            <p:ph type="body" sz="quarter" idx="18" hasCustomPrompt="1"/>
          </p:nvPr>
        </p:nvSpPr>
        <p:spPr bwMode="gray">
          <a:xfrm>
            <a:off x="11246400" y="6472800"/>
            <a:ext cx="540000" cy="54000"/>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13" name="Textplatzhalter 12">
            <a:extLst>
              <a:ext uri="{FF2B5EF4-FFF2-40B4-BE49-F238E27FC236}">
                <a16:creationId xmlns:a16="http://schemas.microsoft.com/office/drawing/2014/main" id="{BEE2140D-3ADC-4AA2-AAAB-72EF562EFF7A}"/>
              </a:ext>
            </a:extLst>
          </p:cNvPr>
          <p:cNvSpPr>
            <a:spLocks noGrp="1" noChangeAspect="1"/>
          </p:cNvSpPr>
          <p:nvPr>
            <p:ph type="body" sz="quarter" idx="19" hasCustomPrompt="1"/>
          </p:nvPr>
        </p:nvSpPr>
        <p:spPr bwMode="gray">
          <a:xfrm>
            <a:off x="9552384" y="3939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1810334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large picture (dark)">
    <p:bg>
      <p:bgPr>
        <a:solidFill>
          <a:schemeClr val="tx1">
            <a:alpha val="84000"/>
          </a:schemeClr>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E63F0EF0-6751-42DD-8EAD-C8E847AA5F47}"/>
              </a:ext>
            </a:extLst>
          </p:cNvPr>
          <p:cNvSpPr>
            <a:spLocks noGrp="1"/>
          </p:cNvSpPr>
          <p:nvPr>
            <p:ph type="pic" sz="quarter" idx="15" hasCustomPrompt="1"/>
          </p:nvPr>
        </p:nvSpPr>
        <p:spPr bwMode="gray">
          <a:xfrm>
            <a:off x="-1" y="0"/>
            <a:ext cx="12192001" cy="6858000"/>
          </a:xfrm>
          <a:noFill/>
        </p:spPr>
        <p:txBody>
          <a:bodyPr bIns="1584000" anchor="ctr"/>
          <a:lstStyle>
            <a:lvl1pPr marL="0" indent="0" algn="ctr">
              <a:buNone/>
              <a:defRPr>
                <a:solidFill>
                  <a:schemeClr val="bg1"/>
                </a:solidFill>
              </a:defRPr>
            </a:lvl1pPr>
          </a:lstStyle>
          <a:p>
            <a:r>
              <a:rPr lang="en-US"/>
              <a:t>Add image by clicking icon</a:t>
            </a:r>
          </a:p>
        </p:txBody>
      </p:sp>
      <p:sp>
        <p:nvSpPr>
          <p:cNvPr id="6" name="Titel 5">
            <a:extLst>
              <a:ext uri="{FF2B5EF4-FFF2-40B4-BE49-F238E27FC236}">
                <a16:creationId xmlns:a16="http://schemas.microsoft.com/office/drawing/2014/main" id="{BB3B7F34-A02F-4745-A45E-374BB8A8B291}"/>
              </a:ext>
            </a:extLst>
          </p:cNvPr>
          <p:cNvSpPr>
            <a:spLocks noGrp="1"/>
          </p:cNvSpPr>
          <p:nvPr>
            <p:ph type="title" hasCustomPrompt="1"/>
          </p:nvPr>
        </p:nvSpPr>
        <p:spPr bwMode="gray"/>
        <p:txBody>
          <a:bodyPr/>
          <a:lstStyle>
            <a:lvl1pPr>
              <a:defRPr>
                <a:solidFill>
                  <a:schemeClr val="bg1"/>
                </a:solidFill>
              </a:defRPr>
            </a:lvl1pPr>
          </a:lstStyle>
          <a:p>
            <a:r>
              <a:rPr lang="en-US"/>
              <a:t>Add title</a:t>
            </a:r>
          </a:p>
        </p:txBody>
      </p:sp>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bg1"/>
                </a:solidFill>
              </a:defRPr>
            </a:lvl1pPr>
          </a:lstStyle>
          <a:p>
            <a:fld id="{913D9F7D-0C28-4C21-AA99-7C67E34F632A}" type="slidenum">
              <a:rPr lang="en-US" smtClean="0"/>
              <a:pPr/>
              <a:t>‹#›</a:t>
            </a:fld>
            <a:endParaRPr lang="en-US"/>
          </a:p>
        </p:txBody>
      </p:sp>
      <p:sp>
        <p:nvSpPr>
          <p:cNvPr id="2" name="Fußzeilenplatzhalter 1">
            <a:extLst>
              <a:ext uri="{FF2B5EF4-FFF2-40B4-BE49-F238E27FC236}">
                <a16:creationId xmlns:a16="http://schemas.microsoft.com/office/drawing/2014/main" id="{9EC27803-F028-4D09-938C-1C41D21EE002}"/>
              </a:ext>
            </a:extLst>
          </p:cNvPr>
          <p:cNvSpPr>
            <a:spLocks noGrp="1"/>
          </p:cNvSpPr>
          <p:nvPr>
            <p:ph type="ftr" sz="quarter" idx="17"/>
          </p:nvPr>
        </p:nvSpPr>
        <p:spPr bwMode="gray"/>
        <p:txBody>
          <a:bodyPr/>
          <a:lstStyle>
            <a:lvl1pPr>
              <a:defRPr>
                <a:solidFill>
                  <a:schemeClr val="bg1"/>
                </a:solidFill>
              </a:defRPr>
            </a:lvl1pPr>
          </a:lstStyle>
          <a:p>
            <a:r>
              <a:rPr lang="en-US"/>
              <a:t>DB SCHENKER | Claudia Chen | AM | Date June 22, 2020</a:t>
            </a:r>
          </a:p>
        </p:txBody>
      </p:sp>
      <p:sp>
        <p:nvSpPr>
          <p:cNvPr id="11" name="Textplatzhalter 10">
            <a:extLst>
              <a:ext uri="{FF2B5EF4-FFF2-40B4-BE49-F238E27FC236}">
                <a16:creationId xmlns:a16="http://schemas.microsoft.com/office/drawing/2014/main" id="{71FC7585-FE78-4F89-BA10-26D26E336DEA}"/>
              </a:ext>
            </a:extLst>
          </p:cNvPr>
          <p:cNvSpPr>
            <a:spLocks noGrp="1"/>
          </p:cNvSpPr>
          <p:nvPr>
            <p:ph type="body" sz="quarter" idx="18" hasCustomPrompt="1"/>
          </p:nvPr>
        </p:nvSpPr>
        <p:spPr bwMode="gray">
          <a:xfrm>
            <a:off x="11246400" y="6472800"/>
            <a:ext cx="540000" cy="54000"/>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13" name="Textplatzhalter 12">
            <a:extLst>
              <a:ext uri="{FF2B5EF4-FFF2-40B4-BE49-F238E27FC236}">
                <a16:creationId xmlns:a16="http://schemas.microsoft.com/office/drawing/2014/main" id="{BEE2140D-3ADC-4AA2-AAAB-72EF562EFF7A}"/>
              </a:ext>
            </a:extLst>
          </p:cNvPr>
          <p:cNvSpPr>
            <a:spLocks noGrp="1" noChangeAspect="1"/>
          </p:cNvSpPr>
          <p:nvPr>
            <p:ph type="body" sz="quarter" idx="19" hasCustomPrompt="1"/>
          </p:nvPr>
        </p:nvSpPr>
        <p:spPr bwMode="gray">
          <a:xfrm>
            <a:off x="9552384" y="3939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399214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p>
            <a:fld id="{913D9F7D-0C28-4C21-AA99-7C67E34F632A}" type="slidenum">
              <a:rPr lang="en-US" smtClean="0"/>
              <a:t>‹#›</a:t>
            </a:fld>
            <a:endParaRPr lang="en-US"/>
          </a:p>
        </p:txBody>
      </p:sp>
      <p:sp>
        <p:nvSpPr>
          <p:cNvPr id="3" name="Titel 2">
            <a:extLst>
              <a:ext uri="{FF2B5EF4-FFF2-40B4-BE49-F238E27FC236}">
                <a16:creationId xmlns:a16="http://schemas.microsoft.com/office/drawing/2014/main" id="{23943C0D-7197-45C0-A63E-800EC72E6C45}"/>
              </a:ext>
            </a:extLst>
          </p:cNvPr>
          <p:cNvSpPr>
            <a:spLocks noGrp="1"/>
          </p:cNvSpPr>
          <p:nvPr>
            <p:ph type="title" hasCustomPrompt="1"/>
          </p:nvPr>
        </p:nvSpPr>
        <p:spPr bwMode="gray"/>
        <p:txBody>
          <a:bodyPr/>
          <a:lstStyle/>
          <a:p>
            <a:r>
              <a:rPr lang="en-US"/>
              <a:t>Add title</a:t>
            </a:r>
          </a:p>
        </p:txBody>
      </p:sp>
      <p:sp>
        <p:nvSpPr>
          <p:cNvPr id="6" name="Fußzeilenplatzhalter 5">
            <a:extLst>
              <a:ext uri="{FF2B5EF4-FFF2-40B4-BE49-F238E27FC236}">
                <a16:creationId xmlns:a16="http://schemas.microsoft.com/office/drawing/2014/main" id="{A8CFCAF4-E81E-4014-84B4-7D8C509608C0}"/>
              </a:ext>
            </a:extLst>
          </p:cNvPr>
          <p:cNvSpPr>
            <a:spLocks noGrp="1"/>
          </p:cNvSpPr>
          <p:nvPr>
            <p:ph type="ftr" sz="quarter" idx="13"/>
          </p:nvPr>
        </p:nvSpPr>
        <p:spPr bwMode="gray"/>
        <p:txBody>
          <a:bodyPr/>
          <a:lstStyle/>
          <a:p>
            <a:r>
              <a:rPr lang="en-US" dirty="0"/>
              <a:t>DB SCHENKER | Vanessa Xu | AM</a:t>
            </a:r>
          </a:p>
        </p:txBody>
      </p:sp>
    </p:spTree>
    <p:extLst>
      <p:ext uri="{BB962C8B-B14F-4D97-AF65-F5344CB8AC3E}">
        <p14:creationId xmlns:p14="http://schemas.microsoft.com/office/powerpoint/2010/main" val="3150567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ly Title (grey)">
    <p:bg>
      <p:bgPr>
        <a:solidFill>
          <a:srgbClr val="F5F4F1"/>
        </a:solidFill>
        <a:effectLst/>
      </p:bgPr>
    </p:bg>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p>
            <a:fld id="{913D9F7D-0C28-4C21-AA99-7C67E34F632A}" type="slidenum">
              <a:rPr lang="en-US" smtClean="0"/>
              <a:t>‹#›</a:t>
            </a:fld>
            <a:endParaRPr lang="en-US"/>
          </a:p>
        </p:txBody>
      </p:sp>
      <p:sp>
        <p:nvSpPr>
          <p:cNvPr id="3" name="Fußzeilenplatzhalter 2">
            <a:extLst>
              <a:ext uri="{FF2B5EF4-FFF2-40B4-BE49-F238E27FC236}">
                <a16:creationId xmlns:a16="http://schemas.microsoft.com/office/drawing/2014/main" id="{921174EA-8330-4FB9-A2A5-2AB929D99A41}"/>
              </a:ext>
            </a:extLst>
          </p:cNvPr>
          <p:cNvSpPr>
            <a:spLocks noGrp="1"/>
          </p:cNvSpPr>
          <p:nvPr>
            <p:ph type="ftr" sz="quarter" idx="13"/>
          </p:nvPr>
        </p:nvSpPr>
        <p:spPr bwMode="gray"/>
        <p:txBody>
          <a:bodyPr/>
          <a:lstStyle/>
          <a:p>
            <a:r>
              <a:rPr lang="en-US"/>
              <a:t>DB SCHENKER | Claudia Chen | AM | Date June 22, 2020</a:t>
            </a:r>
          </a:p>
        </p:txBody>
      </p:sp>
      <p:sp>
        <p:nvSpPr>
          <p:cNvPr id="6" name="Titel 5">
            <a:extLst>
              <a:ext uri="{FF2B5EF4-FFF2-40B4-BE49-F238E27FC236}">
                <a16:creationId xmlns:a16="http://schemas.microsoft.com/office/drawing/2014/main" id="{A483B095-6714-4130-BC80-D11D254D6F9D}"/>
              </a:ext>
            </a:extLst>
          </p:cNvPr>
          <p:cNvSpPr>
            <a:spLocks noGrp="1"/>
          </p:cNvSpPr>
          <p:nvPr>
            <p:ph type="title" hasCustomPrompt="1"/>
          </p:nvPr>
        </p:nvSpPr>
        <p:spPr bwMode="gray"/>
        <p:txBody>
          <a:bodyPr/>
          <a:lstStyle/>
          <a:p>
            <a:r>
              <a:rPr lang="en-US"/>
              <a:t>Add title</a:t>
            </a:r>
          </a:p>
        </p:txBody>
      </p:sp>
    </p:spTree>
    <p:extLst>
      <p:ext uri="{BB962C8B-B14F-4D97-AF65-F5344CB8AC3E}">
        <p14:creationId xmlns:p14="http://schemas.microsoft.com/office/powerpoint/2010/main" val="8339804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035940B9-9206-49A7-9C4C-F7D534506321}"/>
              </a:ext>
            </a:extLst>
          </p:cNvPr>
          <p:cNvSpPr>
            <a:spLocks noGrp="1"/>
          </p:cNvSpPr>
          <p:nvPr>
            <p:ph type="sldNum" sz="quarter" idx="12"/>
          </p:nvPr>
        </p:nvSpPr>
        <p:spPr bwMode="gray"/>
        <p:txBody>
          <a:bodyPr/>
          <a:lstStyle/>
          <a:p>
            <a:fld id="{913D9F7D-0C28-4C21-AA99-7C67E34F632A}" type="slidenum">
              <a:rPr lang="en-US" smtClean="0"/>
              <a:t>‹#›</a:t>
            </a:fld>
            <a:endParaRPr lang="en-US"/>
          </a:p>
        </p:txBody>
      </p:sp>
      <p:sp>
        <p:nvSpPr>
          <p:cNvPr id="2" name="Fußzeilenplatzhalter 1">
            <a:extLst>
              <a:ext uri="{FF2B5EF4-FFF2-40B4-BE49-F238E27FC236}">
                <a16:creationId xmlns:a16="http://schemas.microsoft.com/office/drawing/2014/main" id="{26B7B90B-ACCF-4811-8392-07433F90F92B}"/>
              </a:ext>
            </a:extLst>
          </p:cNvPr>
          <p:cNvSpPr>
            <a:spLocks noGrp="1"/>
          </p:cNvSpPr>
          <p:nvPr>
            <p:ph type="ftr" sz="quarter" idx="13"/>
          </p:nvPr>
        </p:nvSpPr>
        <p:spPr bwMode="gray"/>
        <p:txBody>
          <a:bodyPr/>
          <a:lstStyle/>
          <a:p>
            <a:r>
              <a:rPr lang="en-US"/>
              <a:t>DB SCHENKER | Claudia Chen | AM | Date June 22, 2020</a:t>
            </a:r>
          </a:p>
        </p:txBody>
      </p:sp>
    </p:spTree>
    <p:extLst>
      <p:ext uri="{BB962C8B-B14F-4D97-AF65-F5344CB8AC3E}">
        <p14:creationId xmlns:p14="http://schemas.microsoft.com/office/powerpoint/2010/main" val="39936093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tement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E63F0EF0-6751-42DD-8EAD-C8E847AA5F47}"/>
              </a:ext>
            </a:extLst>
          </p:cNvPr>
          <p:cNvSpPr>
            <a:spLocks noGrp="1"/>
          </p:cNvSpPr>
          <p:nvPr>
            <p:ph type="pic" sz="quarter" idx="15" hasCustomPrompt="1"/>
          </p:nvPr>
        </p:nvSpPr>
        <p:spPr bwMode="gray">
          <a:xfrm>
            <a:off x="0" y="0"/>
            <a:ext cx="12192001" cy="6858000"/>
          </a:xfrm>
          <a:noFill/>
        </p:spPr>
        <p:txBody>
          <a:bodyPr tIns="1440000" bIns="0" anchor="ctr"/>
          <a:lstStyle>
            <a:lvl1pPr marL="0" indent="0" algn="ctr">
              <a:buNone/>
              <a:defRPr>
                <a:solidFill>
                  <a:schemeClr val="tx1"/>
                </a:solidFill>
              </a:defRPr>
            </a:lvl1pPr>
          </a:lstStyle>
          <a:p>
            <a:r>
              <a:rPr lang="en-US"/>
              <a:t>Add image by clicking icon</a:t>
            </a:r>
          </a:p>
        </p:txBody>
      </p:sp>
      <p:sp>
        <p:nvSpPr>
          <p:cNvPr id="6" name="Titel 5">
            <a:extLst>
              <a:ext uri="{FF2B5EF4-FFF2-40B4-BE49-F238E27FC236}">
                <a16:creationId xmlns:a16="http://schemas.microsoft.com/office/drawing/2014/main" id="{BB3B7F34-A02F-4745-A45E-374BB8A8B291}"/>
              </a:ext>
            </a:extLst>
          </p:cNvPr>
          <p:cNvSpPr>
            <a:spLocks noGrp="1"/>
          </p:cNvSpPr>
          <p:nvPr>
            <p:ph type="title" hasCustomPrompt="1"/>
          </p:nvPr>
        </p:nvSpPr>
        <p:spPr bwMode="gray"/>
        <p:txBody>
          <a:bodyPr/>
          <a:lstStyle>
            <a:lvl1pPr>
              <a:defRPr>
                <a:solidFill>
                  <a:schemeClr val="tx1"/>
                </a:solidFill>
              </a:defRPr>
            </a:lvl1pPr>
          </a:lstStyle>
          <a:p>
            <a:r>
              <a:rPr lang="en-US"/>
              <a:t>Add title</a:t>
            </a:r>
          </a:p>
        </p:txBody>
      </p:sp>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tx1"/>
                </a:solidFill>
              </a:defRPr>
            </a:lvl1pPr>
          </a:lstStyle>
          <a:p>
            <a:fld id="{913D9F7D-0C28-4C21-AA99-7C67E34F632A}" type="slidenum">
              <a:rPr lang="en-US" smtClean="0"/>
              <a:pPr/>
              <a:t>‹#›</a:t>
            </a:fld>
            <a:endParaRPr lang="en-US"/>
          </a:p>
        </p:txBody>
      </p:sp>
      <p:sp>
        <p:nvSpPr>
          <p:cNvPr id="2" name="Fußzeilenplatzhalter 1">
            <a:extLst>
              <a:ext uri="{FF2B5EF4-FFF2-40B4-BE49-F238E27FC236}">
                <a16:creationId xmlns:a16="http://schemas.microsoft.com/office/drawing/2014/main" id="{9EC27803-F028-4D09-938C-1C41D21EE002}"/>
              </a:ext>
            </a:extLst>
          </p:cNvPr>
          <p:cNvSpPr>
            <a:spLocks noGrp="1"/>
          </p:cNvSpPr>
          <p:nvPr>
            <p:ph type="ftr" sz="quarter" idx="17"/>
          </p:nvPr>
        </p:nvSpPr>
        <p:spPr bwMode="gray"/>
        <p:txBody>
          <a:bodyPr/>
          <a:lstStyle>
            <a:lvl1pPr>
              <a:defRPr>
                <a:solidFill>
                  <a:schemeClr val="tx1"/>
                </a:solidFill>
              </a:defRPr>
            </a:lvl1pPr>
          </a:lstStyle>
          <a:p>
            <a:r>
              <a:rPr lang="en-US"/>
              <a:t>DB SCHENKER | Claudia Chen | AM | Date June 22, 2020</a:t>
            </a:r>
          </a:p>
        </p:txBody>
      </p:sp>
      <p:sp>
        <p:nvSpPr>
          <p:cNvPr id="11" name="Textplatzhalter 10">
            <a:extLst>
              <a:ext uri="{FF2B5EF4-FFF2-40B4-BE49-F238E27FC236}">
                <a16:creationId xmlns:a16="http://schemas.microsoft.com/office/drawing/2014/main" id="{71FC7585-FE78-4F89-BA10-26D26E336DEA}"/>
              </a:ext>
            </a:extLst>
          </p:cNvPr>
          <p:cNvSpPr>
            <a:spLocks noGrp="1"/>
          </p:cNvSpPr>
          <p:nvPr>
            <p:ph type="body" sz="quarter" idx="18" hasCustomPrompt="1"/>
          </p:nvPr>
        </p:nvSpPr>
        <p:spPr bwMode="gray">
          <a:xfrm>
            <a:off x="11246400" y="6472800"/>
            <a:ext cx="540000" cy="54000"/>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13" name="Textplatzhalter 12">
            <a:extLst>
              <a:ext uri="{FF2B5EF4-FFF2-40B4-BE49-F238E27FC236}">
                <a16:creationId xmlns:a16="http://schemas.microsoft.com/office/drawing/2014/main" id="{BEE2140D-3ADC-4AA2-AAAB-72EF562EFF7A}"/>
              </a:ext>
            </a:extLst>
          </p:cNvPr>
          <p:cNvSpPr>
            <a:spLocks noGrp="1" noChangeAspect="1"/>
          </p:cNvSpPr>
          <p:nvPr>
            <p:ph type="body" sz="quarter" idx="19" hasCustomPrompt="1"/>
          </p:nvPr>
        </p:nvSpPr>
        <p:spPr bwMode="gray">
          <a:xfrm>
            <a:off x="9552384" y="3939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4" name="Textplatzhalter 3">
            <a:extLst>
              <a:ext uri="{FF2B5EF4-FFF2-40B4-BE49-F238E27FC236}">
                <a16:creationId xmlns:a16="http://schemas.microsoft.com/office/drawing/2014/main" id="{62A20B3F-BCBB-4D61-97F2-CD0B8276F74F}"/>
              </a:ext>
            </a:extLst>
          </p:cNvPr>
          <p:cNvSpPr>
            <a:spLocks noGrp="1"/>
          </p:cNvSpPr>
          <p:nvPr>
            <p:ph type="body" sz="quarter" idx="20" hasCustomPrompt="1"/>
          </p:nvPr>
        </p:nvSpPr>
        <p:spPr bwMode="gray">
          <a:xfrm>
            <a:off x="407368" y="2060848"/>
            <a:ext cx="11376000" cy="1225550"/>
          </a:xfrm>
        </p:spPr>
        <p:txBody>
          <a:bodyPr/>
          <a:lstStyle>
            <a:lvl1pPr marL="0" indent="0">
              <a:buFontTx/>
              <a:buNone/>
              <a:defRPr sz="8500" b="1">
                <a:solidFill>
                  <a:schemeClr val="tx1"/>
                </a:solidFill>
                <a:latin typeface="+mj-lt"/>
              </a:defRPr>
            </a:lvl1pPr>
            <a:lvl2pPr marL="0" indent="0">
              <a:buFontTx/>
              <a:buNone/>
              <a:defRPr sz="8500" b="1">
                <a:solidFill>
                  <a:schemeClr val="bg1"/>
                </a:solidFill>
                <a:latin typeface="+mj-lt"/>
              </a:defRPr>
            </a:lvl2pPr>
            <a:lvl3pPr marL="0" indent="0">
              <a:buFontTx/>
              <a:buNone/>
              <a:defRPr sz="8500" b="1">
                <a:solidFill>
                  <a:schemeClr val="bg1"/>
                </a:solidFill>
                <a:latin typeface="+mj-lt"/>
              </a:defRPr>
            </a:lvl3pPr>
            <a:lvl4pPr marL="0" indent="0">
              <a:buFontTx/>
              <a:buNone/>
              <a:defRPr sz="8500" b="1">
                <a:solidFill>
                  <a:schemeClr val="bg1"/>
                </a:solidFill>
                <a:latin typeface="+mj-lt"/>
              </a:defRPr>
            </a:lvl4pPr>
            <a:lvl5pPr marL="0" indent="0">
              <a:buFontTx/>
              <a:buNone/>
              <a:defRPr sz="8500" b="1">
                <a:solidFill>
                  <a:schemeClr val="bg1"/>
                </a:solidFill>
                <a:latin typeface="+mj-lt"/>
              </a:defRPr>
            </a:lvl5pPr>
            <a:lvl6pPr marL="0" indent="0">
              <a:buFontTx/>
              <a:buNone/>
              <a:defRPr sz="8500" b="1">
                <a:solidFill>
                  <a:schemeClr val="bg1"/>
                </a:solidFill>
                <a:latin typeface="+mj-lt"/>
              </a:defRPr>
            </a:lvl6pPr>
            <a:lvl7pPr marL="0" indent="0">
              <a:buFontTx/>
              <a:buNone/>
              <a:defRPr sz="8500" b="1">
                <a:solidFill>
                  <a:schemeClr val="bg1"/>
                </a:solidFill>
                <a:latin typeface="+mj-lt"/>
              </a:defRPr>
            </a:lvl7pPr>
            <a:lvl8pPr marL="0" indent="0">
              <a:buFontTx/>
              <a:buNone/>
              <a:defRPr sz="8500" b="1">
                <a:solidFill>
                  <a:schemeClr val="bg1"/>
                </a:solidFill>
                <a:latin typeface="+mj-lt"/>
              </a:defRPr>
            </a:lvl8pPr>
            <a:lvl9pPr marL="0" indent="0">
              <a:buFontTx/>
              <a:buNone/>
              <a:defRPr sz="8500" b="1">
                <a:solidFill>
                  <a:schemeClr val="bg1"/>
                </a:solidFill>
                <a:latin typeface="+mj-lt"/>
              </a:defRPr>
            </a:lvl9pPr>
          </a:lstStyle>
          <a:p>
            <a:pPr lvl="0"/>
            <a:r>
              <a:rPr lang="en-US"/>
              <a:t>Statement</a:t>
            </a:r>
          </a:p>
        </p:txBody>
      </p:sp>
    </p:spTree>
    <p:extLst>
      <p:ext uri="{BB962C8B-B14F-4D97-AF65-F5344CB8AC3E}">
        <p14:creationId xmlns:p14="http://schemas.microsoft.com/office/powerpoint/2010/main" val="944477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tement (picture, dark)">
    <p:bg>
      <p:bgPr>
        <a:solidFill>
          <a:schemeClr val="tx1">
            <a:alpha val="84000"/>
          </a:schemeClr>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E63F0EF0-6751-42DD-8EAD-C8E847AA5F47}"/>
              </a:ext>
            </a:extLst>
          </p:cNvPr>
          <p:cNvSpPr>
            <a:spLocks noGrp="1"/>
          </p:cNvSpPr>
          <p:nvPr>
            <p:ph type="pic" sz="quarter" idx="15" hasCustomPrompt="1"/>
          </p:nvPr>
        </p:nvSpPr>
        <p:spPr bwMode="gray">
          <a:xfrm>
            <a:off x="-1" y="0"/>
            <a:ext cx="12192001" cy="6858000"/>
          </a:xfrm>
          <a:noFill/>
        </p:spPr>
        <p:txBody>
          <a:bodyPr tIns="1440000" bIns="0" anchor="ctr"/>
          <a:lstStyle>
            <a:lvl1pPr marL="0" indent="0" algn="ctr">
              <a:buNone/>
              <a:defRPr>
                <a:solidFill>
                  <a:schemeClr val="bg1"/>
                </a:solidFill>
              </a:defRPr>
            </a:lvl1pPr>
          </a:lstStyle>
          <a:p>
            <a:r>
              <a:rPr lang="en-US"/>
              <a:t>Add image by clicking icon</a:t>
            </a:r>
          </a:p>
        </p:txBody>
      </p:sp>
      <p:sp>
        <p:nvSpPr>
          <p:cNvPr id="6" name="Titel 5">
            <a:extLst>
              <a:ext uri="{FF2B5EF4-FFF2-40B4-BE49-F238E27FC236}">
                <a16:creationId xmlns:a16="http://schemas.microsoft.com/office/drawing/2014/main" id="{BB3B7F34-A02F-4745-A45E-374BB8A8B291}"/>
              </a:ext>
            </a:extLst>
          </p:cNvPr>
          <p:cNvSpPr>
            <a:spLocks noGrp="1"/>
          </p:cNvSpPr>
          <p:nvPr>
            <p:ph type="title" hasCustomPrompt="1"/>
          </p:nvPr>
        </p:nvSpPr>
        <p:spPr bwMode="gray"/>
        <p:txBody>
          <a:bodyPr/>
          <a:lstStyle>
            <a:lvl1pPr>
              <a:defRPr>
                <a:solidFill>
                  <a:schemeClr val="bg1"/>
                </a:solidFill>
              </a:defRPr>
            </a:lvl1pPr>
          </a:lstStyle>
          <a:p>
            <a:r>
              <a:rPr lang="en-US"/>
              <a:t>Add title</a:t>
            </a:r>
          </a:p>
        </p:txBody>
      </p:sp>
      <p:sp>
        <p:nvSpPr>
          <p:cNvPr id="5" name="Foliennummernplatzhalter 4">
            <a:extLst>
              <a:ext uri="{FF2B5EF4-FFF2-40B4-BE49-F238E27FC236}">
                <a16:creationId xmlns:a16="http://schemas.microsoft.com/office/drawing/2014/main" id="{001E907B-F3FD-4F7E-979E-473985CA80BA}"/>
              </a:ext>
            </a:extLst>
          </p:cNvPr>
          <p:cNvSpPr>
            <a:spLocks noGrp="1"/>
          </p:cNvSpPr>
          <p:nvPr>
            <p:ph type="sldNum" sz="quarter" idx="12"/>
          </p:nvPr>
        </p:nvSpPr>
        <p:spPr bwMode="gray"/>
        <p:txBody>
          <a:bodyPr/>
          <a:lstStyle>
            <a:lvl1pPr>
              <a:defRPr>
                <a:solidFill>
                  <a:schemeClr val="bg1"/>
                </a:solidFill>
              </a:defRPr>
            </a:lvl1pPr>
          </a:lstStyle>
          <a:p>
            <a:fld id="{913D9F7D-0C28-4C21-AA99-7C67E34F632A}" type="slidenum">
              <a:rPr lang="en-US" smtClean="0"/>
              <a:pPr/>
              <a:t>‹#›</a:t>
            </a:fld>
            <a:endParaRPr lang="en-US"/>
          </a:p>
        </p:txBody>
      </p:sp>
      <p:sp>
        <p:nvSpPr>
          <p:cNvPr id="2" name="Fußzeilenplatzhalter 1">
            <a:extLst>
              <a:ext uri="{FF2B5EF4-FFF2-40B4-BE49-F238E27FC236}">
                <a16:creationId xmlns:a16="http://schemas.microsoft.com/office/drawing/2014/main" id="{9EC27803-F028-4D09-938C-1C41D21EE002}"/>
              </a:ext>
            </a:extLst>
          </p:cNvPr>
          <p:cNvSpPr>
            <a:spLocks noGrp="1"/>
          </p:cNvSpPr>
          <p:nvPr>
            <p:ph type="ftr" sz="quarter" idx="17"/>
          </p:nvPr>
        </p:nvSpPr>
        <p:spPr bwMode="gray"/>
        <p:txBody>
          <a:bodyPr/>
          <a:lstStyle>
            <a:lvl1pPr>
              <a:defRPr>
                <a:solidFill>
                  <a:schemeClr val="bg1"/>
                </a:solidFill>
              </a:defRPr>
            </a:lvl1pPr>
          </a:lstStyle>
          <a:p>
            <a:r>
              <a:rPr lang="en-US"/>
              <a:t>DB SCHENKER | Claudia Chen | AM | Date June 22, 2020</a:t>
            </a:r>
          </a:p>
        </p:txBody>
      </p:sp>
      <p:sp>
        <p:nvSpPr>
          <p:cNvPr id="11" name="Textplatzhalter 10">
            <a:extLst>
              <a:ext uri="{FF2B5EF4-FFF2-40B4-BE49-F238E27FC236}">
                <a16:creationId xmlns:a16="http://schemas.microsoft.com/office/drawing/2014/main" id="{71FC7585-FE78-4F89-BA10-26D26E336DEA}"/>
              </a:ext>
            </a:extLst>
          </p:cNvPr>
          <p:cNvSpPr>
            <a:spLocks noGrp="1"/>
          </p:cNvSpPr>
          <p:nvPr>
            <p:ph type="body" sz="quarter" idx="18" hasCustomPrompt="1"/>
          </p:nvPr>
        </p:nvSpPr>
        <p:spPr bwMode="gray">
          <a:xfrm>
            <a:off x="11246400" y="6472800"/>
            <a:ext cx="540000" cy="54000"/>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13" name="Textplatzhalter 12">
            <a:extLst>
              <a:ext uri="{FF2B5EF4-FFF2-40B4-BE49-F238E27FC236}">
                <a16:creationId xmlns:a16="http://schemas.microsoft.com/office/drawing/2014/main" id="{BEE2140D-3ADC-4AA2-AAAB-72EF562EFF7A}"/>
              </a:ext>
            </a:extLst>
          </p:cNvPr>
          <p:cNvSpPr>
            <a:spLocks noGrp="1" noChangeAspect="1"/>
          </p:cNvSpPr>
          <p:nvPr>
            <p:ph type="body" sz="quarter" idx="19" hasCustomPrompt="1"/>
          </p:nvPr>
        </p:nvSpPr>
        <p:spPr bwMode="gray">
          <a:xfrm>
            <a:off x="9552384" y="3939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4" name="Textplatzhalter 3">
            <a:extLst>
              <a:ext uri="{FF2B5EF4-FFF2-40B4-BE49-F238E27FC236}">
                <a16:creationId xmlns:a16="http://schemas.microsoft.com/office/drawing/2014/main" id="{62A20B3F-BCBB-4D61-97F2-CD0B8276F74F}"/>
              </a:ext>
            </a:extLst>
          </p:cNvPr>
          <p:cNvSpPr>
            <a:spLocks noGrp="1"/>
          </p:cNvSpPr>
          <p:nvPr>
            <p:ph type="body" sz="quarter" idx="20" hasCustomPrompt="1"/>
          </p:nvPr>
        </p:nvSpPr>
        <p:spPr bwMode="gray">
          <a:xfrm>
            <a:off x="407368" y="2060848"/>
            <a:ext cx="11376000" cy="1225550"/>
          </a:xfrm>
        </p:spPr>
        <p:txBody>
          <a:bodyPr/>
          <a:lstStyle>
            <a:lvl1pPr marL="0" indent="0">
              <a:buFontTx/>
              <a:buNone/>
              <a:defRPr sz="8500" b="1">
                <a:solidFill>
                  <a:schemeClr val="bg1"/>
                </a:solidFill>
                <a:latin typeface="+mj-lt"/>
              </a:defRPr>
            </a:lvl1pPr>
            <a:lvl2pPr marL="0" indent="0">
              <a:buFontTx/>
              <a:buNone/>
              <a:defRPr sz="8500" b="1">
                <a:solidFill>
                  <a:schemeClr val="bg1"/>
                </a:solidFill>
                <a:latin typeface="+mj-lt"/>
              </a:defRPr>
            </a:lvl2pPr>
            <a:lvl3pPr marL="0" indent="0">
              <a:buFontTx/>
              <a:buNone/>
              <a:defRPr sz="8500" b="1">
                <a:solidFill>
                  <a:schemeClr val="bg1"/>
                </a:solidFill>
                <a:latin typeface="+mj-lt"/>
              </a:defRPr>
            </a:lvl3pPr>
            <a:lvl4pPr marL="0" indent="0">
              <a:buFontTx/>
              <a:buNone/>
              <a:defRPr sz="8500" b="1">
                <a:solidFill>
                  <a:schemeClr val="bg1"/>
                </a:solidFill>
                <a:latin typeface="+mj-lt"/>
              </a:defRPr>
            </a:lvl4pPr>
            <a:lvl5pPr marL="0" indent="0">
              <a:buFontTx/>
              <a:buNone/>
              <a:defRPr sz="8500" b="1">
                <a:solidFill>
                  <a:schemeClr val="bg1"/>
                </a:solidFill>
                <a:latin typeface="+mj-lt"/>
              </a:defRPr>
            </a:lvl5pPr>
            <a:lvl6pPr marL="0" indent="0">
              <a:buFontTx/>
              <a:buNone/>
              <a:defRPr sz="8500" b="1">
                <a:solidFill>
                  <a:schemeClr val="bg1"/>
                </a:solidFill>
                <a:latin typeface="+mj-lt"/>
              </a:defRPr>
            </a:lvl6pPr>
            <a:lvl7pPr marL="0" indent="0">
              <a:buFontTx/>
              <a:buNone/>
              <a:defRPr sz="8500" b="1">
                <a:solidFill>
                  <a:schemeClr val="bg1"/>
                </a:solidFill>
                <a:latin typeface="+mj-lt"/>
              </a:defRPr>
            </a:lvl7pPr>
            <a:lvl8pPr marL="0" indent="0">
              <a:buFontTx/>
              <a:buNone/>
              <a:defRPr sz="8500" b="1">
                <a:solidFill>
                  <a:schemeClr val="bg1"/>
                </a:solidFill>
                <a:latin typeface="+mj-lt"/>
              </a:defRPr>
            </a:lvl8pPr>
            <a:lvl9pPr marL="0" indent="0">
              <a:buFontTx/>
              <a:buNone/>
              <a:defRPr sz="8500" b="1">
                <a:solidFill>
                  <a:schemeClr val="bg1"/>
                </a:solidFill>
                <a:latin typeface="+mj-lt"/>
              </a:defRPr>
            </a:lvl9pPr>
          </a:lstStyle>
          <a:p>
            <a:pPr lvl="0"/>
            <a:r>
              <a:rPr lang="en-US"/>
              <a:t>Statement</a:t>
            </a:r>
          </a:p>
        </p:txBody>
      </p:sp>
    </p:spTree>
    <p:extLst>
      <p:ext uri="{BB962C8B-B14F-4D97-AF65-F5344CB8AC3E}">
        <p14:creationId xmlns:p14="http://schemas.microsoft.com/office/powerpoint/2010/main" val="1097466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Quote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6F43D422-F336-4C99-85F7-CE4485E63468}"/>
              </a:ext>
            </a:extLst>
          </p:cNvPr>
          <p:cNvSpPr>
            <a:spLocks noGrp="1"/>
          </p:cNvSpPr>
          <p:nvPr>
            <p:ph type="pic" sz="quarter" idx="17" hasCustomPrompt="1"/>
          </p:nvPr>
        </p:nvSpPr>
        <p:spPr bwMode="gray">
          <a:xfrm>
            <a:off x="0" y="0"/>
            <a:ext cx="12192000" cy="6858000"/>
          </a:xfrm>
          <a:noFill/>
        </p:spPr>
        <p:txBody>
          <a:bodyPr bIns="1584000" anchor="ctr"/>
          <a:lstStyle>
            <a:lvl1pPr algn="ctr">
              <a:defRPr/>
            </a:lvl1pPr>
          </a:lstStyle>
          <a:p>
            <a:r>
              <a:rPr lang="en-US"/>
              <a:t>Add image by clicking icon</a:t>
            </a:r>
          </a:p>
        </p:txBody>
      </p:sp>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a:xfrm>
            <a:off x="407988" y="3501008"/>
            <a:ext cx="11376025" cy="936000"/>
          </a:xfrm>
          <a:noFill/>
        </p:spPr>
        <p:txBody>
          <a:bodyPr lIns="0" tIns="0" rIns="0" bIns="0" anchor="b"/>
          <a:lstStyle>
            <a:lvl1pPr algn="ctr">
              <a:defRPr sz="6000">
                <a:solidFill>
                  <a:schemeClr val="tx1"/>
                </a:solidFill>
              </a:defRPr>
            </a:lvl1pPr>
          </a:lstStyle>
          <a:p>
            <a:r>
              <a:rPr lang="en-US"/>
              <a:t>Add a quote</a:t>
            </a:r>
          </a:p>
        </p:txBody>
      </p:sp>
      <p:sp>
        <p:nvSpPr>
          <p:cNvPr id="9" name="Textplatzhalter 8">
            <a:extLst>
              <a:ext uri="{FF2B5EF4-FFF2-40B4-BE49-F238E27FC236}">
                <a16:creationId xmlns:a16="http://schemas.microsoft.com/office/drawing/2014/main" id="{519DF05F-72AD-4B24-A27F-095169952370}"/>
              </a:ext>
            </a:extLst>
          </p:cNvPr>
          <p:cNvSpPr>
            <a:spLocks noGrp="1"/>
          </p:cNvSpPr>
          <p:nvPr>
            <p:ph type="body" sz="quarter" idx="14" hasCustomPrompt="1"/>
          </p:nvPr>
        </p:nvSpPr>
        <p:spPr bwMode="gray">
          <a:xfrm>
            <a:off x="407988" y="5229304"/>
            <a:ext cx="11376026" cy="936000"/>
          </a:xfrm>
        </p:spPr>
        <p:txBody>
          <a:bodyPr/>
          <a:lstStyle>
            <a:lvl1pPr marL="0" indent="0" algn="ctr">
              <a:buFontTx/>
              <a:buNone/>
              <a:defRPr sz="1600">
                <a:solidFill>
                  <a:schemeClr val="tx1"/>
                </a:solidFill>
              </a:defRPr>
            </a:lvl1pPr>
            <a:lvl2pPr marL="0" indent="0" algn="ctr">
              <a:buFontTx/>
              <a:buNone/>
              <a:defRPr>
                <a:solidFill>
                  <a:schemeClr val="tx1"/>
                </a:solidFill>
              </a:defRPr>
            </a:lvl2pPr>
            <a:lvl3pPr marL="0" indent="0" algn="ctr">
              <a:buFontTx/>
              <a:buNone/>
              <a:defRPr>
                <a:solidFill>
                  <a:schemeClr val="tx1"/>
                </a:solidFill>
              </a:defRPr>
            </a:lvl3pPr>
            <a:lvl4pPr marL="0" indent="0" algn="ctr">
              <a:buFontTx/>
              <a:buNone/>
              <a:defRPr>
                <a:solidFill>
                  <a:schemeClr val="tx1"/>
                </a:solidFill>
              </a:defRPr>
            </a:lvl4pPr>
            <a:lvl5pPr marL="0" indent="0" algn="ctr">
              <a:buFontTx/>
              <a:buNone/>
              <a:defRPr>
                <a:solidFill>
                  <a:schemeClr val="tx1"/>
                </a:solidFill>
              </a:defRPr>
            </a:lvl5pPr>
            <a:lvl6pPr marL="0" indent="0" algn="ctr">
              <a:buFontTx/>
              <a:buNone/>
              <a:defRPr>
                <a:solidFill>
                  <a:schemeClr val="tx1"/>
                </a:solidFill>
              </a:defRPr>
            </a:lvl6pPr>
            <a:lvl7pPr marL="0" indent="0" algn="ctr">
              <a:buFontTx/>
              <a:buNone/>
              <a:defRPr>
                <a:solidFill>
                  <a:schemeClr val="tx1"/>
                </a:solidFill>
              </a:defRPr>
            </a:lvl7pPr>
            <a:lvl8pPr marL="0" indent="0" algn="ctr">
              <a:buFontTx/>
              <a:buNone/>
              <a:defRPr>
                <a:solidFill>
                  <a:schemeClr val="tx1"/>
                </a:solidFill>
              </a:defRPr>
            </a:lvl8pPr>
            <a:lvl9pPr marL="0" indent="0" algn="ctr">
              <a:buFontTx/>
              <a:buNone/>
              <a:defRPr>
                <a:solidFill>
                  <a:schemeClr val="tx1"/>
                </a:solidFill>
              </a:defRPr>
            </a:lvl9pPr>
          </a:lstStyle>
          <a:p>
            <a:pPr lvl="0"/>
            <a:r>
              <a:rPr lang="en-US"/>
              <a:t>Add First Name Surname</a:t>
            </a:r>
          </a:p>
        </p:txBody>
      </p:sp>
      <p:sp>
        <p:nvSpPr>
          <p:cNvPr id="7" name="Textplatzhalter 6">
            <a:extLst>
              <a:ext uri="{FF2B5EF4-FFF2-40B4-BE49-F238E27FC236}">
                <a16:creationId xmlns:a16="http://schemas.microsoft.com/office/drawing/2014/main" id="{59B825A7-CC36-4592-BA09-A6FA6C29D838}"/>
              </a:ext>
            </a:extLst>
          </p:cNvPr>
          <p:cNvSpPr>
            <a:spLocks noGrp="1"/>
          </p:cNvSpPr>
          <p:nvPr>
            <p:ph type="body" sz="quarter" idx="15" hasCustomPrompt="1"/>
          </p:nvPr>
        </p:nvSpPr>
        <p:spPr bwMode="gray">
          <a:xfrm>
            <a:off x="5485638" y="4905164"/>
            <a:ext cx="1220724" cy="121625"/>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15" name="Textplatzhalter 14">
            <a:extLst>
              <a:ext uri="{FF2B5EF4-FFF2-40B4-BE49-F238E27FC236}">
                <a16:creationId xmlns:a16="http://schemas.microsoft.com/office/drawing/2014/main" id="{B32F85A3-5987-4B8E-93E2-96D91C5A6CB6}"/>
              </a:ext>
            </a:extLst>
          </p:cNvPr>
          <p:cNvSpPr>
            <a:spLocks noGrp="1" noChangeAspect="1"/>
          </p:cNvSpPr>
          <p:nvPr>
            <p:ph type="body" sz="quarter" idx="19" hasCustomPrompt="1"/>
          </p:nvPr>
        </p:nvSpPr>
        <p:spPr bwMode="gray">
          <a:xfrm>
            <a:off x="9552384" y="3939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544345484"/>
      </p:ext>
    </p:extLst>
  </p:cSld>
  <p:clrMapOvr>
    <a:masterClrMapping/>
  </p:clrMapOvr>
  <p:extLst>
    <p:ext uri="{DCECCB84-F9BA-43D5-87BE-67443E8EF086}">
      <p15:sldGuideLst xmlns:p15="http://schemas.microsoft.com/office/powerpoint/2012/main">
        <p15:guide id="1" orient="horz" pos="27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Quote (picture, dark)">
    <p:bg>
      <p:bgPr>
        <a:solidFill>
          <a:schemeClr val="tx1">
            <a:alpha val="84000"/>
          </a:schemeClr>
        </a:solidFill>
        <a:effectLst/>
      </p:bgPr>
    </p:bg>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6F43D422-F336-4C99-85F7-CE4485E63468}"/>
              </a:ext>
            </a:extLst>
          </p:cNvPr>
          <p:cNvSpPr>
            <a:spLocks noGrp="1"/>
          </p:cNvSpPr>
          <p:nvPr>
            <p:ph type="pic" sz="quarter" idx="17" hasCustomPrompt="1"/>
          </p:nvPr>
        </p:nvSpPr>
        <p:spPr bwMode="gray">
          <a:xfrm>
            <a:off x="0" y="0"/>
            <a:ext cx="12192000" cy="6858000"/>
          </a:xfrm>
          <a:noFill/>
        </p:spPr>
        <p:txBody>
          <a:bodyPr bIns="1584000" anchor="ctr"/>
          <a:lstStyle>
            <a:lvl1pPr algn="ctr">
              <a:defRPr>
                <a:solidFill>
                  <a:schemeClr val="bg1"/>
                </a:solidFill>
              </a:defRPr>
            </a:lvl1pPr>
          </a:lstStyle>
          <a:p>
            <a:r>
              <a:rPr lang="en-US"/>
              <a:t>Add image by clicking icon</a:t>
            </a:r>
          </a:p>
        </p:txBody>
      </p:sp>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a:xfrm>
            <a:off x="407988" y="3501008"/>
            <a:ext cx="11376025" cy="936000"/>
          </a:xfrm>
          <a:noFill/>
        </p:spPr>
        <p:txBody>
          <a:bodyPr lIns="0" tIns="0" rIns="0" bIns="0" anchor="b"/>
          <a:lstStyle>
            <a:lvl1pPr algn="ctr">
              <a:defRPr sz="6000">
                <a:solidFill>
                  <a:schemeClr val="bg1"/>
                </a:solidFill>
              </a:defRPr>
            </a:lvl1pPr>
          </a:lstStyle>
          <a:p>
            <a:r>
              <a:rPr lang="en-US"/>
              <a:t>Add a quote</a:t>
            </a:r>
          </a:p>
        </p:txBody>
      </p:sp>
      <p:sp>
        <p:nvSpPr>
          <p:cNvPr id="9" name="Textplatzhalter 8">
            <a:extLst>
              <a:ext uri="{FF2B5EF4-FFF2-40B4-BE49-F238E27FC236}">
                <a16:creationId xmlns:a16="http://schemas.microsoft.com/office/drawing/2014/main" id="{519DF05F-72AD-4B24-A27F-095169952370}"/>
              </a:ext>
            </a:extLst>
          </p:cNvPr>
          <p:cNvSpPr>
            <a:spLocks noGrp="1"/>
          </p:cNvSpPr>
          <p:nvPr>
            <p:ph type="body" sz="quarter" idx="14" hasCustomPrompt="1"/>
          </p:nvPr>
        </p:nvSpPr>
        <p:spPr bwMode="gray">
          <a:xfrm>
            <a:off x="407988" y="5229304"/>
            <a:ext cx="11376026" cy="936000"/>
          </a:xfrm>
        </p:spPr>
        <p:txBody>
          <a:bodyPr/>
          <a:lstStyle>
            <a:lvl1pPr marL="0" indent="0" algn="ctr">
              <a:buFontTx/>
              <a:buNone/>
              <a:defRPr sz="1600">
                <a:solidFill>
                  <a:schemeClr val="bg1"/>
                </a:solidFill>
              </a:defRPr>
            </a:lvl1pPr>
            <a:lvl2pPr marL="0" indent="0" algn="ctr">
              <a:buFontTx/>
              <a:buNone/>
              <a:defRPr>
                <a:solidFill>
                  <a:schemeClr val="bg1"/>
                </a:solidFill>
              </a:defRPr>
            </a:lvl2pPr>
            <a:lvl3pPr marL="0" indent="0" algn="ctr">
              <a:buFontTx/>
              <a:buNone/>
              <a:defRPr>
                <a:solidFill>
                  <a:schemeClr val="bg1"/>
                </a:solidFill>
              </a:defRPr>
            </a:lvl3pPr>
            <a:lvl4pPr marL="0" indent="0" algn="ctr">
              <a:buFontTx/>
              <a:buNone/>
              <a:defRPr>
                <a:solidFill>
                  <a:schemeClr val="bg1"/>
                </a:solidFill>
              </a:defRPr>
            </a:lvl4pPr>
            <a:lvl5pPr marL="0" indent="0" algn="ctr">
              <a:buFontTx/>
              <a:buNone/>
              <a:defRPr>
                <a:solidFill>
                  <a:schemeClr val="bg1"/>
                </a:solidFill>
              </a:defRPr>
            </a:lvl5pPr>
            <a:lvl6pPr marL="0" indent="0" algn="ctr">
              <a:buFontTx/>
              <a:buNone/>
              <a:defRPr>
                <a:solidFill>
                  <a:schemeClr val="bg1"/>
                </a:solidFill>
              </a:defRPr>
            </a:lvl6pPr>
            <a:lvl7pPr marL="0" indent="0" algn="ctr">
              <a:buFontTx/>
              <a:buNone/>
              <a:defRPr>
                <a:solidFill>
                  <a:schemeClr val="bg1"/>
                </a:solidFill>
              </a:defRPr>
            </a:lvl7pPr>
            <a:lvl8pPr marL="0" indent="0" algn="ctr">
              <a:buFontTx/>
              <a:buNone/>
              <a:defRPr>
                <a:solidFill>
                  <a:schemeClr val="bg1"/>
                </a:solidFill>
              </a:defRPr>
            </a:lvl8pPr>
            <a:lvl9pPr marL="0" indent="0" algn="ctr">
              <a:buFontTx/>
              <a:buNone/>
              <a:defRPr>
                <a:solidFill>
                  <a:schemeClr val="bg1"/>
                </a:solidFill>
              </a:defRPr>
            </a:lvl9pPr>
          </a:lstStyle>
          <a:p>
            <a:pPr lvl="0"/>
            <a:r>
              <a:rPr lang="en-US"/>
              <a:t>Add First Name Surname</a:t>
            </a:r>
          </a:p>
        </p:txBody>
      </p:sp>
      <p:sp>
        <p:nvSpPr>
          <p:cNvPr id="7" name="Textplatzhalter 6">
            <a:extLst>
              <a:ext uri="{FF2B5EF4-FFF2-40B4-BE49-F238E27FC236}">
                <a16:creationId xmlns:a16="http://schemas.microsoft.com/office/drawing/2014/main" id="{59B825A7-CC36-4592-BA09-A6FA6C29D838}"/>
              </a:ext>
            </a:extLst>
          </p:cNvPr>
          <p:cNvSpPr>
            <a:spLocks noGrp="1"/>
          </p:cNvSpPr>
          <p:nvPr>
            <p:ph type="body" sz="quarter" idx="15" hasCustomPrompt="1"/>
          </p:nvPr>
        </p:nvSpPr>
        <p:spPr bwMode="gray">
          <a:xfrm>
            <a:off x="5485638" y="4905164"/>
            <a:ext cx="1220724" cy="121625"/>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15" name="Textplatzhalter 14">
            <a:extLst>
              <a:ext uri="{FF2B5EF4-FFF2-40B4-BE49-F238E27FC236}">
                <a16:creationId xmlns:a16="http://schemas.microsoft.com/office/drawing/2014/main" id="{B32F85A3-5987-4B8E-93E2-96D91C5A6CB6}"/>
              </a:ext>
            </a:extLst>
          </p:cNvPr>
          <p:cNvSpPr>
            <a:spLocks noGrp="1" noChangeAspect="1"/>
          </p:cNvSpPr>
          <p:nvPr>
            <p:ph type="body" sz="quarter" idx="19" hasCustomPrompt="1"/>
          </p:nvPr>
        </p:nvSpPr>
        <p:spPr bwMode="gray">
          <a:xfrm>
            <a:off x="9552384" y="3939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95786979"/>
      </p:ext>
    </p:extLst>
  </p:cSld>
  <p:clrMapOvr>
    <a:masterClrMapping/>
  </p:clrMapOvr>
  <p:extLst>
    <p:ext uri="{DCECCB84-F9BA-43D5-87BE-67443E8EF086}">
      <p15:sldGuideLst xmlns:p15="http://schemas.microsoft.com/office/powerpoint/2012/main">
        <p15:guide id="1" orient="horz" pos="270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Quote (teal)">
    <p:bg>
      <p:bgPr>
        <a:solidFill>
          <a:schemeClr val="bg2"/>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9E108C8-BC3F-4513-ADDF-05974173B3AA}"/>
              </a:ext>
            </a:extLst>
          </p:cNvPr>
          <p:cNvSpPr/>
          <p:nvPr userDrawn="1"/>
        </p:nvSpPr>
        <p:spPr bwMode="gray">
          <a:xfrm>
            <a:off x="9336360" y="260648"/>
            <a:ext cx="2664296" cy="6480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indent="-180975" algn="ctr">
              <a:buClr>
                <a:schemeClr val="accent2"/>
              </a:buClr>
              <a:buFont typeface="DB Sans" panose="020B0502050202020204" pitchFamily="34" charset="0"/>
              <a:buChar char="‒"/>
            </a:pPr>
            <a:endParaRPr lang="en-US" sz="1600" err="1">
              <a:solidFill>
                <a:schemeClr val="tx1"/>
              </a:solidFill>
            </a:endParaRPr>
          </a:p>
        </p:txBody>
      </p:sp>
      <p:sp>
        <p:nvSpPr>
          <p:cNvPr id="2" name="Titel 1">
            <a:extLst>
              <a:ext uri="{FF2B5EF4-FFF2-40B4-BE49-F238E27FC236}">
                <a16:creationId xmlns:a16="http://schemas.microsoft.com/office/drawing/2014/main" id="{D80E10FB-DB28-4159-ABFD-2E84010A9BC2}"/>
              </a:ext>
            </a:extLst>
          </p:cNvPr>
          <p:cNvSpPr>
            <a:spLocks noGrp="1"/>
          </p:cNvSpPr>
          <p:nvPr>
            <p:ph type="title" hasCustomPrompt="1"/>
          </p:nvPr>
        </p:nvSpPr>
        <p:spPr bwMode="gray">
          <a:xfrm>
            <a:off x="407988" y="3501008"/>
            <a:ext cx="11376025" cy="936000"/>
          </a:xfrm>
          <a:noFill/>
        </p:spPr>
        <p:txBody>
          <a:bodyPr lIns="0" tIns="0" rIns="0" bIns="0" anchor="b"/>
          <a:lstStyle>
            <a:lvl1pPr algn="ctr">
              <a:defRPr sz="6000">
                <a:solidFill>
                  <a:schemeClr val="bg1"/>
                </a:solidFill>
              </a:defRPr>
            </a:lvl1pPr>
          </a:lstStyle>
          <a:p>
            <a:r>
              <a:rPr lang="en-US"/>
              <a:t>Add a quote</a:t>
            </a:r>
          </a:p>
        </p:txBody>
      </p:sp>
      <p:sp>
        <p:nvSpPr>
          <p:cNvPr id="9" name="Textplatzhalter 8">
            <a:extLst>
              <a:ext uri="{FF2B5EF4-FFF2-40B4-BE49-F238E27FC236}">
                <a16:creationId xmlns:a16="http://schemas.microsoft.com/office/drawing/2014/main" id="{519DF05F-72AD-4B24-A27F-095169952370}"/>
              </a:ext>
            </a:extLst>
          </p:cNvPr>
          <p:cNvSpPr>
            <a:spLocks noGrp="1"/>
          </p:cNvSpPr>
          <p:nvPr>
            <p:ph type="body" sz="quarter" idx="14" hasCustomPrompt="1"/>
          </p:nvPr>
        </p:nvSpPr>
        <p:spPr bwMode="gray">
          <a:xfrm>
            <a:off x="407988" y="5229304"/>
            <a:ext cx="11376026" cy="936000"/>
          </a:xfrm>
        </p:spPr>
        <p:txBody>
          <a:bodyPr/>
          <a:lstStyle>
            <a:lvl1pPr marL="0" indent="0" algn="ctr">
              <a:buFontTx/>
              <a:buNone/>
              <a:defRPr sz="1600">
                <a:solidFill>
                  <a:schemeClr val="bg1"/>
                </a:solidFill>
              </a:defRPr>
            </a:lvl1pPr>
            <a:lvl2pPr marL="0" indent="0" algn="ctr">
              <a:buFontTx/>
              <a:buNone/>
              <a:defRPr>
                <a:solidFill>
                  <a:schemeClr val="bg1"/>
                </a:solidFill>
              </a:defRPr>
            </a:lvl2pPr>
            <a:lvl3pPr marL="0" indent="0" algn="ctr">
              <a:buFontTx/>
              <a:buNone/>
              <a:defRPr>
                <a:solidFill>
                  <a:schemeClr val="bg1"/>
                </a:solidFill>
              </a:defRPr>
            </a:lvl3pPr>
            <a:lvl4pPr marL="0" indent="0" algn="ctr">
              <a:buFontTx/>
              <a:buNone/>
              <a:defRPr>
                <a:solidFill>
                  <a:schemeClr val="bg1"/>
                </a:solidFill>
              </a:defRPr>
            </a:lvl4pPr>
            <a:lvl5pPr marL="0" indent="0" algn="ctr">
              <a:buFontTx/>
              <a:buNone/>
              <a:defRPr>
                <a:solidFill>
                  <a:schemeClr val="bg1"/>
                </a:solidFill>
              </a:defRPr>
            </a:lvl5pPr>
            <a:lvl6pPr marL="0" indent="0" algn="ctr">
              <a:buFontTx/>
              <a:buNone/>
              <a:defRPr>
                <a:solidFill>
                  <a:schemeClr val="bg1"/>
                </a:solidFill>
              </a:defRPr>
            </a:lvl6pPr>
            <a:lvl7pPr marL="0" indent="0" algn="ctr">
              <a:buFontTx/>
              <a:buNone/>
              <a:defRPr>
                <a:solidFill>
                  <a:schemeClr val="bg1"/>
                </a:solidFill>
              </a:defRPr>
            </a:lvl7pPr>
            <a:lvl8pPr marL="0" indent="0" algn="ctr">
              <a:buFontTx/>
              <a:buNone/>
              <a:defRPr>
                <a:solidFill>
                  <a:schemeClr val="bg1"/>
                </a:solidFill>
              </a:defRPr>
            </a:lvl8pPr>
            <a:lvl9pPr marL="0" indent="0" algn="ctr">
              <a:buFontTx/>
              <a:buNone/>
              <a:defRPr>
                <a:solidFill>
                  <a:schemeClr val="bg1"/>
                </a:solidFill>
              </a:defRPr>
            </a:lvl9pPr>
          </a:lstStyle>
          <a:p>
            <a:pPr lvl="0"/>
            <a:r>
              <a:rPr lang="en-US"/>
              <a:t>Add First Name Surname</a:t>
            </a:r>
          </a:p>
        </p:txBody>
      </p:sp>
      <p:sp>
        <p:nvSpPr>
          <p:cNvPr id="7" name="Textplatzhalter 6">
            <a:extLst>
              <a:ext uri="{FF2B5EF4-FFF2-40B4-BE49-F238E27FC236}">
                <a16:creationId xmlns:a16="http://schemas.microsoft.com/office/drawing/2014/main" id="{59B825A7-CC36-4592-BA09-A6FA6C29D838}"/>
              </a:ext>
            </a:extLst>
          </p:cNvPr>
          <p:cNvSpPr>
            <a:spLocks noGrp="1"/>
          </p:cNvSpPr>
          <p:nvPr>
            <p:ph type="body" sz="quarter" idx="15" hasCustomPrompt="1"/>
          </p:nvPr>
        </p:nvSpPr>
        <p:spPr bwMode="gray">
          <a:xfrm>
            <a:off x="5485638" y="4905164"/>
            <a:ext cx="1220724" cy="121625"/>
          </a:xfrm>
          <a:prstGeom prst="roundRect">
            <a:avLst>
              <a:gd name="adj" fmla="val 50000"/>
            </a:avLst>
          </a:prstGeom>
          <a:solidFill>
            <a:schemeClr val="tx2"/>
          </a:solid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pic>
        <p:nvPicPr>
          <p:cNvPr id="11" name="LOGO_SVG">
            <a:extLst>
              <a:ext uri="{FF2B5EF4-FFF2-40B4-BE49-F238E27FC236}">
                <a16:creationId xmlns:a16="http://schemas.microsoft.com/office/drawing/2014/main" id="{57FBE738-C17C-4347-8EFE-1613620FBC69}"/>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gray">
          <a:xfrm>
            <a:off x="9552384" y="392704"/>
            <a:ext cx="2232000" cy="372000"/>
          </a:xfrm>
          <a:prstGeom prst="rect">
            <a:avLst/>
          </a:prstGeom>
        </p:spPr>
      </p:pic>
    </p:spTree>
    <p:extLst>
      <p:ext uri="{BB962C8B-B14F-4D97-AF65-F5344CB8AC3E}">
        <p14:creationId xmlns:p14="http://schemas.microsoft.com/office/powerpoint/2010/main" val="713079261"/>
      </p:ext>
    </p:extLst>
  </p:cSld>
  <p:clrMapOvr>
    <a:masterClrMapping/>
  </p:clrMapOvr>
  <p:extLst>
    <p:ext uri="{DCECCB84-F9BA-43D5-87BE-67443E8EF086}">
      <p15:sldGuideLst xmlns:p15="http://schemas.microsoft.com/office/powerpoint/2012/main">
        <p15:guide id="1" orient="horz" pos="27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slide (picture, bright)">
    <p:bg>
      <p:bgPr>
        <a:solidFill>
          <a:schemeClr val="bg1">
            <a:lumMod val="75000"/>
          </a:schemeClr>
        </a:solidFill>
        <a:effectLst/>
      </p:bgPr>
    </p:bg>
    <p:spTree>
      <p:nvGrpSpPr>
        <p:cNvPr id="1" name=""/>
        <p:cNvGrpSpPr/>
        <p:nvPr/>
      </p:nvGrpSpPr>
      <p:grpSpPr>
        <a:xfrm>
          <a:off x="0" y="0"/>
          <a:ext cx="0" cy="0"/>
          <a:chOff x="0" y="0"/>
          <a:chExt cx="0" cy="0"/>
        </a:xfrm>
      </p:grpSpPr>
      <p:sp>
        <p:nvSpPr>
          <p:cNvPr id="3" name="Bildplatzhalter 10">
            <a:extLst>
              <a:ext uri="{FF2B5EF4-FFF2-40B4-BE49-F238E27FC236}">
                <a16:creationId xmlns:a16="http://schemas.microsoft.com/office/drawing/2014/main" id="{88E6BB85-2CD9-4C46-9692-3B22C74A1300}"/>
              </a:ext>
            </a:extLst>
          </p:cNvPr>
          <p:cNvSpPr>
            <a:spLocks noGrp="1"/>
          </p:cNvSpPr>
          <p:nvPr>
            <p:ph type="pic" sz="quarter" idx="15" hasCustomPrompt="1"/>
          </p:nvPr>
        </p:nvSpPr>
        <p:spPr bwMode="gray">
          <a:xfrm>
            <a:off x="0" y="0"/>
            <a:ext cx="12192001" cy="6858000"/>
          </a:xfrm>
          <a:noFill/>
        </p:spPr>
        <p:txBody>
          <a:bodyPr bIns="1584000" anchor="ctr"/>
          <a:lstStyle>
            <a:lvl1pPr marL="0" indent="0" algn="ctr">
              <a:buNone/>
              <a:defRPr/>
            </a:lvl1pPr>
          </a:lstStyle>
          <a:p>
            <a:r>
              <a:rPr lang="en-US"/>
              <a:t>Add image by clicking icon</a:t>
            </a:r>
          </a:p>
        </p:txBody>
      </p:sp>
      <p:sp>
        <p:nvSpPr>
          <p:cNvPr id="2" name="Titel 1">
            <a:extLst>
              <a:ext uri="{FF2B5EF4-FFF2-40B4-BE49-F238E27FC236}">
                <a16:creationId xmlns:a16="http://schemas.microsoft.com/office/drawing/2014/main" id="{05B94DD2-B5F5-4C54-B070-51A7824E1609}"/>
              </a:ext>
            </a:extLst>
          </p:cNvPr>
          <p:cNvSpPr>
            <a:spLocks noGrp="1"/>
          </p:cNvSpPr>
          <p:nvPr>
            <p:ph type="title" hasCustomPrompt="1"/>
          </p:nvPr>
        </p:nvSpPr>
        <p:spPr bwMode="gray">
          <a:xfrm>
            <a:off x="407368" y="2565304"/>
            <a:ext cx="11376025" cy="3600000"/>
          </a:xfrm>
        </p:spPr>
        <p:txBody>
          <a:bodyPr/>
          <a:lstStyle>
            <a:lvl1pPr algn="ctr">
              <a:defRPr sz="8000">
                <a:solidFill>
                  <a:schemeClr val="tx1"/>
                </a:solidFill>
              </a:defRPr>
            </a:lvl1pPr>
          </a:lstStyle>
          <a:p>
            <a:r>
              <a:rPr lang="en-US"/>
              <a:t>Add final message</a:t>
            </a:r>
          </a:p>
        </p:txBody>
      </p:sp>
      <p:sp>
        <p:nvSpPr>
          <p:cNvPr id="7" name="Textplatzhalter 6">
            <a:extLst>
              <a:ext uri="{FF2B5EF4-FFF2-40B4-BE49-F238E27FC236}">
                <a16:creationId xmlns:a16="http://schemas.microsoft.com/office/drawing/2014/main" id="{AA59B8F7-C4C4-42AA-B502-5877D46A596B}"/>
              </a:ext>
            </a:extLst>
          </p:cNvPr>
          <p:cNvSpPr>
            <a:spLocks noGrp="1" noChangeAspect="1"/>
          </p:cNvSpPr>
          <p:nvPr>
            <p:ph type="body" sz="quarter" idx="16" hasCustomPrompt="1"/>
          </p:nvPr>
        </p:nvSpPr>
        <p:spPr bwMode="gray">
          <a:xfrm>
            <a:off x="9552384" y="3927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4" name="Fußzeilenplatzhalter 3">
            <a:extLst>
              <a:ext uri="{FF2B5EF4-FFF2-40B4-BE49-F238E27FC236}">
                <a16:creationId xmlns:a16="http://schemas.microsoft.com/office/drawing/2014/main" id="{E30AB38F-CFCF-4498-828D-1ECAA3CC0215}"/>
              </a:ext>
            </a:extLst>
          </p:cNvPr>
          <p:cNvSpPr>
            <a:spLocks noGrp="1"/>
          </p:cNvSpPr>
          <p:nvPr>
            <p:ph type="ftr" sz="quarter" idx="17"/>
          </p:nvPr>
        </p:nvSpPr>
        <p:spPr bwMode="gray"/>
        <p:txBody>
          <a:bodyPr/>
          <a:lstStyle/>
          <a:p>
            <a:r>
              <a:rPr lang="en-US"/>
              <a:t>DB SCHENKER | Claudia Chen | AM | Date June 22, 2020</a:t>
            </a:r>
          </a:p>
        </p:txBody>
      </p:sp>
      <p:sp>
        <p:nvSpPr>
          <p:cNvPr id="5" name="Foliennummernplatzhalter 4">
            <a:extLst>
              <a:ext uri="{FF2B5EF4-FFF2-40B4-BE49-F238E27FC236}">
                <a16:creationId xmlns:a16="http://schemas.microsoft.com/office/drawing/2014/main" id="{9A3F847F-B604-4BC2-8818-7F4B7CA3D8DC}"/>
              </a:ext>
            </a:extLst>
          </p:cNvPr>
          <p:cNvSpPr>
            <a:spLocks noGrp="1"/>
          </p:cNvSpPr>
          <p:nvPr>
            <p:ph type="sldNum" sz="quarter" idx="18"/>
          </p:nvPr>
        </p:nvSpPr>
        <p:spPr bwMode="gray"/>
        <p:txBody>
          <a:bodyPr/>
          <a:lstStyle/>
          <a:p>
            <a:fld id="{913D9F7D-0C28-4C21-AA99-7C67E34F632A}" type="slidenum">
              <a:rPr lang="en-US" smtClean="0"/>
              <a:pPr/>
              <a:t>‹#›</a:t>
            </a:fld>
            <a:endParaRPr lang="en-US"/>
          </a:p>
        </p:txBody>
      </p:sp>
    </p:spTree>
    <p:extLst>
      <p:ext uri="{BB962C8B-B14F-4D97-AF65-F5344CB8AC3E}">
        <p14:creationId xmlns:p14="http://schemas.microsoft.com/office/powerpoint/2010/main" val="32743925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nd slide (picture, dark)">
    <p:bg>
      <p:bgPr>
        <a:solidFill>
          <a:schemeClr val="tx1">
            <a:alpha val="84000"/>
          </a:schemeClr>
        </a:solidFill>
        <a:effectLst/>
      </p:bgPr>
    </p:bg>
    <p:spTree>
      <p:nvGrpSpPr>
        <p:cNvPr id="1" name=""/>
        <p:cNvGrpSpPr/>
        <p:nvPr/>
      </p:nvGrpSpPr>
      <p:grpSpPr>
        <a:xfrm>
          <a:off x="0" y="0"/>
          <a:ext cx="0" cy="0"/>
          <a:chOff x="0" y="0"/>
          <a:chExt cx="0" cy="0"/>
        </a:xfrm>
      </p:grpSpPr>
      <p:sp>
        <p:nvSpPr>
          <p:cNvPr id="3" name="Bildplatzhalter 10">
            <a:extLst>
              <a:ext uri="{FF2B5EF4-FFF2-40B4-BE49-F238E27FC236}">
                <a16:creationId xmlns:a16="http://schemas.microsoft.com/office/drawing/2014/main" id="{88E6BB85-2CD9-4C46-9692-3B22C74A1300}"/>
              </a:ext>
            </a:extLst>
          </p:cNvPr>
          <p:cNvSpPr>
            <a:spLocks noGrp="1"/>
          </p:cNvSpPr>
          <p:nvPr>
            <p:ph type="pic" sz="quarter" idx="15" hasCustomPrompt="1"/>
          </p:nvPr>
        </p:nvSpPr>
        <p:spPr bwMode="gray">
          <a:xfrm>
            <a:off x="0" y="0"/>
            <a:ext cx="12192001" cy="6858000"/>
          </a:xfrm>
          <a:noFill/>
        </p:spPr>
        <p:txBody>
          <a:bodyPr bIns="1584000" anchor="ctr"/>
          <a:lstStyle>
            <a:lvl1pPr marL="0" indent="0" algn="ctr">
              <a:buNone/>
              <a:defRPr>
                <a:solidFill>
                  <a:schemeClr val="bg1"/>
                </a:solidFill>
              </a:defRPr>
            </a:lvl1pPr>
          </a:lstStyle>
          <a:p>
            <a:r>
              <a:rPr lang="en-US"/>
              <a:t>Add image by clicking icon</a:t>
            </a:r>
          </a:p>
        </p:txBody>
      </p:sp>
      <p:sp>
        <p:nvSpPr>
          <p:cNvPr id="2" name="Titel 1">
            <a:extLst>
              <a:ext uri="{FF2B5EF4-FFF2-40B4-BE49-F238E27FC236}">
                <a16:creationId xmlns:a16="http://schemas.microsoft.com/office/drawing/2014/main" id="{05B94DD2-B5F5-4C54-B070-51A7824E1609}"/>
              </a:ext>
            </a:extLst>
          </p:cNvPr>
          <p:cNvSpPr>
            <a:spLocks noGrp="1"/>
          </p:cNvSpPr>
          <p:nvPr>
            <p:ph type="title" hasCustomPrompt="1"/>
          </p:nvPr>
        </p:nvSpPr>
        <p:spPr bwMode="gray">
          <a:xfrm>
            <a:off x="407368" y="2565304"/>
            <a:ext cx="11376025" cy="3600000"/>
          </a:xfrm>
        </p:spPr>
        <p:txBody>
          <a:bodyPr/>
          <a:lstStyle>
            <a:lvl1pPr algn="ctr">
              <a:defRPr sz="8000">
                <a:solidFill>
                  <a:schemeClr val="bg1"/>
                </a:solidFill>
              </a:defRPr>
            </a:lvl1pPr>
          </a:lstStyle>
          <a:p>
            <a:r>
              <a:rPr lang="en-US"/>
              <a:t>Add final message</a:t>
            </a:r>
          </a:p>
        </p:txBody>
      </p:sp>
      <p:sp>
        <p:nvSpPr>
          <p:cNvPr id="7" name="Textplatzhalter 6">
            <a:extLst>
              <a:ext uri="{FF2B5EF4-FFF2-40B4-BE49-F238E27FC236}">
                <a16:creationId xmlns:a16="http://schemas.microsoft.com/office/drawing/2014/main" id="{AA59B8F7-C4C4-42AA-B502-5877D46A596B}"/>
              </a:ext>
            </a:extLst>
          </p:cNvPr>
          <p:cNvSpPr>
            <a:spLocks noGrp="1" noChangeAspect="1"/>
          </p:cNvSpPr>
          <p:nvPr>
            <p:ph type="body" sz="quarter" idx="16" hasCustomPrompt="1"/>
          </p:nvPr>
        </p:nvSpPr>
        <p:spPr bwMode="gray">
          <a:xfrm>
            <a:off x="9552384" y="392704"/>
            <a:ext cx="2232000" cy="370800"/>
          </a:xfr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
        <p:nvSpPr>
          <p:cNvPr id="4" name="Fußzeilenplatzhalter 3">
            <a:extLst>
              <a:ext uri="{FF2B5EF4-FFF2-40B4-BE49-F238E27FC236}">
                <a16:creationId xmlns:a16="http://schemas.microsoft.com/office/drawing/2014/main" id="{CAE2AC11-24BB-4D4A-BE2C-ACF54E7B1709}"/>
              </a:ext>
            </a:extLst>
          </p:cNvPr>
          <p:cNvSpPr>
            <a:spLocks noGrp="1"/>
          </p:cNvSpPr>
          <p:nvPr>
            <p:ph type="ftr" sz="quarter" idx="17"/>
          </p:nvPr>
        </p:nvSpPr>
        <p:spPr bwMode="gray"/>
        <p:txBody>
          <a:bodyPr/>
          <a:lstStyle>
            <a:lvl1pPr>
              <a:defRPr>
                <a:solidFill>
                  <a:schemeClr val="bg1"/>
                </a:solidFill>
              </a:defRPr>
            </a:lvl1pPr>
          </a:lstStyle>
          <a:p>
            <a:r>
              <a:rPr lang="en-US"/>
              <a:t>DB SCHENKER | Claudia Chen | AM | Date June 22, 2020</a:t>
            </a:r>
          </a:p>
        </p:txBody>
      </p:sp>
      <p:sp>
        <p:nvSpPr>
          <p:cNvPr id="5" name="Foliennummernplatzhalter 4">
            <a:extLst>
              <a:ext uri="{FF2B5EF4-FFF2-40B4-BE49-F238E27FC236}">
                <a16:creationId xmlns:a16="http://schemas.microsoft.com/office/drawing/2014/main" id="{C35FC0B7-5438-4541-9804-33A9B7B2F7A5}"/>
              </a:ext>
            </a:extLst>
          </p:cNvPr>
          <p:cNvSpPr>
            <a:spLocks noGrp="1"/>
          </p:cNvSpPr>
          <p:nvPr>
            <p:ph type="sldNum" sz="quarter" idx="18"/>
          </p:nvPr>
        </p:nvSpPr>
        <p:spPr bwMode="gray"/>
        <p:txBody>
          <a:bodyPr/>
          <a:lstStyle>
            <a:lvl1pPr>
              <a:defRPr>
                <a:solidFill>
                  <a:schemeClr val="bg1"/>
                </a:solidFill>
              </a:defRPr>
            </a:lvl1pPr>
          </a:lstStyle>
          <a:p>
            <a:fld id="{913D9F7D-0C28-4C21-AA99-7C67E34F632A}" type="slidenum">
              <a:rPr lang="en-US" smtClean="0"/>
              <a:pPr/>
              <a:t>‹#›</a:t>
            </a:fld>
            <a:endParaRPr lang="en-US"/>
          </a:p>
        </p:txBody>
      </p:sp>
    </p:spTree>
    <p:extLst>
      <p:ext uri="{BB962C8B-B14F-4D97-AF65-F5344CB8AC3E}">
        <p14:creationId xmlns:p14="http://schemas.microsoft.com/office/powerpoint/2010/main" val="3695682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slide (teal)">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B94DD2-B5F5-4C54-B070-51A7824E1609}"/>
              </a:ext>
            </a:extLst>
          </p:cNvPr>
          <p:cNvSpPr>
            <a:spLocks noGrp="1"/>
          </p:cNvSpPr>
          <p:nvPr>
            <p:ph type="title" hasCustomPrompt="1"/>
          </p:nvPr>
        </p:nvSpPr>
        <p:spPr bwMode="gray">
          <a:xfrm>
            <a:off x="407368" y="2565304"/>
            <a:ext cx="11376025" cy="3600000"/>
          </a:xfrm>
        </p:spPr>
        <p:txBody>
          <a:bodyPr/>
          <a:lstStyle>
            <a:lvl1pPr algn="ctr">
              <a:defRPr sz="8000">
                <a:solidFill>
                  <a:schemeClr val="bg1"/>
                </a:solidFill>
              </a:defRPr>
            </a:lvl1pPr>
          </a:lstStyle>
          <a:p>
            <a:r>
              <a:rPr lang="en-US"/>
              <a:t>Add final message</a:t>
            </a:r>
          </a:p>
        </p:txBody>
      </p:sp>
      <p:sp>
        <p:nvSpPr>
          <p:cNvPr id="5" name="Rechteck 4">
            <a:extLst>
              <a:ext uri="{FF2B5EF4-FFF2-40B4-BE49-F238E27FC236}">
                <a16:creationId xmlns:a16="http://schemas.microsoft.com/office/drawing/2014/main" id="{C7D32188-730E-4F50-90DC-8169D2A316BC}"/>
              </a:ext>
            </a:extLst>
          </p:cNvPr>
          <p:cNvSpPr/>
          <p:nvPr userDrawn="1"/>
        </p:nvSpPr>
        <p:spPr bwMode="gray">
          <a:xfrm>
            <a:off x="9336360" y="260648"/>
            <a:ext cx="2664296" cy="6480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indent="-180975" algn="ctr">
              <a:buClr>
                <a:schemeClr val="accent2"/>
              </a:buClr>
              <a:buFont typeface="DB Sans" panose="020B0502050202020204" pitchFamily="34" charset="0"/>
              <a:buChar char="‒"/>
            </a:pPr>
            <a:endParaRPr lang="en-US" sz="1600" err="1">
              <a:solidFill>
                <a:schemeClr val="tx1"/>
              </a:solidFill>
            </a:endParaRPr>
          </a:p>
        </p:txBody>
      </p:sp>
      <p:pic>
        <p:nvPicPr>
          <p:cNvPr id="6" name="LOGO_SVG">
            <a:extLst>
              <a:ext uri="{FF2B5EF4-FFF2-40B4-BE49-F238E27FC236}">
                <a16:creationId xmlns:a16="http://schemas.microsoft.com/office/drawing/2014/main" id="{DF8D812D-588C-4C3F-8015-12012623794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gray">
          <a:xfrm>
            <a:off x="9552384" y="392704"/>
            <a:ext cx="2232000" cy="372000"/>
          </a:xfrm>
          <a:prstGeom prst="rect">
            <a:avLst/>
          </a:prstGeom>
        </p:spPr>
      </p:pic>
      <p:sp>
        <p:nvSpPr>
          <p:cNvPr id="3" name="Fußzeilenplatzhalter 2">
            <a:extLst>
              <a:ext uri="{FF2B5EF4-FFF2-40B4-BE49-F238E27FC236}">
                <a16:creationId xmlns:a16="http://schemas.microsoft.com/office/drawing/2014/main" id="{2087575D-2AEA-42AA-AFBC-31C66A024242}"/>
              </a:ext>
            </a:extLst>
          </p:cNvPr>
          <p:cNvSpPr>
            <a:spLocks noGrp="1"/>
          </p:cNvSpPr>
          <p:nvPr>
            <p:ph type="ftr" sz="quarter" idx="10"/>
          </p:nvPr>
        </p:nvSpPr>
        <p:spPr bwMode="gray"/>
        <p:txBody>
          <a:bodyPr/>
          <a:lstStyle>
            <a:lvl1pPr>
              <a:defRPr>
                <a:solidFill>
                  <a:schemeClr val="bg1"/>
                </a:solidFill>
              </a:defRPr>
            </a:lvl1pPr>
          </a:lstStyle>
          <a:p>
            <a:r>
              <a:rPr lang="en-US"/>
              <a:t>DB SCHENKER | Claudia Chen | AM | Date June 22, 2020</a:t>
            </a:r>
          </a:p>
        </p:txBody>
      </p:sp>
      <p:sp>
        <p:nvSpPr>
          <p:cNvPr id="4" name="Foliennummernplatzhalter 3">
            <a:extLst>
              <a:ext uri="{FF2B5EF4-FFF2-40B4-BE49-F238E27FC236}">
                <a16:creationId xmlns:a16="http://schemas.microsoft.com/office/drawing/2014/main" id="{0DA1B974-A4A4-4D1E-B52A-73D8ACC0D664}"/>
              </a:ext>
            </a:extLst>
          </p:cNvPr>
          <p:cNvSpPr>
            <a:spLocks noGrp="1"/>
          </p:cNvSpPr>
          <p:nvPr>
            <p:ph type="sldNum" sz="quarter" idx="11"/>
          </p:nvPr>
        </p:nvSpPr>
        <p:spPr bwMode="gray"/>
        <p:txBody>
          <a:bodyPr/>
          <a:lstStyle>
            <a:lvl1pPr>
              <a:defRPr>
                <a:solidFill>
                  <a:schemeClr val="bg1"/>
                </a:solidFill>
              </a:defRPr>
            </a:lvl1pPr>
          </a:lstStyle>
          <a:p>
            <a:fld id="{913D9F7D-0C28-4C21-AA99-7C67E34F632A}" type="slidenum">
              <a:rPr lang="en-US" smtClean="0"/>
              <a:pPr/>
              <a:t>‹#›</a:t>
            </a:fld>
            <a:endParaRPr lang="en-US"/>
          </a:p>
        </p:txBody>
      </p:sp>
    </p:spTree>
    <p:extLst>
      <p:ext uri="{BB962C8B-B14F-4D97-AF65-F5344CB8AC3E}">
        <p14:creationId xmlns:p14="http://schemas.microsoft.com/office/powerpoint/2010/main" val="3222487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 slide (picture and logo)">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F793ECA8-9595-45CD-BB5B-F251478D2CF1}"/>
              </a:ext>
            </a:extLst>
          </p:cNvPr>
          <p:cNvSpPr/>
          <p:nvPr userDrawn="1"/>
        </p:nvSpPr>
        <p:spPr bwMode="gray">
          <a:xfrm>
            <a:off x="8832304" y="116632"/>
            <a:ext cx="3168352" cy="648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indent="-180975" algn="ctr">
              <a:buClr>
                <a:schemeClr val="accent2"/>
              </a:buClr>
              <a:buFont typeface="DB Sans" panose="020B0502050202020204" pitchFamily="34" charset="0"/>
              <a:buChar char="‒"/>
            </a:pPr>
            <a:endParaRPr lang="en-US" sz="1600" err="1">
              <a:solidFill>
                <a:schemeClr val="tx1"/>
              </a:solidFill>
            </a:endParaRPr>
          </a:p>
        </p:txBody>
      </p:sp>
      <p:sp>
        <p:nvSpPr>
          <p:cNvPr id="14" name="Bildplatzhalter 13">
            <a:extLst>
              <a:ext uri="{FF2B5EF4-FFF2-40B4-BE49-F238E27FC236}">
                <a16:creationId xmlns:a16="http://schemas.microsoft.com/office/drawing/2014/main" id="{C086C0FE-9E4C-4956-A4D7-F94C2E9D6D4D}"/>
              </a:ext>
            </a:extLst>
          </p:cNvPr>
          <p:cNvSpPr>
            <a:spLocks noGrp="1"/>
          </p:cNvSpPr>
          <p:nvPr>
            <p:ph type="pic" sz="quarter" idx="12" hasCustomPrompt="1"/>
          </p:nvPr>
        </p:nvSpPr>
        <p:spPr bwMode="gray">
          <a:xfrm>
            <a:off x="0" y="0"/>
            <a:ext cx="12192000" cy="6858000"/>
          </a:xfrm>
          <a:noFill/>
        </p:spPr>
        <p:txBody>
          <a:bodyPr tIns="1584000" anchor="ctr"/>
          <a:lstStyle>
            <a:lvl1pPr algn="ctr">
              <a:defRPr/>
            </a:lvl1pPr>
          </a:lstStyle>
          <a:p>
            <a:r>
              <a:rPr lang="en-US"/>
              <a:t>Add image by clicking icon</a:t>
            </a:r>
          </a:p>
        </p:txBody>
      </p:sp>
      <p:sp>
        <p:nvSpPr>
          <p:cNvPr id="8" name="Textplatzhalter 7">
            <a:extLst>
              <a:ext uri="{FF2B5EF4-FFF2-40B4-BE49-F238E27FC236}">
                <a16:creationId xmlns:a16="http://schemas.microsoft.com/office/drawing/2014/main" id="{032DA074-E08A-429A-A34E-82F934AF2F44}"/>
              </a:ext>
            </a:extLst>
          </p:cNvPr>
          <p:cNvSpPr>
            <a:spLocks noGrp="1"/>
          </p:cNvSpPr>
          <p:nvPr>
            <p:ph type="body" sz="quarter" idx="11" hasCustomPrompt="1"/>
          </p:nvPr>
        </p:nvSpPr>
        <p:spPr bwMode="gray">
          <a:xfrm>
            <a:off x="1992000" y="2276872"/>
            <a:ext cx="8208000" cy="1368000"/>
          </a:xfrm>
          <a:blipFill>
            <a:blip r:embed="rId2">
              <a:extLst>
                <a:ext uri="{96DAC541-7B7A-43D3-8B79-37D633B846F1}">
                  <asvg:svgBlip xmlns:asvg="http://schemas.microsoft.com/office/drawing/2016/SVG/main" r:embed="rId3"/>
                </a:ext>
              </a:extLst>
            </a:blip>
            <a:srcRect/>
            <a:stretch>
              <a:fillRect/>
            </a:stretch>
          </a:blipFill>
        </p:spPr>
        <p:txBody>
          <a:bodyPr/>
          <a:lstStyle>
            <a:lvl1pPr marL="0" indent="0">
              <a:buFontTx/>
              <a:buNone/>
              <a:defRPr sz="200">
                <a:noFill/>
              </a:defRPr>
            </a:lvl1pPr>
            <a:lvl2pPr marL="0" indent="0">
              <a:buFontTx/>
              <a:buNone/>
              <a:defRPr sz="200">
                <a:noFill/>
              </a:defRPr>
            </a:lvl2pPr>
            <a:lvl3pPr marL="0" indent="0">
              <a:buFontTx/>
              <a:buNone/>
              <a:defRPr sz="200">
                <a:noFill/>
              </a:defRPr>
            </a:lvl3pPr>
            <a:lvl4pPr marL="0" indent="0">
              <a:buFontTx/>
              <a:buNone/>
              <a:defRPr sz="200">
                <a:noFill/>
              </a:defRPr>
            </a:lvl4pPr>
            <a:lvl5pPr marL="0" indent="0">
              <a:buFontTx/>
              <a:buNone/>
              <a:defRPr sz="200">
                <a:noFill/>
              </a:defRPr>
            </a:lvl5pPr>
            <a:lvl6pPr marL="0" indent="0">
              <a:buFontTx/>
              <a:buNone/>
              <a:defRPr sz="200">
                <a:noFill/>
              </a:defRPr>
            </a:lvl6pPr>
            <a:lvl7pPr marL="0" indent="0">
              <a:buFontTx/>
              <a:buNone/>
              <a:defRPr sz="200">
                <a:noFill/>
              </a:defRPr>
            </a:lvl7pPr>
            <a:lvl8pPr marL="0" indent="0">
              <a:buFontTx/>
              <a:buNone/>
              <a:defRPr sz="200">
                <a:noFill/>
              </a:defRPr>
            </a:lvl8pPr>
            <a:lvl9pPr marL="0" indent="0">
              <a:buFontTx/>
              <a:buNone/>
              <a:defRPr sz="200">
                <a:noFill/>
              </a:defRPr>
            </a:lvl9pPr>
          </a:lstStyle>
          <a:p>
            <a:pPr lvl="0"/>
            <a:r>
              <a:rPr lang="en-US"/>
              <a:t>Click to edit Master text styles</a:t>
            </a:r>
          </a:p>
        </p:txBody>
      </p:sp>
    </p:spTree>
    <p:extLst>
      <p:ext uri="{BB962C8B-B14F-4D97-AF65-F5344CB8AC3E}">
        <p14:creationId xmlns:p14="http://schemas.microsoft.com/office/powerpoint/2010/main" val="7950748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E2330-B031-403C-992F-64C1EFB8F9EA}"/>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E175FB58-DE4A-465C-9677-367017851B63}"/>
              </a:ext>
            </a:extLst>
          </p:cNvPr>
          <p:cNvSpPr>
            <a:spLocks noGrp="1"/>
          </p:cNvSpPr>
          <p:nvPr>
            <p:ph type="ftr" sz="quarter" idx="10"/>
          </p:nvPr>
        </p:nvSpPr>
        <p:spPr/>
        <p:txBody>
          <a:bodyPr/>
          <a:lstStyle/>
          <a:p>
            <a:r>
              <a:rPr lang="en-US"/>
              <a:t>DB SCHENKER | Claudia Chen | AM | Date June 22, 2020</a:t>
            </a:r>
          </a:p>
        </p:txBody>
      </p:sp>
      <p:sp>
        <p:nvSpPr>
          <p:cNvPr id="4" name="Slide Number Placeholder 3">
            <a:extLst>
              <a:ext uri="{FF2B5EF4-FFF2-40B4-BE49-F238E27FC236}">
                <a16:creationId xmlns:a16="http://schemas.microsoft.com/office/drawing/2014/main" id="{B6D77A58-4EFE-49DF-AE28-F453BFEC7DFE}"/>
              </a:ext>
            </a:extLst>
          </p:cNvPr>
          <p:cNvSpPr>
            <a:spLocks noGrp="1"/>
          </p:cNvSpPr>
          <p:nvPr>
            <p:ph type="sldNum" sz="quarter" idx="11"/>
          </p:nvPr>
        </p:nvSpPr>
        <p:spPr/>
        <p:txBody>
          <a:bodyPr/>
          <a:lstStyle/>
          <a:p>
            <a:fld id="{913D9F7D-0C28-4C21-AA99-7C67E34F632A}" type="slidenum">
              <a:rPr lang="en-US" smtClean="0"/>
              <a:pPr/>
              <a:t>‹#›</a:t>
            </a:fld>
            <a:endParaRPr lang="en-US"/>
          </a:p>
        </p:txBody>
      </p:sp>
    </p:spTree>
    <p:extLst>
      <p:ext uri="{BB962C8B-B14F-4D97-AF65-F5344CB8AC3E}">
        <p14:creationId xmlns:p14="http://schemas.microsoft.com/office/powerpoint/2010/main" val="3884610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27DB810-CDF5-41AC-8E51-9EBC8EC0B1F7}"/>
              </a:ext>
            </a:extLst>
          </p:cNvPr>
          <p:cNvSpPr>
            <a:spLocks noGrp="1"/>
          </p:cNvSpPr>
          <p:nvPr>
            <p:ph type="title"/>
          </p:nvPr>
        </p:nvSpPr>
        <p:spPr bwMode="gray">
          <a:xfrm>
            <a:off x="407368" y="296744"/>
            <a:ext cx="8784000" cy="828000"/>
          </a:xfrm>
          <a:prstGeom prst="rect">
            <a:avLst/>
          </a:prstGeom>
        </p:spPr>
        <p:txBody>
          <a:bodyPr vert="horz" lIns="0" tIns="0" rIns="0" bIns="0" rtlCol="0" anchor="t" anchorCtr="0">
            <a:noAutofit/>
          </a:bodyPr>
          <a:lstStyle/>
          <a:p>
            <a:r>
              <a:rPr lang="en-US"/>
              <a:t>Edit master title format</a:t>
            </a:r>
          </a:p>
        </p:txBody>
      </p:sp>
      <p:sp>
        <p:nvSpPr>
          <p:cNvPr id="3" name="Textplatzhalter 2">
            <a:extLst>
              <a:ext uri="{FF2B5EF4-FFF2-40B4-BE49-F238E27FC236}">
                <a16:creationId xmlns:a16="http://schemas.microsoft.com/office/drawing/2014/main" id="{22AE7966-514A-4D81-97FD-6AD3A07C804F}"/>
              </a:ext>
            </a:extLst>
          </p:cNvPr>
          <p:cNvSpPr>
            <a:spLocks noGrp="1"/>
          </p:cNvSpPr>
          <p:nvPr>
            <p:ph type="body" idx="1"/>
          </p:nvPr>
        </p:nvSpPr>
        <p:spPr bwMode="gray">
          <a:xfrm>
            <a:off x="407988" y="1412875"/>
            <a:ext cx="11376025" cy="4751901"/>
          </a:xfrm>
          <a:prstGeom prst="rect">
            <a:avLst/>
          </a:prstGeom>
        </p:spPr>
        <p:txBody>
          <a:bodyPr vert="horz" lIns="0" tIns="0" rIns="0" bIns="0" rtlCol="0" anchor="t" anchorCtr="0">
            <a:noAutofit/>
          </a:bodyPr>
          <a:lstStyle/>
          <a:p>
            <a:pPr lvl="0"/>
            <a:r>
              <a:rPr lang="en-US"/>
              <a:t>Edit master text format</a:t>
            </a:r>
          </a:p>
          <a:p>
            <a:pPr lvl="1"/>
            <a:r>
              <a:rPr lang="en-US"/>
              <a:t>Second level</a:t>
            </a:r>
          </a:p>
          <a:p>
            <a:pPr lvl="2"/>
            <a:r>
              <a:rPr lang="en-US"/>
              <a:t>Third level</a:t>
            </a:r>
          </a:p>
          <a:p>
            <a:pPr lvl="3"/>
            <a:r>
              <a:rPr lang="en-US"/>
              <a:t>Fourth level</a:t>
            </a:r>
          </a:p>
          <a:p>
            <a:pPr lvl="4"/>
            <a:r>
              <a:rPr lang="en-US"/>
              <a:t>Fifth level</a:t>
            </a:r>
          </a:p>
          <a:p>
            <a:pPr lvl="5"/>
            <a:r>
              <a:rPr lang="en-US"/>
              <a:t>Sechste Ebene</a:t>
            </a:r>
          </a:p>
          <a:p>
            <a:pPr lvl="6"/>
            <a:r>
              <a:rPr lang="en-US"/>
              <a:t>Siebte Ebene</a:t>
            </a:r>
          </a:p>
          <a:p>
            <a:pPr lvl="7"/>
            <a:r>
              <a:rPr lang="en-US"/>
              <a:t>Achte Ebene</a:t>
            </a:r>
          </a:p>
          <a:p>
            <a:pPr lvl="8"/>
            <a:r>
              <a:rPr lang="en-US"/>
              <a:t>Neunte Ebene</a:t>
            </a:r>
          </a:p>
        </p:txBody>
      </p:sp>
      <p:sp>
        <p:nvSpPr>
          <p:cNvPr id="5" name="Fußzeilenplatzhalter 4">
            <a:extLst>
              <a:ext uri="{FF2B5EF4-FFF2-40B4-BE49-F238E27FC236}">
                <a16:creationId xmlns:a16="http://schemas.microsoft.com/office/drawing/2014/main" id="{62C0766E-DEEA-4949-912D-67F535F0E6A8}"/>
              </a:ext>
            </a:extLst>
          </p:cNvPr>
          <p:cNvSpPr>
            <a:spLocks noGrp="1"/>
          </p:cNvSpPr>
          <p:nvPr>
            <p:ph type="ftr" sz="quarter" idx="3"/>
          </p:nvPr>
        </p:nvSpPr>
        <p:spPr bwMode="gray">
          <a:xfrm>
            <a:off x="407368" y="6525344"/>
            <a:ext cx="10584000" cy="216024"/>
          </a:xfrm>
          <a:prstGeom prst="rect">
            <a:avLst/>
          </a:prstGeom>
        </p:spPr>
        <p:txBody>
          <a:bodyPr vert="horz" lIns="0" tIns="0" rIns="0" bIns="0" rtlCol="0" anchor="b" anchorCtr="0">
            <a:noAutofit/>
          </a:bodyPr>
          <a:lstStyle>
            <a:lvl1pPr marL="0" indent="0" algn="l">
              <a:defRPr sz="1000">
                <a:solidFill>
                  <a:schemeClr val="tx1"/>
                </a:solidFill>
              </a:defRPr>
            </a:lvl1pPr>
            <a:lvl2pPr marL="0" indent="0">
              <a:defRPr/>
            </a:lvl2pPr>
            <a:lvl3pPr marL="0" indent="0">
              <a:defRPr/>
            </a:lvl3pPr>
            <a:lvl4pPr marL="0" indent="0">
              <a:defRPr/>
            </a:lvl4pPr>
            <a:lvl5pPr marL="0" indent="0">
              <a:defRPr/>
            </a:lvl5pPr>
            <a:lvl6pPr marL="0" indent="0">
              <a:defRPr/>
            </a:lvl6pPr>
            <a:lvl7pPr marL="0" indent="0">
              <a:defRPr/>
            </a:lvl7pPr>
            <a:lvl8pPr marL="0" indent="0">
              <a:defRPr/>
            </a:lvl8pPr>
            <a:lvl9pPr marL="0" indent="0">
              <a:defRPr/>
            </a:lvl9pPr>
          </a:lstStyle>
          <a:p>
            <a:r>
              <a:rPr lang="en-US"/>
              <a:t>DB SCHENKER | Claudia Chen | AM | Date June 22, 2020</a:t>
            </a:r>
          </a:p>
        </p:txBody>
      </p:sp>
      <p:sp>
        <p:nvSpPr>
          <p:cNvPr id="6" name="Foliennummernplatzhalter 5">
            <a:extLst>
              <a:ext uri="{FF2B5EF4-FFF2-40B4-BE49-F238E27FC236}">
                <a16:creationId xmlns:a16="http://schemas.microsoft.com/office/drawing/2014/main" id="{1374309D-71AA-45D4-974A-6D58CB17604F}"/>
              </a:ext>
            </a:extLst>
          </p:cNvPr>
          <p:cNvSpPr>
            <a:spLocks noGrp="1"/>
          </p:cNvSpPr>
          <p:nvPr>
            <p:ph type="sldNum" sz="quarter" idx="4"/>
          </p:nvPr>
        </p:nvSpPr>
        <p:spPr bwMode="gray">
          <a:xfrm>
            <a:off x="11244632" y="6525344"/>
            <a:ext cx="540000" cy="216024"/>
          </a:xfrm>
          <a:prstGeom prst="rect">
            <a:avLst/>
          </a:prstGeom>
        </p:spPr>
        <p:txBody>
          <a:bodyPr vert="horz" lIns="0" tIns="0" rIns="0" bIns="0" rtlCol="0" anchor="b" anchorCtr="0">
            <a:noAutofit/>
          </a:bodyPr>
          <a:lstStyle>
            <a:lvl1pPr algn="r">
              <a:defRPr sz="1000" b="1">
                <a:solidFill>
                  <a:schemeClr val="tx1"/>
                </a:solidFill>
              </a:defRPr>
            </a:lvl1pPr>
          </a:lstStyle>
          <a:p>
            <a:fld id="{913D9F7D-0C28-4C21-AA99-7C67E34F632A}" type="slidenum">
              <a:rPr lang="en-US" smtClean="0"/>
              <a:pPr/>
              <a:t>‹#›</a:t>
            </a:fld>
            <a:endParaRPr lang="en-US"/>
          </a:p>
        </p:txBody>
      </p:sp>
      <p:pic>
        <p:nvPicPr>
          <p:cNvPr id="12" name="Grafik 11">
            <a:extLst>
              <a:ext uri="{FF2B5EF4-FFF2-40B4-BE49-F238E27FC236}">
                <a16:creationId xmlns:a16="http://schemas.microsoft.com/office/drawing/2014/main" id="{FDE7FD38-4C24-1C44-B92F-B053B9DC1D6B}"/>
              </a:ext>
            </a:extLst>
          </p:cNvPr>
          <p:cNvPicPr>
            <a:picLocks noChangeAspect="1"/>
          </p:cNvPicPr>
          <p:nvPr userDrawn="1"/>
        </p:nvPicPr>
        <p:blipFill>
          <a:blip r:embed="rId36" cstate="print">
            <a:extLst>
              <a:ext uri="{28A0092B-C50C-407E-A947-70E740481C1C}">
                <a14:useLocalDpi xmlns:a14="http://schemas.microsoft.com/office/drawing/2010/main"/>
              </a:ext>
            </a:extLst>
          </a:blip>
          <a:stretch>
            <a:fillRect/>
          </a:stretch>
        </p:blipFill>
        <p:spPr bwMode="gray">
          <a:xfrm>
            <a:off x="11244632" y="6471916"/>
            <a:ext cx="540000" cy="53428"/>
          </a:xfrm>
          <a:prstGeom prst="rect">
            <a:avLst/>
          </a:prstGeom>
        </p:spPr>
      </p:pic>
      <p:grpSp>
        <p:nvGrpSpPr>
          <p:cNvPr id="7" name="Gruppieren 6">
            <a:extLst>
              <a:ext uri="{FF2B5EF4-FFF2-40B4-BE49-F238E27FC236}">
                <a16:creationId xmlns:a16="http://schemas.microsoft.com/office/drawing/2014/main" id="{CBBFAA30-3751-4676-BB7E-8CF5C83ACA35}"/>
              </a:ext>
            </a:extLst>
          </p:cNvPr>
          <p:cNvGrpSpPr/>
          <p:nvPr userDrawn="1"/>
        </p:nvGrpSpPr>
        <p:grpSpPr bwMode="gray">
          <a:xfrm>
            <a:off x="407368" y="-171400"/>
            <a:ext cx="11377264" cy="72000"/>
            <a:chOff x="407368" y="-243408"/>
            <a:chExt cx="11377264" cy="216000"/>
          </a:xfrm>
        </p:grpSpPr>
        <p:cxnSp>
          <p:nvCxnSpPr>
            <p:cNvPr id="8" name="Gerader Verbinder 7">
              <a:extLst>
                <a:ext uri="{FF2B5EF4-FFF2-40B4-BE49-F238E27FC236}">
                  <a16:creationId xmlns:a16="http://schemas.microsoft.com/office/drawing/2014/main" id="{397ADEC1-BB26-4A6E-8885-3061DCA46448}"/>
                </a:ext>
              </a:extLst>
            </p:cNvPr>
            <p:cNvCxnSpPr/>
            <p:nvPr userDrawn="1"/>
          </p:nvCxnSpPr>
          <p:spPr bwMode="gray">
            <a:xfrm>
              <a:off x="407368"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D5B0D0A9-4F7E-418B-88E2-E6B08256A794}"/>
                </a:ext>
              </a:extLst>
            </p:cNvPr>
            <p:cNvCxnSpPr/>
            <p:nvPr userDrawn="1"/>
          </p:nvCxnSpPr>
          <p:spPr bwMode="gray">
            <a:xfrm>
              <a:off x="4007768"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7230C059-AB24-4A7D-99D2-D314E4D3A605}"/>
                </a:ext>
              </a:extLst>
            </p:cNvPr>
            <p:cNvCxnSpPr/>
            <p:nvPr userDrawn="1"/>
          </p:nvCxnSpPr>
          <p:spPr bwMode="gray">
            <a:xfrm>
              <a:off x="4295800"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44EC8514-5DA8-4468-982A-1371FD5E6E91}"/>
                </a:ext>
              </a:extLst>
            </p:cNvPr>
            <p:cNvCxnSpPr/>
            <p:nvPr userDrawn="1"/>
          </p:nvCxnSpPr>
          <p:spPr bwMode="gray">
            <a:xfrm>
              <a:off x="5951984"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2BFE38DB-8A13-4751-9A36-FAD1DA4E142C}"/>
                </a:ext>
              </a:extLst>
            </p:cNvPr>
            <p:cNvCxnSpPr/>
            <p:nvPr userDrawn="1"/>
          </p:nvCxnSpPr>
          <p:spPr bwMode="gray">
            <a:xfrm>
              <a:off x="6240016"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89850628-D4B6-43B1-92AA-061EF1201C1B}"/>
                </a:ext>
              </a:extLst>
            </p:cNvPr>
            <p:cNvCxnSpPr/>
            <p:nvPr userDrawn="1"/>
          </p:nvCxnSpPr>
          <p:spPr bwMode="gray">
            <a:xfrm>
              <a:off x="7896200"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9C3CD9FA-114B-4EF6-B207-855946CCD8FE}"/>
                </a:ext>
              </a:extLst>
            </p:cNvPr>
            <p:cNvCxnSpPr/>
            <p:nvPr userDrawn="1"/>
          </p:nvCxnSpPr>
          <p:spPr bwMode="gray">
            <a:xfrm>
              <a:off x="8184232"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D7BA8522-9204-4AC8-8514-A28CC5D78A50}"/>
                </a:ext>
              </a:extLst>
            </p:cNvPr>
            <p:cNvCxnSpPr/>
            <p:nvPr userDrawn="1"/>
          </p:nvCxnSpPr>
          <p:spPr bwMode="gray">
            <a:xfrm>
              <a:off x="11784632" y="-243408"/>
              <a:ext cx="0" cy="2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Gruppieren 16">
            <a:extLst>
              <a:ext uri="{FF2B5EF4-FFF2-40B4-BE49-F238E27FC236}">
                <a16:creationId xmlns:a16="http://schemas.microsoft.com/office/drawing/2014/main" id="{5497C127-F5FD-4045-A768-7C1FB80759F9}"/>
              </a:ext>
            </a:extLst>
          </p:cNvPr>
          <p:cNvGrpSpPr/>
          <p:nvPr userDrawn="1"/>
        </p:nvGrpSpPr>
        <p:grpSpPr bwMode="gray">
          <a:xfrm>
            <a:off x="-168688" y="1412776"/>
            <a:ext cx="72000" cy="4752528"/>
            <a:chOff x="-456728" y="1412776"/>
            <a:chExt cx="216000" cy="4752528"/>
          </a:xfrm>
        </p:grpSpPr>
        <p:cxnSp>
          <p:nvCxnSpPr>
            <p:cNvPr id="18" name="Gerader Verbinder 17">
              <a:extLst>
                <a:ext uri="{FF2B5EF4-FFF2-40B4-BE49-F238E27FC236}">
                  <a16:creationId xmlns:a16="http://schemas.microsoft.com/office/drawing/2014/main" id="{3BCE93FF-50F3-4622-87A9-8A8667231852}"/>
                </a:ext>
              </a:extLst>
            </p:cNvPr>
            <p:cNvCxnSpPr/>
            <p:nvPr userDrawn="1"/>
          </p:nvCxnSpPr>
          <p:spPr bwMode="gray">
            <a:xfrm>
              <a:off x="-456728" y="1412776"/>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3471C159-39CD-4490-A021-F5E4FD76625F}"/>
                </a:ext>
              </a:extLst>
            </p:cNvPr>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 name="LOGO_SVG">
            <a:extLst>
              <a:ext uri="{FF2B5EF4-FFF2-40B4-BE49-F238E27FC236}">
                <a16:creationId xmlns:a16="http://schemas.microsoft.com/office/drawing/2014/main" id="{9D200F85-C7BA-4CA3-A88F-7BED117B3837}"/>
              </a:ext>
            </a:extLst>
          </p:cNvPr>
          <p:cNvPicPr>
            <a:picLocks noChangeAspect="1"/>
          </p:cNvPicPr>
          <p:nvPr userDrawn="1"/>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bwMode="gray">
          <a:xfrm>
            <a:off x="9552384" y="392704"/>
            <a:ext cx="2232000" cy="372000"/>
          </a:xfrm>
          <a:prstGeom prst="rect">
            <a:avLst/>
          </a:prstGeom>
        </p:spPr>
      </p:pic>
    </p:spTree>
    <p:extLst>
      <p:ext uri="{BB962C8B-B14F-4D97-AF65-F5344CB8AC3E}">
        <p14:creationId xmlns:p14="http://schemas.microsoft.com/office/powerpoint/2010/main" val="2264729620"/>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90" r:id="rId3"/>
    <p:sldLayoutId id="2147483691" r:id="rId4"/>
    <p:sldLayoutId id="2147483692" r:id="rId5"/>
    <p:sldLayoutId id="2147483693" r:id="rId6"/>
    <p:sldLayoutId id="2147483694" r:id="rId7"/>
    <p:sldLayoutId id="2147483695" r:id="rId8"/>
    <p:sldLayoutId id="2147483681" r:id="rId9"/>
    <p:sldLayoutId id="2147483696" r:id="rId10"/>
    <p:sldLayoutId id="2147483698" r:id="rId11"/>
    <p:sldLayoutId id="2147483697" r:id="rId12"/>
    <p:sldLayoutId id="2147483664" r:id="rId13"/>
    <p:sldLayoutId id="2147483665" r:id="rId14"/>
    <p:sldLayoutId id="2147483699" r:id="rId15"/>
    <p:sldLayoutId id="2147483650" r:id="rId16"/>
    <p:sldLayoutId id="2147483673" r:id="rId17"/>
    <p:sldLayoutId id="2147483685" r:id="rId18"/>
    <p:sldLayoutId id="2147483674" r:id="rId19"/>
    <p:sldLayoutId id="2147483668" r:id="rId20"/>
    <p:sldLayoutId id="2147483700" r:id="rId21"/>
    <p:sldLayoutId id="2147483654" r:id="rId22"/>
    <p:sldLayoutId id="2147483670" r:id="rId23"/>
    <p:sldLayoutId id="2147483655" r:id="rId24"/>
    <p:sldLayoutId id="2147483701" r:id="rId25"/>
    <p:sldLayoutId id="2147483702" r:id="rId26"/>
    <p:sldLayoutId id="2147483703" r:id="rId27"/>
    <p:sldLayoutId id="2147483667" r:id="rId28"/>
    <p:sldLayoutId id="2147483704" r:id="rId29"/>
    <p:sldLayoutId id="2147483658" r:id="rId30"/>
    <p:sldLayoutId id="2147483706" r:id="rId31"/>
    <p:sldLayoutId id="2147483705" r:id="rId32"/>
    <p:sldLayoutId id="2147483660" r:id="rId33"/>
    <p:sldLayoutId id="2147483707" r:id="rId34"/>
  </p:sldLayoutIdLst>
  <p:hf hdr="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Clr>
          <a:schemeClr val="accent2"/>
        </a:buClr>
        <a:buFont typeface="DB Sans" panose="020B050205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00000"/>
        </a:lnSpc>
        <a:spcBef>
          <a:spcPts val="0"/>
        </a:spcBef>
        <a:buClr>
          <a:schemeClr val="tx2"/>
        </a:buClr>
        <a:buFont typeface="DB Sans" panose="020B0502050202020204" pitchFamily="34" charset="0"/>
        <a:buChar char="‒"/>
        <a:defRPr sz="1600" kern="1200">
          <a:solidFill>
            <a:schemeClr val="tx1"/>
          </a:solidFill>
          <a:latin typeface="+mn-lt"/>
          <a:ea typeface="+mn-ea"/>
          <a:cs typeface="+mn-cs"/>
        </a:defRPr>
      </a:lvl2pPr>
      <a:lvl3pPr marL="360000" indent="-180000" algn="l" defTabSz="914400" rtl="0" eaLnBrk="1" latinLnBrk="0" hangingPunct="1">
        <a:lnSpc>
          <a:spcPct val="100000"/>
        </a:lnSpc>
        <a:spcBef>
          <a:spcPts val="0"/>
        </a:spcBef>
        <a:buClr>
          <a:schemeClr val="tx2"/>
        </a:buClr>
        <a:buFont typeface="DB Sans" panose="020B0502050202020204" pitchFamily="34" charset="0"/>
        <a:buChar char="‒"/>
        <a:defRPr sz="1600" kern="1200">
          <a:solidFill>
            <a:schemeClr val="tx1"/>
          </a:solidFill>
          <a:latin typeface="+mn-lt"/>
          <a:ea typeface="+mn-ea"/>
          <a:cs typeface="+mn-cs"/>
        </a:defRPr>
      </a:lvl3pPr>
      <a:lvl4pPr marL="540000" indent="-180000" algn="l" defTabSz="914400" rtl="0" eaLnBrk="1" latinLnBrk="0" hangingPunct="1">
        <a:lnSpc>
          <a:spcPct val="100000"/>
        </a:lnSpc>
        <a:spcBef>
          <a:spcPts val="0"/>
        </a:spcBef>
        <a:buClr>
          <a:schemeClr val="tx2"/>
        </a:buClr>
        <a:buFont typeface="DB Sans" panose="020B0502050202020204" pitchFamily="34" charset="0"/>
        <a:buChar char="‒"/>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0"/>
        </a:spcBef>
        <a:buClr>
          <a:schemeClr val="tx2"/>
        </a:buClr>
        <a:buFont typeface="DB Sans" panose="020B0502050202020204" pitchFamily="34" charset="0"/>
        <a:buChar char="‒"/>
        <a:defRPr sz="1600" kern="1200">
          <a:solidFill>
            <a:schemeClr val="tx1"/>
          </a:solidFill>
          <a:latin typeface="+mn-lt"/>
          <a:ea typeface="+mn-ea"/>
          <a:cs typeface="+mn-cs"/>
        </a:defRPr>
      </a:lvl5pPr>
      <a:lvl6pPr marL="720000" indent="-180000" algn="l" defTabSz="914400" rtl="0" eaLnBrk="1" latinLnBrk="0" hangingPunct="1">
        <a:lnSpc>
          <a:spcPct val="100000"/>
        </a:lnSpc>
        <a:spcBef>
          <a:spcPts val="0"/>
        </a:spcBef>
        <a:buClr>
          <a:schemeClr val="tx2"/>
        </a:buClr>
        <a:buFont typeface="DB Sans" panose="02020500000000000000" pitchFamily="18" charset="0"/>
        <a:buChar char="‒"/>
        <a:defRPr sz="1600" kern="1200">
          <a:solidFill>
            <a:schemeClr val="tx1"/>
          </a:solidFill>
          <a:latin typeface="+mn-lt"/>
          <a:ea typeface="+mn-ea"/>
          <a:cs typeface="+mn-cs"/>
        </a:defRPr>
      </a:lvl6pPr>
      <a:lvl7pPr marL="720000" indent="-180000" algn="l" defTabSz="914400" rtl="0" eaLnBrk="1" latinLnBrk="0" hangingPunct="1">
        <a:lnSpc>
          <a:spcPct val="100000"/>
        </a:lnSpc>
        <a:spcBef>
          <a:spcPts val="0"/>
        </a:spcBef>
        <a:buClr>
          <a:schemeClr val="tx2"/>
        </a:buClr>
        <a:buFont typeface="DB Sans" panose="02020500000000000000" pitchFamily="18" charset="0"/>
        <a:buChar char="‒"/>
        <a:defRPr sz="1600" kern="1200">
          <a:solidFill>
            <a:schemeClr val="tx1"/>
          </a:solidFill>
          <a:latin typeface="+mn-lt"/>
          <a:ea typeface="+mn-ea"/>
          <a:cs typeface="+mn-cs"/>
        </a:defRPr>
      </a:lvl7pPr>
      <a:lvl8pPr marL="720000" indent="-180000" algn="l" defTabSz="914400" rtl="0" eaLnBrk="1" latinLnBrk="0" hangingPunct="1">
        <a:lnSpc>
          <a:spcPct val="100000"/>
        </a:lnSpc>
        <a:spcBef>
          <a:spcPts val="0"/>
        </a:spcBef>
        <a:buClr>
          <a:schemeClr val="tx2"/>
        </a:buClr>
        <a:buFont typeface="DB Sans" panose="02020500000000000000" pitchFamily="18" charset="0"/>
        <a:buChar char="‒"/>
        <a:defRPr sz="1600" kern="1200">
          <a:solidFill>
            <a:schemeClr val="tx1"/>
          </a:solidFill>
          <a:latin typeface="+mn-lt"/>
          <a:ea typeface="+mn-ea"/>
          <a:cs typeface="+mn-cs"/>
        </a:defRPr>
      </a:lvl8pPr>
      <a:lvl9pPr marL="720000" indent="-180000" algn="l" defTabSz="914400" rtl="0" eaLnBrk="1" latinLnBrk="0" hangingPunct="1">
        <a:lnSpc>
          <a:spcPct val="100000"/>
        </a:lnSpc>
        <a:spcBef>
          <a:spcPts val="0"/>
        </a:spcBef>
        <a:buClr>
          <a:schemeClr val="tx2"/>
        </a:buClr>
        <a:buFont typeface="DB Sans" panose="02020500000000000000" pitchFamily="18"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3" pos="7423" userDrawn="1">
          <p15:clr>
            <a:srgbClr val="F26B43"/>
          </p15:clr>
        </p15:guide>
        <p15:guide id="7" pos="3749" userDrawn="1">
          <p15:clr>
            <a:srgbClr val="F26B43"/>
          </p15:clr>
        </p15:guide>
        <p15:guide id="8" pos="3931" userDrawn="1">
          <p15:clr>
            <a:srgbClr val="F26B43"/>
          </p15:clr>
        </p15:guide>
        <p15:guide id="9" orient="horz" pos="890" userDrawn="1">
          <p15:clr>
            <a:srgbClr val="F26B43"/>
          </p15:clr>
        </p15:guide>
        <p15:guide id="10" orient="horz" pos="3884" userDrawn="1">
          <p15:clr>
            <a:srgbClr val="F26B43"/>
          </p15:clr>
        </p15:guide>
        <p15:guide id="11" pos="25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2.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2.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46.png"/><Relationship Id="rId7" Type="http://schemas.openxmlformats.org/officeDocument/2006/relationships/image" Target="../media/image43.wmf"/><Relationship Id="rId2" Type="http://schemas.openxmlformats.org/officeDocument/2006/relationships/slideLayout" Target="../slideLayouts/slideLayout22.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45.wmf"/><Relationship Id="rId5" Type="http://schemas.openxmlformats.org/officeDocument/2006/relationships/image" Target="../media/image48.png"/><Relationship Id="rId10" Type="http://schemas.openxmlformats.org/officeDocument/2006/relationships/oleObject" Target="../embeddings/oleObject3.bin"/><Relationship Id="rId4" Type="http://schemas.openxmlformats.org/officeDocument/2006/relationships/image" Target="../media/image47.png"/><Relationship Id="rId9" Type="http://schemas.openxmlformats.org/officeDocument/2006/relationships/image" Target="../media/image44.wmf"/></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Bildplatzhalter 32">
            <a:extLst>
              <a:ext uri="{FF2B5EF4-FFF2-40B4-BE49-F238E27FC236}">
                <a16:creationId xmlns:a16="http://schemas.microsoft.com/office/drawing/2014/main" id="{84E447B7-B12A-4410-AEB2-BEEF071B90CF}"/>
              </a:ext>
            </a:extLst>
          </p:cNvPr>
          <p:cNvPicPr>
            <a:picLocks noGrp="1" noChangeAspect="1"/>
          </p:cNvPicPr>
          <p:nvPr>
            <p:ph type="pic" sz="quarter" idx="15"/>
          </p:nvPr>
        </p:nvPicPr>
        <p:blipFill>
          <a:blip r:embed="rId3">
            <a:alphaModFix amt="84000"/>
            <a:extLst>
              <a:ext uri="{28A0092B-C50C-407E-A947-70E740481C1C}">
                <a14:useLocalDpi xmlns:a14="http://schemas.microsoft.com/office/drawing/2010/main" val="0"/>
              </a:ext>
            </a:extLst>
          </a:blip>
          <a:srcRect/>
          <a:stretch/>
        </p:blipFill>
        <p:spPr bwMode="gray">
          <a:xfrm>
            <a:off x="-1" y="-6849"/>
            <a:ext cx="12192001" cy="6854573"/>
          </a:xfrm>
        </p:spPr>
      </p:pic>
      <p:sp>
        <p:nvSpPr>
          <p:cNvPr id="5" name="Titel 4">
            <a:extLst>
              <a:ext uri="{FF2B5EF4-FFF2-40B4-BE49-F238E27FC236}">
                <a16:creationId xmlns:a16="http://schemas.microsoft.com/office/drawing/2014/main" id="{39DC9637-B46D-4E45-9A92-24D0CD7A876F}"/>
              </a:ext>
            </a:extLst>
          </p:cNvPr>
          <p:cNvSpPr>
            <a:spLocks noGrp="1"/>
          </p:cNvSpPr>
          <p:nvPr>
            <p:ph type="ctrTitle"/>
          </p:nvPr>
        </p:nvSpPr>
        <p:spPr bwMode="gray"/>
        <p:txBody>
          <a:bodyPr/>
          <a:lstStyle/>
          <a:p>
            <a:r>
              <a:rPr lang="en-US" altLang="zh-CN" dirty="0"/>
              <a:t>MBC</a:t>
            </a:r>
            <a:endParaRPr lang="en-US" dirty="0"/>
          </a:p>
        </p:txBody>
      </p:sp>
      <p:sp>
        <p:nvSpPr>
          <p:cNvPr id="31" name="Text Placeholder 30">
            <a:extLst>
              <a:ext uri="{FF2B5EF4-FFF2-40B4-BE49-F238E27FC236}">
                <a16:creationId xmlns:a16="http://schemas.microsoft.com/office/drawing/2014/main" id="{3739416F-66DC-B84D-8798-698336092299}"/>
              </a:ext>
            </a:extLst>
          </p:cNvPr>
          <p:cNvSpPr>
            <a:spLocks noGrp="1"/>
          </p:cNvSpPr>
          <p:nvPr>
            <p:ph type="body" sz="quarter" idx="12"/>
          </p:nvPr>
        </p:nvSpPr>
        <p:spPr bwMode="gray"/>
        <p:txBody>
          <a:bodyPr/>
          <a:lstStyle/>
          <a:p>
            <a:endParaRPr lang="en-US"/>
          </a:p>
        </p:txBody>
      </p:sp>
      <p:sp>
        <p:nvSpPr>
          <p:cNvPr id="21" name="Textplatzhalter 20">
            <a:extLst>
              <a:ext uri="{FF2B5EF4-FFF2-40B4-BE49-F238E27FC236}">
                <a16:creationId xmlns:a16="http://schemas.microsoft.com/office/drawing/2014/main" id="{BBD14D05-BFF3-4A68-8280-479ECDB69B53}"/>
              </a:ext>
            </a:extLst>
          </p:cNvPr>
          <p:cNvSpPr>
            <a:spLocks noGrp="1"/>
          </p:cNvSpPr>
          <p:nvPr>
            <p:ph type="body" sz="quarter" idx="10"/>
          </p:nvPr>
        </p:nvSpPr>
        <p:spPr bwMode="gray"/>
        <p:txBody>
          <a:bodyPr/>
          <a:lstStyle/>
          <a:p>
            <a:r>
              <a:rPr lang="en-US" dirty="0"/>
              <a:t>2021 Jan| TSC Nanjing</a:t>
            </a:r>
          </a:p>
        </p:txBody>
      </p:sp>
      <p:sp>
        <p:nvSpPr>
          <p:cNvPr id="32" name="Text Placeholder 31">
            <a:extLst>
              <a:ext uri="{FF2B5EF4-FFF2-40B4-BE49-F238E27FC236}">
                <a16:creationId xmlns:a16="http://schemas.microsoft.com/office/drawing/2014/main" id="{7D796AE4-BD53-2448-B0F7-9BD74053DDC6}"/>
              </a:ext>
            </a:extLst>
          </p:cNvPr>
          <p:cNvSpPr>
            <a:spLocks noGrp="1"/>
          </p:cNvSpPr>
          <p:nvPr>
            <p:ph type="body" sz="quarter" idx="16"/>
          </p:nvPr>
        </p:nvSpPr>
        <p:spPr bwMode="gray">
          <a:ln>
            <a:noFill/>
          </a:ln>
        </p:spPr>
        <p:txBody>
          <a:bodyPr/>
          <a:lstStyle/>
          <a:p>
            <a:endParaRPr lang="en-US" dirty="0"/>
          </a:p>
        </p:txBody>
      </p:sp>
    </p:spTree>
    <p:extLst>
      <p:ext uri="{BB962C8B-B14F-4D97-AF65-F5344CB8AC3E}">
        <p14:creationId xmlns:p14="http://schemas.microsoft.com/office/powerpoint/2010/main" val="745975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1560B6-CA4C-4D2E-B8F7-6F4CC0499960}"/>
              </a:ext>
            </a:extLst>
          </p:cNvPr>
          <p:cNvSpPr>
            <a:spLocks noGrp="1"/>
          </p:cNvSpPr>
          <p:nvPr>
            <p:ph type="sldNum" sz="quarter" idx="12"/>
          </p:nvPr>
        </p:nvSpPr>
        <p:spPr/>
        <p:txBody>
          <a:bodyPr/>
          <a:lstStyle/>
          <a:p>
            <a:fld id="{913D9F7D-0C28-4C21-AA99-7C67E34F632A}" type="slidenum">
              <a:rPr lang="en-US" smtClean="0"/>
              <a:t>2</a:t>
            </a:fld>
            <a:endParaRPr lang="en-US"/>
          </a:p>
        </p:txBody>
      </p:sp>
      <p:sp>
        <p:nvSpPr>
          <p:cNvPr id="3" name="Title 2">
            <a:extLst>
              <a:ext uri="{FF2B5EF4-FFF2-40B4-BE49-F238E27FC236}">
                <a16:creationId xmlns:a16="http://schemas.microsoft.com/office/drawing/2014/main" id="{55162002-C5D5-4A2E-8F61-AF805EE225A0}"/>
              </a:ext>
            </a:extLst>
          </p:cNvPr>
          <p:cNvSpPr>
            <a:spLocks noGrp="1"/>
          </p:cNvSpPr>
          <p:nvPr>
            <p:ph type="title"/>
          </p:nvPr>
        </p:nvSpPr>
        <p:spPr/>
        <p:txBody>
          <a:bodyPr/>
          <a:lstStyle/>
          <a:p>
            <a:r>
              <a:rPr lang="en-US" dirty="0"/>
              <a:t>Dynamic Areas</a:t>
            </a:r>
          </a:p>
        </p:txBody>
      </p:sp>
      <p:sp>
        <p:nvSpPr>
          <p:cNvPr id="4" name="Footer Placeholder 3">
            <a:extLst>
              <a:ext uri="{FF2B5EF4-FFF2-40B4-BE49-F238E27FC236}">
                <a16:creationId xmlns:a16="http://schemas.microsoft.com/office/drawing/2014/main" id="{C0F922A6-9AB1-4D13-BFB5-B279B6411409}"/>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9E5593C3-28F6-43E5-A7A9-1F4FE3B5E256}"/>
              </a:ext>
            </a:extLst>
          </p:cNvPr>
          <p:cNvSpPr>
            <a:spLocks noGrp="1" noChangeArrowheads="1"/>
          </p:cNvSpPr>
          <p:nvPr/>
        </p:nvSpPr>
        <p:spPr bwMode="auto">
          <a:xfrm>
            <a:off x="222607" y="466575"/>
            <a:ext cx="11562025" cy="597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0" indent="0">
              <a:defRPr/>
            </a:pPr>
            <a:endParaRPr lang="de-DE" altLang="zh-CN" dirty="0">
              <a:ea typeface="宋体" charset="-122"/>
            </a:endParaRPr>
          </a:p>
          <a:p>
            <a:pPr lvl="1">
              <a:defRPr/>
            </a:pPr>
            <a:r>
              <a:rPr lang="en-US" b="1" dirty="0"/>
              <a:t>File Preprocessing</a:t>
            </a:r>
            <a:endParaRPr lang="en-GB" altLang="en-US" dirty="0">
              <a:solidFill>
                <a:srgbClr val="000000"/>
              </a:solidFill>
            </a:endParaRPr>
          </a:p>
          <a:p>
            <a:pPr lvl="2">
              <a:defRPr/>
            </a:pPr>
            <a:r>
              <a:rPr lang="en-US" dirty="0"/>
              <a:t>The purpose is to make a file readable. </a:t>
            </a:r>
          </a:p>
          <a:p>
            <a:pPr lvl="2">
              <a:defRPr/>
            </a:pPr>
            <a:r>
              <a:rPr lang="en-US" dirty="0"/>
              <a:t>This is necessary to fetch references and to do a content detection if necessary. </a:t>
            </a:r>
          </a:p>
          <a:p>
            <a:pPr lvl="2">
              <a:defRPr/>
            </a:pPr>
            <a:r>
              <a:rPr lang="en-US" dirty="0"/>
              <a:t>Possible action could be an uncompressing or an encryption. </a:t>
            </a:r>
          </a:p>
          <a:p>
            <a:pPr lvl="2">
              <a:defRPr/>
            </a:pPr>
            <a:r>
              <a:rPr lang="en-US" dirty="0" err="1"/>
              <a:t>CR_StoreMessageToDisk</a:t>
            </a:r>
            <a:r>
              <a:rPr lang="en-US" dirty="0"/>
              <a:t>, </a:t>
            </a:r>
            <a:r>
              <a:rPr lang="en-US" dirty="0" err="1"/>
              <a:t>CR_CallXibMBC</a:t>
            </a:r>
            <a:r>
              <a:rPr lang="en-US" dirty="0"/>
              <a:t>, </a:t>
            </a:r>
            <a:r>
              <a:rPr lang="en-US" dirty="0" err="1"/>
              <a:t>CR_ExchangeString</a:t>
            </a:r>
            <a:r>
              <a:rPr lang="en-US" dirty="0"/>
              <a:t>, </a:t>
            </a:r>
            <a:r>
              <a:rPr lang="en-US" dirty="0" err="1"/>
              <a:t>CR_RemoveRecord</a:t>
            </a:r>
            <a:r>
              <a:rPr lang="en-US" dirty="0"/>
              <a:t>, </a:t>
            </a:r>
            <a:r>
              <a:rPr lang="en-US" dirty="0" err="1"/>
              <a:t>CR_ConvertRef</a:t>
            </a:r>
            <a:r>
              <a:rPr lang="en-US" dirty="0"/>
              <a:t>, </a:t>
            </a:r>
            <a:r>
              <a:rPr lang="en-US" dirty="0" err="1"/>
              <a:t>CR_SubHandler</a:t>
            </a:r>
            <a:endParaRPr lang="en-US" dirty="0"/>
          </a:p>
          <a:p>
            <a:pPr lvl="2">
              <a:defRPr/>
            </a:pPr>
            <a:endParaRPr lang="en-GB" altLang="en-US" dirty="0">
              <a:solidFill>
                <a:srgbClr val="000000"/>
              </a:solidFill>
            </a:endParaRPr>
          </a:p>
          <a:p>
            <a:pPr lvl="1">
              <a:defRPr/>
            </a:pPr>
            <a:r>
              <a:rPr lang="en-US" b="1" dirty="0"/>
              <a:t>Content Detect</a:t>
            </a:r>
            <a:endParaRPr lang="en-GB" altLang="en-US" dirty="0">
              <a:solidFill>
                <a:srgbClr val="000000"/>
              </a:solidFill>
            </a:endParaRPr>
          </a:p>
          <a:p>
            <a:pPr lvl="2">
              <a:defRPr/>
            </a:pPr>
            <a:r>
              <a:rPr lang="en-US" dirty="0"/>
              <a:t>Under Manage Rule it is possible to choose in this area an MBC which does a content detection. </a:t>
            </a:r>
          </a:p>
          <a:p>
            <a:pPr lvl="2">
              <a:defRPr/>
            </a:pPr>
            <a:r>
              <a:rPr lang="en-US" dirty="0" err="1"/>
              <a:t>CR_ContentDetectStandard</a:t>
            </a:r>
            <a:r>
              <a:rPr lang="en-US" dirty="0"/>
              <a:t>, </a:t>
            </a:r>
            <a:r>
              <a:rPr lang="en-US" dirty="0" err="1"/>
              <a:t>CR_ContentDetectStandardAndXML</a:t>
            </a:r>
            <a:endParaRPr lang="en-US" dirty="0"/>
          </a:p>
          <a:p>
            <a:pPr lvl="2">
              <a:defRPr/>
            </a:pPr>
            <a:endParaRPr lang="en-GB" altLang="en-US" dirty="0">
              <a:solidFill>
                <a:srgbClr val="000000"/>
              </a:solidFill>
            </a:endParaRPr>
          </a:p>
          <a:p>
            <a:pPr lvl="1">
              <a:defRPr/>
            </a:pPr>
            <a:r>
              <a:rPr lang="en-US" b="1" dirty="0" err="1"/>
              <a:t>PreProcessing</a:t>
            </a:r>
            <a:endParaRPr lang="en-GB" altLang="en-US" dirty="0">
              <a:solidFill>
                <a:srgbClr val="000000"/>
              </a:solidFill>
            </a:endParaRPr>
          </a:p>
          <a:p>
            <a:pPr lvl="2">
              <a:defRPr/>
            </a:pPr>
            <a:r>
              <a:rPr lang="en-US" dirty="0"/>
              <a:t>In case that an Axway Inbound Process should be used it is necessary to feed this Process with correct EDIFACT or ANSI X12 files. If data will be received with line feeds it is necessary to delete them before. This should be done in this area. Because the Inbound Processes define also which message will be enveloped together it can be necessary to group them before the inbound Process in the right way. Some example MBC for these areas are EDI and ANSI X12 split programs, </a:t>
            </a:r>
            <a:r>
              <a:rPr lang="en-US" dirty="0" err="1"/>
              <a:t>CR_ExchangeString</a:t>
            </a:r>
            <a:r>
              <a:rPr lang="en-US" dirty="0"/>
              <a:t> (to remove line feeds). In case that the Inbound Process area will not be used, you can do this preprocessing in the Dynamic Process area.</a:t>
            </a:r>
          </a:p>
          <a:p>
            <a:pPr lvl="2">
              <a:defRPr/>
            </a:pPr>
            <a:r>
              <a:rPr lang="en-US" dirty="0"/>
              <a:t>CR_AnsiX12Split, </a:t>
            </a:r>
            <a:r>
              <a:rPr lang="en-US" dirty="0" err="1"/>
              <a:t>CR_EdiSplit</a:t>
            </a:r>
            <a:r>
              <a:rPr lang="en-US" dirty="0"/>
              <a:t>, </a:t>
            </a:r>
            <a:r>
              <a:rPr lang="en-US" dirty="0" err="1"/>
              <a:t>CR_ExchangeString</a:t>
            </a:r>
            <a:endParaRPr lang="en-US" dirty="0"/>
          </a:p>
          <a:p>
            <a:pPr lvl="2">
              <a:defRPr/>
            </a:pPr>
            <a:endParaRPr lang="en-GB" altLang="en-US" dirty="0">
              <a:solidFill>
                <a:srgbClr val="000000"/>
              </a:solidFill>
            </a:endParaRPr>
          </a:p>
          <a:p>
            <a:pPr lvl="1">
              <a:defRPr/>
            </a:pPr>
            <a:endParaRPr lang="en-US" altLang="zh-CN" dirty="0">
              <a:ea typeface="宋体" charset="-122"/>
            </a:endParaRPr>
          </a:p>
        </p:txBody>
      </p:sp>
    </p:spTree>
    <p:extLst>
      <p:ext uri="{BB962C8B-B14F-4D97-AF65-F5344CB8AC3E}">
        <p14:creationId xmlns:p14="http://schemas.microsoft.com/office/powerpoint/2010/main" val="168326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1560B6-CA4C-4D2E-B8F7-6F4CC0499960}"/>
              </a:ext>
            </a:extLst>
          </p:cNvPr>
          <p:cNvSpPr>
            <a:spLocks noGrp="1"/>
          </p:cNvSpPr>
          <p:nvPr>
            <p:ph type="sldNum" sz="quarter" idx="12"/>
          </p:nvPr>
        </p:nvSpPr>
        <p:spPr/>
        <p:txBody>
          <a:bodyPr/>
          <a:lstStyle/>
          <a:p>
            <a:fld id="{913D9F7D-0C28-4C21-AA99-7C67E34F632A}" type="slidenum">
              <a:rPr lang="en-US" smtClean="0"/>
              <a:t>3</a:t>
            </a:fld>
            <a:endParaRPr lang="en-US"/>
          </a:p>
        </p:txBody>
      </p:sp>
      <p:sp>
        <p:nvSpPr>
          <p:cNvPr id="3" name="Title 2">
            <a:extLst>
              <a:ext uri="{FF2B5EF4-FFF2-40B4-BE49-F238E27FC236}">
                <a16:creationId xmlns:a16="http://schemas.microsoft.com/office/drawing/2014/main" id="{55162002-C5D5-4A2E-8F61-AF805EE225A0}"/>
              </a:ext>
            </a:extLst>
          </p:cNvPr>
          <p:cNvSpPr>
            <a:spLocks noGrp="1"/>
          </p:cNvSpPr>
          <p:nvPr>
            <p:ph type="title"/>
          </p:nvPr>
        </p:nvSpPr>
        <p:spPr/>
        <p:txBody>
          <a:bodyPr/>
          <a:lstStyle/>
          <a:p>
            <a:r>
              <a:rPr lang="en-US" dirty="0"/>
              <a:t>Dynamic Areas</a:t>
            </a:r>
          </a:p>
        </p:txBody>
      </p:sp>
      <p:sp>
        <p:nvSpPr>
          <p:cNvPr id="4" name="Footer Placeholder 3">
            <a:extLst>
              <a:ext uri="{FF2B5EF4-FFF2-40B4-BE49-F238E27FC236}">
                <a16:creationId xmlns:a16="http://schemas.microsoft.com/office/drawing/2014/main" id="{C0F922A6-9AB1-4D13-BFB5-B279B6411409}"/>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9E5593C3-28F6-43E5-A7A9-1F4FE3B5E256}"/>
              </a:ext>
            </a:extLst>
          </p:cNvPr>
          <p:cNvSpPr>
            <a:spLocks noGrp="1" noChangeArrowheads="1"/>
          </p:cNvSpPr>
          <p:nvPr/>
        </p:nvSpPr>
        <p:spPr bwMode="auto">
          <a:xfrm>
            <a:off x="222607" y="466575"/>
            <a:ext cx="11562025" cy="597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0" indent="0">
              <a:defRPr/>
            </a:pPr>
            <a:endParaRPr lang="de-DE" altLang="zh-CN" dirty="0">
              <a:ea typeface="宋体" charset="-122"/>
            </a:endParaRPr>
          </a:p>
          <a:p>
            <a:pPr lvl="1">
              <a:defRPr/>
            </a:pPr>
            <a:r>
              <a:rPr lang="en-US" b="1" dirty="0"/>
              <a:t>Inbound Process</a:t>
            </a:r>
            <a:endParaRPr lang="en-GB" altLang="en-US" dirty="0">
              <a:solidFill>
                <a:srgbClr val="000000"/>
              </a:solidFill>
            </a:endParaRPr>
          </a:p>
          <a:p>
            <a:pPr lvl="2">
              <a:defRPr/>
            </a:pPr>
            <a:r>
              <a:rPr lang="en-US" dirty="0"/>
              <a:t>Here you define if you want to use one of the Standard Axway Inbound processes for EDI Version 3, EDI Version 4 or ANSI X12 messages. It is also possible to create an own MBC which does an Inbound process e.g. </a:t>
            </a:r>
            <a:r>
              <a:rPr lang="en-US" dirty="0" err="1"/>
              <a:t>CR_InhouseInbound</a:t>
            </a:r>
            <a:r>
              <a:rPr lang="en-US" dirty="0"/>
              <a:t> splits standard In-house Files into messages and set the grouper attribute to envelope the messages at the end in the right sequence.</a:t>
            </a:r>
          </a:p>
          <a:p>
            <a:pPr lvl="2">
              <a:defRPr/>
            </a:pPr>
            <a:r>
              <a:rPr lang="en-US" dirty="0"/>
              <a:t>InboundX12 , InboundEDI3, </a:t>
            </a:r>
            <a:r>
              <a:rPr lang="en-US" dirty="0" err="1"/>
              <a:t>CR_InhouseInbound</a:t>
            </a:r>
            <a:endParaRPr lang="en-US" b="1" dirty="0"/>
          </a:p>
          <a:p>
            <a:pPr lvl="1">
              <a:defRPr/>
            </a:pPr>
            <a:endParaRPr lang="en-US" b="1" dirty="0"/>
          </a:p>
          <a:p>
            <a:pPr lvl="1">
              <a:defRPr/>
            </a:pPr>
            <a:r>
              <a:rPr lang="en-US" b="1" dirty="0"/>
              <a:t>Inbound Map</a:t>
            </a:r>
            <a:endParaRPr lang="en-GB" altLang="en-US" dirty="0">
              <a:solidFill>
                <a:srgbClr val="000000"/>
              </a:solidFill>
            </a:endParaRPr>
          </a:p>
          <a:p>
            <a:pPr lvl="2">
              <a:defRPr/>
            </a:pPr>
            <a:r>
              <a:rPr lang="en-US" dirty="0"/>
              <a:t>To do a validation in the Inbound Process for EDI or ANSI X12 messages a one to one map is necessary. This has to be called in this area.</a:t>
            </a:r>
          </a:p>
          <a:p>
            <a:pPr lvl="2">
              <a:defRPr/>
            </a:pPr>
            <a:endParaRPr lang="en-GB" altLang="en-US" dirty="0">
              <a:solidFill>
                <a:srgbClr val="000000"/>
              </a:solidFill>
            </a:endParaRPr>
          </a:p>
          <a:p>
            <a:pPr lvl="1">
              <a:defRPr/>
            </a:pPr>
            <a:r>
              <a:rPr lang="en-US" b="1" dirty="0"/>
              <a:t>Dynamic Processing</a:t>
            </a:r>
            <a:endParaRPr lang="en-GB" altLang="en-US" dirty="0">
              <a:solidFill>
                <a:srgbClr val="000000"/>
              </a:solidFill>
            </a:endParaRPr>
          </a:p>
          <a:p>
            <a:pPr lvl="2">
              <a:defRPr/>
            </a:pPr>
            <a:r>
              <a:rPr lang="en-US" dirty="0"/>
              <a:t>In this area you should process the messages. This includes all maps but also copy or split programs or other processing of the data.</a:t>
            </a:r>
          </a:p>
          <a:p>
            <a:pPr lvl="2">
              <a:defRPr/>
            </a:pPr>
            <a:endParaRPr lang="en-GB" altLang="en-US" dirty="0">
              <a:solidFill>
                <a:srgbClr val="000000"/>
              </a:solidFill>
            </a:endParaRPr>
          </a:p>
          <a:p>
            <a:pPr lvl="1">
              <a:defRPr/>
            </a:pPr>
            <a:r>
              <a:rPr lang="en-US" b="1" dirty="0"/>
              <a:t>Outbound Process</a:t>
            </a:r>
            <a:endParaRPr lang="en-GB" altLang="en-US" dirty="0">
              <a:solidFill>
                <a:srgbClr val="000000"/>
              </a:solidFill>
            </a:endParaRPr>
          </a:p>
          <a:p>
            <a:pPr lvl="2">
              <a:defRPr/>
            </a:pPr>
            <a:r>
              <a:rPr lang="en-US" dirty="0"/>
              <a:t>If you want to </a:t>
            </a:r>
            <a:r>
              <a:rPr lang="en-US" b="1" dirty="0"/>
              <a:t>envelope</a:t>
            </a:r>
            <a:r>
              <a:rPr lang="en-US" dirty="0"/>
              <a:t> data you can use this Outbound process. There are the standard Axway Enveloper available for EDI Version 3, EDI Version 4 and ANSI X12 and it is also possible to create own MBCs which can be called dynamically as </a:t>
            </a:r>
            <a:r>
              <a:rPr lang="en-US" dirty="0" err="1"/>
              <a:t>CR_InhEnvCreateMessage</a:t>
            </a:r>
            <a:endParaRPr lang="en-US" dirty="0"/>
          </a:p>
          <a:p>
            <a:pPr lvl="2">
              <a:defRPr/>
            </a:pPr>
            <a:r>
              <a:rPr lang="en-US" dirty="0"/>
              <a:t>EnvelopeEDI3, EnvelopeX12</a:t>
            </a:r>
          </a:p>
          <a:p>
            <a:pPr marL="565150" lvl="2" indent="0">
              <a:buNone/>
              <a:defRPr/>
            </a:pPr>
            <a:endParaRPr lang="en-GB" altLang="en-US" dirty="0">
              <a:solidFill>
                <a:srgbClr val="000000"/>
              </a:solidFill>
            </a:endParaRPr>
          </a:p>
        </p:txBody>
      </p:sp>
    </p:spTree>
    <p:extLst>
      <p:ext uri="{BB962C8B-B14F-4D97-AF65-F5344CB8AC3E}">
        <p14:creationId xmlns:p14="http://schemas.microsoft.com/office/powerpoint/2010/main" val="35420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1560B6-CA4C-4D2E-B8F7-6F4CC0499960}"/>
              </a:ext>
            </a:extLst>
          </p:cNvPr>
          <p:cNvSpPr>
            <a:spLocks noGrp="1"/>
          </p:cNvSpPr>
          <p:nvPr>
            <p:ph type="sldNum" sz="quarter" idx="12"/>
          </p:nvPr>
        </p:nvSpPr>
        <p:spPr/>
        <p:txBody>
          <a:bodyPr/>
          <a:lstStyle/>
          <a:p>
            <a:fld id="{913D9F7D-0C28-4C21-AA99-7C67E34F632A}" type="slidenum">
              <a:rPr lang="en-US" smtClean="0"/>
              <a:t>4</a:t>
            </a:fld>
            <a:endParaRPr lang="en-US"/>
          </a:p>
        </p:txBody>
      </p:sp>
      <p:sp>
        <p:nvSpPr>
          <p:cNvPr id="3" name="Title 2">
            <a:extLst>
              <a:ext uri="{FF2B5EF4-FFF2-40B4-BE49-F238E27FC236}">
                <a16:creationId xmlns:a16="http://schemas.microsoft.com/office/drawing/2014/main" id="{55162002-C5D5-4A2E-8F61-AF805EE225A0}"/>
              </a:ext>
            </a:extLst>
          </p:cNvPr>
          <p:cNvSpPr>
            <a:spLocks noGrp="1"/>
          </p:cNvSpPr>
          <p:nvPr>
            <p:ph type="title"/>
          </p:nvPr>
        </p:nvSpPr>
        <p:spPr/>
        <p:txBody>
          <a:bodyPr/>
          <a:lstStyle/>
          <a:p>
            <a:r>
              <a:rPr lang="en-US" dirty="0"/>
              <a:t>Dynamic Areas</a:t>
            </a:r>
          </a:p>
        </p:txBody>
      </p:sp>
      <p:sp>
        <p:nvSpPr>
          <p:cNvPr id="4" name="Footer Placeholder 3">
            <a:extLst>
              <a:ext uri="{FF2B5EF4-FFF2-40B4-BE49-F238E27FC236}">
                <a16:creationId xmlns:a16="http://schemas.microsoft.com/office/drawing/2014/main" id="{C0F922A6-9AB1-4D13-BFB5-B279B6411409}"/>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9E5593C3-28F6-43E5-A7A9-1F4FE3B5E256}"/>
              </a:ext>
            </a:extLst>
          </p:cNvPr>
          <p:cNvSpPr>
            <a:spLocks noGrp="1" noChangeArrowheads="1"/>
          </p:cNvSpPr>
          <p:nvPr/>
        </p:nvSpPr>
        <p:spPr bwMode="auto">
          <a:xfrm>
            <a:off x="222607" y="466575"/>
            <a:ext cx="11562025" cy="597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0" indent="0">
              <a:defRPr/>
            </a:pPr>
            <a:endParaRPr lang="de-DE" altLang="zh-CN" dirty="0">
              <a:ea typeface="宋体" charset="-122"/>
            </a:endParaRPr>
          </a:p>
          <a:p>
            <a:pPr lvl="2">
              <a:defRPr/>
            </a:pPr>
            <a:endParaRPr lang="en-GB" altLang="en-US" dirty="0">
              <a:solidFill>
                <a:srgbClr val="000000"/>
              </a:solidFill>
            </a:endParaRPr>
          </a:p>
          <a:p>
            <a:pPr lvl="1">
              <a:defRPr/>
            </a:pPr>
            <a:r>
              <a:rPr lang="en-US" b="1" dirty="0"/>
              <a:t>Postprocessing</a:t>
            </a:r>
            <a:endParaRPr lang="en-GB" altLang="en-US" dirty="0">
              <a:solidFill>
                <a:srgbClr val="000000"/>
              </a:solidFill>
            </a:endParaRPr>
          </a:p>
          <a:p>
            <a:pPr lvl="2">
              <a:defRPr/>
            </a:pPr>
            <a:r>
              <a:rPr lang="en-US" dirty="0"/>
              <a:t>After the Outbound Process it might be necessary to change the structure of the file. E.g. the customer likes to receive EDIFACT data with Linefeeds after each Segment or after a number of characters. </a:t>
            </a:r>
          </a:p>
          <a:p>
            <a:pPr lvl="2">
              <a:defRPr/>
            </a:pPr>
            <a:r>
              <a:rPr lang="en-US" dirty="0" err="1"/>
              <a:t>CR_ExchangeString</a:t>
            </a:r>
            <a:r>
              <a:rPr lang="en-US" dirty="0"/>
              <a:t>, </a:t>
            </a:r>
            <a:r>
              <a:rPr lang="en-US" dirty="0" err="1"/>
              <a:t>CR_CutToLineLength</a:t>
            </a:r>
            <a:br>
              <a:rPr lang="en-US" dirty="0"/>
            </a:br>
            <a:endParaRPr lang="en-US" altLang="zh-CN" dirty="0">
              <a:ea typeface="宋体" charset="-122"/>
            </a:endParaRPr>
          </a:p>
        </p:txBody>
      </p:sp>
    </p:spTree>
    <p:extLst>
      <p:ext uri="{BB962C8B-B14F-4D97-AF65-F5344CB8AC3E}">
        <p14:creationId xmlns:p14="http://schemas.microsoft.com/office/powerpoint/2010/main" val="4265126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1560B6-CA4C-4D2E-B8F7-6F4CC0499960}"/>
              </a:ext>
            </a:extLst>
          </p:cNvPr>
          <p:cNvSpPr>
            <a:spLocks noGrp="1"/>
          </p:cNvSpPr>
          <p:nvPr>
            <p:ph type="sldNum" sz="quarter" idx="12"/>
          </p:nvPr>
        </p:nvSpPr>
        <p:spPr/>
        <p:txBody>
          <a:bodyPr/>
          <a:lstStyle/>
          <a:p>
            <a:fld id="{913D9F7D-0C28-4C21-AA99-7C67E34F632A}" type="slidenum">
              <a:rPr lang="en-US" smtClean="0"/>
              <a:t>5</a:t>
            </a:fld>
            <a:endParaRPr lang="en-US"/>
          </a:p>
        </p:txBody>
      </p:sp>
      <p:sp>
        <p:nvSpPr>
          <p:cNvPr id="3" name="Title 2">
            <a:extLst>
              <a:ext uri="{FF2B5EF4-FFF2-40B4-BE49-F238E27FC236}">
                <a16:creationId xmlns:a16="http://schemas.microsoft.com/office/drawing/2014/main" id="{55162002-C5D5-4A2E-8F61-AF805EE225A0}"/>
              </a:ext>
            </a:extLst>
          </p:cNvPr>
          <p:cNvSpPr>
            <a:spLocks noGrp="1"/>
          </p:cNvSpPr>
          <p:nvPr>
            <p:ph type="title"/>
          </p:nvPr>
        </p:nvSpPr>
        <p:spPr/>
        <p:txBody>
          <a:bodyPr/>
          <a:lstStyle/>
          <a:p>
            <a:r>
              <a:rPr lang="en-US" dirty="0"/>
              <a:t>Edit</a:t>
            </a:r>
          </a:p>
        </p:txBody>
      </p:sp>
      <p:sp>
        <p:nvSpPr>
          <p:cNvPr id="4" name="Footer Placeholder 3">
            <a:extLst>
              <a:ext uri="{FF2B5EF4-FFF2-40B4-BE49-F238E27FC236}">
                <a16:creationId xmlns:a16="http://schemas.microsoft.com/office/drawing/2014/main" id="{C0F922A6-9AB1-4D13-BFB5-B279B6411409}"/>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9E5593C3-28F6-43E5-A7A9-1F4FE3B5E256}"/>
              </a:ext>
            </a:extLst>
          </p:cNvPr>
          <p:cNvSpPr>
            <a:spLocks noGrp="1" noChangeArrowheads="1"/>
          </p:cNvSpPr>
          <p:nvPr/>
        </p:nvSpPr>
        <p:spPr bwMode="auto">
          <a:xfrm>
            <a:off x="407368" y="1052202"/>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0" indent="0">
              <a:defRPr/>
            </a:pPr>
            <a:endParaRPr lang="de-DE" altLang="zh-CN" dirty="0">
              <a:ea typeface="宋体" charset="-122"/>
            </a:endParaRPr>
          </a:p>
          <a:p>
            <a:pPr lvl="1">
              <a:defRPr/>
            </a:pPr>
            <a:r>
              <a:rPr lang="en-GB" altLang="en-US" dirty="0" err="1">
                <a:solidFill>
                  <a:srgbClr val="000000"/>
                </a:solidFill>
              </a:rPr>
              <a:t>CR_RemoveString</a:t>
            </a:r>
            <a:endParaRPr lang="en-GB" altLang="en-US" dirty="0">
              <a:solidFill>
                <a:srgbClr val="000000"/>
              </a:solidFill>
            </a:endParaRPr>
          </a:p>
          <a:p>
            <a:pPr lvl="2">
              <a:defRPr/>
            </a:pPr>
            <a:r>
              <a:rPr lang="en-GB" altLang="en-US" dirty="0">
                <a:solidFill>
                  <a:srgbClr val="000000"/>
                </a:solidFill>
              </a:rPr>
              <a:t>Removes all </a:t>
            </a:r>
            <a:r>
              <a:rPr lang="en-GB" altLang="en-US" dirty="0" err="1">
                <a:solidFill>
                  <a:srgbClr val="000000"/>
                </a:solidFill>
              </a:rPr>
              <a:t>occurrenc</a:t>
            </a:r>
            <a:r>
              <a:rPr lang="en-US" altLang="zh-CN" dirty="0">
                <a:solidFill>
                  <a:srgbClr val="000000"/>
                </a:solidFill>
              </a:rPr>
              <a:t>e</a:t>
            </a:r>
            <a:r>
              <a:rPr lang="en-GB" altLang="en-US" dirty="0" err="1">
                <a:solidFill>
                  <a:srgbClr val="000000"/>
                </a:solidFill>
              </a:rPr>
              <a:t>ies</a:t>
            </a:r>
            <a:r>
              <a:rPr lang="en-GB" altLang="en-US" dirty="0">
                <a:solidFill>
                  <a:srgbClr val="000000"/>
                </a:solidFill>
              </a:rPr>
              <a:t> of a specified character from the message</a:t>
            </a:r>
          </a:p>
          <a:p>
            <a:pPr lvl="1">
              <a:defRPr/>
            </a:pPr>
            <a:endParaRPr lang="en-GB" altLang="en-US" dirty="0">
              <a:solidFill>
                <a:srgbClr val="000000"/>
              </a:solidFill>
            </a:endParaRPr>
          </a:p>
          <a:p>
            <a:pPr lvl="1">
              <a:defRPr/>
            </a:pPr>
            <a:r>
              <a:rPr lang="en-GB" altLang="en-US" dirty="0" err="1">
                <a:solidFill>
                  <a:srgbClr val="000000"/>
                </a:solidFill>
              </a:rPr>
              <a:t>CR_ExchangeString</a:t>
            </a:r>
            <a:endParaRPr lang="en-GB" altLang="en-US" dirty="0">
              <a:solidFill>
                <a:srgbClr val="000000"/>
              </a:solidFill>
            </a:endParaRPr>
          </a:p>
          <a:p>
            <a:pPr lvl="2">
              <a:defRPr/>
            </a:pPr>
            <a:r>
              <a:rPr lang="en-GB" altLang="en-US" dirty="0">
                <a:solidFill>
                  <a:srgbClr val="000000"/>
                </a:solidFill>
              </a:rPr>
              <a:t>Exchange Strings</a:t>
            </a:r>
          </a:p>
          <a:p>
            <a:pPr lvl="1">
              <a:defRPr/>
            </a:pPr>
            <a:endParaRPr lang="en-GB" altLang="en-US" dirty="0">
              <a:solidFill>
                <a:srgbClr val="000000"/>
              </a:solidFill>
            </a:endParaRPr>
          </a:p>
          <a:p>
            <a:pPr lvl="1">
              <a:defRPr/>
            </a:pPr>
            <a:r>
              <a:rPr lang="en-GB" altLang="en-US" dirty="0" err="1">
                <a:solidFill>
                  <a:srgbClr val="000000"/>
                </a:solidFill>
              </a:rPr>
              <a:t>CR_AddHeaderFooter</a:t>
            </a:r>
            <a:endParaRPr lang="en-GB" altLang="en-US" dirty="0">
              <a:solidFill>
                <a:srgbClr val="000000"/>
              </a:solidFill>
            </a:endParaRPr>
          </a:p>
          <a:p>
            <a:pPr lvl="2">
              <a:defRPr/>
            </a:pPr>
            <a:r>
              <a:rPr lang="en-GB" altLang="en-US" dirty="0">
                <a:solidFill>
                  <a:srgbClr val="000000"/>
                </a:solidFill>
              </a:rPr>
              <a:t>This MBC adds a header and/or footer string to the message.</a:t>
            </a:r>
          </a:p>
          <a:p>
            <a:pPr lvl="2">
              <a:defRPr/>
            </a:pPr>
            <a:endParaRPr lang="en-GB" altLang="en-US" dirty="0">
              <a:solidFill>
                <a:srgbClr val="000000"/>
              </a:solidFill>
            </a:endParaRPr>
          </a:p>
          <a:p>
            <a:pPr lvl="1">
              <a:defRPr/>
            </a:pPr>
            <a:r>
              <a:rPr lang="en-GB" altLang="en-US" dirty="0" err="1">
                <a:solidFill>
                  <a:srgbClr val="000000"/>
                </a:solidFill>
              </a:rPr>
              <a:t>CR_CutToLineLength</a:t>
            </a:r>
            <a:endParaRPr lang="en-GB" altLang="en-US" dirty="0">
              <a:solidFill>
                <a:srgbClr val="000000"/>
              </a:solidFill>
            </a:endParaRPr>
          </a:p>
          <a:p>
            <a:pPr lvl="2">
              <a:defRPr/>
            </a:pPr>
            <a:r>
              <a:rPr lang="en-GB" altLang="en-US" dirty="0">
                <a:solidFill>
                  <a:srgbClr val="000000"/>
                </a:solidFill>
              </a:rPr>
              <a:t>Cut lines to defined line length</a:t>
            </a:r>
          </a:p>
          <a:p>
            <a:pPr lvl="1">
              <a:defRPr/>
            </a:pPr>
            <a:endParaRPr lang="en-GB" altLang="en-US" dirty="0">
              <a:solidFill>
                <a:srgbClr val="000000"/>
              </a:solidFill>
            </a:endParaRPr>
          </a:p>
          <a:p>
            <a:pPr lvl="1">
              <a:defRPr/>
            </a:pPr>
            <a:r>
              <a:rPr lang="en-GB" altLang="en-US" dirty="0" err="1">
                <a:solidFill>
                  <a:srgbClr val="000000"/>
                </a:solidFill>
              </a:rPr>
              <a:t>CR_EditRecord</a:t>
            </a:r>
            <a:endParaRPr lang="en-GB" altLang="en-US" dirty="0">
              <a:solidFill>
                <a:srgbClr val="000000"/>
              </a:solidFill>
            </a:endParaRPr>
          </a:p>
          <a:p>
            <a:pPr lvl="2">
              <a:defRPr/>
            </a:pPr>
            <a:r>
              <a:rPr lang="en-GB" altLang="en-US" dirty="0">
                <a:solidFill>
                  <a:srgbClr val="000000"/>
                </a:solidFill>
              </a:rPr>
              <a:t>Edit a fixed or configurable record inside a message</a:t>
            </a:r>
          </a:p>
          <a:p>
            <a:pPr lvl="2">
              <a:defRPr/>
            </a:pPr>
            <a:endParaRPr lang="en-GB" altLang="en-US" dirty="0">
              <a:solidFill>
                <a:srgbClr val="000000"/>
              </a:solidFill>
            </a:endParaRPr>
          </a:p>
          <a:p>
            <a:pPr marL="565150" lvl="2" indent="0">
              <a:buNone/>
              <a:defRPr/>
            </a:pPr>
            <a:endParaRPr lang="en-GB" altLang="en-US" dirty="0">
              <a:solidFill>
                <a:srgbClr val="000000"/>
              </a:solidFill>
            </a:endParaRPr>
          </a:p>
          <a:p>
            <a:pPr marL="190500" lvl="1" indent="0">
              <a:buNone/>
              <a:defRPr/>
            </a:pPr>
            <a:endParaRPr lang="en-GB" altLang="en-US" dirty="0">
              <a:solidFill>
                <a:srgbClr val="000000"/>
              </a:solidFill>
            </a:endParaRPr>
          </a:p>
          <a:p>
            <a:pPr lvl="1">
              <a:defRPr/>
            </a:pPr>
            <a:endParaRPr lang="en-US" altLang="zh-CN" dirty="0">
              <a:ea typeface="宋体" charset="-122"/>
            </a:endParaRPr>
          </a:p>
        </p:txBody>
      </p:sp>
    </p:spTree>
    <p:extLst>
      <p:ext uri="{BB962C8B-B14F-4D97-AF65-F5344CB8AC3E}">
        <p14:creationId xmlns:p14="http://schemas.microsoft.com/office/powerpoint/2010/main" val="987218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6432B7-B589-4437-9C69-51AC0635B14B}"/>
              </a:ext>
            </a:extLst>
          </p:cNvPr>
          <p:cNvSpPr>
            <a:spLocks noGrp="1"/>
          </p:cNvSpPr>
          <p:nvPr>
            <p:ph type="sldNum" sz="quarter" idx="12"/>
          </p:nvPr>
        </p:nvSpPr>
        <p:spPr/>
        <p:txBody>
          <a:bodyPr/>
          <a:lstStyle/>
          <a:p>
            <a:fld id="{913D9F7D-0C28-4C21-AA99-7C67E34F632A}" type="slidenum">
              <a:rPr lang="en-US" smtClean="0"/>
              <a:t>6</a:t>
            </a:fld>
            <a:endParaRPr lang="en-US"/>
          </a:p>
        </p:txBody>
      </p:sp>
      <p:sp>
        <p:nvSpPr>
          <p:cNvPr id="3" name="Title 2">
            <a:extLst>
              <a:ext uri="{FF2B5EF4-FFF2-40B4-BE49-F238E27FC236}">
                <a16:creationId xmlns:a16="http://schemas.microsoft.com/office/drawing/2014/main" id="{FD665B96-09EB-4A5F-AAB5-5E60FF81423D}"/>
              </a:ext>
            </a:extLst>
          </p:cNvPr>
          <p:cNvSpPr>
            <a:spLocks noGrp="1"/>
          </p:cNvSpPr>
          <p:nvPr>
            <p:ph type="title"/>
          </p:nvPr>
        </p:nvSpPr>
        <p:spPr/>
        <p:txBody>
          <a:bodyPr/>
          <a:lstStyle/>
          <a:p>
            <a:r>
              <a:rPr lang="en-US" dirty="0"/>
              <a:t>Edit</a:t>
            </a:r>
          </a:p>
        </p:txBody>
      </p:sp>
      <p:sp>
        <p:nvSpPr>
          <p:cNvPr id="4" name="Footer Placeholder 3">
            <a:extLst>
              <a:ext uri="{FF2B5EF4-FFF2-40B4-BE49-F238E27FC236}">
                <a16:creationId xmlns:a16="http://schemas.microsoft.com/office/drawing/2014/main" id="{F1D744B2-0022-475B-8E88-67347DCFB078}"/>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2B91CAC7-6B34-4A76-874B-B048BCC8D51E}"/>
              </a:ext>
            </a:extLst>
          </p:cNvPr>
          <p:cNvSpPr>
            <a:spLocks noGrp="1" noChangeArrowheads="1"/>
          </p:cNvSpPr>
          <p:nvPr/>
        </p:nvSpPr>
        <p:spPr bwMode="auto">
          <a:xfrm>
            <a:off x="407368" y="1463167"/>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lvl="1">
              <a:defRPr/>
            </a:pPr>
            <a:endParaRPr lang="en-GB" altLang="en-US" dirty="0">
              <a:solidFill>
                <a:srgbClr val="000000"/>
              </a:solidFill>
            </a:endParaRPr>
          </a:p>
          <a:p>
            <a:pPr lvl="1">
              <a:defRPr/>
            </a:pPr>
            <a:r>
              <a:rPr lang="en-GB" altLang="en-US" dirty="0" err="1">
                <a:solidFill>
                  <a:srgbClr val="000000"/>
                </a:solidFill>
              </a:rPr>
              <a:t>CR_RemoveLineFeed</a:t>
            </a:r>
            <a:endParaRPr lang="en-GB" altLang="en-US" dirty="0">
              <a:solidFill>
                <a:srgbClr val="000000"/>
              </a:solidFill>
            </a:endParaRPr>
          </a:p>
          <a:p>
            <a:pPr lvl="2">
              <a:defRPr/>
            </a:pPr>
            <a:r>
              <a:rPr lang="en-GB" altLang="en-US" dirty="0">
                <a:solidFill>
                  <a:srgbClr val="000000"/>
                </a:solidFill>
              </a:rPr>
              <a:t>Removes all line feeds from a message and sets line feed at end of message if configured.</a:t>
            </a:r>
          </a:p>
          <a:p>
            <a:pPr lvl="2">
              <a:defRPr/>
            </a:pPr>
            <a:endParaRPr lang="en-GB" altLang="en-US" dirty="0">
              <a:solidFill>
                <a:srgbClr val="000000"/>
              </a:solidFill>
            </a:endParaRPr>
          </a:p>
          <a:p>
            <a:pPr lvl="1">
              <a:defRPr/>
            </a:pPr>
            <a:endParaRPr lang="en-GB" altLang="en-US" dirty="0">
              <a:solidFill>
                <a:srgbClr val="000000"/>
              </a:solidFill>
            </a:endParaRPr>
          </a:p>
          <a:p>
            <a:pPr lvl="1">
              <a:defRPr/>
            </a:pPr>
            <a:r>
              <a:rPr lang="en-GB" altLang="en-US" dirty="0" err="1">
                <a:solidFill>
                  <a:srgbClr val="000000"/>
                </a:solidFill>
              </a:rPr>
              <a:t>CR_RemoveRecord</a:t>
            </a:r>
            <a:endParaRPr lang="en-GB" altLang="en-US" dirty="0">
              <a:solidFill>
                <a:srgbClr val="000000"/>
              </a:solidFill>
            </a:endParaRPr>
          </a:p>
          <a:p>
            <a:pPr lvl="2">
              <a:defRPr/>
            </a:pPr>
            <a:r>
              <a:rPr lang="en-GB" altLang="en-US" dirty="0">
                <a:solidFill>
                  <a:srgbClr val="000000"/>
                </a:solidFill>
              </a:rPr>
              <a:t>removes records from the message</a:t>
            </a:r>
          </a:p>
          <a:p>
            <a:pPr lvl="1">
              <a:defRPr/>
            </a:pPr>
            <a:endParaRPr lang="en-GB" altLang="en-US" dirty="0">
              <a:solidFill>
                <a:srgbClr val="000000"/>
              </a:solidFill>
            </a:endParaRPr>
          </a:p>
          <a:p>
            <a:pPr marL="565150" lvl="2" indent="0">
              <a:buNone/>
              <a:defRPr/>
            </a:pPr>
            <a:endParaRPr lang="en-GB" altLang="en-US" dirty="0">
              <a:solidFill>
                <a:srgbClr val="000000"/>
              </a:solidFill>
            </a:endParaRPr>
          </a:p>
          <a:p>
            <a:pPr lvl="1">
              <a:defRPr/>
            </a:pPr>
            <a:r>
              <a:rPr lang="en-GB" altLang="en-US" dirty="0">
                <a:solidFill>
                  <a:srgbClr val="000000"/>
                </a:solidFill>
              </a:rPr>
              <a:t>CR_AddRec_v2</a:t>
            </a:r>
          </a:p>
          <a:p>
            <a:pPr lvl="2">
              <a:defRPr/>
            </a:pPr>
            <a:r>
              <a:rPr lang="en-GB" altLang="en-US" dirty="0">
                <a:solidFill>
                  <a:srgbClr val="000000"/>
                </a:solidFill>
              </a:rPr>
              <a:t>Add a fixed or configurable New Record to the message after the standard headers.</a:t>
            </a:r>
          </a:p>
          <a:p>
            <a:pPr lvl="1">
              <a:defRPr/>
            </a:pPr>
            <a:endParaRPr lang="en-US" altLang="zh-CN" dirty="0">
              <a:ea typeface="宋体" charset="-122"/>
            </a:endParaRPr>
          </a:p>
        </p:txBody>
      </p:sp>
    </p:spTree>
    <p:extLst>
      <p:ext uri="{BB962C8B-B14F-4D97-AF65-F5344CB8AC3E}">
        <p14:creationId xmlns:p14="http://schemas.microsoft.com/office/powerpoint/2010/main" val="252634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5A9D10-A129-43B0-BD02-97609294DCED}"/>
              </a:ext>
            </a:extLst>
          </p:cNvPr>
          <p:cNvSpPr>
            <a:spLocks noGrp="1"/>
          </p:cNvSpPr>
          <p:nvPr>
            <p:ph type="sldNum" sz="quarter" idx="12"/>
          </p:nvPr>
        </p:nvSpPr>
        <p:spPr/>
        <p:txBody>
          <a:bodyPr/>
          <a:lstStyle/>
          <a:p>
            <a:fld id="{913D9F7D-0C28-4C21-AA99-7C67E34F632A}" type="slidenum">
              <a:rPr lang="en-US" smtClean="0"/>
              <a:t>7</a:t>
            </a:fld>
            <a:endParaRPr lang="en-US"/>
          </a:p>
        </p:txBody>
      </p:sp>
      <p:sp>
        <p:nvSpPr>
          <p:cNvPr id="3" name="Title 2">
            <a:extLst>
              <a:ext uri="{FF2B5EF4-FFF2-40B4-BE49-F238E27FC236}">
                <a16:creationId xmlns:a16="http://schemas.microsoft.com/office/drawing/2014/main" id="{B0D7D7D2-F938-4D74-A4B3-48E648F1AEB6}"/>
              </a:ext>
            </a:extLst>
          </p:cNvPr>
          <p:cNvSpPr>
            <a:spLocks noGrp="1"/>
          </p:cNvSpPr>
          <p:nvPr>
            <p:ph type="title"/>
          </p:nvPr>
        </p:nvSpPr>
        <p:spPr/>
        <p:txBody>
          <a:bodyPr/>
          <a:lstStyle/>
          <a:p>
            <a:r>
              <a:rPr lang="en-US" dirty="0"/>
              <a:t>Copy</a:t>
            </a:r>
          </a:p>
        </p:txBody>
      </p:sp>
      <p:sp>
        <p:nvSpPr>
          <p:cNvPr id="4" name="Footer Placeholder 3">
            <a:extLst>
              <a:ext uri="{FF2B5EF4-FFF2-40B4-BE49-F238E27FC236}">
                <a16:creationId xmlns:a16="http://schemas.microsoft.com/office/drawing/2014/main" id="{80FA6AA9-E11B-47EE-8960-A9B6819415AF}"/>
              </a:ext>
            </a:extLst>
          </p:cNvPr>
          <p:cNvSpPr>
            <a:spLocks noGrp="1"/>
          </p:cNvSpPr>
          <p:nvPr>
            <p:ph type="ftr" sz="quarter" idx="13"/>
          </p:nvPr>
        </p:nvSpPr>
        <p:spPr/>
        <p:txBody>
          <a:bodyPr/>
          <a:lstStyle/>
          <a:p>
            <a:r>
              <a:rPr lang="en-US"/>
              <a:t>DB SCHENKER | Vanessa Xu | AM</a:t>
            </a:r>
            <a:endParaRPr lang="en-US" dirty="0"/>
          </a:p>
        </p:txBody>
      </p:sp>
      <p:sp>
        <p:nvSpPr>
          <p:cNvPr id="7" name="Rectangle 6">
            <a:extLst>
              <a:ext uri="{FF2B5EF4-FFF2-40B4-BE49-F238E27FC236}">
                <a16:creationId xmlns:a16="http://schemas.microsoft.com/office/drawing/2014/main" id="{E81A3DFD-104D-4AD1-8080-10ECA3EA1B62}"/>
              </a:ext>
            </a:extLst>
          </p:cNvPr>
          <p:cNvSpPr>
            <a:spLocks noGrp="1" noChangeArrowheads="1"/>
          </p:cNvSpPr>
          <p:nvPr/>
        </p:nvSpPr>
        <p:spPr bwMode="auto">
          <a:xfrm>
            <a:off x="407368" y="1124744"/>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0" indent="0">
              <a:defRPr/>
            </a:pPr>
            <a:endParaRPr lang="de-DE" altLang="zh-CN" dirty="0">
              <a:ea typeface="宋体" charset="-122"/>
            </a:endParaRPr>
          </a:p>
          <a:p>
            <a:pPr lvl="1">
              <a:defRPr/>
            </a:pPr>
            <a:r>
              <a:rPr lang="en-GB" altLang="en-US" dirty="0" err="1">
                <a:solidFill>
                  <a:srgbClr val="000000"/>
                </a:solidFill>
              </a:rPr>
              <a:t>CR_CopyToRoutingCodes</a:t>
            </a:r>
            <a:endParaRPr lang="en-GB" altLang="en-US" dirty="0">
              <a:solidFill>
                <a:srgbClr val="000000"/>
              </a:solidFill>
            </a:endParaRPr>
          </a:p>
          <a:p>
            <a:pPr lvl="2">
              <a:defRPr/>
            </a:pPr>
            <a:r>
              <a:rPr lang="en-GB" altLang="en-US" dirty="0">
                <a:solidFill>
                  <a:srgbClr val="000000"/>
                </a:solidFill>
              </a:rPr>
              <a:t>Create copies of the Message and sends they to the specified routing codes</a:t>
            </a:r>
          </a:p>
          <a:p>
            <a:pPr lvl="1">
              <a:defRPr/>
            </a:pPr>
            <a:endParaRPr lang="en-GB" altLang="en-US" dirty="0">
              <a:solidFill>
                <a:srgbClr val="000000"/>
              </a:solidFill>
            </a:endParaRPr>
          </a:p>
          <a:p>
            <a:pPr lvl="1">
              <a:defRPr/>
            </a:pPr>
            <a:endParaRPr lang="en-GB" altLang="en-US" dirty="0">
              <a:solidFill>
                <a:srgbClr val="000000"/>
              </a:solidFill>
            </a:endParaRPr>
          </a:p>
          <a:p>
            <a:pPr lvl="1">
              <a:defRPr/>
            </a:pPr>
            <a:endParaRPr lang="en-GB" altLang="en-US" dirty="0">
              <a:solidFill>
                <a:srgbClr val="000000"/>
              </a:solidFill>
            </a:endParaRPr>
          </a:p>
          <a:p>
            <a:pPr lvl="1">
              <a:defRPr/>
            </a:pPr>
            <a:r>
              <a:rPr lang="en-GB" altLang="en-US" dirty="0" err="1">
                <a:solidFill>
                  <a:srgbClr val="000000"/>
                </a:solidFill>
              </a:rPr>
              <a:t>CR_CopyMsg</a:t>
            </a:r>
            <a:endParaRPr lang="en-GB" altLang="en-US" dirty="0">
              <a:solidFill>
                <a:srgbClr val="000000"/>
              </a:solidFill>
            </a:endParaRPr>
          </a:p>
          <a:p>
            <a:pPr lvl="2">
              <a:defRPr/>
            </a:pPr>
            <a:r>
              <a:rPr lang="en-GB" altLang="en-US" dirty="0">
                <a:solidFill>
                  <a:srgbClr val="000000"/>
                </a:solidFill>
              </a:rPr>
              <a:t>Uses Condition Table to route copies of messages to separate routing codes</a:t>
            </a:r>
          </a:p>
          <a:p>
            <a:pPr lvl="1">
              <a:defRPr/>
            </a:pPr>
            <a:endParaRPr lang="en-GB" altLang="en-US" dirty="0">
              <a:solidFill>
                <a:srgbClr val="000000"/>
              </a:solidFill>
            </a:endParaRPr>
          </a:p>
          <a:p>
            <a:pPr marL="190500" lvl="1" indent="0">
              <a:buNone/>
              <a:defRPr/>
            </a:pPr>
            <a:endParaRPr lang="en-US" altLang="en-US" dirty="0">
              <a:solidFill>
                <a:srgbClr val="000000"/>
              </a:solidFill>
            </a:endParaRPr>
          </a:p>
          <a:p>
            <a:pPr lvl="1">
              <a:defRPr/>
            </a:pPr>
            <a:endParaRPr lang="en-US" altLang="en-US" dirty="0">
              <a:solidFill>
                <a:srgbClr val="000000"/>
              </a:solidFill>
            </a:endParaRPr>
          </a:p>
          <a:p>
            <a:pPr lvl="1">
              <a:defRPr/>
            </a:pPr>
            <a:endParaRPr lang="en-US" altLang="en-US" dirty="0">
              <a:solidFill>
                <a:srgbClr val="000000"/>
              </a:solidFill>
            </a:endParaRPr>
          </a:p>
          <a:p>
            <a:pPr lvl="1">
              <a:defRPr/>
            </a:pPr>
            <a:endParaRPr lang="de-DE" altLang="zh-CN" dirty="0">
              <a:ea typeface="宋体" charset="-122"/>
            </a:endParaRPr>
          </a:p>
          <a:p>
            <a:pPr lvl="1">
              <a:defRPr/>
            </a:pPr>
            <a:endParaRPr lang="en-US" altLang="zh-CN" dirty="0">
              <a:ea typeface="宋体" charset="-122"/>
            </a:endParaRPr>
          </a:p>
        </p:txBody>
      </p:sp>
    </p:spTree>
    <p:extLst>
      <p:ext uri="{BB962C8B-B14F-4D97-AF65-F5344CB8AC3E}">
        <p14:creationId xmlns:p14="http://schemas.microsoft.com/office/powerpoint/2010/main" val="2310685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5A9D10-A129-43B0-BD02-97609294DCED}"/>
              </a:ext>
            </a:extLst>
          </p:cNvPr>
          <p:cNvSpPr>
            <a:spLocks noGrp="1"/>
          </p:cNvSpPr>
          <p:nvPr>
            <p:ph type="sldNum" sz="quarter" idx="12"/>
          </p:nvPr>
        </p:nvSpPr>
        <p:spPr/>
        <p:txBody>
          <a:bodyPr/>
          <a:lstStyle/>
          <a:p>
            <a:fld id="{913D9F7D-0C28-4C21-AA99-7C67E34F632A}" type="slidenum">
              <a:rPr lang="en-US" smtClean="0"/>
              <a:t>8</a:t>
            </a:fld>
            <a:endParaRPr lang="en-US"/>
          </a:p>
        </p:txBody>
      </p:sp>
      <p:sp>
        <p:nvSpPr>
          <p:cNvPr id="3" name="Title 2">
            <a:extLst>
              <a:ext uri="{FF2B5EF4-FFF2-40B4-BE49-F238E27FC236}">
                <a16:creationId xmlns:a16="http://schemas.microsoft.com/office/drawing/2014/main" id="{B0D7D7D2-F938-4D74-A4B3-48E648F1AEB6}"/>
              </a:ext>
            </a:extLst>
          </p:cNvPr>
          <p:cNvSpPr>
            <a:spLocks noGrp="1"/>
          </p:cNvSpPr>
          <p:nvPr>
            <p:ph type="title"/>
          </p:nvPr>
        </p:nvSpPr>
        <p:spPr/>
        <p:txBody>
          <a:bodyPr/>
          <a:lstStyle/>
          <a:p>
            <a:r>
              <a:rPr lang="en-US" dirty="0"/>
              <a:t>Inbound</a:t>
            </a:r>
          </a:p>
        </p:txBody>
      </p:sp>
      <p:sp>
        <p:nvSpPr>
          <p:cNvPr id="4" name="Footer Placeholder 3">
            <a:extLst>
              <a:ext uri="{FF2B5EF4-FFF2-40B4-BE49-F238E27FC236}">
                <a16:creationId xmlns:a16="http://schemas.microsoft.com/office/drawing/2014/main" id="{80FA6AA9-E11B-47EE-8960-A9B6819415AF}"/>
              </a:ext>
            </a:extLst>
          </p:cNvPr>
          <p:cNvSpPr>
            <a:spLocks noGrp="1"/>
          </p:cNvSpPr>
          <p:nvPr>
            <p:ph type="ftr" sz="quarter" idx="13"/>
          </p:nvPr>
        </p:nvSpPr>
        <p:spPr/>
        <p:txBody>
          <a:bodyPr/>
          <a:lstStyle/>
          <a:p>
            <a:r>
              <a:rPr lang="en-US"/>
              <a:t>DB SCHENKER | Vanessa Xu | AM</a:t>
            </a:r>
            <a:endParaRPr lang="en-US" dirty="0"/>
          </a:p>
        </p:txBody>
      </p:sp>
      <p:sp>
        <p:nvSpPr>
          <p:cNvPr id="7" name="Rectangle 6">
            <a:extLst>
              <a:ext uri="{FF2B5EF4-FFF2-40B4-BE49-F238E27FC236}">
                <a16:creationId xmlns:a16="http://schemas.microsoft.com/office/drawing/2014/main" id="{1EBF6699-2154-4696-8AC8-24E8A45C46BB}"/>
              </a:ext>
            </a:extLst>
          </p:cNvPr>
          <p:cNvSpPr>
            <a:spLocks noGrp="1" noChangeArrowheads="1"/>
          </p:cNvSpPr>
          <p:nvPr/>
        </p:nvSpPr>
        <p:spPr bwMode="auto">
          <a:xfrm>
            <a:off x="407368" y="980281"/>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pPr marL="0" indent="0">
              <a:defRPr/>
            </a:pPr>
            <a:endParaRPr lang="de-DE" altLang="zh-CN" dirty="0">
              <a:ea typeface="宋体" charset="-122"/>
            </a:endParaRPr>
          </a:p>
          <a:p>
            <a:pPr lvl="1">
              <a:defRPr/>
            </a:pPr>
            <a:r>
              <a:rPr lang="en-GB" altLang="en-US" dirty="0">
                <a:solidFill>
                  <a:srgbClr val="000000"/>
                </a:solidFill>
              </a:rPr>
              <a:t>InboundEDI3</a:t>
            </a:r>
          </a:p>
          <a:p>
            <a:pPr lvl="2">
              <a:defRPr/>
            </a:pPr>
            <a:r>
              <a:rPr lang="en-GB" altLang="en-US" dirty="0">
                <a:solidFill>
                  <a:srgbClr val="000000"/>
                </a:solidFill>
              </a:rPr>
              <a:t>Standard Inbound process for EDIFACT version 3</a:t>
            </a:r>
          </a:p>
          <a:p>
            <a:pPr lvl="1">
              <a:defRPr/>
            </a:pPr>
            <a:endParaRPr lang="en-GB" altLang="en-US" dirty="0">
              <a:solidFill>
                <a:srgbClr val="000000"/>
              </a:solidFill>
            </a:endParaRPr>
          </a:p>
          <a:p>
            <a:pPr lvl="1">
              <a:defRPr/>
            </a:pPr>
            <a:r>
              <a:rPr lang="en-GB" altLang="en-US" dirty="0">
                <a:solidFill>
                  <a:srgbClr val="000000"/>
                </a:solidFill>
              </a:rPr>
              <a:t>InboundEDI3FG</a:t>
            </a:r>
          </a:p>
          <a:p>
            <a:pPr lvl="2">
              <a:defRPr/>
            </a:pPr>
            <a:r>
              <a:rPr lang="en-GB" altLang="en-US" dirty="0">
                <a:solidFill>
                  <a:srgbClr val="000000"/>
                </a:solidFill>
              </a:rPr>
              <a:t>Standard Inbound process for EDIFACT version 3 with Functional Groups</a:t>
            </a:r>
          </a:p>
          <a:p>
            <a:pPr lvl="1">
              <a:defRPr/>
            </a:pPr>
            <a:endParaRPr lang="en-GB" altLang="en-US" dirty="0">
              <a:solidFill>
                <a:srgbClr val="000000"/>
              </a:solidFill>
            </a:endParaRPr>
          </a:p>
          <a:p>
            <a:pPr lvl="1">
              <a:defRPr/>
            </a:pPr>
            <a:r>
              <a:rPr lang="en-GB" altLang="en-US" dirty="0">
                <a:solidFill>
                  <a:srgbClr val="000000"/>
                </a:solidFill>
              </a:rPr>
              <a:t>InboundEDI4</a:t>
            </a:r>
          </a:p>
          <a:p>
            <a:pPr lvl="2">
              <a:defRPr/>
            </a:pPr>
            <a:r>
              <a:rPr lang="en-GB" altLang="en-US" dirty="0">
                <a:solidFill>
                  <a:srgbClr val="000000"/>
                </a:solidFill>
              </a:rPr>
              <a:t>Standard Inbound process for EDIFACT version 4</a:t>
            </a:r>
          </a:p>
          <a:p>
            <a:pPr lvl="1">
              <a:defRPr/>
            </a:pPr>
            <a:endParaRPr lang="en-GB" altLang="en-US" dirty="0">
              <a:solidFill>
                <a:srgbClr val="000000"/>
              </a:solidFill>
            </a:endParaRPr>
          </a:p>
          <a:p>
            <a:pPr lvl="1">
              <a:defRPr/>
            </a:pPr>
            <a:r>
              <a:rPr lang="en-GB" altLang="en-US" dirty="0">
                <a:solidFill>
                  <a:srgbClr val="000000"/>
                </a:solidFill>
              </a:rPr>
              <a:t>InboundEDI4FG</a:t>
            </a:r>
          </a:p>
          <a:p>
            <a:pPr lvl="2">
              <a:defRPr/>
            </a:pPr>
            <a:r>
              <a:rPr lang="en-GB" altLang="en-US" dirty="0">
                <a:solidFill>
                  <a:srgbClr val="000000"/>
                </a:solidFill>
              </a:rPr>
              <a:t>Standard Inbound process for EDIFACT version 4 with Functional Groups</a:t>
            </a:r>
          </a:p>
          <a:p>
            <a:pPr lvl="1">
              <a:defRPr/>
            </a:pPr>
            <a:endParaRPr lang="en-GB" altLang="en-US" dirty="0">
              <a:solidFill>
                <a:srgbClr val="000000"/>
              </a:solidFill>
            </a:endParaRPr>
          </a:p>
          <a:p>
            <a:pPr lvl="1">
              <a:defRPr/>
            </a:pPr>
            <a:r>
              <a:rPr lang="en-GB" altLang="en-US" dirty="0">
                <a:solidFill>
                  <a:srgbClr val="000000"/>
                </a:solidFill>
              </a:rPr>
              <a:t>InboundX12</a:t>
            </a:r>
          </a:p>
          <a:p>
            <a:pPr lvl="2">
              <a:defRPr/>
            </a:pPr>
            <a:r>
              <a:rPr lang="en-GB" altLang="en-US" dirty="0">
                <a:solidFill>
                  <a:srgbClr val="000000"/>
                </a:solidFill>
              </a:rPr>
              <a:t>Standard Inbound process for ANSI X12</a:t>
            </a:r>
          </a:p>
          <a:p>
            <a:pPr marL="565150" lvl="2" indent="0">
              <a:buNone/>
              <a:defRPr/>
            </a:pPr>
            <a:endParaRPr lang="en-GB" altLang="en-US" dirty="0">
              <a:solidFill>
                <a:srgbClr val="000000"/>
              </a:solidFill>
            </a:endParaRPr>
          </a:p>
          <a:p>
            <a:pPr lvl="1">
              <a:defRPr/>
            </a:pPr>
            <a:r>
              <a:rPr lang="en-US" dirty="0" err="1"/>
              <a:t>CR_InhouseInbound</a:t>
            </a:r>
            <a:endParaRPr lang="en-GB" altLang="en-US" dirty="0">
              <a:solidFill>
                <a:srgbClr val="000000"/>
              </a:solidFill>
            </a:endParaRPr>
          </a:p>
          <a:p>
            <a:pPr lvl="2">
              <a:defRPr/>
            </a:pPr>
            <a:r>
              <a:rPr lang="en-US" dirty="0"/>
              <a:t>The </a:t>
            </a:r>
            <a:r>
              <a:rPr lang="en-US" dirty="0" err="1"/>
              <a:t>CR_InhouseInbound</a:t>
            </a:r>
            <a:r>
              <a:rPr lang="en-US" dirty="0"/>
              <a:t> splits all business documents in a message.</a:t>
            </a:r>
            <a:endParaRPr lang="en-GB" altLang="en-US" dirty="0">
              <a:solidFill>
                <a:srgbClr val="000000"/>
              </a:solidFill>
            </a:endParaRPr>
          </a:p>
          <a:p>
            <a:pPr lvl="1">
              <a:defRPr/>
            </a:pPr>
            <a:endParaRPr lang="en-US" altLang="zh-CN" dirty="0">
              <a:ea typeface="宋体" charset="-122"/>
            </a:endParaRPr>
          </a:p>
        </p:txBody>
      </p:sp>
    </p:spTree>
    <p:extLst>
      <p:ext uri="{BB962C8B-B14F-4D97-AF65-F5344CB8AC3E}">
        <p14:creationId xmlns:p14="http://schemas.microsoft.com/office/powerpoint/2010/main" val="3999248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630EB1-1EF3-4986-868C-ADD270F4FD7B}"/>
              </a:ext>
            </a:extLst>
          </p:cNvPr>
          <p:cNvSpPr>
            <a:spLocks noGrp="1"/>
          </p:cNvSpPr>
          <p:nvPr>
            <p:ph type="sldNum" sz="quarter" idx="12"/>
          </p:nvPr>
        </p:nvSpPr>
        <p:spPr/>
        <p:txBody>
          <a:bodyPr/>
          <a:lstStyle/>
          <a:p>
            <a:fld id="{913D9F7D-0C28-4C21-AA99-7C67E34F632A}" type="slidenum">
              <a:rPr lang="en-US" smtClean="0"/>
              <a:t>9</a:t>
            </a:fld>
            <a:endParaRPr lang="en-US"/>
          </a:p>
        </p:txBody>
      </p:sp>
      <p:sp>
        <p:nvSpPr>
          <p:cNvPr id="3" name="Title 2">
            <a:extLst>
              <a:ext uri="{FF2B5EF4-FFF2-40B4-BE49-F238E27FC236}">
                <a16:creationId xmlns:a16="http://schemas.microsoft.com/office/drawing/2014/main" id="{D889F8BD-291A-49FE-99EE-CC9F53948377}"/>
              </a:ext>
            </a:extLst>
          </p:cNvPr>
          <p:cNvSpPr>
            <a:spLocks noGrp="1"/>
          </p:cNvSpPr>
          <p:nvPr>
            <p:ph type="title"/>
          </p:nvPr>
        </p:nvSpPr>
        <p:spPr/>
        <p:txBody>
          <a:bodyPr/>
          <a:lstStyle/>
          <a:p>
            <a:r>
              <a:rPr lang="en-US" dirty="0"/>
              <a:t>Split</a:t>
            </a:r>
          </a:p>
        </p:txBody>
      </p:sp>
      <p:sp>
        <p:nvSpPr>
          <p:cNvPr id="4" name="Footer Placeholder 3">
            <a:extLst>
              <a:ext uri="{FF2B5EF4-FFF2-40B4-BE49-F238E27FC236}">
                <a16:creationId xmlns:a16="http://schemas.microsoft.com/office/drawing/2014/main" id="{89168704-AD6C-4C4C-B9A8-794EAC9F453E}"/>
              </a:ext>
            </a:extLst>
          </p:cNvPr>
          <p:cNvSpPr>
            <a:spLocks noGrp="1"/>
          </p:cNvSpPr>
          <p:nvPr>
            <p:ph type="ftr" sz="quarter" idx="13"/>
          </p:nvPr>
        </p:nvSpPr>
        <p:spPr/>
        <p:txBody>
          <a:bodyPr/>
          <a:lstStyle/>
          <a:p>
            <a:r>
              <a:rPr lang="en-US"/>
              <a:t>DB SCHENKER | Vanessa Xu | AM</a:t>
            </a:r>
            <a:endParaRPr lang="en-US" dirty="0"/>
          </a:p>
        </p:txBody>
      </p:sp>
      <p:sp>
        <p:nvSpPr>
          <p:cNvPr id="6" name="Rectangle 5">
            <a:extLst>
              <a:ext uri="{FF2B5EF4-FFF2-40B4-BE49-F238E27FC236}">
                <a16:creationId xmlns:a16="http://schemas.microsoft.com/office/drawing/2014/main" id="{BFEC5A60-39B6-4946-91B2-13D0D0EFBBE1}"/>
              </a:ext>
            </a:extLst>
          </p:cNvPr>
          <p:cNvSpPr>
            <a:spLocks noGrp="1" noChangeArrowheads="1"/>
          </p:cNvSpPr>
          <p:nvPr/>
        </p:nvSpPr>
        <p:spPr bwMode="auto">
          <a:xfrm>
            <a:off x="407368" y="980281"/>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endParaRPr lang="de-DE" altLang="zh-CN" dirty="0">
              <a:ea typeface="宋体" panose="02010600030101010101" pitchFamily="2" charset="-122"/>
            </a:endParaRPr>
          </a:p>
          <a:p>
            <a:pPr lvl="1"/>
            <a:r>
              <a:rPr lang="en-GB" altLang="en-US" dirty="0">
                <a:solidFill>
                  <a:srgbClr val="000000"/>
                </a:solidFill>
              </a:rPr>
              <a:t>CR_AnsiX12Split</a:t>
            </a:r>
          </a:p>
          <a:p>
            <a:pPr lvl="2"/>
            <a:r>
              <a:rPr lang="en-GB" altLang="en-US" dirty="0">
                <a:solidFill>
                  <a:srgbClr val="000000"/>
                </a:solidFill>
              </a:rPr>
              <a:t>Splits and regroups AnsiX12 messages that can be forwarded or stored to disk</a:t>
            </a:r>
          </a:p>
          <a:p>
            <a:pPr lvl="1"/>
            <a:endParaRPr lang="en-GB" altLang="en-US" dirty="0">
              <a:solidFill>
                <a:srgbClr val="000000"/>
              </a:solidFill>
            </a:endParaRPr>
          </a:p>
          <a:p>
            <a:pPr lvl="1"/>
            <a:r>
              <a:rPr lang="en-GB" altLang="en-US" dirty="0" err="1">
                <a:solidFill>
                  <a:srgbClr val="000000"/>
                </a:solidFill>
              </a:rPr>
              <a:t>CR_EdiSplit</a:t>
            </a:r>
            <a:endParaRPr lang="en-GB" altLang="en-US" dirty="0">
              <a:solidFill>
                <a:srgbClr val="000000"/>
              </a:solidFill>
            </a:endParaRPr>
          </a:p>
          <a:p>
            <a:pPr lvl="2"/>
            <a:r>
              <a:rPr lang="en-GB" altLang="en-US" dirty="0">
                <a:solidFill>
                  <a:srgbClr val="000000"/>
                </a:solidFill>
              </a:rPr>
              <a:t>Splits and regroups </a:t>
            </a:r>
            <a:r>
              <a:rPr lang="en-GB" altLang="en-US" dirty="0" err="1">
                <a:solidFill>
                  <a:srgbClr val="000000"/>
                </a:solidFill>
              </a:rPr>
              <a:t>Edifact</a:t>
            </a:r>
            <a:r>
              <a:rPr lang="en-GB" altLang="en-US" dirty="0">
                <a:solidFill>
                  <a:srgbClr val="000000"/>
                </a:solidFill>
              </a:rPr>
              <a:t> messages that can be forwarded or stored to disk</a:t>
            </a:r>
          </a:p>
          <a:p>
            <a:pPr lvl="1"/>
            <a:endParaRPr lang="en-GB" altLang="en-US" dirty="0">
              <a:solidFill>
                <a:srgbClr val="000000"/>
              </a:solidFill>
            </a:endParaRPr>
          </a:p>
          <a:p>
            <a:pPr lvl="1"/>
            <a:r>
              <a:rPr lang="en-GB" altLang="en-US" dirty="0" err="1">
                <a:solidFill>
                  <a:srgbClr val="000000"/>
                </a:solidFill>
              </a:rPr>
              <a:t>CR_InhouseSplit</a:t>
            </a:r>
            <a:endParaRPr lang="en-GB" altLang="en-US" dirty="0">
              <a:solidFill>
                <a:srgbClr val="000000"/>
              </a:solidFill>
            </a:endParaRPr>
          </a:p>
          <a:p>
            <a:pPr lvl="2"/>
            <a:r>
              <a:rPr lang="en-GB" altLang="en-US" dirty="0">
                <a:solidFill>
                  <a:srgbClr val="000000"/>
                </a:solidFill>
              </a:rPr>
              <a:t>Splits and regroups </a:t>
            </a:r>
            <a:r>
              <a:rPr lang="en-GB" altLang="en-US" dirty="0" err="1">
                <a:solidFill>
                  <a:srgbClr val="000000"/>
                </a:solidFill>
              </a:rPr>
              <a:t>Inhousemessages</a:t>
            </a:r>
            <a:endParaRPr lang="en-GB" altLang="en-US" dirty="0">
              <a:solidFill>
                <a:srgbClr val="000000"/>
              </a:solidFill>
            </a:endParaRPr>
          </a:p>
          <a:p>
            <a:pPr lvl="1"/>
            <a:endParaRPr lang="en-GB" altLang="en-US" dirty="0">
              <a:solidFill>
                <a:srgbClr val="000000"/>
              </a:solidFill>
            </a:endParaRPr>
          </a:p>
          <a:p>
            <a:pPr lvl="1"/>
            <a:r>
              <a:rPr lang="en-GB" altLang="en-US" dirty="0" err="1">
                <a:solidFill>
                  <a:srgbClr val="000000"/>
                </a:solidFill>
              </a:rPr>
              <a:t>CR_MsgSplit</a:t>
            </a:r>
            <a:endParaRPr lang="en-GB" altLang="en-US" dirty="0">
              <a:solidFill>
                <a:srgbClr val="000000"/>
              </a:solidFill>
            </a:endParaRPr>
          </a:p>
          <a:p>
            <a:pPr lvl="2"/>
            <a:r>
              <a:rPr lang="en-GB" altLang="en-US" dirty="0">
                <a:solidFill>
                  <a:srgbClr val="000000"/>
                </a:solidFill>
              </a:rPr>
              <a:t>creates a new message with header and trailer for every configured record</a:t>
            </a:r>
          </a:p>
          <a:p>
            <a:pPr lvl="1"/>
            <a:endParaRPr lang="en-GB" altLang="en-US" dirty="0">
              <a:solidFill>
                <a:srgbClr val="000000"/>
              </a:solidFill>
            </a:endParaRPr>
          </a:p>
          <a:p>
            <a:pPr lvl="1"/>
            <a:r>
              <a:rPr lang="en-GB" altLang="en-US" dirty="0" err="1">
                <a:solidFill>
                  <a:srgbClr val="000000"/>
                </a:solidFill>
              </a:rPr>
              <a:t>CR_XMLSplit</a:t>
            </a:r>
            <a:endParaRPr lang="en-GB" altLang="en-US" dirty="0">
              <a:solidFill>
                <a:srgbClr val="000000"/>
              </a:solidFill>
            </a:endParaRPr>
          </a:p>
          <a:p>
            <a:pPr lvl="2"/>
            <a:r>
              <a:rPr lang="en-GB" altLang="en-US" dirty="0">
                <a:solidFill>
                  <a:srgbClr val="000000"/>
                </a:solidFill>
              </a:rPr>
              <a:t>Splits and regroups </a:t>
            </a:r>
            <a:r>
              <a:rPr lang="en-GB" altLang="en-US" dirty="0" err="1">
                <a:solidFill>
                  <a:srgbClr val="000000"/>
                </a:solidFill>
              </a:rPr>
              <a:t>XMLmessages</a:t>
            </a:r>
            <a:endParaRPr lang="en-GB" altLang="en-US" dirty="0">
              <a:solidFill>
                <a:srgbClr val="000000"/>
              </a:solidFill>
            </a:endParaRPr>
          </a:p>
          <a:p>
            <a:pPr lvl="2"/>
            <a:endParaRPr lang="en-GB" altLang="en-US" dirty="0">
              <a:solidFill>
                <a:srgbClr val="000000"/>
              </a:solidFill>
            </a:endParaRPr>
          </a:p>
          <a:p>
            <a:pPr lvl="1"/>
            <a:r>
              <a:rPr lang="en-US" dirty="0" err="1"/>
              <a:t>CR_SplitByContentType</a:t>
            </a:r>
            <a:endParaRPr lang="en-GB" altLang="en-US" dirty="0">
              <a:solidFill>
                <a:srgbClr val="000000"/>
              </a:solidFill>
            </a:endParaRPr>
          </a:p>
          <a:p>
            <a:pPr lvl="2"/>
            <a:r>
              <a:rPr lang="en-GB" altLang="en-US" dirty="0">
                <a:solidFill>
                  <a:srgbClr val="000000"/>
                </a:solidFill>
              </a:rPr>
              <a:t>Splits by message content type</a:t>
            </a:r>
          </a:p>
          <a:p>
            <a:pPr marL="565150" lvl="2" indent="0">
              <a:buNone/>
            </a:pPr>
            <a:endParaRPr lang="en-GB" altLang="en-US" dirty="0">
              <a:solidFill>
                <a:srgbClr val="000000"/>
              </a:solidFill>
            </a:endParaRPr>
          </a:p>
        </p:txBody>
      </p:sp>
    </p:spTree>
    <p:extLst>
      <p:ext uri="{BB962C8B-B14F-4D97-AF65-F5344CB8AC3E}">
        <p14:creationId xmlns:p14="http://schemas.microsoft.com/office/powerpoint/2010/main" val="291997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30FDDE-91E0-42EC-8D24-1C58446BEDD8}"/>
              </a:ext>
            </a:extLst>
          </p:cNvPr>
          <p:cNvSpPr>
            <a:spLocks noGrp="1"/>
          </p:cNvSpPr>
          <p:nvPr>
            <p:ph type="sldNum" sz="quarter" idx="12"/>
          </p:nvPr>
        </p:nvSpPr>
        <p:spPr/>
        <p:txBody>
          <a:bodyPr/>
          <a:lstStyle/>
          <a:p>
            <a:fld id="{913D9F7D-0C28-4C21-AA99-7C67E34F632A}" type="slidenum">
              <a:rPr lang="en-US" smtClean="0"/>
              <a:t>10</a:t>
            </a:fld>
            <a:endParaRPr lang="en-US"/>
          </a:p>
        </p:txBody>
      </p:sp>
      <p:sp>
        <p:nvSpPr>
          <p:cNvPr id="3" name="Title 2">
            <a:extLst>
              <a:ext uri="{FF2B5EF4-FFF2-40B4-BE49-F238E27FC236}">
                <a16:creationId xmlns:a16="http://schemas.microsoft.com/office/drawing/2014/main" id="{EC7C5E2E-88E0-42A9-8FE2-1C8EE37F250C}"/>
              </a:ext>
            </a:extLst>
          </p:cNvPr>
          <p:cNvSpPr>
            <a:spLocks noGrp="1"/>
          </p:cNvSpPr>
          <p:nvPr>
            <p:ph type="title"/>
          </p:nvPr>
        </p:nvSpPr>
        <p:spPr/>
        <p:txBody>
          <a:bodyPr/>
          <a:lstStyle/>
          <a:p>
            <a:r>
              <a:rPr lang="en-US" dirty="0"/>
              <a:t>Outbound</a:t>
            </a:r>
          </a:p>
        </p:txBody>
      </p:sp>
      <p:sp>
        <p:nvSpPr>
          <p:cNvPr id="4" name="Footer Placeholder 3">
            <a:extLst>
              <a:ext uri="{FF2B5EF4-FFF2-40B4-BE49-F238E27FC236}">
                <a16:creationId xmlns:a16="http://schemas.microsoft.com/office/drawing/2014/main" id="{02AF9662-8315-4D22-8301-E3515ACAA535}"/>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2CF21258-71A9-4E4A-AF32-03D21D854B2E}"/>
              </a:ext>
            </a:extLst>
          </p:cNvPr>
          <p:cNvSpPr>
            <a:spLocks noGrp="1" noChangeArrowheads="1"/>
          </p:cNvSpPr>
          <p:nvPr/>
        </p:nvSpPr>
        <p:spPr bwMode="auto">
          <a:xfrm>
            <a:off x="407368" y="980281"/>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endParaRPr lang="de-DE" altLang="zh-CN" dirty="0">
              <a:ea typeface="宋体" panose="02010600030101010101" pitchFamily="2" charset="-122"/>
            </a:endParaRPr>
          </a:p>
          <a:p>
            <a:pPr marL="190500" lvl="1" indent="0">
              <a:buNone/>
            </a:pPr>
            <a:endParaRPr lang="en-GB" altLang="en-US" dirty="0">
              <a:solidFill>
                <a:srgbClr val="000000"/>
              </a:solidFill>
            </a:endParaRPr>
          </a:p>
          <a:p>
            <a:pPr marL="190500" lvl="1" indent="0">
              <a:buNone/>
            </a:pPr>
            <a:endParaRPr lang="en-GB" altLang="en-US" dirty="0">
              <a:solidFill>
                <a:srgbClr val="000000"/>
              </a:solidFill>
            </a:endParaRPr>
          </a:p>
          <a:p>
            <a:pPr lvl="1"/>
            <a:r>
              <a:rPr lang="en-GB" altLang="en-US" dirty="0">
                <a:solidFill>
                  <a:srgbClr val="000000"/>
                </a:solidFill>
              </a:rPr>
              <a:t>EnvelopeEDI3</a:t>
            </a:r>
          </a:p>
          <a:p>
            <a:pPr lvl="2"/>
            <a:r>
              <a:rPr lang="en-GB" altLang="en-US" dirty="0">
                <a:solidFill>
                  <a:srgbClr val="000000"/>
                </a:solidFill>
              </a:rPr>
              <a:t>Envelope  EDIFACT Version 3 including definition of Envelope Attributes</a:t>
            </a:r>
          </a:p>
          <a:p>
            <a:pPr lvl="1"/>
            <a:endParaRPr lang="en-GB" altLang="en-US" dirty="0">
              <a:solidFill>
                <a:srgbClr val="000000"/>
              </a:solidFill>
            </a:endParaRPr>
          </a:p>
          <a:p>
            <a:pPr lvl="1"/>
            <a:r>
              <a:rPr lang="en-GB" altLang="en-US" dirty="0">
                <a:solidFill>
                  <a:srgbClr val="000000"/>
                </a:solidFill>
              </a:rPr>
              <a:t>EnvelopeEDI4</a:t>
            </a:r>
          </a:p>
          <a:p>
            <a:pPr lvl="2"/>
            <a:r>
              <a:rPr lang="en-GB" altLang="en-US" dirty="0">
                <a:solidFill>
                  <a:srgbClr val="000000"/>
                </a:solidFill>
              </a:rPr>
              <a:t>Envelope  EDIFACT Version 4 including definition of Envelope Attributes</a:t>
            </a:r>
          </a:p>
          <a:p>
            <a:pPr lvl="1"/>
            <a:endParaRPr lang="en-GB" altLang="en-US" dirty="0">
              <a:solidFill>
                <a:srgbClr val="000000"/>
              </a:solidFill>
            </a:endParaRPr>
          </a:p>
          <a:p>
            <a:pPr lvl="1"/>
            <a:r>
              <a:rPr lang="en-GB" altLang="en-US" dirty="0">
                <a:solidFill>
                  <a:srgbClr val="000000"/>
                </a:solidFill>
              </a:rPr>
              <a:t>EnvelopeX12</a:t>
            </a:r>
          </a:p>
          <a:p>
            <a:pPr lvl="2"/>
            <a:r>
              <a:rPr lang="en-GB" altLang="en-US" dirty="0">
                <a:solidFill>
                  <a:srgbClr val="000000"/>
                </a:solidFill>
              </a:rPr>
              <a:t>Envelope  ANSI X12 including definition of Envelope Attributes</a:t>
            </a:r>
          </a:p>
        </p:txBody>
      </p:sp>
    </p:spTree>
    <p:extLst>
      <p:ext uri="{BB962C8B-B14F-4D97-AF65-F5344CB8AC3E}">
        <p14:creationId xmlns:p14="http://schemas.microsoft.com/office/powerpoint/2010/main" val="379781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79373B-CBB1-45C8-8E63-65F04F94C601}"/>
              </a:ext>
            </a:extLst>
          </p:cNvPr>
          <p:cNvSpPr>
            <a:spLocks noGrp="1"/>
          </p:cNvSpPr>
          <p:nvPr>
            <p:ph type="sldNum" sz="quarter" idx="12"/>
          </p:nvPr>
        </p:nvSpPr>
        <p:spPr/>
        <p:txBody>
          <a:bodyPr/>
          <a:lstStyle/>
          <a:p>
            <a:fld id="{913D9F7D-0C28-4C21-AA99-7C67E34F632A}" type="slidenum">
              <a:rPr lang="en-US" smtClean="0"/>
              <a:t>11</a:t>
            </a:fld>
            <a:endParaRPr lang="en-US"/>
          </a:p>
        </p:txBody>
      </p:sp>
      <p:sp>
        <p:nvSpPr>
          <p:cNvPr id="3" name="Title 2">
            <a:extLst>
              <a:ext uri="{FF2B5EF4-FFF2-40B4-BE49-F238E27FC236}">
                <a16:creationId xmlns:a16="http://schemas.microsoft.com/office/drawing/2014/main" id="{CBB3BA60-03C9-4836-A5C9-EECED4AA21D4}"/>
              </a:ext>
            </a:extLst>
          </p:cNvPr>
          <p:cNvSpPr>
            <a:spLocks noGrp="1"/>
          </p:cNvSpPr>
          <p:nvPr>
            <p:ph type="title"/>
          </p:nvPr>
        </p:nvSpPr>
        <p:spPr/>
        <p:txBody>
          <a:bodyPr/>
          <a:lstStyle/>
          <a:p>
            <a:r>
              <a:rPr lang="en-GB" altLang="en-US" dirty="0"/>
              <a:t>Miscellaneous</a:t>
            </a:r>
            <a:endParaRPr lang="en-US" dirty="0"/>
          </a:p>
        </p:txBody>
      </p:sp>
      <p:sp>
        <p:nvSpPr>
          <p:cNvPr id="4" name="Footer Placeholder 3">
            <a:extLst>
              <a:ext uri="{FF2B5EF4-FFF2-40B4-BE49-F238E27FC236}">
                <a16:creationId xmlns:a16="http://schemas.microsoft.com/office/drawing/2014/main" id="{AA4984B4-300C-4F5E-B6FA-8DC4656E2772}"/>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481533C4-17A0-48B1-AA78-F5E79DD3046C}"/>
              </a:ext>
            </a:extLst>
          </p:cNvPr>
          <p:cNvSpPr>
            <a:spLocks noGrp="1" noChangeArrowheads="1"/>
          </p:cNvSpPr>
          <p:nvPr/>
        </p:nvSpPr>
        <p:spPr bwMode="auto">
          <a:xfrm>
            <a:off x="407368" y="898089"/>
            <a:ext cx="9505950" cy="489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0"/>
              </a:spcBef>
              <a:spcAft>
                <a:spcPct val="0"/>
              </a:spcAft>
              <a:defRPr b="1">
                <a:solidFill>
                  <a:schemeClr val="tx1"/>
                </a:solidFill>
                <a:latin typeface="+mn-lt"/>
                <a:ea typeface="+mn-ea"/>
                <a:cs typeface="+mn-cs"/>
              </a:defRPr>
            </a:lvl1pPr>
            <a:lvl2pPr marL="374650" indent="-184150" algn="l" rtl="0" eaLnBrk="0" fontAlgn="base" hangingPunct="0">
              <a:spcBef>
                <a:spcPct val="0"/>
              </a:spcBef>
              <a:spcAft>
                <a:spcPct val="0"/>
              </a:spcAft>
              <a:buClr>
                <a:srgbClr val="FF0000"/>
              </a:buClr>
              <a:buSzPct val="85000"/>
              <a:buFont typeface="Wingdings" panose="05000000000000000000" pitchFamily="2" charset="2"/>
              <a:buChar char="n"/>
              <a:defRPr sz="1600">
                <a:solidFill>
                  <a:schemeClr val="tx1"/>
                </a:solidFill>
                <a:latin typeface="+mn-lt"/>
              </a:defRPr>
            </a:lvl2pPr>
            <a:lvl3pPr marL="752475" indent="-187325" algn="l" rtl="0" eaLnBrk="0" fontAlgn="base" hangingPunct="0">
              <a:spcBef>
                <a:spcPct val="0"/>
              </a:spcBef>
              <a:spcAft>
                <a:spcPct val="0"/>
              </a:spcAft>
              <a:buClr>
                <a:srgbClr val="FF0000"/>
              </a:buClr>
              <a:buChar char="–"/>
              <a:defRPr sz="1600">
                <a:solidFill>
                  <a:schemeClr val="tx1"/>
                </a:solidFill>
                <a:latin typeface="+mn-lt"/>
              </a:defRPr>
            </a:lvl3pPr>
            <a:lvl4pPr marL="1130300" indent="-187325" algn="l" rtl="0" eaLnBrk="0" fontAlgn="base" hangingPunct="0">
              <a:spcBef>
                <a:spcPct val="0"/>
              </a:spcBef>
              <a:spcAft>
                <a:spcPct val="0"/>
              </a:spcAft>
              <a:buClr>
                <a:srgbClr val="FF0000"/>
              </a:buClr>
              <a:buChar char="–"/>
              <a:defRPr sz="1600">
                <a:solidFill>
                  <a:schemeClr val="tx1"/>
                </a:solidFill>
                <a:latin typeface="+mn-lt"/>
              </a:defRPr>
            </a:lvl4pPr>
            <a:lvl5pPr marL="1549400" indent="-228600" algn="l" rtl="0" eaLnBrk="0" fontAlgn="base" hangingPunct="0">
              <a:spcBef>
                <a:spcPct val="0"/>
              </a:spcBef>
              <a:spcAft>
                <a:spcPct val="0"/>
              </a:spcAft>
              <a:buClr>
                <a:srgbClr val="FF0000"/>
              </a:buClr>
              <a:buChar char="–"/>
              <a:defRPr sz="1600">
                <a:solidFill>
                  <a:schemeClr val="tx1"/>
                </a:solidFill>
                <a:latin typeface="+mn-lt"/>
              </a:defRPr>
            </a:lvl5pPr>
            <a:lvl6pPr marL="2006600" indent="-228600" algn="l" rtl="0" eaLnBrk="0" fontAlgn="base" hangingPunct="0">
              <a:spcBef>
                <a:spcPct val="0"/>
              </a:spcBef>
              <a:spcAft>
                <a:spcPct val="0"/>
              </a:spcAft>
              <a:buClr>
                <a:srgbClr val="FF0000"/>
              </a:buClr>
              <a:buChar char="–"/>
              <a:defRPr sz="1600">
                <a:solidFill>
                  <a:schemeClr val="tx1"/>
                </a:solidFill>
                <a:latin typeface="+mn-lt"/>
              </a:defRPr>
            </a:lvl6pPr>
            <a:lvl7pPr marL="2463800" indent="-228600" algn="l" rtl="0" eaLnBrk="0" fontAlgn="base" hangingPunct="0">
              <a:spcBef>
                <a:spcPct val="0"/>
              </a:spcBef>
              <a:spcAft>
                <a:spcPct val="0"/>
              </a:spcAft>
              <a:buClr>
                <a:srgbClr val="FF0000"/>
              </a:buClr>
              <a:buChar char="–"/>
              <a:defRPr sz="1600">
                <a:solidFill>
                  <a:schemeClr val="tx1"/>
                </a:solidFill>
                <a:latin typeface="+mn-lt"/>
              </a:defRPr>
            </a:lvl7pPr>
            <a:lvl8pPr marL="2921000" indent="-228600" algn="l" rtl="0" eaLnBrk="0" fontAlgn="base" hangingPunct="0">
              <a:spcBef>
                <a:spcPct val="0"/>
              </a:spcBef>
              <a:spcAft>
                <a:spcPct val="0"/>
              </a:spcAft>
              <a:buClr>
                <a:srgbClr val="FF0000"/>
              </a:buClr>
              <a:buChar char="–"/>
              <a:defRPr sz="1600">
                <a:solidFill>
                  <a:schemeClr val="tx1"/>
                </a:solidFill>
                <a:latin typeface="+mn-lt"/>
              </a:defRPr>
            </a:lvl8pPr>
            <a:lvl9pPr marL="3378200" indent="-228600" algn="l" rtl="0" eaLnBrk="0" fontAlgn="base" hangingPunct="0">
              <a:spcBef>
                <a:spcPct val="0"/>
              </a:spcBef>
              <a:spcAft>
                <a:spcPct val="0"/>
              </a:spcAft>
              <a:buClr>
                <a:srgbClr val="FF0000"/>
              </a:buClr>
              <a:buChar char="–"/>
              <a:defRPr sz="1600">
                <a:solidFill>
                  <a:schemeClr val="tx1"/>
                </a:solidFill>
                <a:latin typeface="+mn-lt"/>
              </a:defRPr>
            </a:lvl9pPr>
          </a:lstStyle>
          <a:p>
            <a:endParaRPr lang="de-DE" altLang="zh-CN" dirty="0">
              <a:ea typeface="宋体" panose="02010600030101010101" pitchFamily="2" charset="-122"/>
            </a:endParaRPr>
          </a:p>
          <a:p>
            <a:pPr lvl="1"/>
            <a:r>
              <a:rPr lang="en-GB" altLang="en-US" dirty="0" err="1">
                <a:solidFill>
                  <a:srgbClr val="000000"/>
                </a:solidFill>
              </a:rPr>
              <a:t>CR_ConvertRef</a:t>
            </a:r>
            <a:endParaRPr lang="en-GB" altLang="en-US" dirty="0">
              <a:solidFill>
                <a:srgbClr val="000000"/>
              </a:solidFill>
            </a:endParaRPr>
          </a:p>
          <a:p>
            <a:pPr lvl="2"/>
            <a:r>
              <a:rPr lang="en-GB" altLang="en-US" dirty="0">
                <a:solidFill>
                  <a:srgbClr val="000000"/>
                </a:solidFill>
              </a:rPr>
              <a:t>Converts Reference Values</a:t>
            </a:r>
          </a:p>
          <a:p>
            <a:pPr lvl="1"/>
            <a:endParaRPr lang="en-GB" altLang="en-US" dirty="0">
              <a:solidFill>
                <a:srgbClr val="000000"/>
              </a:solidFill>
            </a:endParaRPr>
          </a:p>
          <a:p>
            <a:pPr lvl="1"/>
            <a:endParaRPr lang="en-GB" altLang="en-US" dirty="0">
              <a:solidFill>
                <a:srgbClr val="000000"/>
              </a:solidFill>
            </a:endParaRPr>
          </a:p>
          <a:p>
            <a:pPr lvl="1"/>
            <a:r>
              <a:rPr lang="en-GB" altLang="en-US" dirty="0" err="1">
                <a:solidFill>
                  <a:srgbClr val="000000"/>
                </a:solidFill>
              </a:rPr>
              <a:t>CR_CallXibMBC</a:t>
            </a:r>
            <a:endParaRPr lang="en-GB" altLang="en-US" dirty="0">
              <a:solidFill>
                <a:srgbClr val="000000"/>
              </a:solidFill>
            </a:endParaRPr>
          </a:p>
          <a:p>
            <a:pPr lvl="2"/>
            <a:r>
              <a:rPr lang="en-GB" altLang="en-US" dirty="0">
                <a:solidFill>
                  <a:srgbClr val="000000"/>
                </a:solidFill>
              </a:rPr>
              <a:t>Calls Axway XIB programs</a:t>
            </a:r>
          </a:p>
          <a:p>
            <a:pPr lvl="1"/>
            <a:endParaRPr lang="en-GB" altLang="en-US" dirty="0">
              <a:solidFill>
                <a:srgbClr val="000000"/>
              </a:solidFill>
            </a:endParaRPr>
          </a:p>
          <a:p>
            <a:pPr lvl="1"/>
            <a:r>
              <a:rPr lang="en-GB" altLang="en-US" dirty="0" err="1">
                <a:solidFill>
                  <a:srgbClr val="000000"/>
                </a:solidFill>
              </a:rPr>
              <a:t>CR_SetPassOnFlag</a:t>
            </a:r>
            <a:endParaRPr lang="en-GB" altLang="en-US" dirty="0">
              <a:solidFill>
                <a:srgbClr val="000000"/>
              </a:solidFill>
            </a:endParaRPr>
          </a:p>
          <a:p>
            <a:pPr lvl="2"/>
            <a:r>
              <a:rPr lang="en-GB" altLang="en-US" dirty="0">
                <a:solidFill>
                  <a:srgbClr val="000000"/>
                </a:solidFill>
              </a:rPr>
              <a:t>Sets the </a:t>
            </a:r>
            <a:r>
              <a:rPr lang="en-GB" altLang="en-US" dirty="0" err="1">
                <a:solidFill>
                  <a:srgbClr val="000000"/>
                </a:solidFill>
              </a:rPr>
              <a:t>PassOn</a:t>
            </a:r>
            <a:r>
              <a:rPr lang="en-GB" altLang="en-US" dirty="0">
                <a:solidFill>
                  <a:srgbClr val="000000"/>
                </a:solidFill>
              </a:rPr>
              <a:t>-flag, so that no further process-step is executed</a:t>
            </a:r>
          </a:p>
          <a:p>
            <a:pPr lvl="1"/>
            <a:endParaRPr lang="en-GB" altLang="en-US" dirty="0">
              <a:solidFill>
                <a:srgbClr val="000000"/>
              </a:solidFill>
            </a:endParaRPr>
          </a:p>
          <a:p>
            <a:pPr lvl="1"/>
            <a:r>
              <a:rPr lang="en-GB" altLang="en-US" dirty="0" err="1">
                <a:solidFill>
                  <a:srgbClr val="000000"/>
                </a:solidFill>
              </a:rPr>
              <a:t>CR_SubHandler</a:t>
            </a:r>
            <a:endParaRPr lang="en-GB" altLang="en-US" dirty="0">
              <a:solidFill>
                <a:srgbClr val="000000"/>
              </a:solidFill>
            </a:endParaRPr>
          </a:p>
          <a:p>
            <a:pPr lvl="2"/>
            <a:r>
              <a:rPr lang="en-GB" altLang="en-US" dirty="0">
                <a:solidFill>
                  <a:srgbClr val="000000"/>
                </a:solidFill>
              </a:rPr>
              <a:t>External program/script call</a:t>
            </a:r>
          </a:p>
          <a:p>
            <a:pPr lvl="1"/>
            <a:endParaRPr lang="en-GB" altLang="en-US" dirty="0">
              <a:solidFill>
                <a:srgbClr val="000000"/>
              </a:solidFill>
            </a:endParaRPr>
          </a:p>
          <a:p>
            <a:pPr lvl="1"/>
            <a:r>
              <a:rPr lang="en-GB" altLang="en-US" dirty="0" err="1">
                <a:solidFill>
                  <a:srgbClr val="000000"/>
                </a:solidFill>
              </a:rPr>
              <a:t>CR_Wait</a:t>
            </a:r>
            <a:endParaRPr lang="en-GB" altLang="en-US" dirty="0">
              <a:solidFill>
                <a:srgbClr val="000000"/>
              </a:solidFill>
            </a:endParaRPr>
          </a:p>
          <a:p>
            <a:pPr lvl="2"/>
            <a:r>
              <a:rPr lang="en-GB" altLang="en-US" dirty="0">
                <a:solidFill>
                  <a:srgbClr val="000000"/>
                </a:solidFill>
              </a:rPr>
              <a:t>The </a:t>
            </a:r>
            <a:r>
              <a:rPr lang="en-GB" altLang="en-US" dirty="0" err="1">
                <a:solidFill>
                  <a:srgbClr val="000000"/>
                </a:solidFill>
              </a:rPr>
              <a:t>CR_Wait</a:t>
            </a:r>
            <a:r>
              <a:rPr lang="en-GB" altLang="en-US" dirty="0">
                <a:solidFill>
                  <a:srgbClr val="000000"/>
                </a:solidFill>
              </a:rPr>
              <a:t> waits the configured time (s).</a:t>
            </a:r>
          </a:p>
          <a:p>
            <a:pPr marL="190500" lvl="1" indent="0">
              <a:buNone/>
            </a:pPr>
            <a:endParaRPr lang="en-GB" altLang="en-US" dirty="0">
              <a:solidFill>
                <a:srgbClr val="000000"/>
              </a:solidFill>
            </a:endParaRPr>
          </a:p>
        </p:txBody>
      </p:sp>
    </p:spTree>
    <p:extLst>
      <p:ext uri="{BB962C8B-B14F-4D97-AF65-F5344CB8AC3E}">
        <p14:creationId xmlns:p14="http://schemas.microsoft.com/office/powerpoint/2010/main" val="144474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58CF13-F637-426D-982D-B543DD2E2ED8}"/>
              </a:ext>
            </a:extLst>
          </p:cNvPr>
          <p:cNvSpPr>
            <a:spLocks noGrp="1"/>
          </p:cNvSpPr>
          <p:nvPr>
            <p:ph type="sldNum" sz="quarter" idx="12"/>
          </p:nvPr>
        </p:nvSpPr>
        <p:spPr/>
        <p:txBody>
          <a:bodyPr/>
          <a:lstStyle/>
          <a:p>
            <a:fld id="{913D9F7D-0C28-4C21-AA99-7C67E34F632A}" type="slidenum">
              <a:rPr lang="en-US" smtClean="0"/>
              <a:t>12</a:t>
            </a:fld>
            <a:endParaRPr lang="en-US"/>
          </a:p>
        </p:txBody>
      </p:sp>
      <p:sp>
        <p:nvSpPr>
          <p:cNvPr id="3" name="Title 2">
            <a:extLst>
              <a:ext uri="{FF2B5EF4-FFF2-40B4-BE49-F238E27FC236}">
                <a16:creationId xmlns:a16="http://schemas.microsoft.com/office/drawing/2014/main" id="{7ACE1840-2276-4190-A6C6-EAFC44FC35D6}"/>
              </a:ext>
            </a:extLst>
          </p:cNvPr>
          <p:cNvSpPr>
            <a:spLocks noGrp="1"/>
          </p:cNvSpPr>
          <p:nvPr>
            <p:ph type="title"/>
          </p:nvPr>
        </p:nvSpPr>
        <p:spPr/>
        <p:txBody>
          <a:bodyPr/>
          <a:lstStyle/>
          <a:p>
            <a:r>
              <a:rPr lang="en-US" dirty="0" err="1"/>
              <a:t>CR_StoreMessageToDisk</a:t>
            </a:r>
            <a:endParaRPr lang="en-US" dirty="0"/>
          </a:p>
        </p:txBody>
      </p:sp>
      <p:sp>
        <p:nvSpPr>
          <p:cNvPr id="4" name="Footer Placeholder 3">
            <a:extLst>
              <a:ext uri="{FF2B5EF4-FFF2-40B4-BE49-F238E27FC236}">
                <a16:creationId xmlns:a16="http://schemas.microsoft.com/office/drawing/2014/main" id="{1B8402AB-A295-4090-8E90-F0D8CD8D176B}"/>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6FFF63A7-E485-419A-AA79-2A01385DF30B}"/>
              </a:ext>
            </a:extLst>
          </p:cNvPr>
          <p:cNvPicPr>
            <a:picLocks noChangeAspect="1"/>
          </p:cNvPicPr>
          <p:nvPr/>
        </p:nvPicPr>
        <p:blipFill>
          <a:blip r:embed="rId2"/>
          <a:stretch>
            <a:fillRect/>
          </a:stretch>
        </p:blipFill>
        <p:spPr>
          <a:xfrm>
            <a:off x="407368" y="916430"/>
            <a:ext cx="7607691" cy="1511378"/>
          </a:xfrm>
          <a:prstGeom prst="rect">
            <a:avLst/>
          </a:prstGeom>
        </p:spPr>
      </p:pic>
      <p:sp>
        <p:nvSpPr>
          <p:cNvPr id="6" name="Rectangle 5">
            <a:extLst>
              <a:ext uri="{FF2B5EF4-FFF2-40B4-BE49-F238E27FC236}">
                <a16:creationId xmlns:a16="http://schemas.microsoft.com/office/drawing/2014/main" id="{16383EBB-2D43-4C45-BE56-D40E570CA7AC}"/>
              </a:ext>
            </a:extLst>
          </p:cNvPr>
          <p:cNvSpPr/>
          <p:nvPr/>
        </p:nvSpPr>
        <p:spPr>
          <a:xfrm>
            <a:off x="407369" y="2619514"/>
            <a:ext cx="11377264" cy="2585323"/>
          </a:xfrm>
          <a:prstGeom prst="rect">
            <a:avLst/>
          </a:prstGeom>
        </p:spPr>
        <p:txBody>
          <a:bodyPr wrap="square">
            <a:spAutoFit/>
          </a:bodyPr>
          <a:lstStyle/>
          <a:p>
            <a:pPr marL="285750" indent="-285750">
              <a:buFont typeface="Wingdings" panose="05000000000000000000" pitchFamily="2" charset="2"/>
              <a:buChar char="§"/>
            </a:pPr>
            <a:r>
              <a:rPr lang="en-US" dirty="0"/>
              <a:t>Directory: A suffix of format YYYY/MM/DD/ will be added to the "Directory" parameter before the filename is added.</a:t>
            </a:r>
          </a:p>
          <a:p>
            <a:r>
              <a:rPr lang="en-US" dirty="0"/>
              <a:t>     &lt;ENV#ARCHIVE_ROOT&gt;: </a:t>
            </a:r>
          </a:p>
          <a:p>
            <a:r>
              <a:rPr lang="en-US" dirty="0"/>
              <a:t>     </a:t>
            </a:r>
            <a:r>
              <a:rPr lang="en-US" b="1" dirty="0"/>
              <a:t>Last 2 days: </a:t>
            </a:r>
            <a:r>
              <a:rPr lang="en-US" dirty="0"/>
              <a:t>/app/sword/</a:t>
            </a:r>
            <a:r>
              <a:rPr lang="en-US" dirty="0" err="1"/>
              <a:t>schenker</a:t>
            </a:r>
            <a:r>
              <a:rPr lang="en-US" dirty="0"/>
              <a:t>/archive</a:t>
            </a:r>
          </a:p>
          <a:p>
            <a:r>
              <a:rPr lang="en-US" dirty="0"/>
              <a:t>     </a:t>
            </a:r>
            <a:r>
              <a:rPr lang="en-US" b="1" dirty="0"/>
              <a:t>Long term archive:</a:t>
            </a:r>
            <a:r>
              <a:rPr lang="en-US" dirty="0"/>
              <a:t> /archive</a:t>
            </a:r>
          </a:p>
          <a:p>
            <a:pPr marL="285750" indent="-285750">
              <a:buFont typeface="Wingdings" panose="05000000000000000000" pitchFamily="2" charset="2"/>
              <a:buChar char="§"/>
            </a:pPr>
            <a:r>
              <a:rPr lang="en-US" dirty="0"/>
              <a:t>Disregard </a:t>
            </a:r>
            <a:r>
              <a:rPr lang="en-US" dirty="0" err="1"/>
              <a:t>PassOn</a:t>
            </a:r>
            <a:r>
              <a:rPr lang="en-US" dirty="0"/>
              <a:t> Flag: Will store the message even if the Pass on flag has been set before by another MBC.</a:t>
            </a:r>
          </a:p>
          <a:p>
            <a:pPr marL="285750" indent="-285750">
              <a:buFont typeface="Wingdings" panose="05000000000000000000" pitchFamily="2" charset="2"/>
              <a:buChar char="§"/>
            </a:pPr>
            <a:r>
              <a:rPr lang="en-US" dirty="0"/>
              <a:t>Store Attributes: Will store an attribute file into the same directory along with the message. The attribute file will be stored with the same filename used for the message extended by .</a:t>
            </a:r>
            <a:r>
              <a:rPr lang="en-US" dirty="0" err="1"/>
              <a:t>att</a:t>
            </a:r>
            <a:endParaRPr lang="en-US" dirty="0"/>
          </a:p>
        </p:txBody>
      </p:sp>
    </p:spTree>
    <p:extLst>
      <p:ext uri="{BB962C8B-B14F-4D97-AF65-F5344CB8AC3E}">
        <p14:creationId xmlns:p14="http://schemas.microsoft.com/office/powerpoint/2010/main" val="469393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C499D7-D896-4413-AC3E-E317207E5616}"/>
              </a:ext>
            </a:extLst>
          </p:cNvPr>
          <p:cNvSpPr>
            <a:spLocks noGrp="1"/>
          </p:cNvSpPr>
          <p:nvPr>
            <p:ph type="sldNum" sz="quarter" idx="12"/>
          </p:nvPr>
        </p:nvSpPr>
        <p:spPr/>
        <p:txBody>
          <a:bodyPr/>
          <a:lstStyle/>
          <a:p>
            <a:fld id="{913D9F7D-0C28-4C21-AA99-7C67E34F632A}" type="slidenum">
              <a:rPr lang="en-US" smtClean="0"/>
              <a:t>13</a:t>
            </a:fld>
            <a:endParaRPr lang="en-US"/>
          </a:p>
        </p:txBody>
      </p:sp>
      <p:sp>
        <p:nvSpPr>
          <p:cNvPr id="3" name="Title 2">
            <a:extLst>
              <a:ext uri="{FF2B5EF4-FFF2-40B4-BE49-F238E27FC236}">
                <a16:creationId xmlns:a16="http://schemas.microsoft.com/office/drawing/2014/main" id="{C67CCEB5-B07E-4004-B195-E701FD19707B}"/>
              </a:ext>
            </a:extLst>
          </p:cNvPr>
          <p:cNvSpPr>
            <a:spLocks noGrp="1"/>
          </p:cNvSpPr>
          <p:nvPr>
            <p:ph type="title"/>
          </p:nvPr>
        </p:nvSpPr>
        <p:spPr/>
        <p:txBody>
          <a:bodyPr/>
          <a:lstStyle/>
          <a:p>
            <a:r>
              <a:rPr lang="en-US" dirty="0" err="1"/>
              <a:t>CR_StoreMessageToDisk</a:t>
            </a:r>
            <a:endParaRPr lang="en-US" dirty="0"/>
          </a:p>
        </p:txBody>
      </p:sp>
      <p:sp>
        <p:nvSpPr>
          <p:cNvPr id="4" name="Footer Placeholder 3">
            <a:extLst>
              <a:ext uri="{FF2B5EF4-FFF2-40B4-BE49-F238E27FC236}">
                <a16:creationId xmlns:a16="http://schemas.microsoft.com/office/drawing/2014/main" id="{A30801E1-9CA3-4389-A59B-6E2E5F65B518}"/>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D275C810-26A6-4B44-B350-F2595D38AC9A}"/>
              </a:ext>
            </a:extLst>
          </p:cNvPr>
          <p:cNvSpPr/>
          <p:nvPr/>
        </p:nvSpPr>
        <p:spPr>
          <a:xfrm>
            <a:off x="407368" y="856197"/>
            <a:ext cx="11377264" cy="646331"/>
          </a:xfrm>
          <a:prstGeom prst="rect">
            <a:avLst/>
          </a:prstGeom>
        </p:spPr>
        <p:txBody>
          <a:bodyPr wrap="square">
            <a:spAutoFit/>
          </a:bodyPr>
          <a:lstStyle/>
          <a:p>
            <a:pPr marL="285750" indent="-285750">
              <a:buFont typeface="Wingdings" panose="05000000000000000000" pitchFamily="2" charset="2"/>
              <a:buChar char="§"/>
            </a:pPr>
            <a:r>
              <a:rPr lang="en-US" dirty="0"/>
              <a:t>Bracket code &lt;LID&gt; returns the </a:t>
            </a:r>
            <a:r>
              <a:rPr lang="en-US" dirty="0" err="1"/>
              <a:t>LoggerID</a:t>
            </a:r>
            <a:r>
              <a:rPr lang="en-US" dirty="0"/>
              <a:t> when message was detected. If you need the </a:t>
            </a:r>
            <a:r>
              <a:rPr lang="en-US" dirty="0" err="1"/>
              <a:t>LoggerID</a:t>
            </a:r>
            <a:r>
              <a:rPr lang="en-US" dirty="0"/>
              <a:t> at runtime of </a:t>
            </a:r>
            <a:r>
              <a:rPr lang="en-US" dirty="0" err="1"/>
              <a:t>CR_StoreMessageToDisk</a:t>
            </a:r>
            <a:r>
              <a:rPr lang="en-US" dirty="0"/>
              <a:t> please use Bracket code &lt;LID_LATE&gt;.</a:t>
            </a:r>
          </a:p>
        </p:txBody>
      </p:sp>
      <p:pic>
        <p:nvPicPr>
          <p:cNvPr id="6" name="Picture 5">
            <a:extLst>
              <a:ext uri="{FF2B5EF4-FFF2-40B4-BE49-F238E27FC236}">
                <a16:creationId xmlns:a16="http://schemas.microsoft.com/office/drawing/2014/main" id="{7E691189-0E87-47D2-B940-543B38B76C2F}"/>
              </a:ext>
            </a:extLst>
          </p:cNvPr>
          <p:cNvPicPr>
            <a:picLocks noChangeAspect="1"/>
          </p:cNvPicPr>
          <p:nvPr/>
        </p:nvPicPr>
        <p:blipFill>
          <a:blip r:embed="rId2"/>
          <a:stretch>
            <a:fillRect/>
          </a:stretch>
        </p:blipFill>
        <p:spPr>
          <a:xfrm>
            <a:off x="760890" y="1684197"/>
            <a:ext cx="7074264" cy="1016052"/>
          </a:xfrm>
          <a:prstGeom prst="rect">
            <a:avLst/>
          </a:prstGeom>
        </p:spPr>
      </p:pic>
      <p:pic>
        <p:nvPicPr>
          <p:cNvPr id="7" name="Picture 6">
            <a:extLst>
              <a:ext uri="{FF2B5EF4-FFF2-40B4-BE49-F238E27FC236}">
                <a16:creationId xmlns:a16="http://schemas.microsoft.com/office/drawing/2014/main" id="{4BE566CE-45FC-43F2-9E56-7BA1F6CD1301}"/>
              </a:ext>
            </a:extLst>
          </p:cNvPr>
          <p:cNvPicPr>
            <a:picLocks noChangeAspect="1"/>
          </p:cNvPicPr>
          <p:nvPr/>
        </p:nvPicPr>
        <p:blipFill>
          <a:blip r:embed="rId3"/>
          <a:stretch>
            <a:fillRect/>
          </a:stretch>
        </p:blipFill>
        <p:spPr>
          <a:xfrm>
            <a:off x="760890" y="3099489"/>
            <a:ext cx="6274122" cy="609631"/>
          </a:xfrm>
          <a:prstGeom prst="rect">
            <a:avLst/>
          </a:prstGeom>
        </p:spPr>
      </p:pic>
    </p:spTree>
    <p:extLst>
      <p:ext uri="{BB962C8B-B14F-4D97-AF65-F5344CB8AC3E}">
        <p14:creationId xmlns:p14="http://schemas.microsoft.com/office/powerpoint/2010/main" val="4168462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DB93A8-CFAC-4EF4-8958-792D00E8F2E1}"/>
              </a:ext>
            </a:extLst>
          </p:cNvPr>
          <p:cNvSpPr>
            <a:spLocks noGrp="1"/>
          </p:cNvSpPr>
          <p:nvPr>
            <p:ph type="sldNum" sz="quarter" idx="12"/>
          </p:nvPr>
        </p:nvSpPr>
        <p:spPr/>
        <p:txBody>
          <a:bodyPr/>
          <a:lstStyle/>
          <a:p>
            <a:fld id="{913D9F7D-0C28-4C21-AA99-7C67E34F632A}" type="slidenum">
              <a:rPr lang="en-US" smtClean="0"/>
              <a:t>14</a:t>
            </a:fld>
            <a:endParaRPr lang="en-US"/>
          </a:p>
        </p:txBody>
      </p:sp>
      <p:sp>
        <p:nvSpPr>
          <p:cNvPr id="3" name="Title 2">
            <a:extLst>
              <a:ext uri="{FF2B5EF4-FFF2-40B4-BE49-F238E27FC236}">
                <a16:creationId xmlns:a16="http://schemas.microsoft.com/office/drawing/2014/main" id="{09733ABE-FDCF-4D32-9DC9-06850C3395BD}"/>
              </a:ext>
            </a:extLst>
          </p:cNvPr>
          <p:cNvSpPr>
            <a:spLocks noGrp="1"/>
          </p:cNvSpPr>
          <p:nvPr>
            <p:ph type="title"/>
          </p:nvPr>
        </p:nvSpPr>
        <p:spPr/>
        <p:txBody>
          <a:bodyPr/>
          <a:lstStyle/>
          <a:p>
            <a:r>
              <a:rPr lang="en-US" dirty="0" err="1"/>
              <a:t>CR_Subhandler</a:t>
            </a:r>
            <a:endParaRPr lang="en-US" dirty="0"/>
          </a:p>
        </p:txBody>
      </p:sp>
      <p:sp>
        <p:nvSpPr>
          <p:cNvPr id="4" name="Footer Placeholder 3">
            <a:extLst>
              <a:ext uri="{FF2B5EF4-FFF2-40B4-BE49-F238E27FC236}">
                <a16:creationId xmlns:a16="http://schemas.microsoft.com/office/drawing/2014/main" id="{6CFB5391-1774-4DEF-ADE2-82008CA11FCE}"/>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61A13458-2710-4211-B9B6-0BC13A107094}"/>
              </a:ext>
            </a:extLst>
          </p:cNvPr>
          <p:cNvPicPr>
            <a:picLocks noChangeAspect="1"/>
          </p:cNvPicPr>
          <p:nvPr/>
        </p:nvPicPr>
        <p:blipFill>
          <a:blip r:embed="rId2"/>
          <a:stretch>
            <a:fillRect/>
          </a:stretch>
        </p:blipFill>
        <p:spPr>
          <a:xfrm>
            <a:off x="407368" y="819137"/>
            <a:ext cx="4388076" cy="1911448"/>
          </a:xfrm>
          <a:prstGeom prst="rect">
            <a:avLst/>
          </a:prstGeom>
        </p:spPr>
      </p:pic>
    </p:spTree>
    <p:extLst>
      <p:ext uri="{BB962C8B-B14F-4D97-AF65-F5344CB8AC3E}">
        <p14:creationId xmlns:p14="http://schemas.microsoft.com/office/powerpoint/2010/main" val="285894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9DD7C7-1C94-4DF2-B1A8-1329E3FEC042}"/>
              </a:ext>
            </a:extLst>
          </p:cNvPr>
          <p:cNvSpPr>
            <a:spLocks noGrp="1"/>
          </p:cNvSpPr>
          <p:nvPr>
            <p:ph type="sldNum" sz="quarter" idx="12"/>
          </p:nvPr>
        </p:nvSpPr>
        <p:spPr/>
        <p:txBody>
          <a:bodyPr/>
          <a:lstStyle/>
          <a:p>
            <a:fld id="{913D9F7D-0C28-4C21-AA99-7C67E34F632A}" type="slidenum">
              <a:rPr lang="en-US" smtClean="0"/>
              <a:t>15</a:t>
            </a:fld>
            <a:endParaRPr lang="en-US"/>
          </a:p>
        </p:txBody>
      </p:sp>
      <p:sp>
        <p:nvSpPr>
          <p:cNvPr id="3" name="Title 2">
            <a:extLst>
              <a:ext uri="{FF2B5EF4-FFF2-40B4-BE49-F238E27FC236}">
                <a16:creationId xmlns:a16="http://schemas.microsoft.com/office/drawing/2014/main" id="{7869FB5B-7D05-4897-894B-77B941EA618F}"/>
              </a:ext>
            </a:extLst>
          </p:cNvPr>
          <p:cNvSpPr>
            <a:spLocks noGrp="1"/>
          </p:cNvSpPr>
          <p:nvPr>
            <p:ph type="title"/>
          </p:nvPr>
        </p:nvSpPr>
        <p:spPr/>
        <p:txBody>
          <a:bodyPr/>
          <a:lstStyle/>
          <a:p>
            <a:r>
              <a:rPr lang="en-US" dirty="0" err="1"/>
              <a:t>CR_CallXibMBC</a:t>
            </a:r>
            <a:endParaRPr lang="en-US" dirty="0"/>
          </a:p>
        </p:txBody>
      </p:sp>
      <p:sp>
        <p:nvSpPr>
          <p:cNvPr id="4" name="Footer Placeholder 3">
            <a:extLst>
              <a:ext uri="{FF2B5EF4-FFF2-40B4-BE49-F238E27FC236}">
                <a16:creationId xmlns:a16="http://schemas.microsoft.com/office/drawing/2014/main" id="{4B8AC4A4-4D58-4E50-9DC7-BFE47C6C59E1}"/>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0A481F99-D7CD-48BE-86C9-02A6630FF100}"/>
              </a:ext>
            </a:extLst>
          </p:cNvPr>
          <p:cNvPicPr>
            <a:picLocks noChangeAspect="1"/>
          </p:cNvPicPr>
          <p:nvPr/>
        </p:nvPicPr>
        <p:blipFill>
          <a:blip r:embed="rId2"/>
          <a:stretch>
            <a:fillRect/>
          </a:stretch>
        </p:blipFill>
        <p:spPr>
          <a:xfrm>
            <a:off x="407368" y="1708040"/>
            <a:ext cx="7569589" cy="882695"/>
          </a:xfrm>
          <a:prstGeom prst="rect">
            <a:avLst/>
          </a:prstGeom>
        </p:spPr>
      </p:pic>
      <p:sp>
        <p:nvSpPr>
          <p:cNvPr id="6" name="TextBox 5">
            <a:extLst>
              <a:ext uri="{FF2B5EF4-FFF2-40B4-BE49-F238E27FC236}">
                <a16:creationId xmlns:a16="http://schemas.microsoft.com/office/drawing/2014/main" id="{248834C8-1420-4AD6-97D6-E3FEC8E6EC40}"/>
              </a:ext>
            </a:extLst>
          </p:cNvPr>
          <p:cNvSpPr txBox="1"/>
          <p:nvPr/>
        </p:nvSpPr>
        <p:spPr>
          <a:xfrm>
            <a:off x="308655" y="1053789"/>
            <a:ext cx="3906390" cy="338554"/>
          </a:xfrm>
          <a:prstGeom prst="rect">
            <a:avLst/>
          </a:prstGeom>
          <a:noFill/>
        </p:spPr>
        <p:txBody>
          <a:bodyPr wrap="none" rtlCol="0">
            <a:spAutoFit/>
          </a:bodyPr>
          <a:lstStyle/>
          <a:p>
            <a:pPr algn="l">
              <a:buClr>
                <a:schemeClr val="accent1"/>
              </a:buClr>
            </a:pPr>
            <a:r>
              <a:rPr lang="en-US" sz="1600" dirty="0"/>
              <a:t>Convert encoding from UCS-2 to UTF-8</a:t>
            </a:r>
          </a:p>
        </p:txBody>
      </p:sp>
      <p:sp>
        <p:nvSpPr>
          <p:cNvPr id="7" name="TextBox 6">
            <a:extLst>
              <a:ext uri="{FF2B5EF4-FFF2-40B4-BE49-F238E27FC236}">
                <a16:creationId xmlns:a16="http://schemas.microsoft.com/office/drawing/2014/main" id="{D3C511FE-C78D-40D5-B283-1E3454CA9D0F}"/>
              </a:ext>
            </a:extLst>
          </p:cNvPr>
          <p:cNvSpPr txBox="1"/>
          <p:nvPr/>
        </p:nvSpPr>
        <p:spPr>
          <a:xfrm>
            <a:off x="520995" y="2998381"/>
            <a:ext cx="2283830" cy="1815882"/>
          </a:xfrm>
          <a:prstGeom prst="rect">
            <a:avLst/>
          </a:prstGeom>
          <a:noFill/>
        </p:spPr>
        <p:txBody>
          <a:bodyPr wrap="none" rtlCol="0">
            <a:spAutoFit/>
          </a:bodyPr>
          <a:lstStyle/>
          <a:p>
            <a:pPr>
              <a:buClr>
                <a:schemeClr val="accent1"/>
              </a:buClr>
            </a:pPr>
            <a:r>
              <a:rPr lang="en-US" sz="1600" dirty="0" err="1"/>
              <a:t>procmbc_cscconverter</a:t>
            </a:r>
            <a:endParaRPr lang="en-US" sz="1600" dirty="0"/>
          </a:p>
          <a:p>
            <a:pPr>
              <a:buClr>
                <a:schemeClr val="accent1"/>
              </a:buClr>
            </a:pPr>
            <a:endParaRPr lang="en-US" sz="1600" dirty="0"/>
          </a:p>
          <a:p>
            <a:pPr>
              <a:buClr>
                <a:schemeClr val="accent1"/>
              </a:buClr>
            </a:pPr>
            <a:r>
              <a:rPr lang="en-US" sz="1600" dirty="0"/>
              <a:t>Most used encodings:</a:t>
            </a:r>
          </a:p>
          <a:p>
            <a:pPr>
              <a:buClr>
                <a:schemeClr val="accent1"/>
              </a:buClr>
            </a:pPr>
            <a:r>
              <a:rPr lang="en-US" sz="1600" dirty="0"/>
              <a:t>utf8</a:t>
            </a:r>
          </a:p>
          <a:p>
            <a:pPr>
              <a:buClr>
                <a:schemeClr val="accent1"/>
              </a:buClr>
            </a:pPr>
            <a:r>
              <a:rPr lang="en-US" sz="1600" dirty="0"/>
              <a:t>iso8859:2</a:t>
            </a:r>
          </a:p>
          <a:p>
            <a:pPr>
              <a:buClr>
                <a:schemeClr val="accent1"/>
              </a:buClr>
            </a:pPr>
            <a:r>
              <a:rPr lang="en-US" sz="1600" dirty="0"/>
              <a:t>iso8859:2</a:t>
            </a:r>
          </a:p>
          <a:p>
            <a:pPr>
              <a:buClr>
                <a:schemeClr val="accent1"/>
              </a:buClr>
            </a:pPr>
            <a:r>
              <a:rPr lang="en-US" sz="1600" dirty="0"/>
              <a:t>windows:1250</a:t>
            </a:r>
          </a:p>
        </p:txBody>
      </p:sp>
    </p:spTree>
    <p:extLst>
      <p:ext uri="{BB962C8B-B14F-4D97-AF65-F5344CB8AC3E}">
        <p14:creationId xmlns:p14="http://schemas.microsoft.com/office/powerpoint/2010/main" val="3078980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0446E3-951C-4505-ABB9-60331EAD24A0}"/>
              </a:ext>
            </a:extLst>
          </p:cNvPr>
          <p:cNvSpPr>
            <a:spLocks noGrp="1"/>
          </p:cNvSpPr>
          <p:nvPr>
            <p:ph type="sldNum" sz="quarter" idx="12"/>
          </p:nvPr>
        </p:nvSpPr>
        <p:spPr/>
        <p:txBody>
          <a:bodyPr/>
          <a:lstStyle/>
          <a:p>
            <a:fld id="{913D9F7D-0C28-4C21-AA99-7C67E34F632A}" type="slidenum">
              <a:rPr lang="en-US" smtClean="0"/>
              <a:t>16</a:t>
            </a:fld>
            <a:endParaRPr lang="en-US"/>
          </a:p>
        </p:txBody>
      </p:sp>
      <p:sp>
        <p:nvSpPr>
          <p:cNvPr id="3" name="Title 2">
            <a:extLst>
              <a:ext uri="{FF2B5EF4-FFF2-40B4-BE49-F238E27FC236}">
                <a16:creationId xmlns:a16="http://schemas.microsoft.com/office/drawing/2014/main" id="{942CEBA0-36A3-4DEB-8F3F-8BDD7BC00D25}"/>
              </a:ext>
            </a:extLst>
          </p:cNvPr>
          <p:cNvSpPr>
            <a:spLocks noGrp="1"/>
          </p:cNvSpPr>
          <p:nvPr>
            <p:ph type="title"/>
          </p:nvPr>
        </p:nvSpPr>
        <p:spPr/>
        <p:txBody>
          <a:bodyPr/>
          <a:lstStyle/>
          <a:p>
            <a:r>
              <a:rPr lang="en-US" dirty="0" err="1"/>
              <a:t>CR_ConvertRef</a:t>
            </a:r>
            <a:br>
              <a:rPr lang="en-US" dirty="0"/>
            </a:br>
            <a:endParaRPr lang="en-US" dirty="0"/>
          </a:p>
        </p:txBody>
      </p:sp>
      <p:sp>
        <p:nvSpPr>
          <p:cNvPr id="4" name="Footer Placeholder 3">
            <a:extLst>
              <a:ext uri="{FF2B5EF4-FFF2-40B4-BE49-F238E27FC236}">
                <a16:creationId xmlns:a16="http://schemas.microsoft.com/office/drawing/2014/main" id="{A608A606-EFA8-4D3D-B027-AB04E481B264}"/>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A0E01173-7934-48F6-AE95-73558F8A3A8E}"/>
              </a:ext>
            </a:extLst>
          </p:cNvPr>
          <p:cNvSpPr/>
          <p:nvPr/>
        </p:nvSpPr>
        <p:spPr>
          <a:xfrm>
            <a:off x="315074" y="937988"/>
            <a:ext cx="10676294" cy="2031325"/>
          </a:xfrm>
          <a:prstGeom prst="rect">
            <a:avLst/>
          </a:prstGeom>
        </p:spPr>
        <p:txBody>
          <a:bodyPr wrap="square">
            <a:spAutoFit/>
          </a:bodyPr>
          <a:lstStyle/>
          <a:p>
            <a:pPr marL="285750" indent="-285750">
              <a:buFont typeface="Wingdings" panose="05000000000000000000" pitchFamily="2" charset="2"/>
              <a:buChar char="Ø"/>
            </a:pPr>
            <a:r>
              <a:rPr lang="en-US" dirty="0"/>
              <a:t>The MBC is only a dummy for specifying the attribute set that is processed in </a:t>
            </a:r>
            <a:r>
              <a:rPr lang="en-US" dirty="0" err="1"/>
              <a:t>CR_FetchRef</a:t>
            </a:r>
            <a:r>
              <a:rPr lang="en-US" dirty="0"/>
              <a: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in the </a:t>
            </a:r>
            <a:r>
              <a:rPr lang="en-US" dirty="0" err="1"/>
              <a:t>FilePreprocessing</a:t>
            </a:r>
            <a:r>
              <a:rPr lang="en-US" dirty="0"/>
              <a:t> stage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If you want to evaluate a complete multipart reference you can set the part number to 0.</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err="1"/>
              <a:t>CR_ConvertRef</a:t>
            </a:r>
            <a:r>
              <a:rPr lang="en-US" dirty="0"/>
              <a:t> must be configured only once per Process ID.</a:t>
            </a:r>
          </a:p>
        </p:txBody>
      </p:sp>
      <p:pic>
        <p:nvPicPr>
          <p:cNvPr id="6" name="Picture 5">
            <a:extLst>
              <a:ext uri="{FF2B5EF4-FFF2-40B4-BE49-F238E27FC236}">
                <a16:creationId xmlns:a16="http://schemas.microsoft.com/office/drawing/2014/main" id="{E4F0DAF7-9B86-490E-BE0C-E881876B5C88}"/>
              </a:ext>
            </a:extLst>
          </p:cNvPr>
          <p:cNvPicPr>
            <a:picLocks noChangeAspect="1"/>
          </p:cNvPicPr>
          <p:nvPr/>
        </p:nvPicPr>
        <p:blipFill>
          <a:blip r:embed="rId2"/>
          <a:stretch>
            <a:fillRect/>
          </a:stretch>
        </p:blipFill>
        <p:spPr>
          <a:xfrm>
            <a:off x="617627" y="3113948"/>
            <a:ext cx="9703299" cy="1549480"/>
          </a:xfrm>
          <a:prstGeom prst="rect">
            <a:avLst/>
          </a:prstGeom>
        </p:spPr>
      </p:pic>
      <p:pic>
        <p:nvPicPr>
          <p:cNvPr id="7" name="Picture 6">
            <a:extLst>
              <a:ext uri="{FF2B5EF4-FFF2-40B4-BE49-F238E27FC236}">
                <a16:creationId xmlns:a16="http://schemas.microsoft.com/office/drawing/2014/main" id="{9ED89C9D-0903-42F3-A708-C6A17F4EA78A}"/>
              </a:ext>
            </a:extLst>
          </p:cNvPr>
          <p:cNvPicPr>
            <a:picLocks noChangeAspect="1"/>
          </p:cNvPicPr>
          <p:nvPr/>
        </p:nvPicPr>
        <p:blipFill>
          <a:blip r:embed="rId3"/>
          <a:stretch>
            <a:fillRect/>
          </a:stretch>
        </p:blipFill>
        <p:spPr>
          <a:xfrm>
            <a:off x="594289" y="4714866"/>
            <a:ext cx="4095961" cy="1759040"/>
          </a:xfrm>
          <a:prstGeom prst="rect">
            <a:avLst/>
          </a:prstGeom>
        </p:spPr>
      </p:pic>
      <p:pic>
        <p:nvPicPr>
          <p:cNvPr id="8" name="Picture 7">
            <a:extLst>
              <a:ext uri="{FF2B5EF4-FFF2-40B4-BE49-F238E27FC236}">
                <a16:creationId xmlns:a16="http://schemas.microsoft.com/office/drawing/2014/main" id="{9EE7FE05-7B22-4DAC-B9A1-2A86BC2009A7}"/>
              </a:ext>
            </a:extLst>
          </p:cNvPr>
          <p:cNvPicPr>
            <a:picLocks noChangeAspect="1"/>
          </p:cNvPicPr>
          <p:nvPr/>
        </p:nvPicPr>
        <p:blipFill>
          <a:blip r:embed="rId4"/>
          <a:stretch>
            <a:fillRect/>
          </a:stretch>
        </p:blipFill>
        <p:spPr>
          <a:xfrm>
            <a:off x="5469276" y="4953003"/>
            <a:ext cx="3924502" cy="1282766"/>
          </a:xfrm>
          <a:prstGeom prst="rect">
            <a:avLst/>
          </a:prstGeom>
        </p:spPr>
      </p:pic>
    </p:spTree>
    <p:extLst>
      <p:ext uri="{BB962C8B-B14F-4D97-AF65-F5344CB8AC3E}">
        <p14:creationId xmlns:p14="http://schemas.microsoft.com/office/powerpoint/2010/main" val="1621531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63753D-32B5-4065-BEB8-1067F759E367}"/>
              </a:ext>
            </a:extLst>
          </p:cNvPr>
          <p:cNvSpPr>
            <a:spLocks noGrp="1"/>
          </p:cNvSpPr>
          <p:nvPr>
            <p:ph type="sldNum" sz="quarter" idx="12"/>
          </p:nvPr>
        </p:nvSpPr>
        <p:spPr/>
        <p:txBody>
          <a:bodyPr/>
          <a:lstStyle/>
          <a:p>
            <a:fld id="{913D9F7D-0C28-4C21-AA99-7C67E34F632A}" type="slidenum">
              <a:rPr lang="en-US" smtClean="0"/>
              <a:t>17</a:t>
            </a:fld>
            <a:endParaRPr lang="en-US"/>
          </a:p>
        </p:txBody>
      </p:sp>
      <p:sp>
        <p:nvSpPr>
          <p:cNvPr id="3" name="Title 2">
            <a:extLst>
              <a:ext uri="{FF2B5EF4-FFF2-40B4-BE49-F238E27FC236}">
                <a16:creationId xmlns:a16="http://schemas.microsoft.com/office/drawing/2014/main" id="{3688EB28-13FB-4D5D-963C-38A16F1774E3}"/>
              </a:ext>
            </a:extLst>
          </p:cNvPr>
          <p:cNvSpPr>
            <a:spLocks noGrp="1"/>
          </p:cNvSpPr>
          <p:nvPr>
            <p:ph type="title"/>
          </p:nvPr>
        </p:nvSpPr>
        <p:spPr/>
        <p:txBody>
          <a:bodyPr/>
          <a:lstStyle/>
          <a:p>
            <a:r>
              <a:rPr lang="en-US" dirty="0" err="1"/>
              <a:t>CR_RemoveString</a:t>
            </a:r>
            <a:endParaRPr lang="en-US" dirty="0"/>
          </a:p>
        </p:txBody>
      </p:sp>
      <p:sp>
        <p:nvSpPr>
          <p:cNvPr id="4" name="Footer Placeholder 3">
            <a:extLst>
              <a:ext uri="{FF2B5EF4-FFF2-40B4-BE49-F238E27FC236}">
                <a16:creationId xmlns:a16="http://schemas.microsoft.com/office/drawing/2014/main" id="{88C8DE42-899C-460C-9042-529B93721443}"/>
              </a:ext>
            </a:extLst>
          </p:cNvPr>
          <p:cNvSpPr>
            <a:spLocks noGrp="1"/>
          </p:cNvSpPr>
          <p:nvPr>
            <p:ph type="ftr" sz="quarter" idx="13"/>
          </p:nvPr>
        </p:nvSpPr>
        <p:spPr/>
        <p:txBody>
          <a:bodyPr/>
          <a:lstStyle/>
          <a:p>
            <a:r>
              <a:rPr lang="en-US"/>
              <a:t>DB SCHENKER | Vanessa Xu | AM</a:t>
            </a:r>
            <a:endParaRPr lang="en-US" dirty="0"/>
          </a:p>
        </p:txBody>
      </p:sp>
      <p:sp>
        <p:nvSpPr>
          <p:cNvPr id="5" name="TextBox 4">
            <a:extLst>
              <a:ext uri="{FF2B5EF4-FFF2-40B4-BE49-F238E27FC236}">
                <a16:creationId xmlns:a16="http://schemas.microsoft.com/office/drawing/2014/main" id="{FB06BCD3-66C9-4A63-92BE-79480194FA6C}"/>
              </a:ext>
            </a:extLst>
          </p:cNvPr>
          <p:cNvSpPr txBox="1"/>
          <p:nvPr/>
        </p:nvSpPr>
        <p:spPr>
          <a:xfrm>
            <a:off x="407368" y="863029"/>
            <a:ext cx="1770485" cy="338554"/>
          </a:xfrm>
          <a:prstGeom prst="rect">
            <a:avLst/>
          </a:prstGeom>
          <a:noFill/>
        </p:spPr>
        <p:txBody>
          <a:bodyPr wrap="none" rtlCol="0">
            <a:spAutoFit/>
          </a:bodyPr>
          <a:lstStyle/>
          <a:p>
            <a:pPr algn="l">
              <a:buClr>
                <a:schemeClr val="accent1"/>
              </a:buClr>
            </a:pPr>
            <a:r>
              <a:rPr lang="en-US" altLang="zh-CN" sz="1600" dirty="0"/>
              <a:t>Remove linefeed</a:t>
            </a:r>
            <a:endParaRPr lang="en-US" sz="1600" dirty="0"/>
          </a:p>
        </p:txBody>
      </p:sp>
      <p:pic>
        <p:nvPicPr>
          <p:cNvPr id="6" name="Picture 5">
            <a:extLst>
              <a:ext uri="{FF2B5EF4-FFF2-40B4-BE49-F238E27FC236}">
                <a16:creationId xmlns:a16="http://schemas.microsoft.com/office/drawing/2014/main" id="{AB4FD6AA-8822-418D-A8A0-A08F309FB5D5}"/>
              </a:ext>
            </a:extLst>
          </p:cNvPr>
          <p:cNvPicPr>
            <a:picLocks noChangeAspect="1"/>
          </p:cNvPicPr>
          <p:nvPr/>
        </p:nvPicPr>
        <p:blipFill>
          <a:blip r:embed="rId2"/>
          <a:stretch>
            <a:fillRect/>
          </a:stretch>
        </p:blipFill>
        <p:spPr>
          <a:xfrm>
            <a:off x="407368" y="1364622"/>
            <a:ext cx="7474334" cy="806491"/>
          </a:xfrm>
          <a:prstGeom prst="rect">
            <a:avLst/>
          </a:prstGeom>
        </p:spPr>
      </p:pic>
      <p:pic>
        <p:nvPicPr>
          <p:cNvPr id="7" name="Picture 6">
            <a:extLst>
              <a:ext uri="{FF2B5EF4-FFF2-40B4-BE49-F238E27FC236}">
                <a16:creationId xmlns:a16="http://schemas.microsoft.com/office/drawing/2014/main" id="{F8E38DA7-A187-4C5E-B085-3C19E7D64877}"/>
              </a:ext>
            </a:extLst>
          </p:cNvPr>
          <p:cNvPicPr>
            <a:picLocks noChangeAspect="1"/>
          </p:cNvPicPr>
          <p:nvPr/>
        </p:nvPicPr>
        <p:blipFill>
          <a:blip r:embed="rId3"/>
          <a:stretch>
            <a:fillRect/>
          </a:stretch>
        </p:blipFill>
        <p:spPr>
          <a:xfrm>
            <a:off x="407368" y="2334152"/>
            <a:ext cx="7239372" cy="844593"/>
          </a:xfrm>
          <a:prstGeom prst="rect">
            <a:avLst/>
          </a:prstGeom>
        </p:spPr>
      </p:pic>
      <p:sp>
        <p:nvSpPr>
          <p:cNvPr id="8" name="TextBox 7">
            <a:extLst>
              <a:ext uri="{FF2B5EF4-FFF2-40B4-BE49-F238E27FC236}">
                <a16:creationId xmlns:a16="http://schemas.microsoft.com/office/drawing/2014/main" id="{D1188E7A-05CB-482F-B3B7-ADF98E767BEB}"/>
              </a:ext>
            </a:extLst>
          </p:cNvPr>
          <p:cNvSpPr txBox="1"/>
          <p:nvPr/>
        </p:nvSpPr>
        <p:spPr>
          <a:xfrm>
            <a:off x="530658" y="3429000"/>
            <a:ext cx="1482329" cy="338554"/>
          </a:xfrm>
          <a:prstGeom prst="rect">
            <a:avLst/>
          </a:prstGeom>
          <a:noFill/>
        </p:spPr>
        <p:txBody>
          <a:bodyPr wrap="none" rtlCol="0">
            <a:spAutoFit/>
          </a:bodyPr>
          <a:lstStyle/>
          <a:p>
            <a:pPr algn="l">
              <a:buClr>
                <a:schemeClr val="accent1"/>
              </a:buClr>
            </a:pPr>
            <a:r>
              <a:rPr lang="en-US" altLang="zh-CN" sz="1600" dirty="0"/>
              <a:t>Remove BOM</a:t>
            </a:r>
            <a:endParaRPr lang="en-US" sz="1600" dirty="0"/>
          </a:p>
        </p:txBody>
      </p:sp>
      <p:pic>
        <p:nvPicPr>
          <p:cNvPr id="9" name="Picture 8">
            <a:extLst>
              <a:ext uri="{FF2B5EF4-FFF2-40B4-BE49-F238E27FC236}">
                <a16:creationId xmlns:a16="http://schemas.microsoft.com/office/drawing/2014/main" id="{39BAC39F-FF51-4F72-ACD8-FFCB8364FAAE}"/>
              </a:ext>
            </a:extLst>
          </p:cNvPr>
          <p:cNvPicPr>
            <a:picLocks noChangeAspect="1"/>
          </p:cNvPicPr>
          <p:nvPr/>
        </p:nvPicPr>
        <p:blipFill>
          <a:blip r:embed="rId4"/>
          <a:stretch>
            <a:fillRect/>
          </a:stretch>
        </p:blipFill>
        <p:spPr>
          <a:xfrm>
            <a:off x="407368" y="3925932"/>
            <a:ext cx="6655142" cy="844593"/>
          </a:xfrm>
          <a:prstGeom prst="rect">
            <a:avLst/>
          </a:prstGeom>
        </p:spPr>
      </p:pic>
    </p:spTree>
    <p:extLst>
      <p:ext uri="{BB962C8B-B14F-4D97-AF65-F5344CB8AC3E}">
        <p14:creationId xmlns:p14="http://schemas.microsoft.com/office/powerpoint/2010/main" val="835522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CF2E91-3A33-4C6A-BE6D-D9AB630A5AEF}"/>
              </a:ext>
            </a:extLst>
          </p:cNvPr>
          <p:cNvSpPr>
            <a:spLocks noGrp="1"/>
          </p:cNvSpPr>
          <p:nvPr>
            <p:ph type="sldNum" sz="quarter" idx="12"/>
          </p:nvPr>
        </p:nvSpPr>
        <p:spPr/>
        <p:txBody>
          <a:bodyPr/>
          <a:lstStyle/>
          <a:p>
            <a:fld id="{913D9F7D-0C28-4C21-AA99-7C67E34F632A}" type="slidenum">
              <a:rPr lang="en-US" smtClean="0"/>
              <a:t>18</a:t>
            </a:fld>
            <a:endParaRPr lang="en-US"/>
          </a:p>
        </p:txBody>
      </p:sp>
      <p:sp>
        <p:nvSpPr>
          <p:cNvPr id="3" name="Title 2">
            <a:extLst>
              <a:ext uri="{FF2B5EF4-FFF2-40B4-BE49-F238E27FC236}">
                <a16:creationId xmlns:a16="http://schemas.microsoft.com/office/drawing/2014/main" id="{16108AD8-06A4-4C53-9EBC-5CD3AD64896D}"/>
              </a:ext>
            </a:extLst>
          </p:cNvPr>
          <p:cNvSpPr>
            <a:spLocks noGrp="1"/>
          </p:cNvSpPr>
          <p:nvPr>
            <p:ph type="title"/>
          </p:nvPr>
        </p:nvSpPr>
        <p:spPr/>
        <p:txBody>
          <a:bodyPr/>
          <a:lstStyle/>
          <a:p>
            <a:r>
              <a:rPr lang="en-US" dirty="0" err="1"/>
              <a:t>CR_ExchangeString</a:t>
            </a:r>
            <a:endParaRPr lang="en-US" dirty="0"/>
          </a:p>
        </p:txBody>
      </p:sp>
      <p:sp>
        <p:nvSpPr>
          <p:cNvPr id="4" name="Footer Placeholder 3">
            <a:extLst>
              <a:ext uri="{FF2B5EF4-FFF2-40B4-BE49-F238E27FC236}">
                <a16:creationId xmlns:a16="http://schemas.microsoft.com/office/drawing/2014/main" id="{160CE5D3-5542-47D1-8B47-8550339D2EB8}"/>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8D891764-CB34-4714-8F80-4DE214D5900E}"/>
              </a:ext>
            </a:extLst>
          </p:cNvPr>
          <p:cNvPicPr>
            <a:picLocks noChangeAspect="1"/>
          </p:cNvPicPr>
          <p:nvPr/>
        </p:nvPicPr>
        <p:blipFill>
          <a:blip r:embed="rId2"/>
          <a:stretch>
            <a:fillRect/>
          </a:stretch>
        </p:blipFill>
        <p:spPr>
          <a:xfrm>
            <a:off x="407368" y="898128"/>
            <a:ext cx="5264421" cy="1568531"/>
          </a:xfrm>
          <a:prstGeom prst="rect">
            <a:avLst/>
          </a:prstGeom>
        </p:spPr>
      </p:pic>
      <p:sp>
        <p:nvSpPr>
          <p:cNvPr id="6" name="TextBox 5">
            <a:extLst>
              <a:ext uri="{FF2B5EF4-FFF2-40B4-BE49-F238E27FC236}">
                <a16:creationId xmlns:a16="http://schemas.microsoft.com/office/drawing/2014/main" id="{ABBB57B6-5306-400D-B46A-1530AB8E1FC0}"/>
              </a:ext>
            </a:extLst>
          </p:cNvPr>
          <p:cNvSpPr txBox="1"/>
          <p:nvPr/>
        </p:nvSpPr>
        <p:spPr>
          <a:xfrm>
            <a:off x="403195" y="2505224"/>
            <a:ext cx="2017091" cy="338554"/>
          </a:xfrm>
          <a:prstGeom prst="rect">
            <a:avLst/>
          </a:prstGeom>
          <a:noFill/>
        </p:spPr>
        <p:txBody>
          <a:bodyPr wrap="none" rtlCol="0">
            <a:spAutoFit/>
          </a:bodyPr>
          <a:lstStyle/>
          <a:p>
            <a:pPr algn="l">
              <a:buClr>
                <a:schemeClr val="accent1"/>
              </a:buClr>
            </a:pPr>
            <a:r>
              <a:rPr lang="en-US" sz="1600" dirty="0"/>
              <a:t>Change CRLF to LF</a:t>
            </a:r>
          </a:p>
        </p:txBody>
      </p:sp>
      <p:pic>
        <p:nvPicPr>
          <p:cNvPr id="7" name="Picture 6">
            <a:extLst>
              <a:ext uri="{FF2B5EF4-FFF2-40B4-BE49-F238E27FC236}">
                <a16:creationId xmlns:a16="http://schemas.microsoft.com/office/drawing/2014/main" id="{EF58F2BE-47C6-464B-BB67-B9CFC257FF8E}"/>
              </a:ext>
            </a:extLst>
          </p:cNvPr>
          <p:cNvPicPr>
            <a:picLocks noChangeAspect="1"/>
          </p:cNvPicPr>
          <p:nvPr/>
        </p:nvPicPr>
        <p:blipFill>
          <a:blip r:embed="rId3"/>
          <a:stretch>
            <a:fillRect/>
          </a:stretch>
        </p:blipFill>
        <p:spPr>
          <a:xfrm>
            <a:off x="432770" y="2799423"/>
            <a:ext cx="5239019" cy="1600282"/>
          </a:xfrm>
          <a:prstGeom prst="rect">
            <a:avLst/>
          </a:prstGeom>
        </p:spPr>
      </p:pic>
      <p:pic>
        <p:nvPicPr>
          <p:cNvPr id="8" name="Picture 7">
            <a:extLst>
              <a:ext uri="{FF2B5EF4-FFF2-40B4-BE49-F238E27FC236}">
                <a16:creationId xmlns:a16="http://schemas.microsoft.com/office/drawing/2014/main" id="{A5F31FB1-832F-490F-B6F0-DAAE1CC6AD10}"/>
              </a:ext>
            </a:extLst>
          </p:cNvPr>
          <p:cNvPicPr>
            <a:picLocks noChangeAspect="1"/>
          </p:cNvPicPr>
          <p:nvPr/>
        </p:nvPicPr>
        <p:blipFill>
          <a:blip r:embed="rId4"/>
          <a:stretch>
            <a:fillRect/>
          </a:stretch>
        </p:blipFill>
        <p:spPr>
          <a:xfrm>
            <a:off x="403195" y="4836820"/>
            <a:ext cx="5353325" cy="1568531"/>
          </a:xfrm>
          <a:prstGeom prst="rect">
            <a:avLst/>
          </a:prstGeom>
        </p:spPr>
      </p:pic>
      <p:sp>
        <p:nvSpPr>
          <p:cNvPr id="9" name="TextBox 8">
            <a:extLst>
              <a:ext uri="{FF2B5EF4-FFF2-40B4-BE49-F238E27FC236}">
                <a16:creationId xmlns:a16="http://schemas.microsoft.com/office/drawing/2014/main" id="{5AA06938-A7F7-413E-94DE-1A67747BD608}"/>
              </a:ext>
            </a:extLst>
          </p:cNvPr>
          <p:cNvSpPr txBox="1"/>
          <p:nvPr/>
        </p:nvSpPr>
        <p:spPr>
          <a:xfrm>
            <a:off x="403195" y="4498266"/>
            <a:ext cx="1179362" cy="338554"/>
          </a:xfrm>
          <a:prstGeom prst="rect">
            <a:avLst/>
          </a:prstGeom>
          <a:noFill/>
        </p:spPr>
        <p:txBody>
          <a:bodyPr wrap="none" rtlCol="0">
            <a:spAutoFit/>
          </a:bodyPr>
          <a:lstStyle/>
          <a:p>
            <a:pPr>
              <a:buClr>
                <a:schemeClr val="accent1"/>
              </a:buClr>
            </a:pPr>
            <a:r>
              <a:rPr lang="en-US" sz="1600" dirty="0"/>
              <a:t>Remove \"</a:t>
            </a:r>
          </a:p>
        </p:txBody>
      </p:sp>
      <p:pic>
        <p:nvPicPr>
          <p:cNvPr id="10" name="Picture 9">
            <a:extLst>
              <a:ext uri="{FF2B5EF4-FFF2-40B4-BE49-F238E27FC236}">
                <a16:creationId xmlns:a16="http://schemas.microsoft.com/office/drawing/2014/main" id="{0CE0AAAD-BDC3-4A87-BABA-6239997E79FB}"/>
              </a:ext>
            </a:extLst>
          </p:cNvPr>
          <p:cNvPicPr>
            <a:picLocks noChangeAspect="1"/>
          </p:cNvPicPr>
          <p:nvPr/>
        </p:nvPicPr>
        <p:blipFill>
          <a:blip r:embed="rId5"/>
          <a:stretch>
            <a:fillRect/>
          </a:stretch>
        </p:blipFill>
        <p:spPr>
          <a:xfrm>
            <a:off x="6024664" y="942581"/>
            <a:ext cx="5219968" cy="1524078"/>
          </a:xfrm>
          <a:prstGeom prst="rect">
            <a:avLst/>
          </a:prstGeom>
        </p:spPr>
      </p:pic>
      <p:sp>
        <p:nvSpPr>
          <p:cNvPr id="11" name="Rectangle 10">
            <a:extLst>
              <a:ext uri="{FF2B5EF4-FFF2-40B4-BE49-F238E27FC236}">
                <a16:creationId xmlns:a16="http://schemas.microsoft.com/office/drawing/2014/main" id="{B77852F2-2AD8-421D-841A-AFFD7ACE21AB}"/>
              </a:ext>
            </a:extLst>
          </p:cNvPr>
          <p:cNvSpPr/>
          <p:nvPr/>
        </p:nvSpPr>
        <p:spPr>
          <a:xfrm>
            <a:off x="6024664" y="2674501"/>
            <a:ext cx="562975" cy="369332"/>
          </a:xfrm>
          <a:prstGeom prst="rect">
            <a:avLst/>
          </a:prstGeom>
        </p:spPr>
        <p:txBody>
          <a:bodyPr wrap="none">
            <a:spAutoFit/>
          </a:bodyPr>
          <a:lstStyle/>
          <a:p>
            <a:r>
              <a:rPr lang="en-US" dirty="0"/>
              <a:t>Oct</a:t>
            </a:r>
          </a:p>
        </p:txBody>
      </p:sp>
      <p:pic>
        <p:nvPicPr>
          <p:cNvPr id="12" name="Picture 11">
            <a:extLst>
              <a:ext uri="{FF2B5EF4-FFF2-40B4-BE49-F238E27FC236}">
                <a16:creationId xmlns:a16="http://schemas.microsoft.com/office/drawing/2014/main" id="{776D32EC-0BB2-4955-AB86-8EB532B22C6B}"/>
              </a:ext>
            </a:extLst>
          </p:cNvPr>
          <p:cNvPicPr>
            <a:picLocks noChangeAspect="1"/>
          </p:cNvPicPr>
          <p:nvPr/>
        </p:nvPicPr>
        <p:blipFill>
          <a:blip r:embed="rId6"/>
          <a:stretch>
            <a:fillRect/>
          </a:stretch>
        </p:blipFill>
        <p:spPr>
          <a:xfrm>
            <a:off x="6096000" y="3112496"/>
            <a:ext cx="5219968" cy="1587582"/>
          </a:xfrm>
          <a:prstGeom prst="rect">
            <a:avLst/>
          </a:prstGeom>
        </p:spPr>
      </p:pic>
    </p:spTree>
    <p:extLst>
      <p:ext uri="{BB962C8B-B14F-4D97-AF65-F5344CB8AC3E}">
        <p14:creationId xmlns:p14="http://schemas.microsoft.com/office/powerpoint/2010/main" val="1888022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0446E3-951C-4505-ABB9-60331EAD24A0}"/>
              </a:ext>
            </a:extLst>
          </p:cNvPr>
          <p:cNvSpPr>
            <a:spLocks noGrp="1"/>
          </p:cNvSpPr>
          <p:nvPr>
            <p:ph type="sldNum" sz="quarter" idx="12"/>
          </p:nvPr>
        </p:nvSpPr>
        <p:spPr/>
        <p:txBody>
          <a:bodyPr/>
          <a:lstStyle/>
          <a:p>
            <a:fld id="{913D9F7D-0C28-4C21-AA99-7C67E34F632A}" type="slidenum">
              <a:rPr lang="en-US" smtClean="0"/>
              <a:t>19</a:t>
            </a:fld>
            <a:endParaRPr lang="en-US"/>
          </a:p>
        </p:txBody>
      </p:sp>
      <p:sp>
        <p:nvSpPr>
          <p:cNvPr id="3" name="Title 2">
            <a:extLst>
              <a:ext uri="{FF2B5EF4-FFF2-40B4-BE49-F238E27FC236}">
                <a16:creationId xmlns:a16="http://schemas.microsoft.com/office/drawing/2014/main" id="{942CEBA0-36A3-4DEB-8F3F-8BDD7BC00D25}"/>
              </a:ext>
            </a:extLst>
          </p:cNvPr>
          <p:cNvSpPr>
            <a:spLocks noGrp="1"/>
          </p:cNvSpPr>
          <p:nvPr>
            <p:ph type="title"/>
          </p:nvPr>
        </p:nvSpPr>
        <p:spPr/>
        <p:txBody>
          <a:bodyPr/>
          <a:lstStyle/>
          <a:p>
            <a:r>
              <a:rPr lang="en-GB" altLang="en-US" dirty="0" err="1">
                <a:solidFill>
                  <a:srgbClr val="000000"/>
                </a:solidFill>
              </a:rPr>
              <a:t>CR_AddHeaderFooter</a:t>
            </a:r>
            <a:br>
              <a:rPr lang="en-GB" altLang="en-US" dirty="0">
                <a:solidFill>
                  <a:srgbClr val="000000"/>
                </a:solidFill>
              </a:rPr>
            </a:br>
            <a:br>
              <a:rPr lang="en-US" dirty="0"/>
            </a:br>
            <a:endParaRPr lang="en-US" dirty="0"/>
          </a:p>
        </p:txBody>
      </p:sp>
      <p:sp>
        <p:nvSpPr>
          <p:cNvPr id="4" name="Footer Placeholder 3">
            <a:extLst>
              <a:ext uri="{FF2B5EF4-FFF2-40B4-BE49-F238E27FC236}">
                <a16:creationId xmlns:a16="http://schemas.microsoft.com/office/drawing/2014/main" id="{A608A606-EFA8-4D3D-B027-AB04E481B264}"/>
              </a:ext>
            </a:extLst>
          </p:cNvPr>
          <p:cNvSpPr>
            <a:spLocks noGrp="1"/>
          </p:cNvSpPr>
          <p:nvPr>
            <p:ph type="ftr" sz="quarter" idx="13"/>
          </p:nvPr>
        </p:nvSpPr>
        <p:spPr/>
        <p:txBody>
          <a:bodyPr/>
          <a:lstStyle/>
          <a:p>
            <a:r>
              <a:rPr lang="en-US"/>
              <a:t>DB SCHENKER | Vanessa Xu | AM</a:t>
            </a:r>
            <a:endParaRPr lang="en-US" dirty="0"/>
          </a:p>
        </p:txBody>
      </p:sp>
      <p:sp>
        <p:nvSpPr>
          <p:cNvPr id="10" name="Rectangle 9">
            <a:extLst>
              <a:ext uri="{FF2B5EF4-FFF2-40B4-BE49-F238E27FC236}">
                <a16:creationId xmlns:a16="http://schemas.microsoft.com/office/drawing/2014/main" id="{CBA8F5F3-E23B-4B91-BB3F-4163D219ED93}"/>
              </a:ext>
            </a:extLst>
          </p:cNvPr>
          <p:cNvSpPr/>
          <p:nvPr/>
        </p:nvSpPr>
        <p:spPr>
          <a:xfrm>
            <a:off x="205112" y="2343434"/>
            <a:ext cx="10676294" cy="646331"/>
          </a:xfrm>
          <a:prstGeom prst="rect">
            <a:avLst/>
          </a:prstGeom>
        </p:spPr>
        <p:txBody>
          <a:bodyPr wrap="square">
            <a:spAutoFit/>
          </a:bodyPr>
          <a:lstStyle/>
          <a:p>
            <a:pPr marL="285750" indent="-285750">
              <a:buFont typeface="Wingdings" panose="05000000000000000000" pitchFamily="2" charset="2"/>
              <a:buChar char="Ø"/>
            </a:pPr>
            <a:r>
              <a:rPr lang="en-US" altLang="zh-CN" dirty="0"/>
              <a:t>Add Header, c</a:t>
            </a:r>
            <a:r>
              <a:rPr lang="en-US" dirty="0"/>
              <a:t>an use </a:t>
            </a:r>
            <a:r>
              <a:rPr lang="en-US" dirty="0" err="1"/>
              <a:t>bracketcode</a:t>
            </a:r>
            <a:endParaRPr lang="en-US" dirty="0"/>
          </a:p>
          <a:p>
            <a:endParaRPr lang="en-US" dirty="0"/>
          </a:p>
        </p:txBody>
      </p:sp>
      <p:pic>
        <p:nvPicPr>
          <p:cNvPr id="11" name="Picture 10">
            <a:extLst>
              <a:ext uri="{FF2B5EF4-FFF2-40B4-BE49-F238E27FC236}">
                <a16:creationId xmlns:a16="http://schemas.microsoft.com/office/drawing/2014/main" id="{2ED074CC-B736-47CE-B062-DFC3359EB226}"/>
              </a:ext>
            </a:extLst>
          </p:cNvPr>
          <p:cNvPicPr>
            <a:picLocks noChangeAspect="1"/>
          </p:cNvPicPr>
          <p:nvPr/>
        </p:nvPicPr>
        <p:blipFill>
          <a:blip r:embed="rId2"/>
          <a:stretch>
            <a:fillRect/>
          </a:stretch>
        </p:blipFill>
        <p:spPr>
          <a:xfrm>
            <a:off x="484327" y="2858595"/>
            <a:ext cx="9411184" cy="806491"/>
          </a:xfrm>
          <a:prstGeom prst="rect">
            <a:avLst/>
          </a:prstGeom>
        </p:spPr>
      </p:pic>
      <p:sp>
        <p:nvSpPr>
          <p:cNvPr id="12" name="Rectangle 11">
            <a:extLst>
              <a:ext uri="{FF2B5EF4-FFF2-40B4-BE49-F238E27FC236}">
                <a16:creationId xmlns:a16="http://schemas.microsoft.com/office/drawing/2014/main" id="{D85CC868-A8C9-4639-89D7-ED97FDA90467}"/>
              </a:ext>
            </a:extLst>
          </p:cNvPr>
          <p:cNvSpPr/>
          <p:nvPr/>
        </p:nvSpPr>
        <p:spPr>
          <a:xfrm>
            <a:off x="395030" y="827578"/>
            <a:ext cx="11481537" cy="1477328"/>
          </a:xfrm>
          <a:prstGeom prst="rect">
            <a:avLst/>
          </a:prstGeom>
        </p:spPr>
        <p:txBody>
          <a:bodyPr wrap="square">
            <a:spAutoFit/>
          </a:bodyPr>
          <a:lstStyle/>
          <a:p>
            <a:r>
              <a:rPr lang="en-US" dirty="0"/>
              <a:t>Header: String that will be placed right in front of the original message, followed by delimiter.</a:t>
            </a:r>
          </a:p>
          <a:p>
            <a:r>
              <a:rPr lang="en-US" dirty="0"/>
              <a:t>Footer: String that will be placed after </a:t>
            </a:r>
            <a:r>
              <a:rPr lang="en-US" altLang="zh-CN" dirty="0"/>
              <a:t>delimiter</a:t>
            </a:r>
            <a:r>
              <a:rPr lang="en-US" dirty="0"/>
              <a:t> of original message.</a:t>
            </a:r>
          </a:p>
          <a:p>
            <a:r>
              <a:rPr lang="en-US" dirty="0"/>
              <a:t>Delimiter</a:t>
            </a:r>
            <a:r>
              <a:rPr lang="en-US" b="1" dirty="0"/>
              <a:t>: </a:t>
            </a:r>
            <a:r>
              <a:rPr lang="en-US" dirty="0"/>
              <a:t>If string is empty, “NL”, “LF” or “\\n”, the delimiter will be interpreted as a newline character. In other cases, the string value is used as separator between Header and Message and Message and Footer. Default add LF at the end of file.</a:t>
            </a:r>
          </a:p>
        </p:txBody>
      </p:sp>
      <p:sp>
        <p:nvSpPr>
          <p:cNvPr id="13" name="Rectangle 12">
            <a:extLst>
              <a:ext uri="{FF2B5EF4-FFF2-40B4-BE49-F238E27FC236}">
                <a16:creationId xmlns:a16="http://schemas.microsoft.com/office/drawing/2014/main" id="{47B78F0D-6911-4EAA-ACFA-8A722FD2D44A}"/>
              </a:ext>
            </a:extLst>
          </p:cNvPr>
          <p:cNvSpPr/>
          <p:nvPr/>
        </p:nvSpPr>
        <p:spPr>
          <a:xfrm>
            <a:off x="315074" y="3749530"/>
            <a:ext cx="10676294" cy="646331"/>
          </a:xfrm>
          <a:prstGeom prst="rect">
            <a:avLst/>
          </a:prstGeom>
        </p:spPr>
        <p:txBody>
          <a:bodyPr wrap="square">
            <a:spAutoFit/>
          </a:bodyPr>
          <a:lstStyle/>
          <a:p>
            <a:pPr marL="285750" indent="-285750">
              <a:buFont typeface="Wingdings" panose="05000000000000000000" pitchFamily="2" charset="2"/>
              <a:buChar char="Ø"/>
            </a:pPr>
            <a:r>
              <a:rPr lang="en-US" altLang="zh-CN" dirty="0"/>
              <a:t>Add xml header, footer</a:t>
            </a:r>
            <a:endParaRPr lang="en-US" dirty="0"/>
          </a:p>
          <a:p>
            <a:endParaRPr lang="en-US" dirty="0"/>
          </a:p>
        </p:txBody>
      </p:sp>
      <p:pic>
        <p:nvPicPr>
          <p:cNvPr id="7" name="Picture 6">
            <a:extLst>
              <a:ext uri="{FF2B5EF4-FFF2-40B4-BE49-F238E27FC236}">
                <a16:creationId xmlns:a16="http://schemas.microsoft.com/office/drawing/2014/main" id="{5024969E-B9FA-42DA-932F-6AE0129A25F9}"/>
              </a:ext>
            </a:extLst>
          </p:cNvPr>
          <p:cNvPicPr>
            <a:picLocks noChangeAspect="1"/>
          </p:cNvPicPr>
          <p:nvPr/>
        </p:nvPicPr>
        <p:blipFill>
          <a:blip r:embed="rId3"/>
          <a:stretch>
            <a:fillRect/>
          </a:stretch>
        </p:blipFill>
        <p:spPr>
          <a:xfrm>
            <a:off x="598633" y="4193713"/>
            <a:ext cx="9182572" cy="844593"/>
          </a:xfrm>
          <a:prstGeom prst="rect">
            <a:avLst/>
          </a:prstGeom>
        </p:spPr>
      </p:pic>
      <p:sp>
        <p:nvSpPr>
          <p:cNvPr id="14" name="Rectangle 13">
            <a:extLst>
              <a:ext uri="{FF2B5EF4-FFF2-40B4-BE49-F238E27FC236}">
                <a16:creationId xmlns:a16="http://schemas.microsoft.com/office/drawing/2014/main" id="{7B520802-B467-4B93-8975-FB71C43ACE58}"/>
              </a:ext>
            </a:extLst>
          </p:cNvPr>
          <p:cNvSpPr/>
          <p:nvPr/>
        </p:nvSpPr>
        <p:spPr>
          <a:xfrm>
            <a:off x="315074" y="5148238"/>
            <a:ext cx="10676294" cy="646331"/>
          </a:xfrm>
          <a:prstGeom prst="rect">
            <a:avLst/>
          </a:prstGeom>
        </p:spPr>
        <p:txBody>
          <a:bodyPr wrap="square">
            <a:spAutoFit/>
          </a:bodyPr>
          <a:lstStyle/>
          <a:p>
            <a:pPr marL="285750" indent="-285750">
              <a:buFont typeface="Wingdings" panose="05000000000000000000" pitchFamily="2" charset="2"/>
              <a:buChar char="Ø"/>
            </a:pPr>
            <a:r>
              <a:rPr lang="en-US" altLang="zh-CN" dirty="0"/>
              <a:t>Add linefeed</a:t>
            </a:r>
            <a:endParaRPr lang="en-US" dirty="0"/>
          </a:p>
          <a:p>
            <a:endParaRPr lang="en-US" dirty="0"/>
          </a:p>
        </p:txBody>
      </p:sp>
      <p:pic>
        <p:nvPicPr>
          <p:cNvPr id="15" name="Picture 14">
            <a:extLst>
              <a:ext uri="{FF2B5EF4-FFF2-40B4-BE49-F238E27FC236}">
                <a16:creationId xmlns:a16="http://schemas.microsoft.com/office/drawing/2014/main" id="{8DED98F9-4252-4A46-B673-BC7A811A1069}"/>
              </a:ext>
            </a:extLst>
          </p:cNvPr>
          <p:cNvPicPr>
            <a:picLocks noChangeAspect="1"/>
          </p:cNvPicPr>
          <p:nvPr/>
        </p:nvPicPr>
        <p:blipFill>
          <a:blip r:embed="rId4"/>
          <a:stretch>
            <a:fillRect/>
          </a:stretch>
        </p:blipFill>
        <p:spPr>
          <a:xfrm>
            <a:off x="598633" y="5636702"/>
            <a:ext cx="8979361" cy="787440"/>
          </a:xfrm>
          <a:prstGeom prst="rect">
            <a:avLst/>
          </a:prstGeom>
        </p:spPr>
      </p:pic>
    </p:spTree>
    <p:extLst>
      <p:ext uri="{BB962C8B-B14F-4D97-AF65-F5344CB8AC3E}">
        <p14:creationId xmlns:p14="http://schemas.microsoft.com/office/powerpoint/2010/main" val="3290588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2EBC78-1630-42D3-B158-A431A9E608BF}"/>
              </a:ext>
            </a:extLst>
          </p:cNvPr>
          <p:cNvSpPr>
            <a:spLocks noGrp="1"/>
          </p:cNvSpPr>
          <p:nvPr>
            <p:ph type="sldNum" sz="quarter" idx="12"/>
          </p:nvPr>
        </p:nvSpPr>
        <p:spPr/>
        <p:txBody>
          <a:bodyPr/>
          <a:lstStyle/>
          <a:p>
            <a:fld id="{913D9F7D-0C28-4C21-AA99-7C67E34F632A}" type="slidenum">
              <a:rPr lang="en-US" smtClean="0"/>
              <a:t>20</a:t>
            </a:fld>
            <a:endParaRPr lang="en-US"/>
          </a:p>
        </p:txBody>
      </p:sp>
      <p:sp>
        <p:nvSpPr>
          <p:cNvPr id="3" name="Title 2">
            <a:extLst>
              <a:ext uri="{FF2B5EF4-FFF2-40B4-BE49-F238E27FC236}">
                <a16:creationId xmlns:a16="http://schemas.microsoft.com/office/drawing/2014/main" id="{E7802111-4F8E-449D-967A-1CB46CB1EF24}"/>
              </a:ext>
            </a:extLst>
          </p:cNvPr>
          <p:cNvSpPr>
            <a:spLocks noGrp="1"/>
          </p:cNvSpPr>
          <p:nvPr>
            <p:ph type="title"/>
          </p:nvPr>
        </p:nvSpPr>
        <p:spPr/>
        <p:txBody>
          <a:bodyPr/>
          <a:lstStyle/>
          <a:p>
            <a:r>
              <a:rPr lang="en-GB" altLang="en-US" dirty="0" err="1">
                <a:solidFill>
                  <a:srgbClr val="000000"/>
                </a:solidFill>
              </a:rPr>
              <a:t>CR_AddHeaderFooter</a:t>
            </a:r>
            <a:endParaRPr lang="en-US" dirty="0"/>
          </a:p>
        </p:txBody>
      </p:sp>
      <p:sp>
        <p:nvSpPr>
          <p:cNvPr id="4" name="Footer Placeholder 3">
            <a:extLst>
              <a:ext uri="{FF2B5EF4-FFF2-40B4-BE49-F238E27FC236}">
                <a16:creationId xmlns:a16="http://schemas.microsoft.com/office/drawing/2014/main" id="{22FCB271-903C-4FE0-B0E2-67B9647B215B}"/>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A00465FB-8ECB-4625-B4BA-4D244471FC22}"/>
              </a:ext>
            </a:extLst>
          </p:cNvPr>
          <p:cNvSpPr/>
          <p:nvPr/>
        </p:nvSpPr>
        <p:spPr>
          <a:xfrm>
            <a:off x="315074" y="905052"/>
            <a:ext cx="10676294" cy="369332"/>
          </a:xfrm>
          <a:prstGeom prst="rect">
            <a:avLst/>
          </a:prstGeom>
        </p:spPr>
        <p:txBody>
          <a:bodyPr wrap="square">
            <a:spAutoFit/>
          </a:bodyPr>
          <a:lstStyle/>
          <a:p>
            <a:pPr marL="285750" indent="-285750">
              <a:buFont typeface="Wingdings" panose="05000000000000000000" pitchFamily="2" charset="2"/>
              <a:buChar char="Ø"/>
            </a:pPr>
            <a:r>
              <a:rPr lang="en-US" altLang="zh-CN" dirty="0"/>
              <a:t>Add UNA header</a:t>
            </a:r>
            <a:endParaRPr lang="en-US" dirty="0"/>
          </a:p>
        </p:txBody>
      </p:sp>
      <p:pic>
        <p:nvPicPr>
          <p:cNvPr id="6" name="Picture 5">
            <a:extLst>
              <a:ext uri="{FF2B5EF4-FFF2-40B4-BE49-F238E27FC236}">
                <a16:creationId xmlns:a16="http://schemas.microsoft.com/office/drawing/2014/main" id="{523362D4-0CD0-4598-B85A-DD8BC9864721}"/>
              </a:ext>
            </a:extLst>
          </p:cNvPr>
          <p:cNvPicPr>
            <a:picLocks noChangeAspect="1"/>
          </p:cNvPicPr>
          <p:nvPr/>
        </p:nvPicPr>
        <p:blipFill>
          <a:blip r:embed="rId2"/>
          <a:stretch>
            <a:fillRect/>
          </a:stretch>
        </p:blipFill>
        <p:spPr>
          <a:xfrm>
            <a:off x="525286" y="1460395"/>
            <a:ext cx="8922209" cy="844593"/>
          </a:xfrm>
          <a:prstGeom prst="rect">
            <a:avLst/>
          </a:prstGeom>
        </p:spPr>
      </p:pic>
      <p:sp>
        <p:nvSpPr>
          <p:cNvPr id="7" name="Rectangle 6">
            <a:extLst>
              <a:ext uri="{FF2B5EF4-FFF2-40B4-BE49-F238E27FC236}">
                <a16:creationId xmlns:a16="http://schemas.microsoft.com/office/drawing/2014/main" id="{50B52C75-B602-46FC-96AD-B52D60E1A3BF}"/>
              </a:ext>
            </a:extLst>
          </p:cNvPr>
          <p:cNvSpPr/>
          <p:nvPr/>
        </p:nvSpPr>
        <p:spPr>
          <a:xfrm>
            <a:off x="315074" y="2490999"/>
            <a:ext cx="10676294" cy="369332"/>
          </a:xfrm>
          <a:prstGeom prst="rect">
            <a:avLst/>
          </a:prstGeom>
        </p:spPr>
        <p:txBody>
          <a:bodyPr wrap="square">
            <a:spAutoFit/>
          </a:bodyPr>
          <a:lstStyle/>
          <a:p>
            <a:pPr marL="285750" indent="-285750">
              <a:buFont typeface="Wingdings" panose="05000000000000000000" pitchFamily="2" charset="2"/>
              <a:buChar char="Ø"/>
            </a:pPr>
            <a:r>
              <a:rPr lang="en-US" altLang="zh-CN" dirty="0"/>
              <a:t>Add A0Q, A1Q header</a:t>
            </a:r>
            <a:endParaRPr lang="en-US" dirty="0"/>
          </a:p>
        </p:txBody>
      </p:sp>
      <p:pic>
        <p:nvPicPr>
          <p:cNvPr id="10" name="Picture 9">
            <a:extLst>
              <a:ext uri="{FF2B5EF4-FFF2-40B4-BE49-F238E27FC236}">
                <a16:creationId xmlns:a16="http://schemas.microsoft.com/office/drawing/2014/main" id="{52623D8B-7483-42D8-BA88-F1E0437D697A}"/>
              </a:ext>
            </a:extLst>
          </p:cNvPr>
          <p:cNvPicPr>
            <a:picLocks noChangeAspect="1"/>
          </p:cNvPicPr>
          <p:nvPr/>
        </p:nvPicPr>
        <p:blipFill>
          <a:blip r:embed="rId3"/>
          <a:stretch>
            <a:fillRect/>
          </a:stretch>
        </p:blipFill>
        <p:spPr>
          <a:xfrm>
            <a:off x="525286" y="3023225"/>
            <a:ext cx="9931910" cy="933498"/>
          </a:xfrm>
          <a:prstGeom prst="rect">
            <a:avLst/>
          </a:prstGeom>
        </p:spPr>
      </p:pic>
      <p:sp>
        <p:nvSpPr>
          <p:cNvPr id="11" name="Rectangle 10">
            <a:extLst>
              <a:ext uri="{FF2B5EF4-FFF2-40B4-BE49-F238E27FC236}">
                <a16:creationId xmlns:a16="http://schemas.microsoft.com/office/drawing/2014/main" id="{57DDE654-2913-4438-8D78-8F1C3AC76E47}"/>
              </a:ext>
            </a:extLst>
          </p:cNvPr>
          <p:cNvSpPr/>
          <p:nvPr/>
        </p:nvSpPr>
        <p:spPr>
          <a:xfrm>
            <a:off x="361221" y="4133218"/>
            <a:ext cx="10676294" cy="369332"/>
          </a:xfrm>
          <a:prstGeom prst="rect">
            <a:avLst/>
          </a:prstGeom>
        </p:spPr>
        <p:txBody>
          <a:bodyPr wrap="square">
            <a:spAutoFit/>
          </a:bodyPr>
          <a:lstStyle/>
          <a:p>
            <a:pPr marL="285750" indent="-285750">
              <a:buFont typeface="Wingdings" panose="05000000000000000000" pitchFamily="2" charset="2"/>
              <a:buChar char="Ø"/>
            </a:pPr>
            <a:r>
              <a:rPr lang="en-US" altLang="zh-CN" dirty="0"/>
              <a:t>Add xml header</a:t>
            </a:r>
            <a:endParaRPr lang="en-US" dirty="0"/>
          </a:p>
        </p:txBody>
      </p:sp>
      <p:pic>
        <p:nvPicPr>
          <p:cNvPr id="12" name="Picture 11">
            <a:extLst>
              <a:ext uri="{FF2B5EF4-FFF2-40B4-BE49-F238E27FC236}">
                <a16:creationId xmlns:a16="http://schemas.microsoft.com/office/drawing/2014/main" id="{3893C094-1BC5-47BF-8ECC-22120F88E6E8}"/>
              </a:ext>
            </a:extLst>
          </p:cNvPr>
          <p:cNvPicPr>
            <a:picLocks noChangeAspect="1"/>
          </p:cNvPicPr>
          <p:nvPr/>
        </p:nvPicPr>
        <p:blipFill>
          <a:blip r:embed="rId4"/>
          <a:stretch>
            <a:fillRect/>
          </a:stretch>
        </p:blipFill>
        <p:spPr>
          <a:xfrm>
            <a:off x="525286" y="4587760"/>
            <a:ext cx="9544541" cy="825542"/>
          </a:xfrm>
          <a:prstGeom prst="rect">
            <a:avLst/>
          </a:prstGeom>
        </p:spPr>
      </p:pic>
      <p:sp>
        <p:nvSpPr>
          <p:cNvPr id="13" name="Rectangle 12">
            <a:extLst>
              <a:ext uri="{FF2B5EF4-FFF2-40B4-BE49-F238E27FC236}">
                <a16:creationId xmlns:a16="http://schemas.microsoft.com/office/drawing/2014/main" id="{59AAB734-D222-44EF-98B7-FF22254C5445}"/>
              </a:ext>
            </a:extLst>
          </p:cNvPr>
          <p:cNvSpPr/>
          <p:nvPr/>
        </p:nvSpPr>
        <p:spPr>
          <a:xfrm>
            <a:off x="361221" y="5421558"/>
            <a:ext cx="10676294" cy="369332"/>
          </a:xfrm>
          <a:prstGeom prst="rect">
            <a:avLst/>
          </a:prstGeom>
        </p:spPr>
        <p:txBody>
          <a:bodyPr wrap="square">
            <a:spAutoFit/>
          </a:bodyPr>
          <a:lstStyle/>
          <a:p>
            <a:pPr marL="285750" indent="-285750">
              <a:buFont typeface="Wingdings" panose="05000000000000000000" pitchFamily="2" charset="2"/>
              <a:buChar char="Ø"/>
            </a:pPr>
            <a:r>
              <a:rPr lang="en-US" altLang="zh-CN" dirty="0"/>
              <a:t>Add csv header</a:t>
            </a:r>
            <a:endParaRPr lang="en-US" dirty="0"/>
          </a:p>
        </p:txBody>
      </p:sp>
      <p:pic>
        <p:nvPicPr>
          <p:cNvPr id="14" name="Picture 13">
            <a:extLst>
              <a:ext uri="{FF2B5EF4-FFF2-40B4-BE49-F238E27FC236}">
                <a16:creationId xmlns:a16="http://schemas.microsoft.com/office/drawing/2014/main" id="{AA5C90E2-1282-4E37-B6C5-610C60FF20E4}"/>
              </a:ext>
            </a:extLst>
          </p:cNvPr>
          <p:cNvPicPr>
            <a:picLocks noChangeAspect="1"/>
          </p:cNvPicPr>
          <p:nvPr/>
        </p:nvPicPr>
        <p:blipFill>
          <a:blip r:embed="rId5"/>
          <a:stretch>
            <a:fillRect/>
          </a:stretch>
        </p:blipFill>
        <p:spPr>
          <a:xfrm>
            <a:off x="442731" y="5775437"/>
            <a:ext cx="10097019" cy="825542"/>
          </a:xfrm>
          <a:prstGeom prst="rect">
            <a:avLst/>
          </a:prstGeom>
        </p:spPr>
      </p:pic>
    </p:spTree>
    <p:extLst>
      <p:ext uri="{BB962C8B-B14F-4D97-AF65-F5344CB8AC3E}">
        <p14:creationId xmlns:p14="http://schemas.microsoft.com/office/powerpoint/2010/main" val="1820716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E86965-C7C4-493F-AC08-CFB3DEB0EB88}"/>
              </a:ext>
            </a:extLst>
          </p:cNvPr>
          <p:cNvSpPr>
            <a:spLocks noGrp="1"/>
          </p:cNvSpPr>
          <p:nvPr>
            <p:ph type="sldNum" sz="quarter" idx="12"/>
          </p:nvPr>
        </p:nvSpPr>
        <p:spPr/>
        <p:txBody>
          <a:bodyPr/>
          <a:lstStyle/>
          <a:p>
            <a:fld id="{913D9F7D-0C28-4C21-AA99-7C67E34F632A}" type="slidenum">
              <a:rPr lang="en-US" smtClean="0"/>
              <a:t>21</a:t>
            </a:fld>
            <a:endParaRPr lang="en-US"/>
          </a:p>
        </p:txBody>
      </p:sp>
      <p:sp>
        <p:nvSpPr>
          <p:cNvPr id="3" name="Title 2">
            <a:extLst>
              <a:ext uri="{FF2B5EF4-FFF2-40B4-BE49-F238E27FC236}">
                <a16:creationId xmlns:a16="http://schemas.microsoft.com/office/drawing/2014/main" id="{4160BBB4-D1AC-4AE2-B3D4-D3C24258879A}"/>
              </a:ext>
            </a:extLst>
          </p:cNvPr>
          <p:cNvSpPr>
            <a:spLocks noGrp="1"/>
          </p:cNvSpPr>
          <p:nvPr>
            <p:ph type="title"/>
          </p:nvPr>
        </p:nvSpPr>
        <p:spPr/>
        <p:txBody>
          <a:bodyPr/>
          <a:lstStyle/>
          <a:p>
            <a:r>
              <a:rPr lang="en-GB" altLang="en-US" dirty="0" err="1">
                <a:solidFill>
                  <a:srgbClr val="000000"/>
                </a:solidFill>
              </a:rPr>
              <a:t>CR_CutToLineLength</a:t>
            </a:r>
            <a:endParaRPr lang="en-US" dirty="0"/>
          </a:p>
        </p:txBody>
      </p:sp>
      <p:sp>
        <p:nvSpPr>
          <p:cNvPr id="4" name="Footer Placeholder 3">
            <a:extLst>
              <a:ext uri="{FF2B5EF4-FFF2-40B4-BE49-F238E27FC236}">
                <a16:creationId xmlns:a16="http://schemas.microsoft.com/office/drawing/2014/main" id="{2678B728-21BC-4F1B-A568-E39E23D0D3AA}"/>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4D61A2E1-A029-443E-B8A1-059EB4126267}"/>
              </a:ext>
            </a:extLst>
          </p:cNvPr>
          <p:cNvSpPr/>
          <p:nvPr/>
        </p:nvSpPr>
        <p:spPr>
          <a:xfrm>
            <a:off x="407368" y="1000842"/>
            <a:ext cx="11377264" cy="2308324"/>
          </a:xfrm>
          <a:prstGeom prst="rect">
            <a:avLst/>
          </a:prstGeom>
        </p:spPr>
        <p:txBody>
          <a:bodyPr wrap="square">
            <a:spAutoFit/>
          </a:bodyPr>
          <a:lstStyle/>
          <a:p>
            <a:pPr marL="285750" indent="-285750">
              <a:buFontTx/>
              <a:buChar char="-"/>
            </a:pPr>
            <a:r>
              <a:rPr lang="en-US" dirty="0"/>
              <a:t>Cut a single line file into slices of a defined length (default is 80). If that single line is shorter than the defined length, it will be padded with blanks.</a:t>
            </a:r>
          </a:p>
          <a:p>
            <a:pPr marL="285750" indent="-285750">
              <a:buFontTx/>
              <a:buChar char="-"/>
            </a:pPr>
            <a:endParaRPr lang="en-US" dirty="0"/>
          </a:p>
          <a:p>
            <a:pPr marL="285750" indent="-285750">
              <a:buFontTx/>
              <a:buChar char="-"/>
            </a:pPr>
            <a:r>
              <a:rPr lang="en-US" dirty="0"/>
              <a:t>Set the line length of a multiple line file to the defined length. If the length is shorter, it will be padded with blanks. If its longer, it will be cut and the rest of the line will be put into the next line.</a:t>
            </a:r>
          </a:p>
          <a:p>
            <a:pPr marL="285750" indent="-285750">
              <a:buFontTx/>
              <a:buChar char="-"/>
            </a:pPr>
            <a:endParaRPr lang="en-US" dirty="0"/>
          </a:p>
          <a:p>
            <a:pPr marL="285750" indent="-285750">
              <a:buFontTx/>
              <a:buChar char="-"/>
            </a:pPr>
            <a:r>
              <a:rPr lang="en-US" b="1" dirty="0" err="1"/>
              <a:t>LineLength</a:t>
            </a:r>
            <a:r>
              <a:rPr lang="en-US" b="1" dirty="0"/>
              <a:t>:</a:t>
            </a:r>
            <a:r>
              <a:rPr lang="zh-CN" altLang="en-US" b="1" dirty="0"/>
              <a:t> </a:t>
            </a:r>
            <a:r>
              <a:rPr lang="en-US" dirty="0"/>
              <a:t>the length of the rows of the output file. If the line length is set to "0", the program will set it to "80"</a:t>
            </a:r>
          </a:p>
        </p:txBody>
      </p:sp>
    </p:spTree>
    <p:extLst>
      <p:ext uri="{BB962C8B-B14F-4D97-AF65-F5344CB8AC3E}">
        <p14:creationId xmlns:p14="http://schemas.microsoft.com/office/powerpoint/2010/main" val="257954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968281-A481-4FB6-A854-D139990E2E4C}"/>
              </a:ext>
            </a:extLst>
          </p:cNvPr>
          <p:cNvSpPr>
            <a:spLocks noGrp="1"/>
          </p:cNvSpPr>
          <p:nvPr>
            <p:ph type="sldNum" sz="quarter" idx="12"/>
          </p:nvPr>
        </p:nvSpPr>
        <p:spPr/>
        <p:txBody>
          <a:bodyPr/>
          <a:lstStyle/>
          <a:p>
            <a:fld id="{913D9F7D-0C28-4C21-AA99-7C67E34F632A}" type="slidenum">
              <a:rPr lang="en-US" smtClean="0"/>
              <a:t>22</a:t>
            </a:fld>
            <a:endParaRPr lang="en-US"/>
          </a:p>
        </p:txBody>
      </p:sp>
      <p:sp>
        <p:nvSpPr>
          <p:cNvPr id="3" name="Title 2">
            <a:extLst>
              <a:ext uri="{FF2B5EF4-FFF2-40B4-BE49-F238E27FC236}">
                <a16:creationId xmlns:a16="http://schemas.microsoft.com/office/drawing/2014/main" id="{5711F0F5-0DC3-477B-97B7-E6FDF8FFD821}"/>
              </a:ext>
            </a:extLst>
          </p:cNvPr>
          <p:cNvSpPr>
            <a:spLocks noGrp="1"/>
          </p:cNvSpPr>
          <p:nvPr>
            <p:ph type="title"/>
          </p:nvPr>
        </p:nvSpPr>
        <p:spPr/>
        <p:txBody>
          <a:bodyPr/>
          <a:lstStyle/>
          <a:p>
            <a:r>
              <a:rPr lang="en-GB" altLang="en-US" dirty="0" err="1">
                <a:solidFill>
                  <a:srgbClr val="000000"/>
                </a:solidFill>
              </a:rPr>
              <a:t>CR_EditRecord</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57BFD24D-7659-4068-9F67-BAC70B6C468B}"/>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F67D04C4-C373-4798-A4EF-9BBEF59EFB5D}"/>
              </a:ext>
            </a:extLst>
          </p:cNvPr>
          <p:cNvPicPr>
            <a:picLocks noChangeAspect="1"/>
          </p:cNvPicPr>
          <p:nvPr/>
        </p:nvPicPr>
        <p:blipFill>
          <a:blip r:embed="rId2"/>
          <a:stretch>
            <a:fillRect/>
          </a:stretch>
        </p:blipFill>
        <p:spPr>
          <a:xfrm>
            <a:off x="407368" y="827690"/>
            <a:ext cx="5258070" cy="2997354"/>
          </a:xfrm>
          <a:prstGeom prst="rect">
            <a:avLst/>
          </a:prstGeom>
        </p:spPr>
      </p:pic>
      <p:sp>
        <p:nvSpPr>
          <p:cNvPr id="6" name="TextBox 5">
            <a:extLst>
              <a:ext uri="{FF2B5EF4-FFF2-40B4-BE49-F238E27FC236}">
                <a16:creationId xmlns:a16="http://schemas.microsoft.com/office/drawing/2014/main" id="{23B57A90-273B-4F45-AE2B-5FDAC95A6CDA}"/>
              </a:ext>
            </a:extLst>
          </p:cNvPr>
          <p:cNvSpPr txBox="1"/>
          <p:nvPr/>
        </p:nvSpPr>
        <p:spPr>
          <a:xfrm>
            <a:off x="407368" y="4017436"/>
            <a:ext cx="2048959" cy="338554"/>
          </a:xfrm>
          <a:prstGeom prst="rect">
            <a:avLst/>
          </a:prstGeom>
          <a:noFill/>
        </p:spPr>
        <p:txBody>
          <a:bodyPr wrap="none" rtlCol="0">
            <a:spAutoFit/>
          </a:bodyPr>
          <a:lstStyle/>
          <a:p>
            <a:pPr>
              <a:buClr>
                <a:schemeClr val="accent1"/>
              </a:buClr>
            </a:pPr>
            <a:r>
              <a:rPr lang="en-US" sz="1600" dirty="0"/>
              <a:t>&lt;REF#2&gt;: 0053225</a:t>
            </a:r>
          </a:p>
        </p:txBody>
      </p:sp>
      <p:pic>
        <p:nvPicPr>
          <p:cNvPr id="8" name="Picture 7">
            <a:extLst>
              <a:ext uri="{FF2B5EF4-FFF2-40B4-BE49-F238E27FC236}">
                <a16:creationId xmlns:a16="http://schemas.microsoft.com/office/drawing/2014/main" id="{0ED57DAE-87A0-412A-9E36-A5A7A009192C}"/>
              </a:ext>
            </a:extLst>
          </p:cNvPr>
          <p:cNvPicPr>
            <a:picLocks noChangeAspect="1"/>
          </p:cNvPicPr>
          <p:nvPr/>
        </p:nvPicPr>
        <p:blipFill>
          <a:blip r:embed="rId3"/>
          <a:stretch>
            <a:fillRect/>
          </a:stretch>
        </p:blipFill>
        <p:spPr>
          <a:xfrm>
            <a:off x="407368" y="4584614"/>
            <a:ext cx="9150820" cy="590580"/>
          </a:xfrm>
          <a:prstGeom prst="rect">
            <a:avLst/>
          </a:prstGeom>
        </p:spPr>
      </p:pic>
      <p:sp>
        <p:nvSpPr>
          <p:cNvPr id="7" name="TextBox 6">
            <a:extLst>
              <a:ext uri="{FF2B5EF4-FFF2-40B4-BE49-F238E27FC236}">
                <a16:creationId xmlns:a16="http://schemas.microsoft.com/office/drawing/2014/main" id="{2595711C-5FCC-4338-8B03-590E2405426C}"/>
              </a:ext>
            </a:extLst>
          </p:cNvPr>
          <p:cNvSpPr txBox="1"/>
          <p:nvPr/>
        </p:nvSpPr>
        <p:spPr>
          <a:xfrm>
            <a:off x="407368" y="5403818"/>
            <a:ext cx="4466159" cy="338554"/>
          </a:xfrm>
          <a:prstGeom prst="rect">
            <a:avLst/>
          </a:prstGeom>
          <a:noFill/>
        </p:spPr>
        <p:txBody>
          <a:bodyPr wrap="none" rtlCol="0">
            <a:spAutoFit/>
          </a:bodyPr>
          <a:lstStyle/>
          <a:p>
            <a:pPr algn="l">
              <a:buClr>
                <a:schemeClr val="accent1"/>
              </a:buClr>
            </a:pPr>
            <a:r>
              <a:rPr lang="en-US" sz="1600" dirty="0"/>
              <a:t>Once per File: will replace the 1</a:t>
            </a:r>
            <a:r>
              <a:rPr lang="en-US" sz="1600" baseline="30000" dirty="0"/>
              <a:t>st</a:t>
            </a:r>
            <a:r>
              <a:rPr lang="en-US" sz="1600" dirty="0"/>
              <a:t> occurrence</a:t>
            </a:r>
          </a:p>
        </p:txBody>
      </p:sp>
    </p:spTree>
    <p:extLst>
      <p:ext uri="{BB962C8B-B14F-4D97-AF65-F5344CB8AC3E}">
        <p14:creationId xmlns:p14="http://schemas.microsoft.com/office/powerpoint/2010/main" val="1756100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B63E52-C352-4ACD-9A0D-8444AB95EF88}"/>
              </a:ext>
            </a:extLst>
          </p:cNvPr>
          <p:cNvSpPr>
            <a:spLocks noGrp="1"/>
          </p:cNvSpPr>
          <p:nvPr>
            <p:ph type="sldNum" sz="quarter" idx="12"/>
          </p:nvPr>
        </p:nvSpPr>
        <p:spPr/>
        <p:txBody>
          <a:bodyPr/>
          <a:lstStyle/>
          <a:p>
            <a:fld id="{913D9F7D-0C28-4C21-AA99-7C67E34F632A}" type="slidenum">
              <a:rPr lang="en-US" smtClean="0"/>
              <a:t>23</a:t>
            </a:fld>
            <a:endParaRPr lang="en-US"/>
          </a:p>
        </p:txBody>
      </p:sp>
      <p:sp>
        <p:nvSpPr>
          <p:cNvPr id="3" name="Title 2">
            <a:extLst>
              <a:ext uri="{FF2B5EF4-FFF2-40B4-BE49-F238E27FC236}">
                <a16:creationId xmlns:a16="http://schemas.microsoft.com/office/drawing/2014/main" id="{8DB85726-A1D1-436C-9270-2A8538214C13}"/>
              </a:ext>
            </a:extLst>
          </p:cNvPr>
          <p:cNvSpPr>
            <a:spLocks noGrp="1"/>
          </p:cNvSpPr>
          <p:nvPr>
            <p:ph type="title"/>
          </p:nvPr>
        </p:nvSpPr>
        <p:spPr/>
        <p:txBody>
          <a:bodyPr/>
          <a:lstStyle/>
          <a:p>
            <a:r>
              <a:rPr lang="en-US" dirty="0" err="1"/>
              <a:t>CR_RemoveLineFeed</a:t>
            </a:r>
            <a:endParaRPr lang="en-US" dirty="0"/>
          </a:p>
        </p:txBody>
      </p:sp>
      <p:sp>
        <p:nvSpPr>
          <p:cNvPr id="4" name="Footer Placeholder 3">
            <a:extLst>
              <a:ext uri="{FF2B5EF4-FFF2-40B4-BE49-F238E27FC236}">
                <a16:creationId xmlns:a16="http://schemas.microsoft.com/office/drawing/2014/main" id="{551FBE54-2642-4ED5-91F2-D8CAE510B3F0}"/>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E03FCAEA-5A62-41C3-92A4-FED7742983D4}"/>
              </a:ext>
            </a:extLst>
          </p:cNvPr>
          <p:cNvPicPr>
            <a:picLocks noChangeAspect="1"/>
          </p:cNvPicPr>
          <p:nvPr/>
        </p:nvPicPr>
        <p:blipFill>
          <a:blip r:embed="rId2"/>
          <a:stretch>
            <a:fillRect/>
          </a:stretch>
        </p:blipFill>
        <p:spPr>
          <a:xfrm>
            <a:off x="407368" y="913022"/>
            <a:ext cx="9360381" cy="901746"/>
          </a:xfrm>
          <a:prstGeom prst="rect">
            <a:avLst/>
          </a:prstGeom>
        </p:spPr>
      </p:pic>
      <p:sp>
        <p:nvSpPr>
          <p:cNvPr id="6" name="TextBox 5">
            <a:extLst>
              <a:ext uri="{FF2B5EF4-FFF2-40B4-BE49-F238E27FC236}">
                <a16:creationId xmlns:a16="http://schemas.microsoft.com/office/drawing/2014/main" id="{FD3917A3-AAC0-4280-BE5F-25934A38EF48}"/>
              </a:ext>
            </a:extLst>
          </p:cNvPr>
          <p:cNvSpPr txBox="1"/>
          <p:nvPr/>
        </p:nvSpPr>
        <p:spPr>
          <a:xfrm>
            <a:off x="407368" y="2092492"/>
            <a:ext cx="1953227" cy="338554"/>
          </a:xfrm>
          <a:prstGeom prst="rect">
            <a:avLst/>
          </a:prstGeom>
          <a:noFill/>
        </p:spPr>
        <p:txBody>
          <a:bodyPr wrap="none" rtlCol="0">
            <a:spAutoFit/>
          </a:bodyPr>
          <a:lstStyle/>
          <a:p>
            <a:pPr algn="l">
              <a:buClr>
                <a:schemeClr val="accent1"/>
              </a:buClr>
            </a:pPr>
            <a:r>
              <a:rPr lang="en-US" sz="1600" dirty="0"/>
              <a:t>Default remove LF</a:t>
            </a:r>
          </a:p>
        </p:txBody>
      </p:sp>
    </p:spTree>
    <p:extLst>
      <p:ext uri="{BB962C8B-B14F-4D97-AF65-F5344CB8AC3E}">
        <p14:creationId xmlns:p14="http://schemas.microsoft.com/office/powerpoint/2010/main" val="831838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8E964C-B1D8-49E7-880C-8D981A1F8D30}"/>
              </a:ext>
            </a:extLst>
          </p:cNvPr>
          <p:cNvSpPr>
            <a:spLocks noGrp="1"/>
          </p:cNvSpPr>
          <p:nvPr>
            <p:ph type="sldNum" sz="quarter" idx="12"/>
          </p:nvPr>
        </p:nvSpPr>
        <p:spPr/>
        <p:txBody>
          <a:bodyPr/>
          <a:lstStyle/>
          <a:p>
            <a:fld id="{913D9F7D-0C28-4C21-AA99-7C67E34F632A}" type="slidenum">
              <a:rPr lang="en-US" smtClean="0"/>
              <a:t>24</a:t>
            </a:fld>
            <a:endParaRPr lang="en-US"/>
          </a:p>
        </p:txBody>
      </p:sp>
      <p:sp>
        <p:nvSpPr>
          <p:cNvPr id="3" name="Title 2">
            <a:extLst>
              <a:ext uri="{FF2B5EF4-FFF2-40B4-BE49-F238E27FC236}">
                <a16:creationId xmlns:a16="http://schemas.microsoft.com/office/drawing/2014/main" id="{BF9C60D7-F087-43DC-BB84-4E3EB4A9C441}"/>
              </a:ext>
            </a:extLst>
          </p:cNvPr>
          <p:cNvSpPr>
            <a:spLocks noGrp="1"/>
          </p:cNvSpPr>
          <p:nvPr>
            <p:ph type="title"/>
          </p:nvPr>
        </p:nvSpPr>
        <p:spPr/>
        <p:txBody>
          <a:bodyPr/>
          <a:lstStyle/>
          <a:p>
            <a:r>
              <a:rPr lang="en-GB" altLang="en-US" dirty="0" err="1">
                <a:solidFill>
                  <a:srgbClr val="000000"/>
                </a:solidFill>
              </a:rPr>
              <a:t>CR_RemoveRecord</a:t>
            </a:r>
            <a:endParaRPr lang="en-US" dirty="0"/>
          </a:p>
        </p:txBody>
      </p:sp>
      <p:sp>
        <p:nvSpPr>
          <p:cNvPr id="4" name="Footer Placeholder 3">
            <a:extLst>
              <a:ext uri="{FF2B5EF4-FFF2-40B4-BE49-F238E27FC236}">
                <a16:creationId xmlns:a16="http://schemas.microsoft.com/office/drawing/2014/main" id="{A874C8AA-CEBC-4102-B603-E886A91320A8}"/>
              </a:ext>
            </a:extLst>
          </p:cNvPr>
          <p:cNvSpPr>
            <a:spLocks noGrp="1"/>
          </p:cNvSpPr>
          <p:nvPr>
            <p:ph type="ftr" sz="quarter" idx="13"/>
          </p:nvPr>
        </p:nvSpPr>
        <p:spPr/>
        <p:txBody>
          <a:bodyPr/>
          <a:lstStyle/>
          <a:p>
            <a:r>
              <a:rPr lang="en-US"/>
              <a:t>DB SCHENKER | Vanessa Xu | AM</a:t>
            </a:r>
            <a:endParaRPr lang="en-US" dirty="0"/>
          </a:p>
        </p:txBody>
      </p:sp>
      <p:sp>
        <p:nvSpPr>
          <p:cNvPr id="5" name="TextBox 4">
            <a:extLst>
              <a:ext uri="{FF2B5EF4-FFF2-40B4-BE49-F238E27FC236}">
                <a16:creationId xmlns:a16="http://schemas.microsoft.com/office/drawing/2014/main" id="{853B2CF8-7AD8-49A4-8227-64C3C97643F7}"/>
              </a:ext>
            </a:extLst>
          </p:cNvPr>
          <p:cNvSpPr txBox="1"/>
          <p:nvPr/>
        </p:nvSpPr>
        <p:spPr>
          <a:xfrm>
            <a:off x="318977" y="786190"/>
            <a:ext cx="1845826" cy="338554"/>
          </a:xfrm>
          <a:prstGeom prst="rect">
            <a:avLst/>
          </a:prstGeom>
          <a:noFill/>
        </p:spPr>
        <p:txBody>
          <a:bodyPr wrap="none" rtlCol="0">
            <a:spAutoFit/>
          </a:bodyPr>
          <a:lstStyle/>
          <a:p>
            <a:pPr>
              <a:buClr>
                <a:schemeClr val="accent1"/>
              </a:buClr>
            </a:pPr>
            <a:r>
              <a:rPr lang="en-US" sz="1600" dirty="0" err="1"/>
              <a:t>RemoveIdentifier</a:t>
            </a:r>
            <a:endParaRPr lang="en-US" sz="1600" dirty="0"/>
          </a:p>
        </p:txBody>
      </p:sp>
      <p:pic>
        <p:nvPicPr>
          <p:cNvPr id="7" name="Picture 6">
            <a:extLst>
              <a:ext uri="{FF2B5EF4-FFF2-40B4-BE49-F238E27FC236}">
                <a16:creationId xmlns:a16="http://schemas.microsoft.com/office/drawing/2014/main" id="{880C6606-16E9-428E-8FCC-A3118AFC1B9F}"/>
              </a:ext>
            </a:extLst>
          </p:cNvPr>
          <p:cNvPicPr>
            <a:picLocks noChangeAspect="1"/>
          </p:cNvPicPr>
          <p:nvPr/>
        </p:nvPicPr>
        <p:blipFill>
          <a:blip r:embed="rId2"/>
          <a:stretch>
            <a:fillRect/>
          </a:stretch>
        </p:blipFill>
        <p:spPr>
          <a:xfrm>
            <a:off x="318977" y="1124744"/>
            <a:ext cx="9893808" cy="1092256"/>
          </a:xfrm>
          <a:prstGeom prst="rect">
            <a:avLst/>
          </a:prstGeom>
        </p:spPr>
      </p:pic>
      <p:sp>
        <p:nvSpPr>
          <p:cNvPr id="8" name="Rectangle 7">
            <a:extLst>
              <a:ext uri="{FF2B5EF4-FFF2-40B4-BE49-F238E27FC236}">
                <a16:creationId xmlns:a16="http://schemas.microsoft.com/office/drawing/2014/main" id="{2C12FAF0-8BB9-459F-8D27-2AEF194B09CF}"/>
              </a:ext>
            </a:extLst>
          </p:cNvPr>
          <p:cNvSpPr/>
          <p:nvPr/>
        </p:nvSpPr>
        <p:spPr>
          <a:xfrm>
            <a:off x="318977" y="2217000"/>
            <a:ext cx="1295932" cy="369332"/>
          </a:xfrm>
          <a:prstGeom prst="rect">
            <a:avLst/>
          </a:prstGeom>
        </p:spPr>
        <p:txBody>
          <a:bodyPr wrap="none">
            <a:spAutoFit/>
          </a:bodyPr>
          <a:lstStyle/>
          <a:p>
            <a:r>
              <a:rPr lang="en-US" dirty="0"/>
              <a:t>Parameter</a:t>
            </a:r>
          </a:p>
        </p:txBody>
      </p:sp>
      <p:pic>
        <p:nvPicPr>
          <p:cNvPr id="9" name="Picture 8">
            <a:extLst>
              <a:ext uri="{FF2B5EF4-FFF2-40B4-BE49-F238E27FC236}">
                <a16:creationId xmlns:a16="http://schemas.microsoft.com/office/drawing/2014/main" id="{E94F49A8-C090-40C7-A378-7977DC51D946}"/>
              </a:ext>
            </a:extLst>
          </p:cNvPr>
          <p:cNvPicPr>
            <a:picLocks noChangeAspect="1"/>
          </p:cNvPicPr>
          <p:nvPr/>
        </p:nvPicPr>
        <p:blipFill>
          <a:blip r:embed="rId3"/>
          <a:stretch>
            <a:fillRect/>
          </a:stretch>
        </p:blipFill>
        <p:spPr>
          <a:xfrm>
            <a:off x="318977" y="2695009"/>
            <a:ext cx="9436585" cy="819192"/>
          </a:xfrm>
          <a:prstGeom prst="rect">
            <a:avLst/>
          </a:prstGeom>
        </p:spPr>
      </p:pic>
      <p:graphicFrame>
        <p:nvGraphicFramePr>
          <p:cNvPr id="12" name="Table 11">
            <a:extLst>
              <a:ext uri="{FF2B5EF4-FFF2-40B4-BE49-F238E27FC236}">
                <a16:creationId xmlns:a16="http://schemas.microsoft.com/office/drawing/2014/main" id="{DB75B136-4BF9-4AC8-A694-B9116DB0171A}"/>
              </a:ext>
            </a:extLst>
          </p:cNvPr>
          <p:cNvGraphicFramePr>
            <a:graphicFrameLocks noGrp="1"/>
          </p:cNvGraphicFramePr>
          <p:nvPr>
            <p:extLst>
              <p:ext uri="{D42A27DB-BD31-4B8C-83A1-F6EECF244321}">
                <p14:modId xmlns:p14="http://schemas.microsoft.com/office/powerpoint/2010/main" val="1249309442"/>
              </p:ext>
            </p:extLst>
          </p:nvPr>
        </p:nvGraphicFramePr>
        <p:xfrm>
          <a:off x="407368" y="3552313"/>
          <a:ext cx="11377264" cy="1009054"/>
        </p:xfrm>
        <a:graphic>
          <a:graphicData uri="http://schemas.openxmlformats.org/drawingml/2006/table">
            <a:tbl>
              <a:tblPr/>
              <a:tblGrid>
                <a:gridCol w="3097577">
                  <a:extLst>
                    <a:ext uri="{9D8B030D-6E8A-4147-A177-3AD203B41FA5}">
                      <a16:colId xmlns:a16="http://schemas.microsoft.com/office/drawing/2014/main" val="1329313465"/>
                    </a:ext>
                  </a:extLst>
                </a:gridCol>
                <a:gridCol w="8279687">
                  <a:extLst>
                    <a:ext uri="{9D8B030D-6E8A-4147-A177-3AD203B41FA5}">
                      <a16:colId xmlns:a16="http://schemas.microsoft.com/office/drawing/2014/main" val="174563207"/>
                    </a:ext>
                  </a:extLst>
                </a:gridCol>
              </a:tblGrid>
              <a:tr h="1009054">
                <a:tc>
                  <a:txBody>
                    <a:bodyPr/>
                    <a:lstStyle/>
                    <a:p>
                      <a:r>
                        <a:rPr lang="en-US">
                          <a:effectLst/>
                        </a:rPr>
                        <a:t>Listtype</a:t>
                      </a:r>
                    </a:p>
                  </a:txBody>
                  <a:tcPr anchor="ctr">
                    <a:lnL>
                      <a:noFill/>
                    </a:lnL>
                    <a:lnR>
                      <a:noFill/>
                    </a:lnR>
                    <a:lnT>
                      <a:noFill/>
                    </a:lnT>
                    <a:lnB>
                      <a:noFill/>
                    </a:lnB>
                  </a:tcPr>
                </a:tc>
                <a:tc>
                  <a:txBody>
                    <a:bodyPr/>
                    <a:lstStyle/>
                    <a:p>
                      <a:r>
                        <a:rPr lang="en-US" dirty="0">
                          <a:effectLst/>
                        </a:rPr>
                        <a:t>Checkbox - White / Black list (default unchecked = blacklist --&gt; remove configured records; white list --&gt; only keep conf. records</a:t>
                      </a:r>
                    </a:p>
                  </a:txBody>
                  <a:tcPr anchor="ctr">
                    <a:lnL>
                      <a:noFill/>
                    </a:lnL>
                    <a:lnR>
                      <a:noFill/>
                    </a:lnR>
                    <a:lnT>
                      <a:noFill/>
                    </a:lnT>
                    <a:lnB>
                      <a:noFill/>
                    </a:lnB>
                  </a:tcPr>
                </a:tc>
                <a:extLst>
                  <a:ext uri="{0D108BD9-81ED-4DB2-BD59-A6C34878D82A}">
                    <a16:rowId xmlns:a16="http://schemas.microsoft.com/office/drawing/2014/main" val="3554325419"/>
                  </a:ext>
                </a:extLst>
              </a:tr>
            </a:tbl>
          </a:graphicData>
        </a:graphic>
      </p:graphicFrame>
      <p:graphicFrame>
        <p:nvGraphicFramePr>
          <p:cNvPr id="13" name="Table 12">
            <a:extLst>
              <a:ext uri="{FF2B5EF4-FFF2-40B4-BE49-F238E27FC236}">
                <a16:creationId xmlns:a16="http://schemas.microsoft.com/office/drawing/2014/main" id="{1F6C689A-41C2-4686-9DB5-C269C67D3B0B}"/>
              </a:ext>
            </a:extLst>
          </p:cNvPr>
          <p:cNvGraphicFramePr>
            <a:graphicFrameLocks noGrp="1"/>
          </p:cNvGraphicFramePr>
          <p:nvPr>
            <p:extLst>
              <p:ext uri="{D42A27DB-BD31-4B8C-83A1-F6EECF244321}">
                <p14:modId xmlns:p14="http://schemas.microsoft.com/office/powerpoint/2010/main" val="4024794011"/>
              </p:ext>
            </p:extLst>
          </p:nvPr>
        </p:nvGraphicFramePr>
        <p:xfrm>
          <a:off x="407367" y="4392314"/>
          <a:ext cx="11377263" cy="819192"/>
        </p:xfrm>
        <a:graphic>
          <a:graphicData uri="http://schemas.openxmlformats.org/drawingml/2006/table">
            <a:tbl>
              <a:tblPr/>
              <a:tblGrid>
                <a:gridCol w="3097577">
                  <a:extLst>
                    <a:ext uri="{9D8B030D-6E8A-4147-A177-3AD203B41FA5}">
                      <a16:colId xmlns:a16="http://schemas.microsoft.com/office/drawing/2014/main" val="2841093622"/>
                    </a:ext>
                  </a:extLst>
                </a:gridCol>
                <a:gridCol w="8279686">
                  <a:extLst>
                    <a:ext uri="{9D8B030D-6E8A-4147-A177-3AD203B41FA5}">
                      <a16:colId xmlns:a16="http://schemas.microsoft.com/office/drawing/2014/main" val="3737736331"/>
                    </a:ext>
                  </a:extLst>
                </a:gridCol>
              </a:tblGrid>
              <a:tr h="819192">
                <a:tc>
                  <a:txBody>
                    <a:bodyPr/>
                    <a:lstStyle/>
                    <a:p>
                      <a:r>
                        <a:rPr lang="en-US">
                          <a:effectLst/>
                        </a:rPr>
                        <a:t>ForwardEmptyMsg</a:t>
                      </a:r>
                    </a:p>
                  </a:txBody>
                  <a:tcPr anchor="ctr">
                    <a:lnL>
                      <a:noFill/>
                    </a:lnL>
                    <a:lnR>
                      <a:noFill/>
                    </a:lnR>
                    <a:lnT>
                      <a:noFill/>
                    </a:lnT>
                    <a:lnB>
                      <a:noFill/>
                    </a:lnB>
                  </a:tcPr>
                </a:tc>
                <a:tc>
                  <a:txBody>
                    <a:bodyPr/>
                    <a:lstStyle/>
                    <a:p>
                      <a:r>
                        <a:rPr lang="en-US" dirty="0">
                          <a:effectLst/>
                        </a:rPr>
                        <a:t>Checkbox Yes/No - (default unchecked = No --&gt; set </a:t>
                      </a:r>
                      <a:r>
                        <a:rPr lang="en-US" dirty="0" err="1">
                          <a:effectLst/>
                        </a:rPr>
                        <a:t>PassOn</a:t>
                      </a:r>
                      <a:r>
                        <a:rPr lang="en-US" dirty="0">
                          <a:effectLst/>
                        </a:rPr>
                        <a:t> in case of empty message; Yes --&gt; forward empty message)</a:t>
                      </a:r>
                    </a:p>
                  </a:txBody>
                  <a:tcPr anchor="ctr">
                    <a:lnL>
                      <a:noFill/>
                    </a:lnL>
                    <a:lnR>
                      <a:noFill/>
                    </a:lnR>
                    <a:lnT>
                      <a:noFill/>
                    </a:lnT>
                    <a:lnB>
                      <a:noFill/>
                    </a:lnB>
                  </a:tcPr>
                </a:tc>
                <a:extLst>
                  <a:ext uri="{0D108BD9-81ED-4DB2-BD59-A6C34878D82A}">
                    <a16:rowId xmlns:a16="http://schemas.microsoft.com/office/drawing/2014/main" val="887054692"/>
                  </a:ext>
                </a:extLst>
              </a:tr>
            </a:tbl>
          </a:graphicData>
        </a:graphic>
      </p:graphicFrame>
      <p:graphicFrame>
        <p:nvGraphicFramePr>
          <p:cNvPr id="14" name="Table 13">
            <a:extLst>
              <a:ext uri="{FF2B5EF4-FFF2-40B4-BE49-F238E27FC236}">
                <a16:creationId xmlns:a16="http://schemas.microsoft.com/office/drawing/2014/main" id="{7E25FF55-77F8-4CE9-9066-37EFB7D88C2B}"/>
              </a:ext>
            </a:extLst>
          </p:cNvPr>
          <p:cNvGraphicFramePr>
            <a:graphicFrameLocks noGrp="1"/>
          </p:cNvGraphicFramePr>
          <p:nvPr>
            <p:extLst>
              <p:ext uri="{D42A27DB-BD31-4B8C-83A1-F6EECF244321}">
                <p14:modId xmlns:p14="http://schemas.microsoft.com/office/powerpoint/2010/main" val="987719051"/>
              </p:ext>
            </p:extLst>
          </p:nvPr>
        </p:nvGraphicFramePr>
        <p:xfrm>
          <a:off x="407367" y="5256599"/>
          <a:ext cx="11377262" cy="618605"/>
        </p:xfrm>
        <a:graphic>
          <a:graphicData uri="http://schemas.openxmlformats.org/drawingml/2006/table">
            <a:tbl>
              <a:tblPr/>
              <a:tblGrid>
                <a:gridCol w="3097576">
                  <a:extLst>
                    <a:ext uri="{9D8B030D-6E8A-4147-A177-3AD203B41FA5}">
                      <a16:colId xmlns:a16="http://schemas.microsoft.com/office/drawing/2014/main" val="2359631566"/>
                    </a:ext>
                  </a:extLst>
                </a:gridCol>
                <a:gridCol w="8279686">
                  <a:extLst>
                    <a:ext uri="{9D8B030D-6E8A-4147-A177-3AD203B41FA5}">
                      <a16:colId xmlns:a16="http://schemas.microsoft.com/office/drawing/2014/main" val="176453574"/>
                    </a:ext>
                  </a:extLst>
                </a:gridCol>
              </a:tblGrid>
              <a:tr h="618605">
                <a:tc>
                  <a:txBody>
                    <a:bodyPr/>
                    <a:lstStyle/>
                    <a:p>
                      <a:r>
                        <a:rPr lang="en-US">
                          <a:effectLst/>
                        </a:rPr>
                        <a:t>RoutingCode</a:t>
                      </a:r>
                    </a:p>
                  </a:txBody>
                  <a:tcPr anchor="ctr">
                    <a:lnL>
                      <a:noFill/>
                    </a:lnL>
                    <a:lnR>
                      <a:noFill/>
                    </a:lnR>
                    <a:lnT>
                      <a:noFill/>
                    </a:lnT>
                    <a:lnB>
                      <a:noFill/>
                    </a:lnB>
                  </a:tcPr>
                </a:tc>
                <a:tc>
                  <a:txBody>
                    <a:bodyPr/>
                    <a:lstStyle/>
                    <a:p>
                      <a:r>
                        <a:rPr lang="en-US" dirty="0">
                          <a:effectLst/>
                        </a:rPr>
                        <a:t>Optional new </a:t>
                      </a:r>
                      <a:r>
                        <a:rPr lang="en-US" dirty="0" err="1">
                          <a:effectLst/>
                        </a:rPr>
                        <a:t>RoutingCode</a:t>
                      </a:r>
                      <a:r>
                        <a:rPr lang="en-US" dirty="0">
                          <a:effectLst/>
                        </a:rPr>
                        <a:t> for empty message</a:t>
                      </a:r>
                    </a:p>
                  </a:txBody>
                  <a:tcPr anchor="ctr">
                    <a:lnL>
                      <a:noFill/>
                    </a:lnL>
                    <a:lnR>
                      <a:noFill/>
                    </a:lnR>
                    <a:lnT>
                      <a:noFill/>
                    </a:lnT>
                    <a:lnB>
                      <a:noFill/>
                    </a:lnB>
                  </a:tcPr>
                </a:tc>
                <a:extLst>
                  <a:ext uri="{0D108BD9-81ED-4DB2-BD59-A6C34878D82A}">
                    <a16:rowId xmlns:a16="http://schemas.microsoft.com/office/drawing/2014/main" val="376263410"/>
                  </a:ext>
                </a:extLst>
              </a:tr>
            </a:tbl>
          </a:graphicData>
        </a:graphic>
      </p:graphicFrame>
    </p:spTree>
    <p:extLst>
      <p:ext uri="{BB962C8B-B14F-4D97-AF65-F5344CB8AC3E}">
        <p14:creationId xmlns:p14="http://schemas.microsoft.com/office/powerpoint/2010/main" val="3722634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25</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GB" altLang="en-US" dirty="0">
                <a:solidFill>
                  <a:srgbClr val="000000"/>
                </a:solidFill>
              </a:rPr>
              <a:t>CR_AddRec_v2</a:t>
            </a: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3399D3D2-9222-4176-896A-9B5659B59F76}"/>
              </a:ext>
            </a:extLst>
          </p:cNvPr>
          <p:cNvPicPr>
            <a:picLocks noChangeAspect="1"/>
          </p:cNvPicPr>
          <p:nvPr/>
        </p:nvPicPr>
        <p:blipFill>
          <a:blip r:embed="rId2"/>
          <a:stretch>
            <a:fillRect/>
          </a:stretch>
        </p:blipFill>
        <p:spPr>
          <a:xfrm>
            <a:off x="407368" y="801519"/>
            <a:ext cx="6458282" cy="2235315"/>
          </a:xfrm>
          <a:prstGeom prst="rect">
            <a:avLst/>
          </a:prstGeom>
        </p:spPr>
      </p:pic>
      <p:pic>
        <p:nvPicPr>
          <p:cNvPr id="6" name="Picture 5">
            <a:extLst>
              <a:ext uri="{FF2B5EF4-FFF2-40B4-BE49-F238E27FC236}">
                <a16:creationId xmlns:a16="http://schemas.microsoft.com/office/drawing/2014/main" id="{118ACA87-03BC-4D85-8D22-ED9C7B245BC3}"/>
              </a:ext>
            </a:extLst>
          </p:cNvPr>
          <p:cNvPicPr>
            <a:picLocks noChangeAspect="1"/>
          </p:cNvPicPr>
          <p:nvPr/>
        </p:nvPicPr>
        <p:blipFill>
          <a:blip r:embed="rId3"/>
          <a:stretch>
            <a:fillRect/>
          </a:stretch>
        </p:blipFill>
        <p:spPr>
          <a:xfrm>
            <a:off x="407368" y="3932174"/>
            <a:ext cx="10020815" cy="1035103"/>
          </a:xfrm>
          <a:prstGeom prst="rect">
            <a:avLst/>
          </a:prstGeom>
        </p:spPr>
      </p:pic>
      <p:pic>
        <p:nvPicPr>
          <p:cNvPr id="7" name="Picture 6">
            <a:extLst>
              <a:ext uri="{FF2B5EF4-FFF2-40B4-BE49-F238E27FC236}">
                <a16:creationId xmlns:a16="http://schemas.microsoft.com/office/drawing/2014/main" id="{2BA4DD8B-8B8B-4DF8-B450-D894E673625A}"/>
              </a:ext>
            </a:extLst>
          </p:cNvPr>
          <p:cNvPicPr>
            <a:picLocks noChangeAspect="1"/>
          </p:cNvPicPr>
          <p:nvPr/>
        </p:nvPicPr>
        <p:blipFill>
          <a:blip r:embed="rId4"/>
          <a:stretch>
            <a:fillRect/>
          </a:stretch>
        </p:blipFill>
        <p:spPr>
          <a:xfrm>
            <a:off x="401018" y="3379696"/>
            <a:ext cx="10027165" cy="552478"/>
          </a:xfrm>
          <a:prstGeom prst="rect">
            <a:avLst/>
          </a:prstGeom>
        </p:spPr>
      </p:pic>
      <p:sp>
        <p:nvSpPr>
          <p:cNvPr id="8" name="TextBox 7">
            <a:extLst>
              <a:ext uri="{FF2B5EF4-FFF2-40B4-BE49-F238E27FC236}">
                <a16:creationId xmlns:a16="http://schemas.microsoft.com/office/drawing/2014/main" id="{8AAD60B8-BF68-4D7B-BAC4-6397DB79825F}"/>
              </a:ext>
            </a:extLst>
          </p:cNvPr>
          <p:cNvSpPr txBox="1"/>
          <p:nvPr/>
        </p:nvSpPr>
        <p:spPr>
          <a:xfrm>
            <a:off x="297712" y="3041142"/>
            <a:ext cx="1720343" cy="338554"/>
          </a:xfrm>
          <a:prstGeom prst="rect">
            <a:avLst/>
          </a:prstGeom>
          <a:noFill/>
        </p:spPr>
        <p:txBody>
          <a:bodyPr wrap="none" rtlCol="0">
            <a:spAutoFit/>
          </a:bodyPr>
          <a:lstStyle/>
          <a:p>
            <a:pPr algn="l">
              <a:buClr>
                <a:schemeClr val="accent1"/>
              </a:buClr>
            </a:pPr>
            <a:r>
              <a:rPr lang="en-US" sz="1600" dirty="0"/>
              <a:t>Add accordingly</a:t>
            </a:r>
          </a:p>
        </p:txBody>
      </p:sp>
    </p:spTree>
    <p:extLst>
      <p:ext uri="{BB962C8B-B14F-4D97-AF65-F5344CB8AC3E}">
        <p14:creationId xmlns:p14="http://schemas.microsoft.com/office/powerpoint/2010/main" val="3914934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26</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GB" altLang="en-US" dirty="0">
                <a:solidFill>
                  <a:srgbClr val="000000"/>
                </a:solidFill>
              </a:rPr>
              <a:t>CR_AddRec_v2</a:t>
            </a: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sp>
        <p:nvSpPr>
          <p:cNvPr id="8" name="TextBox 7">
            <a:extLst>
              <a:ext uri="{FF2B5EF4-FFF2-40B4-BE49-F238E27FC236}">
                <a16:creationId xmlns:a16="http://schemas.microsoft.com/office/drawing/2014/main" id="{8AAD60B8-BF68-4D7B-BAC4-6397DB79825F}"/>
              </a:ext>
            </a:extLst>
          </p:cNvPr>
          <p:cNvSpPr txBox="1"/>
          <p:nvPr/>
        </p:nvSpPr>
        <p:spPr>
          <a:xfrm>
            <a:off x="287438" y="786190"/>
            <a:ext cx="1924053" cy="338554"/>
          </a:xfrm>
          <a:prstGeom prst="rect">
            <a:avLst/>
          </a:prstGeom>
          <a:noFill/>
        </p:spPr>
        <p:txBody>
          <a:bodyPr wrap="none" rtlCol="0">
            <a:spAutoFit/>
          </a:bodyPr>
          <a:lstStyle/>
          <a:p>
            <a:pPr>
              <a:buClr>
                <a:schemeClr val="accent1"/>
              </a:buClr>
            </a:pPr>
            <a:r>
              <a:rPr lang="en-US" sz="1600" dirty="0" err="1"/>
              <a:t>ConfigurableValue</a:t>
            </a:r>
            <a:endParaRPr lang="en-US" sz="1600" dirty="0"/>
          </a:p>
        </p:txBody>
      </p:sp>
      <p:pic>
        <p:nvPicPr>
          <p:cNvPr id="9" name="Picture 8">
            <a:extLst>
              <a:ext uri="{FF2B5EF4-FFF2-40B4-BE49-F238E27FC236}">
                <a16:creationId xmlns:a16="http://schemas.microsoft.com/office/drawing/2014/main" id="{B5EC7E4B-FD0E-4D3F-A81B-491998BA1883}"/>
              </a:ext>
            </a:extLst>
          </p:cNvPr>
          <p:cNvPicPr>
            <a:picLocks noChangeAspect="1"/>
          </p:cNvPicPr>
          <p:nvPr/>
        </p:nvPicPr>
        <p:blipFill>
          <a:blip r:embed="rId2"/>
          <a:stretch>
            <a:fillRect/>
          </a:stretch>
        </p:blipFill>
        <p:spPr>
          <a:xfrm>
            <a:off x="407368" y="1467257"/>
            <a:ext cx="9874757" cy="800141"/>
          </a:xfrm>
          <a:prstGeom prst="rect">
            <a:avLst/>
          </a:prstGeom>
        </p:spPr>
      </p:pic>
    </p:spTree>
    <p:extLst>
      <p:ext uri="{BB962C8B-B14F-4D97-AF65-F5344CB8AC3E}">
        <p14:creationId xmlns:p14="http://schemas.microsoft.com/office/powerpoint/2010/main" val="409064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27</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GB" altLang="en-US" dirty="0" err="1">
                <a:solidFill>
                  <a:srgbClr val="000000"/>
                </a:solidFill>
              </a:rPr>
              <a:t>CR_CopyToRoutingCodes</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15FB3917-9C1D-4C00-831A-394D11C2969A}"/>
              </a:ext>
            </a:extLst>
          </p:cNvPr>
          <p:cNvPicPr>
            <a:picLocks noChangeAspect="1"/>
          </p:cNvPicPr>
          <p:nvPr/>
        </p:nvPicPr>
        <p:blipFill>
          <a:blip r:embed="rId2"/>
          <a:stretch>
            <a:fillRect/>
          </a:stretch>
        </p:blipFill>
        <p:spPr>
          <a:xfrm>
            <a:off x="407368" y="1936694"/>
            <a:ext cx="10274828" cy="806491"/>
          </a:xfrm>
          <a:prstGeom prst="rect">
            <a:avLst/>
          </a:prstGeom>
        </p:spPr>
      </p:pic>
      <p:sp>
        <p:nvSpPr>
          <p:cNvPr id="6" name="TextBox 5">
            <a:extLst>
              <a:ext uri="{FF2B5EF4-FFF2-40B4-BE49-F238E27FC236}">
                <a16:creationId xmlns:a16="http://schemas.microsoft.com/office/drawing/2014/main" id="{20AF16BA-9563-411B-AA38-2C8DE67EBBEF}"/>
              </a:ext>
            </a:extLst>
          </p:cNvPr>
          <p:cNvSpPr txBox="1"/>
          <p:nvPr/>
        </p:nvSpPr>
        <p:spPr>
          <a:xfrm>
            <a:off x="565079" y="3429000"/>
            <a:ext cx="5542415" cy="338554"/>
          </a:xfrm>
          <a:prstGeom prst="rect">
            <a:avLst/>
          </a:prstGeom>
          <a:noFill/>
        </p:spPr>
        <p:txBody>
          <a:bodyPr wrap="none" rtlCol="0">
            <a:spAutoFit/>
          </a:bodyPr>
          <a:lstStyle/>
          <a:p>
            <a:pPr algn="l">
              <a:buClr>
                <a:schemeClr val="accent1"/>
              </a:buClr>
            </a:pPr>
            <a:r>
              <a:rPr lang="en-US" sz="1600" dirty="0"/>
              <a:t>Note: Routing code in general page must be configured</a:t>
            </a:r>
          </a:p>
        </p:txBody>
      </p:sp>
    </p:spTree>
    <p:extLst>
      <p:ext uri="{BB962C8B-B14F-4D97-AF65-F5344CB8AC3E}">
        <p14:creationId xmlns:p14="http://schemas.microsoft.com/office/powerpoint/2010/main" val="199799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28</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GB" altLang="en-US" dirty="0" err="1">
                <a:solidFill>
                  <a:srgbClr val="000000"/>
                </a:solidFill>
              </a:rPr>
              <a:t>CR_CopyMsg</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pic>
        <p:nvPicPr>
          <p:cNvPr id="6" name="Picture 5">
            <a:extLst>
              <a:ext uri="{FF2B5EF4-FFF2-40B4-BE49-F238E27FC236}">
                <a16:creationId xmlns:a16="http://schemas.microsoft.com/office/drawing/2014/main" id="{C0F3560B-A3FD-449E-80D4-94A38C471C39}"/>
              </a:ext>
            </a:extLst>
          </p:cNvPr>
          <p:cNvPicPr>
            <a:picLocks noChangeAspect="1"/>
          </p:cNvPicPr>
          <p:nvPr/>
        </p:nvPicPr>
        <p:blipFill>
          <a:blip r:embed="rId2"/>
          <a:stretch>
            <a:fillRect/>
          </a:stretch>
        </p:blipFill>
        <p:spPr>
          <a:xfrm>
            <a:off x="407368" y="1640240"/>
            <a:ext cx="10001764" cy="844593"/>
          </a:xfrm>
          <a:prstGeom prst="rect">
            <a:avLst/>
          </a:prstGeom>
        </p:spPr>
      </p:pic>
      <p:sp>
        <p:nvSpPr>
          <p:cNvPr id="5" name="Rectangle 4">
            <a:extLst>
              <a:ext uri="{FF2B5EF4-FFF2-40B4-BE49-F238E27FC236}">
                <a16:creationId xmlns:a16="http://schemas.microsoft.com/office/drawing/2014/main" id="{F0CDDC40-62E1-469F-A8FC-3E3E58122807}"/>
              </a:ext>
            </a:extLst>
          </p:cNvPr>
          <p:cNvSpPr/>
          <p:nvPr/>
        </p:nvSpPr>
        <p:spPr>
          <a:xfrm>
            <a:off x="407368" y="3000329"/>
            <a:ext cx="8335940" cy="369332"/>
          </a:xfrm>
          <a:prstGeom prst="rect">
            <a:avLst/>
          </a:prstGeom>
        </p:spPr>
        <p:txBody>
          <a:bodyPr wrap="square">
            <a:spAutoFit/>
          </a:bodyPr>
          <a:lstStyle/>
          <a:p>
            <a:r>
              <a:rPr lang="en-US" dirty="0"/>
              <a:t>Do not use NOT_SENT in combination with </a:t>
            </a:r>
            <a:r>
              <a:rPr lang="en-US" dirty="0" err="1"/>
              <a:t>CR_CopyMsg</a:t>
            </a:r>
            <a:endParaRPr lang="en-US" dirty="0"/>
          </a:p>
        </p:txBody>
      </p:sp>
    </p:spTree>
    <p:extLst>
      <p:ext uri="{BB962C8B-B14F-4D97-AF65-F5344CB8AC3E}">
        <p14:creationId xmlns:p14="http://schemas.microsoft.com/office/powerpoint/2010/main" val="1184041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29</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US" dirty="0" err="1"/>
              <a:t>CR_SetRoutingCode</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pic>
        <p:nvPicPr>
          <p:cNvPr id="6" name="Picture 5">
            <a:extLst>
              <a:ext uri="{FF2B5EF4-FFF2-40B4-BE49-F238E27FC236}">
                <a16:creationId xmlns:a16="http://schemas.microsoft.com/office/drawing/2014/main" id="{DAF061B6-AF84-4578-B837-3B3B96AB4751}"/>
              </a:ext>
            </a:extLst>
          </p:cNvPr>
          <p:cNvPicPr>
            <a:picLocks noChangeAspect="1"/>
          </p:cNvPicPr>
          <p:nvPr/>
        </p:nvPicPr>
        <p:blipFill>
          <a:blip r:embed="rId2"/>
          <a:stretch>
            <a:fillRect/>
          </a:stretch>
        </p:blipFill>
        <p:spPr>
          <a:xfrm>
            <a:off x="407368" y="1296239"/>
            <a:ext cx="10306580" cy="2025754"/>
          </a:xfrm>
          <a:prstGeom prst="rect">
            <a:avLst/>
          </a:prstGeom>
        </p:spPr>
      </p:pic>
    </p:spTree>
    <p:extLst>
      <p:ext uri="{BB962C8B-B14F-4D97-AF65-F5344CB8AC3E}">
        <p14:creationId xmlns:p14="http://schemas.microsoft.com/office/powerpoint/2010/main" val="456538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30</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US" dirty="0" err="1"/>
              <a:t>CR_ProcByCondition</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81ED8085-0EFB-4C77-A6A1-98C7805D404E}"/>
              </a:ext>
            </a:extLst>
          </p:cNvPr>
          <p:cNvPicPr>
            <a:picLocks noChangeAspect="1"/>
          </p:cNvPicPr>
          <p:nvPr/>
        </p:nvPicPr>
        <p:blipFill>
          <a:blip r:embed="rId2"/>
          <a:stretch>
            <a:fillRect/>
          </a:stretch>
        </p:blipFill>
        <p:spPr>
          <a:xfrm>
            <a:off x="407368" y="845681"/>
            <a:ext cx="9931910" cy="4591286"/>
          </a:xfrm>
          <a:prstGeom prst="rect">
            <a:avLst/>
          </a:prstGeom>
        </p:spPr>
      </p:pic>
    </p:spTree>
    <p:extLst>
      <p:ext uri="{BB962C8B-B14F-4D97-AF65-F5344CB8AC3E}">
        <p14:creationId xmlns:p14="http://schemas.microsoft.com/office/powerpoint/2010/main" val="2214988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AB155F-802F-420A-9CBC-CEEA295C7F29}"/>
              </a:ext>
            </a:extLst>
          </p:cNvPr>
          <p:cNvSpPr>
            <a:spLocks noGrp="1"/>
          </p:cNvSpPr>
          <p:nvPr>
            <p:ph type="sldNum" sz="quarter" idx="12"/>
          </p:nvPr>
        </p:nvSpPr>
        <p:spPr/>
        <p:txBody>
          <a:bodyPr/>
          <a:lstStyle/>
          <a:p>
            <a:fld id="{913D9F7D-0C28-4C21-AA99-7C67E34F632A}" type="slidenum">
              <a:rPr lang="en-US" smtClean="0"/>
              <a:t>31</a:t>
            </a:fld>
            <a:endParaRPr lang="en-US"/>
          </a:p>
        </p:txBody>
      </p:sp>
      <p:sp>
        <p:nvSpPr>
          <p:cNvPr id="3" name="Title 2">
            <a:extLst>
              <a:ext uri="{FF2B5EF4-FFF2-40B4-BE49-F238E27FC236}">
                <a16:creationId xmlns:a16="http://schemas.microsoft.com/office/drawing/2014/main" id="{6EBBCE5A-E0E6-4269-902E-4C77F4985D4E}"/>
              </a:ext>
            </a:extLst>
          </p:cNvPr>
          <p:cNvSpPr>
            <a:spLocks noGrp="1"/>
          </p:cNvSpPr>
          <p:nvPr>
            <p:ph type="title"/>
          </p:nvPr>
        </p:nvSpPr>
        <p:spPr/>
        <p:txBody>
          <a:bodyPr/>
          <a:lstStyle/>
          <a:p>
            <a:r>
              <a:rPr lang="en-US" dirty="0"/>
              <a:t>InboundX12</a:t>
            </a:r>
          </a:p>
        </p:txBody>
      </p:sp>
      <p:sp>
        <p:nvSpPr>
          <p:cNvPr id="4" name="Footer Placeholder 3">
            <a:extLst>
              <a:ext uri="{FF2B5EF4-FFF2-40B4-BE49-F238E27FC236}">
                <a16:creationId xmlns:a16="http://schemas.microsoft.com/office/drawing/2014/main" id="{55CDCC40-DFC6-4EFB-9435-875B13081F7E}"/>
              </a:ext>
            </a:extLst>
          </p:cNvPr>
          <p:cNvSpPr>
            <a:spLocks noGrp="1"/>
          </p:cNvSpPr>
          <p:nvPr>
            <p:ph type="ftr" sz="quarter" idx="13"/>
          </p:nvPr>
        </p:nvSpPr>
        <p:spPr/>
        <p:txBody>
          <a:bodyPr/>
          <a:lstStyle/>
          <a:p>
            <a:r>
              <a:rPr lang="en-US"/>
              <a:t>DB SCHENKER | Vanessa Xu | AM</a:t>
            </a:r>
            <a:endParaRPr lang="en-US" dirty="0"/>
          </a:p>
        </p:txBody>
      </p:sp>
      <p:sp>
        <p:nvSpPr>
          <p:cNvPr id="5" name="Rectangle 4">
            <a:extLst>
              <a:ext uri="{FF2B5EF4-FFF2-40B4-BE49-F238E27FC236}">
                <a16:creationId xmlns:a16="http://schemas.microsoft.com/office/drawing/2014/main" id="{DD7B5BC9-4EB4-4EF1-BC6A-8388B6C90258}"/>
              </a:ext>
            </a:extLst>
          </p:cNvPr>
          <p:cNvSpPr/>
          <p:nvPr/>
        </p:nvSpPr>
        <p:spPr>
          <a:xfrm>
            <a:off x="407368" y="896891"/>
            <a:ext cx="6096000" cy="646331"/>
          </a:xfrm>
          <a:prstGeom prst="rect">
            <a:avLst/>
          </a:prstGeom>
        </p:spPr>
        <p:txBody>
          <a:bodyPr>
            <a:spAutoFit/>
          </a:bodyPr>
          <a:lstStyle/>
          <a:p>
            <a:r>
              <a:rPr lang="en-US" dirty="0"/>
              <a:t>With InboundX12 </a:t>
            </a:r>
            <a:r>
              <a:rPr lang="en-US" dirty="0" err="1"/>
              <a:t>ansi</a:t>
            </a:r>
            <a:r>
              <a:rPr lang="en-US" dirty="0"/>
              <a:t> files are </a:t>
            </a:r>
            <a:r>
              <a:rPr lang="en-US" dirty="0" err="1"/>
              <a:t>splitted</a:t>
            </a:r>
            <a:r>
              <a:rPr lang="en-US" dirty="0"/>
              <a:t> into messages. The header information is removed.</a:t>
            </a:r>
          </a:p>
        </p:txBody>
      </p:sp>
      <p:pic>
        <p:nvPicPr>
          <p:cNvPr id="6" name="Picture 5">
            <a:extLst>
              <a:ext uri="{FF2B5EF4-FFF2-40B4-BE49-F238E27FC236}">
                <a16:creationId xmlns:a16="http://schemas.microsoft.com/office/drawing/2014/main" id="{21ED192E-A8C2-4E45-8C49-7B90FC3FEA0E}"/>
              </a:ext>
            </a:extLst>
          </p:cNvPr>
          <p:cNvPicPr>
            <a:picLocks noChangeAspect="1"/>
          </p:cNvPicPr>
          <p:nvPr/>
        </p:nvPicPr>
        <p:blipFill>
          <a:blip r:embed="rId3"/>
          <a:stretch>
            <a:fillRect/>
          </a:stretch>
        </p:blipFill>
        <p:spPr>
          <a:xfrm>
            <a:off x="507814" y="1654753"/>
            <a:ext cx="10046216" cy="673135"/>
          </a:xfrm>
          <a:prstGeom prst="rect">
            <a:avLst/>
          </a:prstGeom>
        </p:spPr>
      </p:pic>
      <p:pic>
        <p:nvPicPr>
          <p:cNvPr id="7" name="Picture 6">
            <a:extLst>
              <a:ext uri="{FF2B5EF4-FFF2-40B4-BE49-F238E27FC236}">
                <a16:creationId xmlns:a16="http://schemas.microsoft.com/office/drawing/2014/main" id="{62E7366A-2A4B-477A-894A-E10ABCCDD68A}"/>
              </a:ext>
            </a:extLst>
          </p:cNvPr>
          <p:cNvPicPr>
            <a:picLocks noChangeAspect="1"/>
          </p:cNvPicPr>
          <p:nvPr/>
        </p:nvPicPr>
        <p:blipFill>
          <a:blip r:embed="rId4"/>
          <a:stretch>
            <a:fillRect/>
          </a:stretch>
        </p:blipFill>
        <p:spPr>
          <a:xfrm>
            <a:off x="407368" y="2571113"/>
            <a:ext cx="4159464" cy="857294"/>
          </a:xfrm>
          <a:prstGeom prst="rect">
            <a:avLst/>
          </a:prstGeom>
        </p:spPr>
      </p:pic>
      <p:pic>
        <p:nvPicPr>
          <p:cNvPr id="8" name="Picture 7">
            <a:extLst>
              <a:ext uri="{FF2B5EF4-FFF2-40B4-BE49-F238E27FC236}">
                <a16:creationId xmlns:a16="http://schemas.microsoft.com/office/drawing/2014/main" id="{068F00B0-5703-484D-95BD-0F8858FF038D}"/>
              </a:ext>
            </a:extLst>
          </p:cNvPr>
          <p:cNvPicPr>
            <a:picLocks noChangeAspect="1"/>
          </p:cNvPicPr>
          <p:nvPr/>
        </p:nvPicPr>
        <p:blipFill>
          <a:blip r:embed="rId5"/>
          <a:stretch>
            <a:fillRect/>
          </a:stretch>
        </p:blipFill>
        <p:spPr>
          <a:xfrm>
            <a:off x="407368" y="3742231"/>
            <a:ext cx="4673840" cy="958899"/>
          </a:xfrm>
          <a:prstGeom prst="rect">
            <a:avLst/>
          </a:prstGeom>
        </p:spPr>
      </p:pic>
      <p:graphicFrame>
        <p:nvGraphicFramePr>
          <p:cNvPr id="9" name="Object 8">
            <a:extLst>
              <a:ext uri="{FF2B5EF4-FFF2-40B4-BE49-F238E27FC236}">
                <a16:creationId xmlns:a16="http://schemas.microsoft.com/office/drawing/2014/main" id="{B3E15675-245E-48F5-BE14-836B580F8FA8}"/>
              </a:ext>
            </a:extLst>
          </p:cNvPr>
          <p:cNvGraphicFramePr>
            <a:graphicFrameLocks noChangeAspect="1"/>
          </p:cNvGraphicFramePr>
          <p:nvPr>
            <p:extLst>
              <p:ext uri="{D42A27DB-BD31-4B8C-83A1-F6EECF244321}">
                <p14:modId xmlns:p14="http://schemas.microsoft.com/office/powerpoint/2010/main" val="185908826"/>
              </p:ext>
            </p:extLst>
          </p:nvPr>
        </p:nvGraphicFramePr>
        <p:xfrm>
          <a:off x="6096000" y="2794553"/>
          <a:ext cx="2057400" cy="481013"/>
        </p:xfrm>
        <a:graphic>
          <a:graphicData uri="http://schemas.openxmlformats.org/presentationml/2006/ole">
            <mc:AlternateContent xmlns:mc="http://schemas.openxmlformats.org/markup-compatibility/2006">
              <mc:Choice xmlns:v="urn:schemas-microsoft-com:vml" Requires="v">
                <p:oleObj spid="_x0000_s1026" name="Packager Shell Object" showAsIcon="1" r:id="rId6" imgW="2056680" imgH="481320" progId="Package">
                  <p:embed/>
                </p:oleObj>
              </mc:Choice>
              <mc:Fallback>
                <p:oleObj name="Packager Shell Object" showAsIcon="1" r:id="rId6" imgW="2056680" imgH="481320" progId="Package">
                  <p:embed/>
                  <p:pic>
                    <p:nvPicPr>
                      <p:cNvPr id="9" name="Object 8">
                        <a:extLst>
                          <a:ext uri="{FF2B5EF4-FFF2-40B4-BE49-F238E27FC236}">
                            <a16:creationId xmlns:a16="http://schemas.microsoft.com/office/drawing/2014/main" id="{B3E15675-245E-48F5-BE14-836B580F8FA8}"/>
                          </a:ext>
                        </a:extLst>
                      </p:cNvPr>
                      <p:cNvPicPr/>
                      <p:nvPr/>
                    </p:nvPicPr>
                    <p:blipFill>
                      <a:blip r:embed="rId7"/>
                      <a:stretch>
                        <a:fillRect/>
                      </a:stretch>
                    </p:blipFill>
                    <p:spPr>
                      <a:xfrm>
                        <a:off x="6096000" y="2794553"/>
                        <a:ext cx="2057400" cy="481013"/>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D6097339-E1A8-49E3-8C09-704AD06F0782}"/>
              </a:ext>
            </a:extLst>
          </p:cNvPr>
          <p:cNvGraphicFramePr>
            <a:graphicFrameLocks noChangeAspect="1"/>
          </p:cNvGraphicFramePr>
          <p:nvPr>
            <p:extLst>
              <p:ext uri="{D42A27DB-BD31-4B8C-83A1-F6EECF244321}">
                <p14:modId xmlns:p14="http://schemas.microsoft.com/office/powerpoint/2010/main" val="4223418733"/>
              </p:ext>
            </p:extLst>
          </p:nvPr>
        </p:nvGraphicFramePr>
        <p:xfrm>
          <a:off x="8653868" y="2742458"/>
          <a:ext cx="2057400" cy="481013"/>
        </p:xfrm>
        <a:graphic>
          <a:graphicData uri="http://schemas.openxmlformats.org/presentationml/2006/ole">
            <mc:AlternateContent xmlns:mc="http://schemas.openxmlformats.org/markup-compatibility/2006">
              <mc:Choice xmlns:v="urn:schemas-microsoft-com:vml" Requires="v">
                <p:oleObj spid="_x0000_s1027" name="Packager Shell Object" showAsIcon="1" r:id="rId8" imgW="2056680" imgH="481320" progId="Package">
                  <p:embed/>
                </p:oleObj>
              </mc:Choice>
              <mc:Fallback>
                <p:oleObj name="Packager Shell Object" showAsIcon="1" r:id="rId8" imgW="2056680" imgH="481320" progId="Package">
                  <p:embed/>
                  <p:pic>
                    <p:nvPicPr>
                      <p:cNvPr id="10" name="Object 9">
                        <a:extLst>
                          <a:ext uri="{FF2B5EF4-FFF2-40B4-BE49-F238E27FC236}">
                            <a16:creationId xmlns:a16="http://schemas.microsoft.com/office/drawing/2014/main" id="{D6097339-E1A8-49E3-8C09-704AD06F0782}"/>
                          </a:ext>
                        </a:extLst>
                      </p:cNvPr>
                      <p:cNvPicPr/>
                      <p:nvPr/>
                    </p:nvPicPr>
                    <p:blipFill>
                      <a:blip r:embed="rId9"/>
                      <a:stretch>
                        <a:fillRect/>
                      </a:stretch>
                    </p:blipFill>
                    <p:spPr>
                      <a:xfrm>
                        <a:off x="8653868" y="2742458"/>
                        <a:ext cx="2057400" cy="481013"/>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E8A027C9-CE78-4611-95CB-F3A4C67778F4}"/>
              </a:ext>
            </a:extLst>
          </p:cNvPr>
          <p:cNvGraphicFramePr>
            <a:graphicFrameLocks noChangeAspect="1"/>
          </p:cNvGraphicFramePr>
          <p:nvPr>
            <p:extLst>
              <p:ext uri="{D42A27DB-BD31-4B8C-83A1-F6EECF244321}">
                <p14:modId xmlns:p14="http://schemas.microsoft.com/office/powerpoint/2010/main" val="3291831669"/>
              </p:ext>
            </p:extLst>
          </p:nvPr>
        </p:nvGraphicFramePr>
        <p:xfrm>
          <a:off x="6096000" y="4110392"/>
          <a:ext cx="2057400" cy="481013"/>
        </p:xfrm>
        <a:graphic>
          <a:graphicData uri="http://schemas.openxmlformats.org/presentationml/2006/ole">
            <mc:AlternateContent xmlns:mc="http://schemas.openxmlformats.org/markup-compatibility/2006">
              <mc:Choice xmlns:v="urn:schemas-microsoft-com:vml" Requires="v">
                <p:oleObj spid="_x0000_s1028" name="Packager Shell Object" showAsIcon="1" r:id="rId10" imgW="2056680" imgH="481320" progId="Package">
                  <p:embed/>
                </p:oleObj>
              </mc:Choice>
              <mc:Fallback>
                <p:oleObj name="Packager Shell Object" showAsIcon="1" r:id="rId10" imgW="2056680" imgH="481320" progId="Package">
                  <p:embed/>
                  <p:pic>
                    <p:nvPicPr>
                      <p:cNvPr id="11" name="Object 10">
                        <a:extLst>
                          <a:ext uri="{FF2B5EF4-FFF2-40B4-BE49-F238E27FC236}">
                            <a16:creationId xmlns:a16="http://schemas.microsoft.com/office/drawing/2014/main" id="{E8A027C9-CE78-4611-95CB-F3A4C67778F4}"/>
                          </a:ext>
                        </a:extLst>
                      </p:cNvPr>
                      <p:cNvPicPr/>
                      <p:nvPr/>
                    </p:nvPicPr>
                    <p:blipFill>
                      <a:blip r:embed="rId11"/>
                      <a:stretch>
                        <a:fillRect/>
                      </a:stretch>
                    </p:blipFill>
                    <p:spPr>
                      <a:xfrm>
                        <a:off x="6096000" y="4110392"/>
                        <a:ext cx="2057400" cy="481013"/>
                      </a:xfrm>
                      <a:prstGeom prst="rect">
                        <a:avLst/>
                      </a:prstGeom>
                    </p:spPr>
                  </p:pic>
                </p:oleObj>
              </mc:Fallback>
            </mc:AlternateContent>
          </a:graphicData>
        </a:graphic>
      </p:graphicFrame>
    </p:spTree>
    <p:extLst>
      <p:ext uri="{BB962C8B-B14F-4D97-AF65-F5344CB8AC3E}">
        <p14:creationId xmlns:p14="http://schemas.microsoft.com/office/powerpoint/2010/main" val="94702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32</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US" dirty="0"/>
              <a:t>CR_AnsiX12Split</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3E97E049-361B-411E-810E-D59EC8765E86}"/>
              </a:ext>
            </a:extLst>
          </p:cNvPr>
          <p:cNvPicPr>
            <a:picLocks noChangeAspect="1"/>
          </p:cNvPicPr>
          <p:nvPr/>
        </p:nvPicPr>
        <p:blipFill>
          <a:blip r:embed="rId2"/>
          <a:stretch>
            <a:fillRect/>
          </a:stretch>
        </p:blipFill>
        <p:spPr>
          <a:xfrm>
            <a:off x="407368" y="934164"/>
            <a:ext cx="10655848" cy="1352620"/>
          </a:xfrm>
          <a:prstGeom prst="rect">
            <a:avLst/>
          </a:prstGeom>
        </p:spPr>
      </p:pic>
      <p:pic>
        <p:nvPicPr>
          <p:cNvPr id="7" name="Picture 6">
            <a:extLst>
              <a:ext uri="{FF2B5EF4-FFF2-40B4-BE49-F238E27FC236}">
                <a16:creationId xmlns:a16="http://schemas.microsoft.com/office/drawing/2014/main" id="{4DE76664-1D8F-4E1D-88C6-0DBE357BAA0C}"/>
              </a:ext>
            </a:extLst>
          </p:cNvPr>
          <p:cNvPicPr>
            <a:picLocks noChangeAspect="1"/>
          </p:cNvPicPr>
          <p:nvPr/>
        </p:nvPicPr>
        <p:blipFill>
          <a:blip r:embed="rId3"/>
          <a:stretch>
            <a:fillRect/>
          </a:stretch>
        </p:blipFill>
        <p:spPr>
          <a:xfrm>
            <a:off x="407368" y="2393790"/>
            <a:ext cx="10001764" cy="673135"/>
          </a:xfrm>
          <a:prstGeom prst="rect">
            <a:avLst/>
          </a:prstGeom>
        </p:spPr>
      </p:pic>
    </p:spTree>
    <p:extLst>
      <p:ext uri="{BB962C8B-B14F-4D97-AF65-F5344CB8AC3E}">
        <p14:creationId xmlns:p14="http://schemas.microsoft.com/office/powerpoint/2010/main" val="1819044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7F9625-C45C-4CEA-9B29-2794DB0C93BB}"/>
              </a:ext>
            </a:extLst>
          </p:cNvPr>
          <p:cNvSpPr>
            <a:spLocks noGrp="1"/>
          </p:cNvSpPr>
          <p:nvPr>
            <p:ph type="sldNum" sz="quarter" idx="12"/>
          </p:nvPr>
        </p:nvSpPr>
        <p:spPr/>
        <p:txBody>
          <a:bodyPr/>
          <a:lstStyle/>
          <a:p>
            <a:fld id="{913D9F7D-0C28-4C21-AA99-7C67E34F632A}" type="slidenum">
              <a:rPr lang="en-US" smtClean="0"/>
              <a:t>33</a:t>
            </a:fld>
            <a:endParaRPr lang="en-US"/>
          </a:p>
        </p:txBody>
      </p:sp>
      <p:sp>
        <p:nvSpPr>
          <p:cNvPr id="3" name="Title 2">
            <a:extLst>
              <a:ext uri="{FF2B5EF4-FFF2-40B4-BE49-F238E27FC236}">
                <a16:creationId xmlns:a16="http://schemas.microsoft.com/office/drawing/2014/main" id="{C80FAFD2-09AD-46F7-A823-28A985DF77E0}"/>
              </a:ext>
            </a:extLst>
          </p:cNvPr>
          <p:cNvSpPr>
            <a:spLocks noGrp="1"/>
          </p:cNvSpPr>
          <p:nvPr>
            <p:ph type="title"/>
          </p:nvPr>
        </p:nvSpPr>
        <p:spPr/>
        <p:txBody>
          <a:bodyPr/>
          <a:lstStyle/>
          <a:p>
            <a:r>
              <a:rPr lang="en-US" dirty="0" err="1"/>
              <a:t>CR_MsgSplit</a:t>
            </a:r>
            <a:endParaRPr lang="en-US" dirty="0"/>
          </a:p>
        </p:txBody>
      </p:sp>
      <p:sp>
        <p:nvSpPr>
          <p:cNvPr id="4" name="Footer Placeholder 3">
            <a:extLst>
              <a:ext uri="{FF2B5EF4-FFF2-40B4-BE49-F238E27FC236}">
                <a16:creationId xmlns:a16="http://schemas.microsoft.com/office/drawing/2014/main" id="{CA8AFBDB-D198-4C00-9239-C9EE2E01C647}"/>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13ACA973-2892-44C4-9771-B0ABAFCABD8C}"/>
              </a:ext>
            </a:extLst>
          </p:cNvPr>
          <p:cNvPicPr>
            <a:picLocks noChangeAspect="1"/>
          </p:cNvPicPr>
          <p:nvPr/>
        </p:nvPicPr>
        <p:blipFill>
          <a:blip r:embed="rId2"/>
          <a:stretch>
            <a:fillRect/>
          </a:stretch>
        </p:blipFill>
        <p:spPr>
          <a:xfrm>
            <a:off x="407368" y="802384"/>
            <a:ext cx="4616687" cy="2705239"/>
          </a:xfrm>
          <a:prstGeom prst="rect">
            <a:avLst/>
          </a:prstGeom>
        </p:spPr>
      </p:pic>
      <p:sp>
        <p:nvSpPr>
          <p:cNvPr id="6" name="TextBox 5">
            <a:extLst>
              <a:ext uri="{FF2B5EF4-FFF2-40B4-BE49-F238E27FC236}">
                <a16:creationId xmlns:a16="http://schemas.microsoft.com/office/drawing/2014/main" id="{0A2C1618-B749-47F4-B792-414C5807CB56}"/>
              </a:ext>
            </a:extLst>
          </p:cNvPr>
          <p:cNvSpPr txBox="1"/>
          <p:nvPr/>
        </p:nvSpPr>
        <p:spPr>
          <a:xfrm>
            <a:off x="407368" y="3843986"/>
            <a:ext cx="2241896" cy="338554"/>
          </a:xfrm>
          <a:prstGeom prst="rect">
            <a:avLst/>
          </a:prstGeom>
          <a:noFill/>
        </p:spPr>
        <p:txBody>
          <a:bodyPr wrap="none" rtlCol="0">
            <a:spAutoFit/>
          </a:bodyPr>
          <a:lstStyle/>
          <a:p>
            <a:pPr algn="l">
              <a:buClr>
                <a:schemeClr val="accent1"/>
              </a:buClr>
            </a:pPr>
            <a:r>
              <a:rPr lang="en-US" sz="1600" dirty="0"/>
              <a:t>Multiple outgoing file</a:t>
            </a:r>
          </a:p>
        </p:txBody>
      </p:sp>
    </p:spTree>
    <p:extLst>
      <p:ext uri="{BB962C8B-B14F-4D97-AF65-F5344CB8AC3E}">
        <p14:creationId xmlns:p14="http://schemas.microsoft.com/office/powerpoint/2010/main" val="1615092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51B21-1B0A-41E9-8E85-C12531E4D753}"/>
              </a:ext>
            </a:extLst>
          </p:cNvPr>
          <p:cNvSpPr>
            <a:spLocks noGrp="1"/>
          </p:cNvSpPr>
          <p:nvPr>
            <p:ph type="sldNum" sz="quarter" idx="12"/>
          </p:nvPr>
        </p:nvSpPr>
        <p:spPr/>
        <p:txBody>
          <a:bodyPr/>
          <a:lstStyle/>
          <a:p>
            <a:fld id="{913D9F7D-0C28-4C21-AA99-7C67E34F632A}" type="slidenum">
              <a:rPr lang="en-US" smtClean="0"/>
              <a:t>34</a:t>
            </a:fld>
            <a:endParaRPr lang="en-US"/>
          </a:p>
        </p:txBody>
      </p:sp>
      <p:sp>
        <p:nvSpPr>
          <p:cNvPr id="3" name="Title 2">
            <a:extLst>
              <a:ext uri="{FF2B5EF4-FFF2-40B4-BE49-F238E27FC236}">
                <a16:creationId xmlns:a16="http://schemas.microsoft.com/office/drawing/2014/main" id="{044A9D52-AD88-4A39-9BFE-29E49FE83367}"/>
              </a:ext>
            </a:extLst>
          </p:cNvPr>
          <p:cNvSpPr>
            <a:spLocks noGrp="1"/>
          </p:cNvSpPr>
          <p:nvPr>
            <p:ph type="title"/>
          </p:nvPr>
        </p:nvSpPr>
        <p:spPr/>
        <p:txBody>
          <a:bodyPr/>
          <a:lstStyle/>
          <a:p>
            <a:r>
              <a:rPr lang="en-US" dirty="0" err="1"/>
              <a:t>CR_SplitByContentType</a:t>
            </a:r>
            <a:endParaRPr lang="en-US" dirty="0"/>
          </a:p>
        </p:txBody>
      </p:sp>
      <p:sp>
        <p:nvSpPr>
          <p:cNvPr id="4" name="Footer Placeholder 3">
            <a:extLst>
              <a:ext uri="{FF2B5EF4-FFF2-40B4-BE49-F238E27FC236}">
                <a16:creationId xmlns:a16="http://schemas.microsoft.com/office/drawing/2014/main" id="{85CEBDF4-FC2C-44A4-8B93-641AA5AAE33D}"/>
              </a:ext>
            </a:extLst>
          </p:cNvPr>
          <p:cNvSpPr>
            <a:spLocks noGrp="1"/>
          </p:cNvSpPr>
          <p:nvPr>
            <p:ph type="ftr" sz="quarter" idx="13"/>
          </p:nvPr>
        </p:nvSpPr>
        <p:spPr/>
        <p:txBody>
          <a:bodyPr/>
          <a:lstStyle/>
          <a:p>
            <a:r>
              <a:rPr lang="en-US"/>
              <a:t>DB SCHENKER | Vanessa Xu | AM</a:t>
            </a:r>
            <a:endParaRPr lang="en-US" dirty="0"/>
          </a:p>
        </p:txBody>
      </p:sp>
      <p:pic>
        <p:nvPicPr>
          <p:cNvPr id="5" name="Picture 4">
            <a:extLst>
              <a:ext uri="{FF2B5EF4-FFF2-40B4-BE49-F238E27FC236}">
                <a16:creationId xmlns:a16="http://schemas.microsoft.com/office/drawing/2014/main" id="{2B1D94FC-BA41-4721-B217-75128CFC3813}"/>
              </a:ext>
            </a:extLst>
          </p:cNvPr>
          <p:cNvPicPr>
            <a:picLocks noChangeAspect="1"/>
          </p:cNvPicPr>
          <p:nvPr/>
        </p:nvPicPr>
        <p:blipFill>
          <a:blip r:embed="rId2"/>
          <a:stretch>
            <a:fillRect/>
          </a:stretch>
        </p:blipFill>
        <p:spPr>
          <a:xfrm>
            <a:off x="407368" y="938269"/>
            <a:ext cx="9569942" cy="1282766"/>
          </a:xfrm>
          <a:prstGeom prst="rect">
            <a:avLst/>
          </a:prstGeom>
        </p:spPr>
      </p:pic>
      <p:pic>
        <p:nvPicPr>
          <p:cNvPr id="6" name="Picture 5">
            <a:extLst>
              <a:ext uri="{FF2B5EF4-FFF2-40B4-BE49-F238E27FC236}">
                <a16:creationId xmlns:a16="http://schemas.microsoft.com/office/drawing/2014/main" id="{FAEB8C9C-A71B-44A7-B9BE-7450D0FA3850}"/>
              </a:ext>
            </a:extLst>
          </p:cNvPr>
          <p:cNvPicPr>
            <a:picLocks noChangeAspect="1"/>
          </p:cNvPicPr>
          <p:nvPr/>
        </p:nvPicPr>
        <p:blipFill>
          <a:blip r:embed="rId3"/>
          <a:stretch>
            <a:fillRect/>
          </a:stretch>
        </p:blipFill>
        <p:spPr>
          <a:xfrm>
            <a:off x="407368" y="2415532"/>
            <a:ext cx="4668066" cy="3915315"/>
          </a:xfrm>
          <a:prstGeom prst="rect">
            <a:avLst/>
          </a:prstGeom>
        </p:spPr>
      </p:pic>
    </p:spTree>
    <p:extLst>
      <p:ext uri="{BB962C8B-B14F-4D97-AF65-F5344CB8AC3E}">
        <p14:creationId xmlns:p14="http://schemas.microsoft.com/office/powerpoint/2010/main" val="1930445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18FB2-1D8F-450B-A4BC-E8F61D108B71}"/>
              </a:ext>
            </a:extLst>
          </p:cNvPr>
          <p:cNvSpPr>
            <a:spLocks noGrp="1"/>
          </p:cNvSpPr>
          <p:nvPr>
            <p:ph type="sldNum" sz="quarter" idx="12"/>
          </p:nvPr>
        </p:nvSpPr>
        <p:spPr/>
        <p:txBody>
          <a:bodyPr/>
          <a:lstStyle/>
          <a:p>
            <a:fld id="{913D9F7D-0C28-4C21-AA99-7C67E34F632A}" type="slidenum">
              <a:rPr lang="en-US" smtClean="0"/>
              <a:t>35</a:t>
            </a:fld>
            <a:endParaRPr lang="en-US"/>
          </a:p>
        </p:txBody>
      </p:sp>
      <p:sp>
        <p:nvSpPr>
          <p:cNvPr id="3" name="Title 2">
            <a:extLst>
              <a:ext uri="{FF2B5EF4-FFF2-40B4-BE49-F238E27FC236}">
                <a16:creationId xmlns:a16="http://schemas.microsoft.com/office/drawing/2014/main" id="{06D76841-8D08-40E3-8EF4-5A4BA320BBE8}"/>
              </a:ext>
            </a:extLst>
          </p:cNvPr>
          <p:cNvSpPr>
            <a:spLocks noGrp="1"/>
          </p:cNvSpPr>
          <p:nvPr>
            <p:ph type="title"/>
          </p:nvPr>
        </p:nvSpPr>
        <p:spPr/>
        <p:txBody>
          <a:bodyPr/>
          <a:lstStyle/>
          <a:p>
            <a:r>
              <a:rPr lang="en-US" dirty="0"/>
              <a:t>EnvelopeX12</a:t>
            </a:r>
            <a:br>
              <a:rPr lang="en-GB" altLang="en-US" dirty="0">
                <a:solidFill>
                  <a:srgbClr val="000000"/>
                </a:solidFill>
              </a:rPr>
            </a:br>
            <a:endParaRPr lang="en-US" dirty="0"/>
          </a:p>
        </p:txBody>
      </p:sp>
      <p:sp>
        <p:nvSpPr>
          <p:cNvPr id="4" name="Footer Placeholder 3">
            <a:extLst>
              <a:ext uri="{FF2B5EF4-FFF2-40B4-BE49-F238E27FC236}">
                <a16:creationId xmlns:a16="http://schemas.microsoft.com/office/drawing/2014/main" id="{F299BE4F-8B3E-4256-A16D-AAD75C9689E3}"/>
              </a:ext>
            </a:extLst>
          </p:cNvPr>
          <p:cNvSpPr>
            <a:spLocks noGrp="1"/>
          </p:cNvSpPr>
          <p:nvPr>
            <p:ph type="ftr" sz="quarter" idx="13"/>
          </p:nvPr>
        </p:nvSpPr>
        <p:spPr/>
        <p:txBody>
          <a:bodyPr/>
          <a:lstStyle/>
          <a:p>
            <a:r>
              <a:rPr lang="en-US"/>
              <a:t>DB SCHENKER | Vanessa Xu | AM</a:t>
            </a:r>
            <a:endParaRPr lang="en-US" dirty="0"/>
          </a:p>
        </p:txBody>
      </p:sp>
      <p:sp>
        <p:nvSpPr>
          <p:cNvPr id="8" name="Rectangle 2">
            <a:extLst>
              <a:ext uri="{FF2B5EF4-FFF2-40B4-BE49-F238E27FC236}">
                <a16:creationId xmlns:a16="http://schemas.microsoft.com/office/drawing/2014/main" id="{A944BBF7-0B83-409C-A92C-F85741B5F8B6}"/>
              </a:ext>
            </a:extLst>
          </p:cNvPr>
          <p:cNvSpPr>
            <a:spLocks noChangeArrowheads="1"/>
          </p:cNvSpPr>
          <p:nvPr/>
        </p:nvSpPr>
        <p:spPr bwMode="auto">
          <a:xfrm>
            <a:off x="328773" y="91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ConditionTable</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9" name="Picture 8">
            <a:extLst>
              <a:ext uri="{FF2B5EF4-FFF2-40B4-BE49-F238E27FC236}">
                <a16:creationId xmlns:a16="http://schemas.microsoft.com/office/drawing/2014/main" id="{8A94CF86-AD9B-45C2-A1CB-CAB03710797E}"/>
              </a:ext>
            </a:extLst>
          </p:cNvPr>
          <p:cNvPicPr>
            <a:picLocks noChangeAspect="1"/>
          </p:cNvPicPr>
          <p:nvPr/>
        </p:nvPicPr>
        <p:blipFill>
          <a:blip r:embed="rId2"/>
          <a:stretch>
            <a:fillRect/>
          </a:stretch>
        </p:blipFill>
        <p:spPr>
          <a:xfrm>
            <a:off x="407368" y="1124744"/>
            <a:ext cx="9950961" cy="406421"/>
          </a:xfrm>
          <a:prstGeom prst="rect">
            <a:avLst/>
          </a:prstGeom>
        </p:spPr>
      </p:pic>
      <p:sp>
        <p:nvSpPr>
          <p:cNvPr id="10" name="Rectangle 9">
            <a:extLst>
              <a:ext uri="{FF2B5EF4-FFF2-40B4-BE49-F238E27FC236}">
                <a16:creationId xmlns:a16="http://schemas.microsoft.com/office/drawing/2014/main" id="{31792A90-EECE-4C20-B3B8-1380C7E9C45C}"/>
              </a:ext>
            </a:extLst>
          </p:cNvPr>
          <p:cNvSpPr/>
          <p:nvPr/>
        </p:nvSpPr>
        <p:spPr>
          <a:xfrm>
            <a:off x="328773" y="1521629"/>
            <a:ext cx="1983235" cy="369332"/>
          </a:xfrm>
          <a:prstGeom prst="rect">
            <a:avLst/>
          </a:prstGeom>
        </p:spPr>
        <p:txBody>
          <a:bodyPr wrap="none">
            <a:spAutoFit/>
          </a:bodyPr>
          <a:lstStyle/>
          <a:p>
            <a:r>
              <a:rPr lang="en-US" dirty="0" err="1"/>
              <a:t>FunctionalGroup</a:t>
            </a:r>
            <a:endParaRPr lang="en-US" dirty="0"/>
          </a:p>
        </p:txBody>
      </p:sp>
      <p:pic>
        <p:nvPicPr>
          <p:cNvPr id="11" name="Picture 10">
            <a:extLst>
              <a:ext uri="{FF2B5EF4-FFF2-40B4-BE49-F238E27FC236}">
                <a16:creationId xmlns:a16="http://schemas.microsoft.com/office/drawing/2014/main" id="{55F7F34D-548A-445C-B81A-BEB289C6F236}"/>
              </a:ext>
            </a:extLst>
          </p:cNvPr>
          <p:cNvPicPr>
            <a:picLocks noChangeAspect="1"/>
          </p:cNvPicPr>
          <p:nvPr/>
        </p:nvPicPr>
        <p:blipFill>
          <a:blip r:embed="rId3"/>
          <a:stretch>
            <a:fillRect/>
          </a:stretch>
        </p:blipFill>
        <p:spPr>
          <a:xfrm>
            <a:off x="375616" y="1970329"/>
            <a:ext cx="9982713" cy="635033"/>
          </a:xfrm>
          <a:prstGeom prst="rect">
            <a:avLst/>
          </a:prstGeom>
        </p:spPr>
      </p:pic>
      <p:sp>
        <p:nvSpPr>
          <p:cNvPr id="12" name="Rectangle 11">
            <a:extLst>
              <a:ext uri="{FF2B5EF4-FFF2-40B4-BE49-F238E27FC236}">
                <a16:creationId xmlns:a16="http://schemas.microsoft.com/office/drawing/2014/main" id="{0BB8FB2B-6087-400B-8A6E-B129857B7E64}"/>
              </a:ext>
            </a:extLst>
          </p:cNvPr>
          <p:cNvSpPr/>
          <p:nvPr/>
        </p:nvSpPr>
        <p:spPr>
          <a:xfrm>
            <a:off x="328773" y="2675194"/>
            <a:ext cx="1013162" cy="369332"/>
          </a:xfrm>
          <a:prstGeom prst="rect">
            <a:avLst/>
          </a:prstGeom>
        </p:spPr>
        <p:txBody>
          <a:bodyPr wrap="none">
            <a:spAutoFit/>
          </a:bodyPr>
          <a:lstStyle/>
          <a:p>
            <a:r>
              <a:rPr lang="en-US" dirty="0"/>
              <a:t>General</a:t>
            </a:r>
          </a:p>
        </p:txBody>
      </p:sp>
      <p:pic>
        <p:nvPicPr>
          <p:cNvPr id="13" name="Picture 12">
            <a:extLst>
              <a:ext uri="{FF2B5EF4-FFF2-40B4-BE49-F238E27FC236}">
                <a16:creationId xmlns:a16="http://schemas.microsoft.com/office/drawing/2014/main" id="{9CCBE29A-86E1-46A9-A5F4-677E417DBFAA}"/>
              </a:ext>
            </a:extLst>
          </p:cNvPr>
          <p:cNvPicPr>
            <a:picLocks noChangeAspect="1"/>
          </p:cNvPicPr>
          <p:nvPr/>
        </p:nvPicPr>
        <p:blipFill>
          <a:blip r:embed="rId4"/>
          <a:stretch>
            <a:fillRect/>
          </a:stretch>
        </p:blipFill>
        <p:spPr>
          <a:xfrm>
            <a:off x="407368" y="3116716"/>
            <a:ext cx="9468337" cy="654084"/>
          </a:xfrm>
          <a:prstGeom prst="rect">
            <a:avLst/>
          </a:prstGeom>
        </p:spPr>
      </p:pic>
      <p:sp>
        <p:nvSpPr>
          <p:cNvPr id="14" name="Rectangle 3">
            <a:extLst>
              <a:ext uri="{FF2B5EF4-FFF2-40B4-BE49-F238E27FC236}">
                <a16:creationId xmlns:a16="http://schemas.microsoft.com/office/drawing/2014/main" id="{D0F6C104-5684-4DA3-A93B-44E602617D6C}"/>
              </a:ext>
            </a:extLst>
          </p:cNvPr>
          <p:cNvSpPr>
            <a:spLocks noChangeArrowheads="1"/>
          </p:cNvSpPr>
          <p:nvPr/>
        </p:nvSpPr>
        <p:spPr bwMode="auto">
          <a:xfrm>
            <a:off x="328773" y="395555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Interchange </a:t>
            </a:r>
          </a:p>
        </p:txBody>
      </p:sp>
      <p:pic>
        <p:nvPicPr>
          <p:cNvPr id="15" name="Picture 14">
            <a:extLst>
              <a:ext uri="{FF2B5EF4-FFF2-40B4-BE49-F238E27FC236}">
                <a16:creationId xmlns:a16="http://schemas.microsoft.com/office/drawing/2014/main" id="{57E08B13-3372-4D96-A006-EBE83B94314E}"/>
              </a:ext>
            </a:extLst>
          </p:cNvPr>
          <p:cNvPicPr>
            <a:picLocks noChangeAspect="1"/>
          </p:cNvPicPr>
          <p:nvPr/>
        </p:nvPicPr>
        <p:blipFill>
          <a:blip r:embed="rId5"/>
          <a:stretch>
            <a:fillRect/>
          </a:stretch>
        </p:blipFill>
        <p:spPr>
          <a:xfrm>
            <a:off x="407368" y="4184945"/>
            <a:ext cx="10420886" cy="387370"/>
          </a:xfrm>
          <a:prstGeom prst="rect">
            <a:avLst/>
          </a:prstGeom>
        </p:spPr>
      </p:pic>
      <p:sp>
        <p:nvSpPr>
          <p:cNvPr id="16" name="Rectangle 15">
            <a:extLst>
              <a:ext uri="{FF2B5EF4-FFF2-40B4-BE49-F238E27FC236}">
                <a16:creationId xmlns:a16="http://schemas.microsoft.com/office/drawing/2014/main" id="{4AFC842E-9014-46CD-B401-D110EE69441D}"/>
              </a:ext>
            </a:extLst>
          </p:cNvPr>
          <p:cNvSpPr/>
          <p:nvPr/>
        </p:nvSpPr>
        <p:spPr>
          <a:xfrm>
            <a:off x="328773" y="4555710"/>
            <a:ext cx="1157048" cy="369332"/>
          </a:xfrm>
          <a:prstGeom prst="rect">
            <a:avLst/>
          </a:prstGeom>
        </p:spPr>
        <p:txBody>
          <a:bodyPr wrap="none">
            <a:spAutoFit/>
          </a:bodyPr>
          <a:lstStyle/>
          <a:p>
            <a:r>
              <a:rPr lang="en-US" dirty="0" err="1"/>
              <a:t>RefIndex</a:t>
            </a:r>
            <a:endParaRPr lang="en-US" dirty="0"/>
          </a:p>
        </p:txBody>
      </p:sp>
      <p:pic>
        <p:nvPicPr>
          <p:cNvPr id="17" name="Picture 16">
            <a:extLst>
              <a:ext uri="{FF2B5EF4-FFF2-40B4-BE49-F238E27FC236}">
                <a16:creationId xmlns:a16="http://schemas.microsoft.com/office/drawing/2014/main" id="{458F03A9-1E95-456D-AECE-5961F58C19BD}"/>
              </a:ext>
            </a:extLst>
          </p:cNvPr>
          <p:cNvPicPr>
            <a:picLocks noChangeAspect="1"/>
          </p:cNvPicPr>
          <p:nvPr/>
        </p:nvPicPr>
        <p:blipFill>
          <a:blip r:embed="rId6"/>
          <a:stretch>
            <a:fillRect/>
          </a:stretch>
        </p:blipFill>
        <p:spPr>
          <a:xfrm>
            <a:off x="407368" y="4860954"/>
            <a:ext cx="9436585" cy="425472"/>
          </a:xfrm>
          <a:prstGeom prst="rect">
            <a:avLst/>
          </a:prstGeom>
        </p:spPr>
      </p:pic>
      <p:sp>
        <p:nvSpPr>
          <p:cNvPr id="18" name="Rectangle 4">
            <a:extLst>
              <a:ext uri="{FF2B5EF4-FFF2-40B4-BE49-F238E27FC236}">
                <a16:creationId xmlns:a16="http://schemas.microsoft.com/office/drawing/2014/main" id="{85AEAD5A-4B8E-47B2-BC1B-65A5B86CB239}"/>
              </a:ext>
            </a:extLst>
          </p:cNvPr>
          <p:cNvSpPr>
            <a:spLocks noChangeArrowheads="1"/>
          </p:cNvSpPr>
          <p:nvPr/>
        </p:nvSpPr>
        <p:spPr bwMode="auto">
          <a:xfrm>
            <a:off x="328773" y="536311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StartCriteria </a:t>
            </a:r>
          </a:p>
        </p:txBody>
      </p:sp>
      <p:pic>
        <p:nvPicPr>
          <p:cNvPr id="19" name="Picture 18">
            <a:extLst>
              <a:ext uri="{FF2B5EF4-FFF2-40B4-BE49-F238E27FC236}">
                <a16:creationId xmlns:a16="http://schemas.microsoft.com/office/drawing/2014/main" id="{43AB40D7-265F-4E30-8363-AE1219BA62B3}"/>
              </a:ext>
            </a:extLst>
          </p:cNvPr>
          <p:cNvPicPr>
            <a:picLocks noChangeAspect="1"/>
          </p:cNvPicPr>
          <p:nvPr/>
        </p:nvPicPr>
        <p:blipFill>
          <a:blip r:embed="rId7"/>
          <a:stretch>
            <a:fillRect/>
          </a:stretch>
        </p:blipFill>
        <p:spPr>
          <a:xfrm>
            <a:off x="407368" y="5539571"/>
            <a:ext cx="9817605" cy="387370"/>
          </a:xfrm>
          <a:prstGeom prst="rect">
            <a:avLst/>
          </a:prstGeom>
        </p:spPr>
      </p:pic>
      <p:sp>
        <p:nvSpPr>
          <p:cNvPr id="20" name="Rectangle 5">
            <a:extLst>
              <a:ext uri="{FF2B5EF4-FFF2-40B4-BE49-F238E27FC236}">
                <a16:creationId xmlns:a16="http://schemas.microsoft.com/office/drawing/2014/main" id="{1A44B245-F927-48C9-8BFD-821F33DEDEE4}"/>
              </a:ext>
            </a:extLst>
          </p:cNvPr>
          <p:cNvSpPr>
            <a:spLocks noChangeArrowheads="1"/>
          </p:cNvSpPr>
          <p:nvPr/>
        </p:nvSpPr>
        <p:spPr bwMode="auto">
          <a:xfrm>
            <a:off x="273470" y="60206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TransactionSet </a:t>
            </a:r>
          </a:p>
        </p:txBody>
      </p:sp>
      <p:pic>
        <p:nvPicPr>
          <p:cNvPr id="21" name="Picture 20">
            <a:extLst>
              <a:ext uri="{FF2B5EF4-FFF2-40B4-BE49-F238E27FC236}">
                <a16:creationId xmlns:a16="http://schemas.microsoft.com/office/drawing/2014/main" id="{4AF57639-BEC3-4F8F-9BEB-D8E1F9B09B4E}"/>
              </a:ext>
            </a:extLst>
          </p:cNvPr>
          <p:cNvPicPr>
            <a:picLocks noChangeAspect="1"/>
          </p:cNvPicPr>
          <p:nvPr/>
        </p:nvPicPr>
        <p:blipFill>
          <a:blip r:embed="rId8"/>
          <a:stretch>
            <a:fillRect/>
          </a:stretch>
        </p:blipFill>
        <p:spPr>
          <a:xfrm>
            <a:off x="394941" y="6147311"/>
            <a:ext cx="8287176" cy="419122"/>
          </a:xfrm>
          <a:prstGeom prst="rect">
            <a:avLst/>
          </a:prstGeom>
        </p:spPr>
      </p:pic>
    </p:spTree>
    <p:extLst>
      <p:ext uri="{BB962C8B-B14F-4D97-AF65-F5344CB8AC3E}">
        <p14:creationId xmlns:p14="http://schemas.microsoft.com/office/powerpoint/2010/main" val="141045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523003-95BF-4480-9DBE-08845F3F594F}"/>
              </a:ext>
            </a:extLst>
          </p:cNvPr>
          <p:cNvSpPr>
            <a:spLocks noGrp="1"/>
          </p:cNvSpPr>
          <p:nvPr>
            <p:ph type="title"/>
          </p:nvPr>
        </p:nvSpPr>
        <p:spPr bwMode="gray"/>
        <p:txBody>
          <a:bodyPr/>
          <a:lstStyle/>
          <a:p>
            <a:r>
              <a:rPr lang="en-US" dirty="0"/>
              <a:t>Thank you</a:t>
            </a:r>
          </a:p>
        </p:txBody>
      </p:sp>
      <p:sp>
        <p:nvSpPr>
          <p:cNvPr id="3" name="Fußzeilenplatzhalter 2">
            <a:extLst>
              <a:ext uri="{FF2B5EF4-FFF2-40B4-BE49-F238E27FC236}">
                <a16:creationId xmlns:a16="http://schemas.microsoft.com/office/drawing/2014/main" id="{536681C2-8AF0-47B4-B153-3DEAE30A695E}"/>
              </a:ext>
            </a:extLst>
          </p:cNvPr>
          <p:cNvSpPr>
            <a:spLocks noGrp="1"/>
          </p:cNvSpPr>
          <p:nvPr>
            <p:ph type="ftr" sz="quarter" idx="10"/>
          </p:nvPr>
        </p:nvSpPr>
        <p:spPr bwMode="gray"/>
        <p:txBody>
          <a:bodyPr/>
          <a:lstStyle/>
          <a:p>
            <a:r>
              <a:rPr lang="en-US" dirty="0"/>
              <a:t>DB SCHENKER | Vanessa Xu| AM</a:t>
            </a:r>
          </a:p>
        </p:txBody>
      </p:sp>
      <p:sp>
        <p:nvSpPr>
          <p:cNvPr id="4" name="Foliennummernplatzhalter 3">
            <a:extLst>
              <a:ext uri="{FF2B5EF4-FFF2-40B4-BE49-F238E27FC236}">
                <a16:creationId xmlns:a16="http://schemas.microsoft.com/office/drawing/2014/main" id="{BBDDC7BE-6B97-45E0-A053-A64B9E32CF2A}"/>
              </a:ext>
            </a:extLst>
          </p:cNvPr>
          <p:cNvSpPr>
            <a:spLocks noGrp="1"/>
          </p:cNvSpPr>
          <p:nvPr>
            <p:ph type="sldNum" sz="quarter" idx="11"/>
          </p:nvPr>
        </p:nvSpPr>
        <p:spPr bwMode="gray"/>
        <p:txBody>
          <a:bodyPr/>
          <a:lstStyle/>
          <a:p>
            <a:fld id="{913D9F7D-0C28-4C21-AA99-7C67E34F632A}" type="slidenum">
              <a:rPr lang="en-US" smtClean="0"/>
              <a:pPr/>
              <a:t>36</a:t>
            </a:fld>
            <a:endParaRPr lang="en-US"/>
          </a:p>
        </p:txBody>
      </p:sp>
    </p:spTree>
    <p:extLst>
      <p:ext uri="{BB962C8B-B14F-4D97-AF65-F5344CB8AC3E}">
        <p14:creationId xmlns:p14="http://schemas.microsoft.com/office/powerpoint/2010/main" val="369891991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theme/theme1.xml><?xml version="1.0" encoding="utf-8"?>
<a:theme xmlns:a="http://schemas.openxmlformats.org/drawingml/2006/main" name="DB Schenker">
  <a:themeElements>
    <a:clrScheme name="SCHENKER10">
      <a:dk1>
        <a:sysClr val="windowText" lastClr="000000"/>
      </a:dk1>
      <a:lt1>
        <a:sysClr val="window" lastClr="FFFFFF"/>
      </a:lt1>
      <a:dk2>
        <a:srgbClr val="EC0016"/>
      </a:dk2>
      <a:lt2>
        <a:srgbClr val="167D86"/>
      </a:lt2>
      <a:accent1>
        <a:srgbClr val="167D86"/>
      </a:accent1>
      <a:accent2>
        <a:srgbClr val="5DB1B9"/>
      </a:accent2>
      <a:accent3>
        <a:srgbClr val="99C8CE"/>
      </a:accent3>
      <a:accent4>
        <a:srgbClr val="555B63"/>
      </a:accent4>
      <a:accent5>
        <a:srgbClr val="8D919B"/>
      </a:accent5>
      <a:accent6>
        <a:srgbClr val="D2D1D8"/>
      </a:accent6>
      <a:hlink>
        <a:srgbClr val="555B63"/>
      </a:hlink>
      <a:folHlink>
        <a:srgbClr val="D3D8DC"/>
      </a:folHlink>
    </a:clrScheme>
    <a:fontScheme name="SCHENKER">
      <a:majorFont>
        <a:latin typeface="DB Head"/>
        <a:ea typeface=""/>
        <a:cs typeface=""/>
      </a:majorFont>
      <a:minorFont>
        <a:latin typeface="DB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bg2"/>
          </a:solidFill>
        </a:ln>
      </a:spPr>
      <a:bodyPr rtlCol="0" anchor="ctr"/>
      <a:lstStyle>
        <a:defPPr algn="ctr">
          <a:buClr>
            <a:schemeClr val="accent2"/>
          </a:buClr>
          <a:defRPr sz="16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80975" indent="-180975" algn="l">
          <a:buClr>
            <a:schemeClr val="accent1"/>
          </a:buClr>
          <a:buFont typeface="DB Sans" panose="020B0502050202020204" pitchFamily="34" charset="0"/>
          <a:buChar char="‒"/>
          <a:defRPr sz="1600" smtClean="0"/>
        </a:defPPr>
      </a:lstStyle>
    </a:txDef>
  </a:objectDefaults>
  <a:extraClrSchemeLst/>
  <a:custClrLst>
    <a:custClr name="Yellow 700">
      <a:srgbClr val="FF9B00"/>
    </a:custClr>
    <a:custClr name="Orange 700">
      <a:srgbClr val="C05E00"/>
    </a:custClr>
    <a:custClr name="Red 700">
      <a:srgbClr val="9B000E"/>
    </a:custClr>
    <a:custClr name="Burgundry 700">
      <a:srgbClr val="641E32"/>
    </a:custClr>
    <a:custClr name="Pink 700">
      <a:srgbClr val="B80065"/>
    </a:custClr>
    <a:custClr name="Violett 700">
      <a:srgbClr val="581D70"/>
    </a:custClr>
    <a:custClr name="Blue 700">
      <a:srgbClr val="0A1E6E"/>
    </a:custClr>
    <a:custClr name="Cyan 700">
      <a:srgbClr val="0087B9"/>
    </a:custClr>
    <a:custClr name="Turquiose 700">
      <a:srgbClr val="006E6B"/>
    </a:custClr>
    <a:custClr name="Green 700">
      <a:srgbClr val="165C27"/>
    </a:custClr>
    <a:custClr name="Yellow 500">
      <a:srgbClr val="FFD800"/>
    </a:custClr>
    <a:custClr name="Orange 500">
      <a:srgbClr val="F39200"/>
    </a:custClr>
    <a:custClr name="Red 500">
      <a:srgbClr val="EC0016"/>
    </a:custClr>
    <a:custClr name="Burgundry 500">
      <a:srgbClr val="A9455D"/>
    </a:custClr>
    <a:custClr name="Pink 500">
      <a:srgbClr val="E93E8F"/>
    </a:custClr>
    <a:custClr name="Violett 500">
      <a:srgbClr val="814997"/>
    </a:custClr>
    <a:custClr name="Blue 500">
      <a:srgbClr val="1455C0"/>
    </a:custClr>
    <a:custClr name="Cyan 500">
      <a:srgbClr val="309FD1"/>
    </a:custClr>
    <a:custClr name="Turquiose 500">
      <a:srgbClr val="00A099"/>
    </a:custClr>
    <a:custClr name="Green 500">
      <a:srgbClr val="408335"/>
    </a:custClr>
    <a:custClr name="Yellow 300">
      <a:srgbClr val="FFF876"/>
    </a:custClr>
    <a:custClr name="Orange 300">
      <a:srgbClr val="FACA7F"/>
    </a:custClr>
    <a:custClr name="Red 300">
      <a:srgbClr val="FA9090"/>
    </a:custClr>
    <a:custClr name="Burgundry 300">
      <a:srgbClr val="DA9AA8"/>
    </a:custClr>
    <a:custClr name="Pink 300">
      <a:srgbClr val="F4AECE"/>
    </a:custClr>
    <a:custClr name="Violett 300">
      <a:srgbClr val="C2A1C7"/>
    </a:custClr>
    <a:custClr name="Blue 300">
      <a:srgbClr val="73AEF4"/>
    </a:custClr>
    <a:custClr name="Cyan 300">
      <a:srgbClr val="84CFEF"/>
    </a:custClr>
    <a:custClr name="Turquiose 300">
      <a:srgbClr val="83CACA"/>
    </a:custClr>
    <a:custClr name="Green 300">
      <a:srgbClr val="8CBC80"/>
    </a:custClr>
    <a:custClr name="Yellow 100">
      <a:srgbClr val="FFFFDC"/>
    </a:custClr>
    <a:custClr name="Orange 100">
      <a:srgbClr val="FFF4D8"/>
    </a:custClr>
    <a:custClr name="Red 100">
      <a:srgbClr val="FEE6E6"/>
    </a:custClr>
    <a:custClr name="Burgundry 100">
      <a:srgbClr val="F4E8ED"/>
    </a:custClr>
    <a:custClr name="Pink 100">
      <a:srgbClr val="FDEEF8"/>
    </a:custClr>
    <a:custClr name="Violett 100">
      <a:srgbClr val="F4EEFA"/>
    </a:custClr>
    <a:custClr name="Blue 100">
      <a:srgbClr val="E0EFFB"/>
    </a:custClr>
    <a:custClr name="Cyan 100">
      <a:srgbClr val="E5FAFF"/>
    </a:custClr>
    <a:custClr name="Turquiose 100">
      <a:srgbClr val="E3F5F4"/>
    </a:custClr>
    <a:custClr name="Green 100">
      <a:srgbClr val="E2F3E5"/>
    </a:custClr>
    <a:custClr name="Light Green 700">
      <a:srgbClr val="44741A"/>
    </a:custClr>
    <a:custClr name="Light Green 500">
      <a:srgbClr val="78BE14"/>
    </a:custClr>
    <a:custClr name="Light Green 300">
      <a:srgbClr val="9FD45F"/>
    </a:custClr>
    <a:custClr name="Light Green 100">
      <a:srgbClr val="EBF7DD"/>
    </a:custClr>
    <a:custClr name="Warm Grey 700">
      <a:srgbClr val="4F4B41"/>
    </a:custClr>
    <a:custClr name="Warm Grey 500">
      <a:srgbClr val="858379"/>
    </a:custClr>
    <a:custClr name="Warm Grey 300">
      <a:srgbClr val="BCBBB2"/>
    </a:custClr>
    <a:custClr name="Warm Grey 100">
      <a:srgbClr val="F5F4F1"/>
    </a:custClr>
    <a:custClr name="Black">
      <a:srgbClr val="000000"/>
    </a:custClr>
    <a:custClr name="White">
      <a:srgbClr val="FFFFFF"/>
    </a:custClr>
  </a:custClrLst>
  <a:extLst>
    <a:ext uri="{05A4C25C-085E-4340-85A3-A5531E510DB2}">
      <thm15:themeFamily xmlns:thm15="http://schemas.microsoft.com/office/thememl/2012/main" name="K16_DB_SCHENKER_16zu9_02.potx" id="{3790F149-62FA-4F5A-BB78-76D34B4A9877}" vid="{46E5E603-BCC2-4FAF-BEE8-7F218D01D109}"/>
    </a:ext>
  </a:extLst>
</a:theme>
</file>

<file path=ppt/theme/theme2.xml><?xml version="1.0" encoding="utf-8"?>
<a:theme xmlns:a="http://schemas.openxmlformats.org/drawingml/2006/main" name="Office">
  <a:themeElements>
    <a:clrScheme name="SCHENKER NEU!">
      <a:dk1>
        <a:sysClr val="windowText" lastClr="000000"/>
      </a:dk1>
      <a:lt1>
        <a:sysClr val="window" lastClr="FFFFFF"/>
      </a:lt1>
      <a:dk2>
        <a:srgbClr val="EC0016"/>
      </a:dk2>
      <a:lt2>
        <a:srgbClr val="167D86"/>
      </a:lt2>
      <a:accent1>
        <a:srgbClr val="5DB1B9"/>
      </a:accent1>
      <a:accent2>
        <a:srgbClr val="99C8CE"/>
      </a:accent2>
      <a:accent3>
        <a:srgbClr val="CAE7EA"/>
      </a:accent3>
      <a:accent4>
        <a:srgbClr val="555B63"/>
      </a:accent4>
      <a:accent5>
        <a:srgbClr val="8D919B"/>
      </a:accent5>
      <a:accent6>
        <a:srgbClr val="D2D1D8"/>
      </a:accent6>
      <a:hlink>
        <a:srgbClr val="555B63"/>
      </a:hlink>
      <a:folHlink>
        <a:srgbClr val="D3D8DC"/>
      </a:folHlink>
    </a:clrScheme>
    <a:fontScheme name="Schenker">
      <a:majorFont>
        <a:latin typeface="DB Head"/>
        <a:ea typeface=""/>
        <a:cs typeface=""/>
      </a:majorFont>
      <a:minorFont>
        <a:latin typeface="DB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SCHENKER NEU!">
      <a:dk1>
        <a:sysClr val="windowText" lastClr="000000"/>
      </a:dk1>
      <a:lt1>
        <a:sysClr val="window" lastClr="FFFFFF"/>
      </a:lt1>
      <a:dk2>
        <a:srgbClr val="EC0016"/>
      </a:dk2>
      <a:lt2>
        <a:srgbClr val="167D86"/>
      </a:lt2>
      <a:accent1>
        <a:srgbClr val="5DB1B9"/>
      </a:accent1>
      <a:accent2>
        <a:srgbClr val="99C8CE"/>
      </a:accent2>
      <a:accent3>
        <a:srgbClr val="CAE7EA"/>
      </a:accent3>
      <a:accent4>
        <a:srgbClr val="555B63"/>
      </a:accent4>
      <a:accent5>
        <a:srgbClr val="8D919B"/>
      </a:accent5>
      <a:accent6>
        <a:srgbClr val="D2D1D8"/>
      </a:accent6>
      <a:hlink>
        <a:srgbClr val="555B63"/>
      </a:hlink>
      <a:folHlink>
        <a:srgbClr val="D3D8DC"/>
      </a:folHlink>
    </a:clrScheme>
    <a:fontScheme name="Schenker">
      <a:majorFont>
        <a:latin typeface="DB Head"/>
        <a:ea typeface=""/>
        <a:cs typeface=""/>
      </a:majorFont>
      <a:minorFont>
        <a:latin typeface="DB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Flow_SignoffStatus xmlns="36e88c28-51f7-4cf2-bf07-d5dd31bd1c61" xsi:nil="true"/>
    <TaxCatchAll xmlns="ebd01039-58b0-4616-9cbc-df5c8ae803a8" xsi:nil="true"/>
    <lcf76f155ced4ddcb4097134ff3c332f xmlns="36e88c28-51f7-4cf2-bf07-d5dd31bd1c6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C226AA39FA88A44AFA62822AA17F4C7" ma:contentTypeVersion="17" ma:contentTypeDescription="Create a new document." ma:contentTypeScope="" ma:versionID="c0535d27d85ef8e73c7490146f1a7776">
  <xsd:schema xmlns:xsd="http://www.w3.org/2001/XMLSchema" xmlns:xs="http://www.w3.org/2001/XMLSchema" xmlns:p="http://schemas.microsoft.com/office/2006/metadata/properties" xmlns:ns2="36e88c28-51f7-4cf2-bf07-d5dd31bd1c61" xmlns:ns3="ebd01039-58b0-4616-9cbc-df5c8ae803a8" targetNamespace="http://schemas.microsoft.com/office/2006/metadata/properties" ma:root="true" ma:fieldsID="d64e3a2961643c026222916d5e9ecfd7" ns2:_="" ns3:_="">
    <xsd:import namespace="36e88c28-51f7-4cf2-bf07-d5dd31bd1c61"/>
    <xsd:import namespace="ebd01039-58b0-4616-9cbc-df5c8ae803a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Location" minOccurs="0"/>
                <xsd:element ref="ns3:SharedWithUsers" minOccurs="0"/>
                <xsd:element ref="ns3:SharedWithDetails" minOccurs="0"/>
                <xsd:element ref="ns2:MediaServiceOCR" minOccurs="0"/>
                <xsd:element ref="ns2:_Flow_SignoffStatu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88c28-51f7-4cf2-bf07-d5dd31bd1c61"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Flow_SignoffStatus" ma:index="16" nillable="true" ma:displayName="Sign-off status" ma:internalName="_x0024_Resources_x003a_core_x002c_Signoff_Status_x003b_">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a2fdd27-ee36-42ac-901d-ae0f66495c7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bd01039-58b0-4616-9cbc-df5c8ae803a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a76a38d-9741-4a60-801e-cd6cd965268c}" ma:internalName="TaxCatchAll" ma:showField="CatchAllData" ma:web="ebd01039-58b0-4616-9cbc-df5c8ae803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0378F-44D3-4363-8E48-118EE8264EF9}">
  <ds:schemaRefs>
    <ds:schemaRef ds:uri="http://schemas.microsoft.com/sharepoint/v3/contenttype/forms"/>
  </ds:schemaRefs>
</ds:datastoreItem>
</file>

<file path=customXml/itemProps2.xml><?xml version="1.0" encoding="utf-8"?>
<ds:datastoreItem xmlns:ds="http://schemas.openxmlformats.org/officeDocument/2006/customXml" ds:itemID="{17888738-9AAA-4C71-BE96-73B40BF97BC4}">
  <ds:schemaRefs>
    <ds:schemaRef ds:uri="http://schemas.microsoft.com/office/2006/metadata/properties"/>
    <ds:schemaRef ds:uri="http://schemas.microsoft.com/office/infopath/2007/PartnerControls"/>
    <ds:schemaRef ds:uri="36e88c28-51f7-4cf2-bf07-d5dd31bd1c61"/>
  </ds:schemaRefs>
</ds:datastoreItem>
</file>

<file path=customXml/itemProps3.xml><?xml version="1.0" encoding="utf-8"?>
<ds:datastoreItem xmlns:ds="http://schemas.openxmlformats.org/officeDocument/2006/customXml" ds:itemID="{E2DAFA15-166A-45F7-ACE0-F25DA4013908}"/>
</file>

<file path=docProps/app.xml><?xml version="1.0" encoding="utf-8"?>
<Properties xmlns="http://schemas.openxmlformats.org/officeDocument/2006/extended-properties" xmlns:vt="http://schemas.openxmlformats.org/officeDocument/2006/docPropsVTypes">
  <Template>DB Schenker</Template>
  <TotalTime>6158</TotalTime>
  <Words>1797</Words>
  <Application>Microsoft Office PowerPoint</Application>
  <PresentationFormat>Widescreen</PresentationFormat>
  <Paragraphs>311</Paragraphs>
  <Slides>36</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3" baseType="lpstr">
      <vt:lpstr>Arial</vt:lpstr>
      <vt:lpstr>DB Head</vt:lpstr>
      <vt:lpstr>DB Head Light</vt:lpstr>
      <vt:lpstr>DB Sans</vt:lpstr>
      <vt:lpstr>Wingdings</vt:lpstr>
      <vt:lpstr>DB Schenker</vt:lpstr>
      <vt:lpstr>Packager Shell Object</vt:lpstr>
      <vt:lpstr>MBC</vt:lpstr>
      <vt:lpstr>Dynamic Areas</vt:lpstr>
      <vt:lpstr>Dynamic Areas</vt:lpstr>
      <vt:lpstr>Dynamic Areas</vt:lpstr>
      <vt:lpstr>Edit</vt:lpstr>
      <vt:lpstr>Edit</vt:lpstr>
      <vt:lpstr>Copy</vt:lpstr>
      <vt:lpstr>Inbound</vt:lpstr>
      <vt:lpstr>Split</vt:lpstr>
      <vt:lpstr>Outbound</vt:lpstr>
      <vt:lpstr>Miscellaneous</vt:lpstr>
      <vt:lpstr>CR_StoreMessageToDisk</vt:lpstr>
      <vt:lpstr>CR_StoreMessageToDisk</vt:lpstr>
      <vt:lpstr>CR_Subhandler</vt:lpstr>
      <vt:lpstr>CR_CallXibMBC</vt:lpstr>
      <vt:lpstr>CR_ConvertRef </vt:lpstr>
      <vt:lpstr>CR_RemoveString</vt:lpstr>
      <vt:lpstr>CR_ExchangeString</vt:lpstr>
      <vt:lpstr>CR_AddHeaderFooter  </vt:lpstr>
      <vt:lpstr>CR_AddHeaderFooter</vt:lpstr>
      <vt:lpstr>CR_CutToLineLength</vt:lpstr>
      <vt:lpstr>CR_EditRecord </vt:lpstr>
      <vt:lpstr>CR_RemoveLineFeed</vt:lpstr>
      <vt:lpstr>CR_RemoveRecord</vt:lpstr>
      <vt:lpstr>CR_AddRec_v2</vt:lpstr>
      <vt:lpstr>CR_AddRec_v2</vt:lpstr>
      <vt:lpstr>CR_CopyToRoutingCodes </vt:lpstr>
      <vt:lpstr>CR_CopyMsg </vt:lpstr>
      <vt:lpstr>CR_SetRoutingCode </vt:lpstr>
      <vt:lpstr>CR_ProcByCondition </vt:lpstr>
      <vt:lpstr>InboundX12</vt:lpstr>
      <vt:lpstr>CR_AnsiX12Split </vt:lpstr>
      <vt:lpstr>CR_MsgSplit</vt:lpstr>
      <vt:lpstr>CR_SplitByContentType</vt:lpstr>
      <vt:lpstr>EnvelopeX12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dc:title>
  <dc:creator>Lehmkuhl, Laureen</dc:creator>
  <dc:description>Optimized for Office 365</dc:description>
  <cp:lastModifiedBy>Xu, Vanessa</cp:lastModifiedBy>
  <cp:revision>76</cp:revision>
  <cp:lastPrinted>2019-09-19T09:42:22Z</cp:lastPrinted>
  <dcterms:created xsi:type="dcterms:W3CDTF">2020-04-30T07:47:19Z</dcterms:created>
  <dcterms:modified xsi:type="dcterms:W3CDTF">2021-06-11T05:52:09Z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0x0101009C226AA39FA88A44AFA62822AA17F4C7</vt:lpwstr>
  </property>
  <property fmtid="{D5CDD505-2E9C-101B-9397-08002B2CF9AE}" pid="3" name="MSIP_Label_705c9e18-d393-4470-8b67-9616c62ec31f_Enabled">
    <vt:lpwstr>true</vt:lpwstr>
  </property>
  <property fmtid="{D5CDD505-2E9C-101B-9397-08002B2CF9AE}" pid="4" name="MSIP_Label_705c9e18-d393-4470-8b67-9616c62ec31f_SetDate">
    <vt:lpwstr>2020-11-22T13:27:07Z</vt:lpwstr>
  </property>
  <property fmtid="{D5CDD505-2E9C-101B-9397-08002B2CF9AE}" pid="5" name="MSIP_Label_705c9e18-d393-4470-8b67-9616c62ec31f_Method">
    <vt:lpwstr>Standard</vt:lpwstr>
  </property>
  <property fmtid="{D5CDD505-2E9C-101B-9397-08002B2CF9AE}" pid="6" name="MSIP_Label_705c9e18-d393-4470-8b67-9616c62ec31f_Name">
    <vt:lpwstr>705c9e18-d393-4470-8b67-9616c62ec31f</vt:lpwstr>
  </property>
  <property fmtid="{D5CDD505-2E9C-101B-9397-08002B2CF9AE}" pid="7" name="MSIP_Label_705c9e18-d393-4470-8b67-9616c62ec31f_SiteId">
    <vt:lpwstr>c5d1e823-e2b8-46bf-92ff-84f54313e0a5</vt:lpwstr>
  </property>
  <property fmtid="{D5CDD505-2E9C-101B-9397-08002B2CF9AE}" pid="8" name="MSIP_Label_705c9e18-d393-4470-8b67-9616c62ec31f_ActionId">
    <vt:lpwstr>caa19a0e-ae6c-4bc0-a86a-5da6e5da560c</vt:lpwstr>
  </property>
  <property fmtid="{D5CDD505-2E9C-101B-9397-08002B2CF9AE}" pid="9" name="MSIP_Label_705c9e18-d393-4470-8b67-9616c62ec31f_ContentBits">
    <vt:lpwstr>0</vt:lpwstr>
  </property>
</Properties>
</file>