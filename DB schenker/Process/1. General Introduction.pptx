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x" ContentType="application/vnd.openxmlformats-officedocument.wordprocessingml.document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7"/>
  </p:handoutMasterIdLst>
  <p:sldIdLst>
    <p:sldId id="256" r:id="rId3"/>
    <p:sldId id="2655" r:id="rId5"/>
    <p:sldId id="2752" r:id="rId6"/>
    <p:sldId id="2747" r:id="rId7"/>
    <p:sldId id="2712" r:id="rId8"/>
    <p:sldId id="2713" r:id="rId9"/>
    <p:sldId id="2715" r:id="rId10"/>
    <p:sldId id="2714" r:id="rId11"/>
    <p:sldId id="2716" r:id="rId12"/>
    <p:sldId id="2717" r:id="rId13"/>
    <p:sldId id="2718" r:id="rId14"/>
    <p:sldId id="2748" r:id="rId15"/>
    <p:sldId id="2720" r:id="rId16"/>
    <p:sldId id="2719" r:id="rId17"/>
    <p:sldId id="2721" r:id="rId18"/>
    <p:sldId id="2722" r:id="rId19"/>
    <p:sldId id="2723" r:id="rId20"/>
    <p:sldId id="2724" r:id="rId21"/>
    <p:sldId id="2749" r:id="rId22"/>
    <p:sldId id="2725" r:id="rId23"/>
    <p:sldId id="2734" r:id="rId24"/>
    <p:sldId id="2735" r:id="rId25"/>
    <p:sldId id="2736" r:id="rId26"/>
    <p:sldId id="2737" r:id="rId27"/>
    <p:sldId id="2738" r:id="rId28"/>
    <p:sldId id="2739" r:id="rId29"/>
    <p:sldId id="2740" r:id="rId30"/>
    <p:sldId id="2741" r:id="rId31"/>
    <p:sldId id="2726" r:id="rId32"/>
    <p:sldId id="2727" r:id="rId33"/>
    <p:sldId id="2728" r:id="rId34"/>
    <p:sldId id="2729" r:id="rId35"/>
    <p:sldId id="2730" r:id="rId36"/>
    <p:sldId id="2731" r:id="rId37"/>
    <p:sldId id="2732" r:id="rId38"/>
    <p:sldId id="2733" r:id="rId39"/>
    <p:sldId id="2742" r:id="rId40"/>
    <p:sldId id="2743" r:id="rId41"/>
    <p:sldId id="2744" r:id="rId42"/>
    <p:sldId id="2745" r:id="rId43"/>
    <p:sldId id="2746" r:id="rId44"/>
    <p:sldId id="2751" r:id="rId45"/>
    <p:sldId id="2677" r:id="rId46"/>
  </p:sldIdLst>
  <p:sldSz cx="12192000" cy="6858000"/>
  <p:notesSz cx="6858000" cy="9144000"/>
  <p:custDataLst>
    <p:tags r:id="rId5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 layouts" id="{FA43EFFD-A950-45C7-9495-FF65CA0A34A2}">
          <p14:sldIdLst>
            <p14:sldId id="256"/>
            <p14:sldId id="2655"/>
            <p14:sldId id="2752"/>
            <p14:sldId id="2747"/>
            <p14:sldId id="2712"/>
            <p14:sldId id="2713"/>
            <p14:sldId id="2715"/>
            <p14:sldId id="2714"/>
            <p14:sldId id="2716"/>
            <p14:sldId id="2717"/>
            <p14:sldId id="2718"/>
            <p14:sldId id="2748"/>
            <p14:sldId id="2720"/>
            <p14:sldId id="2719"/>
            <p14:sldId id="2721"/>
            <p14:sldId id="2722"/>
            <p14:sldId id="2723"/>
            <p14:sldId id="2724"/>
            <p14:sldId id="2749"/>
            <p14:sldId id="2725"/>
            <p14:sldId id="2734"/>
            <p14:sldId id="2735"/>
            <p14:sldId id="2736"/>
            <p14:sldId id="2737"/>
            <p14:sldId id="2738"/>
            <p14:sldId id="2739"/>
            <p14:sldId id="2740"/>
            <p14:sldId id="2741"/>
            <p14:sldId id="2726"/>
            <p14:sldId id="2727"/>
            <p14:sldId id="2728"/>
            <p14:sldId id="2729"/>
            <p14:sldId id="2730"/>
            <p14:sldId id="2731"/>
            <p14:sldId id="2732"/>
            <p14:sldId id="2733"/>
            <p14:sldId id="2742"/>
            <p14:sldId id="2743"/>
            <p14:sldId id="2744"/>
            <p14:sldId id="2745"/>
            <p14:sldId id="2746"/>
            <p14:sldId id="2751"/>
            <p14:sldId id="26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0015"/>
    <a:srgbClr val="006E6B"/>
    <a:srgbClr val="D9D9D9"/>
    <a:srgbClr val="F7F6F3"/>
    <a:srgbClr val="BC3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10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F9892B-0CD0-4E5F-88D2-50F05C48D66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565A2D-088C-4062-A9B7-EBF5C63AD743}">
      <dgm:prSet phldrT="[Text]"/>
      <dgm:spPr/>
      <dgm:t>
        <a:bodyPr/>
        <a:lstStyle/>
        <a:p>
          <a:r>
            <a:rPr lang="en-US" altLang="zh-CN" dirty="0"/>
            <a:t>Objectives</a:t>
          </a:r>
          <a:endParaRPr lang="en-US" dirty="0"/>
        </a:p>
      </dgm:t>
    </dgm:pt>
    <dgm:pt modelId="{FA7DC3EF-2129-49DC-98D0-F151B37BA586}" cxnId="{BBCE7CE6-E2BB-498D-827A-6431CD72852A}" type="parTrans">
      <dgm:prSet/>
      <dgm:spPr/>
      <dgm:t>
        <a:bodyPr/>
        <a:lstStyle/>
        <a:p>
          <a:endParaRPr lang="en-US"/>
        </a:p>
      </dgm:t>
    </dgm:pt>
    <dgm:pt modelId="{32F639AA-F2D3-4EF8-964C-745B94E263EF}" cxnId="{BBCE7CE6-E2BB-498D-827A-6431CD72852A}" type="sibTrans">
      <dgm:prSet/>
      <dgm:spPr/>
      <dgm:t>
        <a:bodyPr/>
        <a:lstStyle/>
        <a:p>
          <a:endParaRPr lang="en-US"/>
        </a:p>
      </dgm:t>
    </dgm:pt>
    <dgm:pt modelId="{E31B173F-69A2-476D-9EBB-8B04A4CB7431}">
      <dgm:prSet phldrT="[Text]"/>
      <dgm:spPr/>
      <dgm:t>
        <a:bodyPr/>
        <a:lstStyle/>
        <a:p>
          <a:r>
            <a:rPr lang="en-US" dirty="0"/>
            <a:t>Understand what is EDI</a:t>
          </a:r>
        </a:p>
      </dgm:t>
    </dgm:pt>
    <dgm:pt modelId="{FF90A68A-AEAA-48F6-893E-BA2D3B2575B0}" cxnId="{CC9281EF-9EF7-49CE-857C-1264D3463C9D}" type="parTrans">
      <dgm:prSet/>
      <dgm:spPr/>
      <dgm:t>
        <a:bodyPr/>
        <a:lstStyle/>
        <a:p>
          <a:endParaRPr lang="en-US"/>
        </a:p>
      </dgm:t>
    </dgm:pt>
    <dgm:pt modelId="{FA65D834-144A-4B09-9F31-33B7AE27DD0C}" cxnId="{CC9281EF-9EF7-49CE-857C-1264D3463C9D}" type="sibTrans">
      <dgm:prSet/>
      <dgm:spPr/>
      <dgm:t>
        <a:bodyPr/>
        <a:lstStyle/>
        <a:p>
          <a:endParaRPr lang="en-US"/>
        </a:p>
      </dgm:t>
    </dgm:pt>
    <dgm:pt modelId="{0D689D91-C90B-448C-BCE3-FD507B5FB456}">
      <dgm:prSet phldrT="[Text]"/>
      <dgm:spPr/>
      <dgm:t>
        <a:bodyPr/>
        <a:lstStyle/>
        <a:p>
          <a:r>
            <a:rPr lang="en-US" dirty="0"/>
            <a:t>Understand what SWORD do, workflow, related partners</a:t>
          </a:r>
        </a:p>
      </dgm:t>
    </dgm:pt>
    <dgm:pt modelId="{BA155B47-5CBD-4C60-AEF4-40FC4CEB8667}" cxnId="{DDF8EEB3-DEF4-46AC-A80D-AAC3D53A4154}" type="parTrans">
      <dgm:prSet/>
      <dgm:spPr/>
      <dgm:t>
        <a:bodyPr/>
        <a:lstStyle/>
        <a:p>
          <a:endParaRPr lang="en-US"/>
        </a:p>
      </dgm:t>
    </dgm:pt>
    <dgm:pt modelId="{815947FD-804E-4C28-8F26-61AD3E2EC805}" cxnId="{DDF8EEB3-DEF4-46AC-A80D-AAC3D53A4154}" type="sibTrans">
      <dgm:prSet/>
      <dgm:spPr/>
      <dgm:t>
        <a:bodyPr/>
        <a:lstStyle/>
        <a:p>
          <a:endParaRPr lang="en-US"/>
        </a:p>
      </dgm:t>
    </dgm:pt>
    <dgm:pt modelId="{658BF112-9037-484C-B82B-3E745D42655C}">
      <dgm:prSet phldrT="[Text]"/>
      <dgm:spPr/>
      <dgm:t>
        <a:bodyPr/>
        <a:lstStyle/>
        <a:p>
          <a:r>
            <a:rPr lang="en-US" altLang="zh-CN" dirty="0"/>
            <a:t>Understand SWORD Environment, Stream, Node, Server</a:t>
          </a:r>
          <a:endParaRPr lang="en-US" dirty="0"/>
        </a:p>
      </dgm:t>
    </dgm:pt>
    <dgm:pt modelId="{69A5C2C3-F84D-4D1A-A1D3-7E66E6A3D3B1}" cxnId="{FDCCD3EF-2806-4911-8B46-66A167227C62}" type="parTrans">
      <dgm:prSet/>
      <dgm:spPr/>
      <dgm:t>
        <a:bodyPr/>
        <a:lstStyle/>
        <a:p>
          <a:endParaRPr lang="en-US"/>
        </a:p>
      </dgm:t>
    </dgm:pt>
    <dgm:pt modelId="{66FB3DD7-C6D1-44EB-8B17-D0A2FD92C2CB}" cxnId="{FDCCD3EF-2806-4911-8B46-66A167227C62}" type="sibTrans">
      <dgm:prSet/>
      <dgm:spPr/>
      <dgm:t>
        <a:bodyPr/>
        <a:lstStyle/>
        <a:p>
          <a:endParaRPr lang="en-US"/>
        </a:p>
      </dgm:t>
    </dgm:pt>
    <dgm:pt modelId="{93EB0FEA-F0E1-499E-8CF1-BDCCE6BD66D0}">
      <dgm:prSet phldrT="[Text]"/>
      <dgm:spPr/>
      <dgm:t>
        <a:bodyPr/>
        <a:lstStyle/>
        <a:p>
          <a:r>
            <a:rPr lang="en-US" dirty="0"/>
            <a:t>Know all the data types SWORD handles</a:t>
          </a:r>
        </a:p>
      </dgm:t>
    </dgm:pt>
    <dgm:pt modelId="{0C775D71-6796-4FAF-AEC4-DE7EFBDFE396}" cxnId="{FE201041-95C3-4063-B07B-445D479A124D}" type="parTrans">
      <dgm:prSet/>
      <dgm:spPr/>
      <dgm:t>
        <a:bodyPr/>
        <a:lstStyle/>
        <a:p>
          <a:endParaRPr lang="en-US"/>
        </a:p>
      </dgm:t>
    </dgm:pt>
    <dgm:pt modelId="{7B5F26C9-14E3-4C70-A514-650D8BFAEC07}" cxnId="{FE201041-95C3-4063-B07B-445D479A124D}" type="sibTrans">
      <dgm:prSet/>
      <dgm:spPr/>
      <dgm:t>
        <a:bodyPr/>
        <a:lstStyle/>
        <a:p>
          <a:endParaRPr lang="en-US"/>
        </a:p>
      </dgm:t>
    </dgm:pt>
    <dgm:pt modelId="{4534D6B1-6F1E-4BC2-A7F4-FE54D0E8851E}">
      <dgm:prSet phldrT="[Text]"/>
      <dgm:spPr/>
      <dgm:t>
        <a:bodyPr/>
        <a:lstStyle/>
        <a:p>
          <a:r>
            <a:rPr lang="en-US" dirty="0"/>
            <a:t>Master EDIFACT, X12 Message structure</a:t>
          </a:r>
        </a:p>
      </dgm:t>
    </dgm:pt>
    <dgm:pt modelId="{D83ECB61-DE84-4FA9-A607-2AF782FB8841}" cxnId="{6362CA6F-DA8D-4C4A-86F5-0CD92593E457}" type="parTrans">
      <dgm:prSet/>
      <dgm:spPr/>
      <dgm:t>
        <a:bodyPr/>
        <a:lstStyle/>
        <a:p>
          <a:endParaRPr lang="en-US"/>
        </a:p>
      </dgm:t>
    </dgm:pt>
    <dgm:pt modelId="{30A829CA-D6F5-4B4F-A8D5-C5E87F949B68}" cxnId="{6362CA6F-DA8D-4C4A-86F5-0CD92593E457}" type="sibTrans">
      <dgm:prSet/>
      <dgm:spPr/>
      <dgm:t>
        <a:bodyPr/>
        <a:lstStyle/>
        <a:p>
          <a:endParaRPr lang="en-US"/>
        </a:p>
      </dgm:t>
    </dgm:pt>
    <dgm:pt modelId="{169BB7B8-6F41-4DD1-A0E0-0CB86E7B575D}">
      <dgm:prSet phldrT="[Text]"/>
      <dgm:spPr/>
      <dgm:t>
        <a:bodyPr/>
        <a:lstStyle/>
        <a:p>
          <a:r>
            <a:rPr lang="en-US"/>
            <a:t>Be able to see Message Type, Message Version, Segment Delimiter, Element Delimiter, Composite Delimiter from given message.</a:t>
          </a:r>
          <a:endParaRPr lang="en-US" dirty="0"/>
        </a:p>
      </dgm:t>
    </dgm:pt>
    <dgm:pt modelId="{F2D71E6A-32D2-4C49-AFC8-95ADE9EDEF49}" cxnId="{E0C7CA37-FF45-4231-A5C9-2CEFA65CF206}" type="parTrans">
      <dgm:prSet/>
      <dgm:spPr/>
      <dgm:t>
        <a:bodyPr/>
        <a:lstStyle/>
        <a:p>
          <a:endParaRPr lang="en-US"/>
        </a:p>
      </dgm:t>
    </dgm:pt>
    <dgm:pt modelId="{6571FF89-7F71-47CE-A7A1-AE1859C5A6DA}" cxnId="{E0C7CA37-FF45-4231-A5C9-2CEFA65CF206}" type="sibTrans">
      <dgm:prSet/>
      <dgm:spPr/>
      <dgm:t>
        <a:bodyPr/>
        <a:lstStyle/>
        <a:p>
          <a:endParaRPr lang="en-US"/>
        </a:p>
      </dgm:t>
    </dgm:pt>
    <dgm:pt modelId="{89F9C885-56F1-438B-953F-75CAAB5703AC}" type="pres">
      <dgm:prSet presAssocID="{C3F9892B-0CD0-4E5F-88D2-50F05C48D669}" presName="vert0" presStyleCnt="0">
        <dgm:presLayoutVars>
          <dgm:dir/>
          <dgm:animOne val="branch"/>
          <dgm:animLvl val="lvl"/>
        </dgm:presLayoutVars>
      </dgm:prSet>
      <dgm:spPr/>
    </dgm:pt>
    <dgm:pt modelId="{C9999C65-42FC-4C4B-9191-1C061FA11797}" type="pres">
      <dgm:prSet presAssocID="{7D565A2D-088C-4062-A9B7-EBF5C63AD743}" presName="thickLine" presStyleLbl="alignNode1" presStyleIdx="0" presStyleCnt="1"/>
      <dgm:spPr/>
    </dgm:pt>
    <dgm:pt modelId="{E7E97589-806C-46B1-91B2-1731EC4B4607}" type="pres">
      <dgm:prSet presAssocID="{7D565A2D-088C-4062-A9B7-EBF5C63AD743}" presName="horz1" presStyleCnt="0"/>
      <dgm:spPr/>
    </dgm:pt>
    <dgm:pt modelId="{AD76C8FC-9B53-46AD-B31E-49B2FD29DA4B}" type="pres">
      <dgm:prSet presAssocID="{7D565A2D-088C-4062-A9B7-EBF5C63AD743}" presName="tx1" presStyleLbl="revTx" presStyleIdx="0" presStyleCnt="7"/>
      <dgm:spPr/>
    </dgm:pt>
    <dgm:pt modelId="{D909553C-C040-4B62-9B99-D210650B3D10}" type="pres">
      <dgm:prSet presAssocID="{7D565A2D-088C-4062-A9B7-EBF5C63AD743}" presName="vert1" presStyleCnt="0"/>
      <dgm:spPr/>
    </dgm:pt>
    <dgm:pt modelId="{BA9AE825-5354-4F68-B311-9A761D4E628A}" type="pres">
      <dgm:prSet presAssocID="{E31B173F-69A2-476D-9EBB-8B04A4CB7431}" presName="vertSpace2a" presStyleCnt="0"/>
      <dgm:spPr/>
    </dgm:pt>
    <dgm:pt modelId="{2420B3BE-4809-4506-9C65-2A001F2BE34A}" type="pres">
      <dgm:prSet presAssocID="{E31B173F-69A2-476D-9EBB-8B04A4CB7431}" presName="horz2" presStyleCnt="0"/>
      <dgm:spPr/>
    </dgm:pt>
    <dgm:pt modelId="{BFA8A790-3870-476C-B3C4-77579062CDFD}" type="pres">
      <dgm:prSet presAssocID="{E31B173F-69A2-476D-9EBB-8B04A4CB7431}" presName="horzSpace2" presStyleCnt="0"/>
      <dgm:spPr/>
    </dgm:pt>
    <dgm:pt modelId="{F5819F16-9A6F-41E2-91DC-F3C4A2866184}" type="pres">
      <dgm:prSet presAssocID="{E31B173F-69A2-476D-9EBB-8B04A4CB7431}" presName="tx2" presStyleLbl="revTx" presStyleIdx="1" presStyleCnt="7"/>
      <dgm:spPr/>
    </dgm:pt>
    <dgm:pt modelId="{6D52CCFA-591F-4462-BAEE-B93C4871821F}" type="pres">
      <dgm:prSet presAssocID="{E31B173F-69A2-476D-9EBB-8B04A4CB7431}" presName="vert2" presStyleCnt="0"/>
      <dgm:spPr/>
    </dgm:pt>
    <dgm:pt modelId="{1BED3353-AEAF-4B91-BEA4-3A198971650D}" type="pres">
      <dgm:prSet presAssocID="{E31B173F-69A2-476D-9EBB-8B04A4CB7431}" presName="thinLine2b" presStyleLbl="callout" presStyleIdx="0" presStyleCnt="6"/>
      <dgm:spPr/>
    </dgm:pt>
    <dgm:pt modelId="{4D997C0B-7627-449A-BB02-7658E8C18095}" type="pres">
      <dgm:prSet presAssocID="{E31B173F-69A2-476D-9EBB-8B04A4CB7431}" presName="vertSpace2b" presStyleCnt="0"/>
      <dgm:spPr/>
    </dgm:pt>
    <dgm:pt modelId="{055E99F8-4C59-42A8-86A8-BD6AF1B295F0}" type="pres">
      <dgm:prSet presAssocID="{0D689D91-C90B-448C-BCE3-FD507B5FB456}" presName="horz2" presStyleCnt="0"/>
      <dgm:spPr/>
    </dgm:pt>
    <dgm:pt modelId="{54D77922-8C33-4E66-80B3-761AA72DC601}" type="pres">
      <dgm:prSet presAssocID="{0D689D91-C90B-448C-BCE3-FD507B5FB456}" presName="horzSpace2" presStyleCnt="0"/>
      <dgm:spPr/>
    </dgm:pt>
    <dgm:pt modelId="{5FFDCEA3-8827-4E5B-A04A-07DDE211A2B7}" type="pres">
      <dgm:prSet presAssocID="{0D689D91-C90B-448C-BCE3-FD507B5FB456}" presName="tx2" presStyleLbl="revTx" presStyleIdx="2" presStyleCnt="7"/>
      <dgm:spPr/>
    </dgm:pt>
    <dgm:pt modelId="{9D571AA6-7823-4EA7-B30F-0D428615A77E}" type="pres">
      <dgm:prSet presAssocID="{0D689D91-C90B-448C-BCE3-FD507B5FB456}" presName="vert2" presStyleCnt="0"/>
      <dgm:spPr/>
    </dgm:pt>
    <dgm:pt modelId="{79388BED-DDC2-440E-868F-11B3931D305D}" type="pres">
      <dgm:prSet presAssocID="{0D689D91-C90B-448C-BCE3-FD507B5FB456}" presName="thinLine2b" presStyleLbl="callout" presStyleIdx="1" presStyleCnt="6"/>
      <dgm:spPr/>
    </dgm:pt>
    <dgm:pt modelId="{A5B44D39-FB12-4940-BF07-DE70D4BF8268}" type="pres">
      <dgm:prSet presAssocID="{0D689D91-C90B-448C-BCE3-FD507B5FB456}" presName="vertSpace2b" presStyleCnt="0"/>
      <dgm:spPr/>
    </dgm:pt>
    <dgm:pt modelId="{41A02E04-EEDE-4604-8AD0-260529373DB7}" type="pres">
      <dgm:prSet presAssocID="{658BF112-9037-484C-B82B-3E745D42655C}" presName="horz2" presStyleCnt="0"/>
      <dgm:spPr/>
    </dgm:pt>
    <dgm:pt modelId="{10B13446-4341-47AB-A290-99665C8324EB}" type="pres">
      <dgm:prSet presAssocID="{658BF112-9037-484C-B82B-3E745D42655C}" presName="horzSpace2" presStyleCnt="0"/>
      <dgm:spPr/>
    </dgm:pt>
    <dgm:pt modelId="{D18E30F1-ED69-4964-9B94-2853EB1142C2}" type="pres">
      <dgm:prSet presAssocID="{658BF112-9037-484C-B82B-3E745D42655C}" presName="tx2" presStyleLbl="revTx" presStyleIdx="3" presStyleCnt="7"/>
      <dgm:spPr/>
    </dgm:pt>
    <dgm:pt modelId="{BA1EDB7A-099F-414E-84CA-4E1E3FF73EFC}" type="pres">
      <dgm:prSet presAssocID="{658BF112-9037-484C-B82B-3E745D42655C}" presName="vert2" presStyleCnt="0"/>
      <dgm:spPr/>
    </dgm:pt>
    <dgm:pt modelId="{B343287D-82ED-4AB0-93EA-B6EC420A3273}" type="pres">
      <dgm:prSet presAssocID="{658BF112-9037-484C-B82B-3E745D42655C}" presName="thinLine2b" presStyleLbl="callout" presStyleIdx="2" presStyleCnt="6"/>
      <dgm:spPr/>
    </dgm:pt>
    <dgm:pt modelId="{C65571BF-6F2F-4F05-8F2E-4CA50609ED26}" type="pres">
      <dgm:prSet presAssocID="{658BF112-9037-484C-B82B-3E745D42655C}" presName="vertSpace2b" presStyleCnt="0"/>
      <dgm:spPr/>
    </dgm:pt>
    <dgm:pt modelId="{E97FD56E-FBEF-4808-91ED-14FFBB4ECBA4}" type="pres">
      <dgm:prSet presAssocID="{93EB0FEA-F0E1-499E-8CF1-BDCCE6BD66D0}" presName="horz2" presStyleCnt="0"/>
      <dgm:spPr/>
    </dgm:pt>
    <dgm:pt modelId="{AB381317-BEA8-4D8A-838B-15DB1ADBA5F2}" type="pres">
      <dgm:prSet presAssocID="{93EB0FEA-F0E1-499E-8CF1-BDCCE6BD66D0}" presName="horzSpace2" presStyleCnt="0"/>
      <dgm:spPr/>
    </dgm:pt>
    <dgm:pt modelId="{126506E4-876C-40C1-A1A4-CB25AF33CCA5}" type="pres">
      <dgm:prSet presAssocID="{93EB0FEA-F0E1-499E-8CF1-BDCCE6BD66D0}" presName="tx2" presStyleLbl="revTx" presStyleIdx="4" presStyleCnt="7"/>
      <dgm:spPr/>
    </dgm:pt>
    <dgm:pt modelId="{9D857222-29DD-4379-934F-108FBE9A7B62}" type="pres">
      <dgm:prSet presAssocID="{93EB0FEA-F0E1-499E-8CF1-BDCCE6BD66D0}" presName="vert2" presStyleCnt="0"/>
      <dgm:spPr/>
    </dgm:pt>
    <dgm:pt modelId="{EE13166E-FC02-4748-9DE3-6D3EC0A45F60}" type="pres">
      <dgm:prSet presAssocID="{93EB0FEA-F0E1-499E-8CF1-BDCCE6BD66D0}" presName="thinLine2b" presStyleLbl="callout" presStyleIdx="3" presStyleCnt="6"/>
      <dgm:spPr/>
    </dgm:pt>
    <dgm:pt modelId="{201260B5-CC01-4F40-AECD-637CFCB60AAF}" type="pres">
      <dgm:prSet presAssocID="{93EB0FEA-F0E1-499E-8CF1-BDCCE6BD66D0}" presName="vertSpace2b" presStyleCnt="0"/>
      <dgm:spPr/>
    </dgm:pt>
    <dgm:pt modelId="{99381FD8-1604-4EFB-A28D-BED6BBA7362C}" type="pres">
      <dgm:prSet presAssocID="{4534D6B1-6F1E-4BC2-A7F4-FE54D0E8851E}" presName="horz2" presStyleCnt="0"/>
      <dgm:spPr/>
    </dgm:pt>
    <dgm:pt modelId="{9E0EF37B-68C2-4BF7-87B9-079455F5CA83}" type="pres">
      <dgm:prSet presAssocID="{4534D6B1-6F1E-4BC2-A7F4-FE54D0E8851E}" presName="horzSpace2" presStyleCnt="0"/>
      <dgm:spPr/>
    </dgm:pt>
    <dgm:pt modelId="{AD6A7526-53E8-4074-899F-DBB8FBD91A6D}" type="pres">
      <dgm:prSet presAssocID="{4534D6B1-6F1E-4BC2-A7F4-FE54D0E8851E}" presName="tx2" presStyleLbl="revTx" presStyleIdx="5" presStyleCnt="7"/>
      <dgm:spPr/>
    </dgm:pt>
    <dgm:pt modelId="{F8CD4C55-8C86-4B91-B66A-9EE12504424E}" type="pres">
      <dgm:prSet presAssocID="{4534D6B1-6F1E-4BC2-A7F4-FE54D0E8851E}" presName="vert2" presStyleCnt="0"/>
      <dgm:spPr/>
    </dgm:pt>
    <dgm:pt modelId="{00903D4B-5CDE-4DA4-815B-8A09A514A7C2}" type="pres">
      <dgm:prSet presAssocID="{4534D6B1-6F1E-4BC2-A7F4-FE54D0E8851E}" presName="thinLine2b" presStyleLbl="callout" presStyleIdx="4" presStyleCnt="6"/>
      <dgm:spPr/>
    </dgm:pt>
    <dgm:pt modelId="{1672352B-42B9-4935-B769-B4C78B6EA4FC}" type="pres">
      <dgm:prSet presAssocID="{4534D6B1-6F1E-4BC2-A7F4-FE54D0E8851E}" presName="vertSpace2b" presStyleCnt="0"/>
      <dgm:spPr/>
    </dgm:pt>
    <dgm:pt modelId="{863E9A37-CF1A-42DB-A660-7EBD9C82D2EB}" type="pres">
      <dgm:prSet presAssocID="{169BB7B8-6F41-4DD1-A0E0-0CB86E7B575D}" presName="horz2" presStyleCnt="0"/>
      <dgm:spPr/>
    </dgm:pt>
    <dgm:pt modelId="{0EC92640-FFE6-49EA-8FE5-B5E5BBC5E6AE}" type="pres">
      <dgm:prSet presAssocID="{169BB7B8-6F41-4DD1-A0E0-0CB86E7B575D}" presName="horzSpace2" presStyleCnt="0"/>
      <dgm:spPr/>
    </dgm:pt>
    <dgm:pt modelId="{F11C88ED-A189-43F6-8731-BFF8287B3F71}" type="pres">
      <dgm:prSet presAssocID="{169BB7B8-6F41-4DD1-A0E0-0CB86E7B575D}" presName="tx2" presStyleLbl="revTx" presStyleIdx="6" presStyleCnt="7"/>
      <dgm:spPr/>
    </dgm:pt>
    <dgm:pt modelId="{6AA41505-6DEF-4584-B413-10850CC317CF}" type="pres">
      <dgm:prSet presAssocID="{169BB7B8-6F41-4DD1-A0E0-0CB86E7B575D}" presName="vert2" presStyleCnt="0"/>
      <dgm:spPr/>
    </dgm:pt>
    <dgm:pt modelId="{C7CD5620-D000-4B7B-8268-6E4CCAEB254F}" type="pres">
      <dgm:prSet presAssocID="{169BB7B8-6F41-4DD1-A0E0-0CB86E7B575D}" presName="thinLine2b" presStyleLbl="callout" presStyleIdx="5" presStyleCnt="6"/>
      <dgm:spPr/>
    </dgm:pt>
    <dgm:pt modelId="{C79D5909-52D3-4920-A0DF-27A1876F7900}" type="pres">
      <dgm:prSet presAssocID="{169BB7B8-6F41-4DD1-A0E0-0CB86E7B575D}" presName="vertSpace2b" presStyleCnt="0"/>
      <dgm:spPr/>
    </dgm:pt>
  </dgm:ptLst>
  <dgm:cxnLst>
    <dgm:cxn modelId="{4E5AD912-7BEC-45F1-9109-344FF874BDA5}" type="presOf" srcId="{658BF112-9037-484C-B82B-3E745D42655C}" destId="{D18E30F1-ED69-4964-9B94-2853EB1142C2}" srcOrd="0" destOrd="0" presId="urn:microsoft.com/office/officeart/2008/layout/LinedList"/>
    <dgm:cxn modelId="{7548B013-9CBE-48CF-AEA5-010F5D3E6C3A}" type="presOf" srcId="{0D689D91-C90B-448C-BCE3-FD507B5FB456}" destId="{5FFDCEA3-8827-4E5B-A04A-07DDE211A2B7}" srcOrd="0" destOrd="0" presId="urn:microsoft.com/office/officeart/2008/layout/LinedList"/>
    <dgm:cxn modelId="{9F8D082D-6DA3-44A6-BBEC-6ACA7CA4B11C}" type="presOf" srcId="{C3F9892B-0CD0-4E5F-88D2-50F05C48D669}" destId="{89F9C885-56F1-438B-953F-75CAAB5703AC}" srcOrd="0" destOrd="0" presId="urn:microsoft.com/office/officeart/2008/layout/LinedList"/>
    <dgm:cxn modelId="{E0C7CA37-FF45-4231-A5C9-2CEFA65CF206}" srcId="{7D565A2D-088C-4062-A9B7-EBF5C63AD743}" destId="{169BB7B8-6F41-4DD1-A0E0-0CB86E7B575D}" srcOrd="5" destOrd="0" parTransId="{F2D71E6A-32D2-4C49-AFC8-95ADE9EDEF49}" sibTransId="{6571FF89-7F71-47CE-A7A1-AE1859C5A6DA}"/>
    <dgm:cxn modelId="{E9813B60-1C46-4F4E-BE3D-82F4F640DDB5}" type="presOf" srcId="{169BB7B8-6F41-4DD1-A0E0-0CB86E7B575D}" destId="{F11C88ED-A189-43F6-8731-BFF8287B3F71}" srcOrd="0" destOrd="0" presId="urn:microsoft.com/office/officeart/2008/layout/LinedList"/>
    <dgm:cxn modelId="{FE201041-95C3-4063-B07B-445D479A124D}" srcId="{7D565A2D-088C-4062-A9B7-EBF5C63AD743}" destId="{93EB0FEA-F0E1-499E-8CF1-BDCCE6BD66D0}" srcOrd="3" destOrd="0" parTransId="{0C775D71-6796-4FAF-AEC4-DE7EFBDFE396}" sibTransId="{7B5F26C9-14E3-4C70-A514-650D8BFAEC07}"/>
    <dgm:cxn modelId="{6362CA6F-DA8D-4C4A-86F5-0CD92593E457}" srcId="{7D565A2D-088C-4062-A9B7-EBF5C63AD743}" destId="{4534D6B1-6F1E-4BC2-A7F4-FE54D0E8851E}" srcOrd="4" destOrd="0" parTransId="{D83ECB61-DE84-4FA9-A607-2AF782FB8841}" sibTransId="{30A829CA-D6F5-4B4F-A8D5-C5E87F949B68}"/>
    <dgm:cxn modelId="{DDF8EEB3-DEF4-46AC-A80D-AAC3D53A4154}" srcId="{7D565A2D-088C-4062-A9B7-EBF5C63AD743}" destId="{0D689D91-C90B-448C-BCE3-FD507B5FB456}" srcOrd="1" destOrd="0" parTransId="{BA155B47-5CBD-4C60-AEF4-40FC4CEB8667}" sibTransId="{815947FD-804E-4C28-8F26-61AD3E2EC805}"/>
    <dgm:cxn modelId="{C6E5FBCE-0513-4C0D-8FE3-8D916A17B8BC}" type="presOf" srcId="{E31B173F-69A2-476D-9EBB-8B04A4CB7431}" destId="{F5819F16-9A6F-41E2-91DC-F3C4A2866184}" srcOrd="0" destOrd="0" presId="urn:microsoft.com/office/officeart/2008/layout/LinedList"/>
    <dgm:cxn modelId="{6CA850E5-F85C-4390-994A-E80F9346E26F}" type="presOf" srcId="{4534D6B1-6F1E-4BC2-A7F4-FE54D0E8851E}" destId="{AD6A7526-53E8-4074-899F-DBB8FBD91A6D}" srcOrd="0" destOrd="0" presId="urn:microsoft.com/office/officeart/2008/layout/LinedList"/>
    <dgm:cxn modelId="{BBCE7CE6-E2BB-498D-827A-6431CD72852A}" srcId="{C3F9892B-0CD0-4E5F-88D2-50F05C48D669}" destId="{7D565A2D-088C-4062-A9B7-EBF5C63AD743}" srcOrd="0" destOrd="0" parTransId="{FA7DC3EF-2129-49DC-98D0-F151B37BA586}" sibTransId="{32F639AA-F2D3-4EF8-964C-745B94E263EF}"/>
    <dgm:cxn modelId="{FB439CE9-D60F-4DAC-8DEB-8E68B0355EFB}" type="presOf" srcId="{7D565A2D-088C-4062-A9B7-EBF5C63AD743}" destId="{AD76C8FC-9B53-46AD-B31E-49B2FD29DA4B}" srcOrd="0" destOrd="0" presId="urn:microsoft.com/office/officeart/2008/layout/LinedList"/>
    <dgm:cxn modelId="{CC9281EF-9EF7-49CE-857C-1264D3463C9D}" srcId="{7D565A2D-088C-4062-A9B7-EBF5C63AD743}" destId="{E31B173F-69A2-476D-9EBB-8B04A4CB7431}" srcOrd="0" destOrd="0" parTransId="{FF90A68A-AEAA-48F6-893E-BA2D3B2575B0}" sibTransId="{FA65D834-144A-4B09-9F31-33B7AE27DD0C}"/>
    <dgm:cxn modelId="{FDCCD3EF-2806-4911-8B46-66A167227C62}" srcId="{7D565A2D-088C-4062-A9B7-EBF5C63AD743}" destId="{658BF112-9037-484C-B82B-3E745D42655C}" srcOrd="2" destOrd="0" parTransId="{69A5C2C3-F84D-4D1A-A1D3-7E66E6A3D3B1}" sibTransId="{66FB3DD7-C6D1-44EB-8B17-D0A2FD92C2CB}"/>
    <dgm:cxn modelId="{C45083FD-08A4-41B2-A5C0-BBA9C42C2C90}" type="presOf" srcId="{93EB0FEA-F0E1-499E-8CF1-BDCCE6BD66D0}" destId="{126506E4-876C-40C1-A1A4-CB25AF33CCA5}" srcOrd="0" destOrd="0" presId="urn:microsoft.com/office/officeart/2008/layout/LinedList"/>
    <dgm:cxn modelId="{1944FDB4-866A-4E5A-AF2E-9A5D13F75EEE}" type="presParOf" srcId="{89F9C885-56F1-438B-953F-75CAAB5703AC}" destId="{C9999C65-42FC-4C4B-9191-1C061FA11797}" srcOrd="0" destOrd="0" presId="urn:microsoft.com/office/officeart/2008/layout/LinedList"/>
    <dgm:cxn modelId="{E02C5FB0-33FF-4D09-964E-F9F56F16B8F2}" type="presParOf" srcId="{89F9C885-56F1-438B-953F-75CAAB5703AC}" destId="{E7E97589-806C-46B1-91B2-1731EC4B4607}" srcOrd="1" destOrd="0" presId="urn:microsoft.com/office/officeart/2008/layout/LinedList"/>
    <dgm:cxn modelId="{D0E838DF-88AD-4F05-B2D8-4B2755698B08}" type="presParOf" srcId="{E7E97589-806C-46B1-91B2-1731EC4B4607}" destId="{AD76C8FC-9B53-46AD-B31E-49B2FD29DA4B}" srcOrd="0" destOrd="0" presId="urn:microsoft.com/office/officeart/2008/layout/LinedList"/>
    <dgm:cxn modelId="{00A55455-E71A-4B5A-8ADD-2205A18B819E}" type="presParOf" srcId="{E7E97589-806C-46B1-91B2-1731EC4B4607}" destId="{D909553C-C040-4B62-9B99-D210650B3D10}" srcOrd="1" destOrd="0" presId="urn:microsoft.com/office/officeart/2008/layout/LinedList"/>
    <dgm:cxn modelId="{F707D3E1-BA01-4EFA-873D-72C46C368272}" type="presParOf" srcId="{D909553C-C040-4B62-9B99-D210650B3D10}" destId="{BA9AE825-5354-4F68-B311-9A761D4E628A}" srcOrd="0" destOrd="0" presId="urn:microsoft.com/office/officeart/2008/layout/LinedList"/>
    <dgm:cxn modelId="{3FF7BA05-CE40-450E-9244-5832711F8FA0}" type="presParOf" srcId="{D909553C-C040-4B62-9B99-D210650B3D10}" destId="{2420B3BE-4809-4506-9C65-2A001F2BE34A}" srcOrd="1" destOrd="0" presId="urn:microsoft.com/office/officeart/2008/layout/LinedList"/>
    <dgm:cxn modelId="{D2FCF5BB-3884-4201-8F50-5FBE9ACB8237}" type="presParOf" srcId="{2420B3BE-4809-4506-9C65-2A001F2BE34A}" destId="{BFA8A790-3870-476C-B3C4-77579062CDFD}" srcOrd="0" destOrd="0" presId="urn:microsoft.com/office/officeart/2008/layout/LinedList"/>
    <dgm:cxn modelId="{46380CCC-8CED-4D82-B688-C72AC42CA70F}" type="presParOf" srcId="{2420B3BE-4809-4506-9C65-2A001F2BE34A}" destId="{F5819F16-9A6F-41E2-91DC-F3C4A2866184}" srcOrd="1" destOrd="0" presId="urn:microsoft.com/office/officeart/2008/layout/LinedList"/>
    <dgm:cxn modelId="{96F100C9-F692-41C3-ABA0-8B27D9C37DBC}" type="presParOf" srcId="{2420B3BE-4809-4506-9C65-2A001F2BE34A}" destId="{6D52CCFA-591F-4462-BAEE-B93C4871821F}" srcOrd="2" destOrd="0" presId="urn:microsoft.com/office/officeart/2008/layout/LinedList"/>
    <dgm:cxn modelId="{7E931D75-1DBE-469D-9E8E-D0A33D854440}" type="presParOf" srcId="{D909553C-C040-4B62-9B99-D210650B3D10}" destId="{1BED3353-AEAF-4B91-BEA4-3A198971650D}" srcOrd="2" destOrd="0" presId="urn:microsoft.com/office/officeart/2008/layout/LinedList"/>
    <dgm:cxn modelId="{511A3820-E998-4744-9872-433556FA1DF1}" type="presParOf" srcId="{D909553C-C040-4B62-9B99-D210650B3D10}" destId="{4D997C0B-7627-449A-BB02-7658E8C18095}" srcOrd="3" destOrd="0" presId="urn:microsoft.com/office/officeart/2008/layout/LinedList"/>
    <dgm:cxn modelId="{D4667382-6901-45AC-9003-4072E337A734}" type="presParOf" srcId="{D909553C-C040-4B62-9B99-D210650B3D10}" destId="{055E99F8-4C59-42A8-86A8-BD6AF1B295F0}" srcOrd="4" destOrd="0" presId="urn:microsoft.com/office/officeart/2008/layout/LinedList"/>
    <dgm:cxn modelId="{5745E363-E0B3-4812-9256-8572282ED8E9}" type="presParOf" srcId="{055E99F8-4C59-42A8-86A8-BD6AF1B295F0}" destId="{54D77922-8C33-4E66-80B3-761AA72DC601}" srcOrd="0" destOrd="0" presId="urn:microsoft.com/office/officeart/2008/layout/LinedList"/>
    <dgm:cxn modelId="{C02D599F-70A8-4222-9F51-0E03D6141611}" type="presParOf" srcId="{055E99F8-4C59-42A8-86A8-BD6AF1B295F0}" destId="{5FFDCEA3-8827-4E5B-A04A-07DDE211A2B7}" srcOrd="1" destOrd="0" presId="urn:microsoft.com/office/officeart/2008/layout/LinedList"/>
    <dgm:cxn modelId="{90D87285-7479-477A-866F-81E2914CD602}" type="presParOf" srcId="{055E99F8-4C59-42A8-86A8-BD6AF1B295F0}" destId="{9D571AA6-7823-4EA7-B30F-0D428615A77E}" srcOrd="2" destOrd="0" presId="urn:microsoft.com/office/officeart/2008/layout/LinedList"/>
    <dgm:cxn modelId="{027BDFAF-91DB-4242-8030-794F7AEDA3E3}" type="presParOf" srcId="{D909553C-C040-4B62-9B99-D210650B3D10}" destId="{79388BED-DDC2-440E-868F-11B3931D305D}" srcOrd="5" destOrd="0" presId="urn:microsoft.com/office/officeart/2008/layout/LinedList"/>
    <dgm:cxn modelId="{723FC67F-9E8E-494F-8F8F-19B00A58667D}" type="presParOf" srcId="{D909553C-C040-4B62-9B99-D210650B3D10}" destId="{A5B44D39-FB12-4940-BF07-DE70D4BF8268}" srcOrd="6" destOrd="0" presId="urn:microsoft.com/office/officeart/2008/layout/LinedList"/>
    <dgm:cxn modelId="{FCEACB92-7368-4171-8760-E77CD1585935}" type="presParOf" srcId="{D909553C-C040-4B62-9B99-D210650B3D10}" destId="{41A02E04-EEDE-4604-8AD0-260529373DB7}" srcOrd="7" destOrd="0" presId="urn:microsoft.com/office/officeart/2008/layout/LinedList"/>
    <dgm:cxn modelId="{4583C680-D698-45A5-9A8A-C0671AD2EDE3}" type="presParOf" srcId="{41A02E04-EEDE-4604-8AD0-260529373DB7}" destId="{10B13446-4341-47AB-A290-99665C8324EB}" srcOrd="0" destOrd="0" presId="urn:microsoft.com/office/officeart/2008/layout/LinedList"/>
    <dgm:cxn modelId="{B098A8A1-6682-4AE7-ACF1-806FAEC3C991}" type="presParOf" srcId="{41A02E04-EEDE-4604-8AD0-260529373DB7}" destId="{D18E30F1-ED69-4964-9B94-2853EB1142C2}" srcOrd="1" destOrd="0" presId="urn:microsoft.com/office/officeart/2008/layout/LinedList"/>
    <dgm:cxn modelId="{8810D39F-6D27-4489-B4A9-6991A798BF4A}" type="presParOf" srcId="{41A02E04-EEDE-4604-8AD0-260529373DB7}" destId="{BA1EDB7A-099F-414E-84CA-4E1E3FF73EFC}" srcOrd="2" destOrd="0" presId="urn:microsoft.com/office/officeart/2008/layout/LinedList"/>
    <dgm:cxn modelId="{CBE22BB1-3272-4B7A-8DF7-4C652078175B}" type="presParOf" srcId="{D909553C-C040-4B62-9B99-D210650B3D10}" destId="{B343287D-82ED-4AB0-93EA-B6EC420A3273}" srcOrd="8" destOrd="0" presId="urn:microsoft.com/office/officeart/2008/layout/LinedList"/>
    <dgm:cxn modelId="{7087F6FC-08D4-4FFB-B823-F740E9751B1C}" type="presParOf" srcId="{D909553C-C040-4B62-9B99-D210650B3D10}" destId="{C65571BF-6F2F-4F05-8F2E-4CA50609ED26}" srcOrd="9" destOrd="0" presId="urn:microsoft.com/office/officeart/2008/layout/LinedList"/>
    <dgm:cxn modelId="{AE0D3BC7-EBB4-44E1-9652-04E58CD02CB3}" type="presParOf" srcId="{D909553C-C040-4B62-9B99-D210650B3D10}" destId="{E97FD56E-FBEF-4808-91ED-14FFBB4ECBA4}" srcOrd="10" destOrd="0" presId="urn:microsoft.com/office/officeart/2008/layout/LinedList"/>
    <dgm:cxn modelId="{537B7593-2D3B-4483-9A75-E76658A319C7}" type="presParOf" srcId="{E97FD56E-FBEF-4808-91ED-14FFBB4ECBA4}" destId="{AB381317-BEA8-4D8A-838B-15DB1ADBA5F2}" srcOrd="0" destOrd="0" presId="urn:microsoft.com/office/officeart/2008/layout/LinedList"/>
    <dgm:cxn modelId="{AAACF6B4-5BCA-4E19-A93D-138A3B7A863B}" type="presParOf" srcId="{E97FD56E-FBEF-4808-91ED-14FFBB4ECBA4}" destId="{126506E4-876C-40C1-A1A4-CB25AF33CCA5}" srcOrd="1" destOrd="0" presId="urn:microsoft.com/office/officeart/2008/layout/LinedList"/>
    <dgm:cxn modelId="{2C34FBD9-A36D-4E10-ADD0-0885F36DCC2C}" type="presParOf" srcId="{E97FD56E-FBEF-4808-91ED-14FFBB4ECBA4}" destId="{9D857222-29DD-4379-934F-108FBE9A7B62}" srcOrd="2" destOrd="0" presId="urn:microsoft.com/office/officeart/2008/layout/LinedList"/>
    <dgm:cxn modelId="{4B021D1A-F641-4404-9271-20DC1605C3C8}" type="presParOf" srcId="{D909553C-C040-4B62-9B99-D210650B3D10}" destId="{EE13166E-FC02-4748-9DE3-6D3EC0A45F60}" srcOrd="11" destOrd="0" presId="urn:microsoft.com/office/officeart/2008/layout/LinedList"/>
    <dgm:cxn modelId="{4D4CABCF-1D44-45CD-B9C2-1FEDBE2E05B5}" type="presParOf" srcId="{D909553C-C040-4B62-9B99-D210650B3D10}" destId="{201260B5-CC01-4F40-AECD-637CFCB60AAF}" srcOrd="12" destOrd="0" presId="urn:microsoft.com/office/officeart/2008/layout/LinedList"/>
    <dgm:cxn modelId="{028C22E5-1C25-4831-8C88-B9A68BA83E25}" type="presParOf" srcId="{D909553C-C040-4B62-9B99-D210650B3D10}" destId="{99381FD8-1604-4EFB-A28D-BED6BBA7362C}" srcOrd="13" destOrd="0" presId="urn:microsoft.com/office/officeart/2008/layout/LinedList"/>
    <dgm:cxn modelId="{F2AE1F0A-DEC5-4668-8E19-9196FB4BF68A}" type="presParOf" srcId="{99381FD8-1604-4EFB-A28D-BED6BBA7362C}" destId="{9E0EF37B-68C2-4BF7-87B9-079455F5CA83}" srcOrd="0" destOrd="0" presId="urn:microsoft.com/office/officeart/2008/layout/LinedList"/>
    <dgm:cxn modelId="{5BC2CB4A-2619-4559-88B4-35125C9B6D64}" type="presParOf" srcId="{99381FD8-1604-4EFB-A28D-BED6BBA7362C}" destId="{AD6A7526-53E8-4074-899F-DBB8FBD91A6D}" srcOrd="1" destOrd="0" presId="urn:microsoft.com/office/officeart/2008/layout/LinedList"/>
    <dgm:cxn modelId="{E124301F-977C-4463-9EBD-90F9797AF5E4}" type="presParOf" srcId="{99381FD8-1604-4EFB-A28D-BED6BBA7362C}" destId="{F8CD4C55-8C86-4B91-B66A-9EE12504424E}" srcOrd="2" destOrd="0" presId="urn:microsoft.com/office/officeart/2008/layout/LinedList"/>
    <dgm:cxn modelId="{CBAE6392-B353-428F-BBFF-FBDE1A8847CB}" type="presParOf" srcId="{D909553C-C040-4B62-9B99-D210650B3D10}" destId="{00903D4B-5CDE-4DA4-815B-8A09A514A7C2}" srcOrd="14" destOrd="0" presId="urn:microsoft.com/office/officeart/2008/layout/LinedList"/>
    <dgm:cxn modelId="{54A54C11-BB6F-496F-98C0-FBD368CADC4F}" type="presParOf" srcId="{D909553C-C040-4B62-9B99-D210650B3D10}" destId="{1672352B-42B9-4935-B769-B4C78B6EA4FC}" srcOrd="15" destOrd="0" presId="urn:microsoft.com/office/officeart/2008/layout/LinedList"/>
    <dgm:cxn modelId="{98FF2414-4B47-4B1E-BA0D-846163071FBA}" type="presParOf" srcId="{D909553C-C040-4B62-9B99-D210650B3D10}" destId="{863E9A37-CF1A-42DB-A660-7EBD9C82D2EB}" srcOrd="16" destOrd="0" presId="urn:microsoft.com/office/officeart/2008/layout/LinedList"/>
    <dgm:cxn modelId="{568B31F4-D256-4FC7-8241-80BE049EB218}" type="presParOf" srcId="{863E9A37-CF1A-42DB-A660-7EBD9C82D2EB}" destId="{0EC92640-FFE6-49EA-8FE5-B5E5BBC5E6AE}" srcOrd="0" destOrd="0" presId="urn:microsoft.com/office/officeart/2008/layout/LinedList"/>
    <dgm:cxn modelId="{DB5DA772-C13A-40BF-9F36-2B7E913063AA}" type="presParOf" srcId="{863E9A37-CF1A-42DB-A660-7EBD9C82D2EB}" destId="{F11C88ED-A189-43F6-8731-BFF8287B3F71}" srcOrd="1" destOrd="0" presId="urn:microsoft.com/office/officeart/2008/layout/LinedList"/>
    <dgm:cxn modelId="{75C5FDAF-9DB7-458E-8131-4F1C4A5AAA2A}" type="presParOf" srcId="{863E9A37-CF1A-42DB-A660-7EBD9C82D2EB}" destId="{6AA41505-6DEF-4584-B413-10850CC317CF}" srcOrd="2" destOrd="0" presId="urn:microsoft.com/office/officeart/2008/layout/LinedList"/>
    <dgm:cxn modelId="{8BD510E0-BA11-4E0F-B6A1-4E81610E85D7}" type="presParOf" srcId="{D909553C-C040-4B62-9B99-D210650B3D10}" destId="{C7CD5620-D000-4B7B-8268-6E4CCAEB254F}" srcOrd="17" destOrd="0" presId="urn:microsoft.com/office/officeart/2008/layout/LinedList"/>
    <dgm:cxn modelId="{4755D3EA-18EE-43B0-A29A-692A85236CC1}" type="presParOf" srcId="{D909553C-C040-4B62-9B99-D210650B3D10}" destId="{C79D5909-52D3-4920-A0DF-27A1876F7900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1416871" cy="5331813"/>
        <a:chOff x="0" y="0"/>
        <a:chExt cx="11416871" cy="5331813"/>
      </a:xfrm>
    </dsp:grpSpPr>
    <dsp:sp modelId="{C9999C65-42FC-4C4B-9191-1C061FA11797}">
      <dsp:nvSpPr>
        <dsp:cNvPr id="3" name="直接连接符 2"/>
        <dsp:cNvSpPr/>
      </dsp:nvSpPr>
      <dsp:spPr bwMode="white">
        <a:xfrm>
          <a:off x="0" y="0"/>
          <a:ext cx="11416871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0"/>
        <a:ext cx="11416871" cy="0"/>
      </dsp:txXfrm>
    </dsp:sp>
    <dsp:sp modelId="{AD76C8FC-9B53-46AD-B31E-49B2FD29DA4B}">
      <dsp:nvSpPr>
        <dsp:cNvPr id="4" name="矩形 3"/>
        <dsp:cNvSpPr/>
      </dsp:nvSpPr>
      <dsp:spPr bwMode="white">
        <a:xfrm>
          <a:off x="0" y="0"/>
          <a:ext cx="2283374" cy="533181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21920" tIns="121920" rIns="121920" bIns="121920" anchor="t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tx1"/>
              </a:solidFill>
            </a:rPr>
            <a:t>Objectives</a:t>
          </a:r>
          <a:endParaRPr lang="en-US" dirty="0">
            <a:solidFill>
              <a:schemeClr val="tx1"/>
            </a:solidFill>
          </a:endParaRPr>
        </a:p>
      </dsp:txBody>
      <dsp:txXfrm>
        <a:off x="0" y="0"/>
        <a:ext cx="2283374" cy="5331813"/>
      </dsp:txXfrm>
    </dsp:sp>
    <dsp:sp modelId="{F5819F16-9A6F-41E2-91DC-F3C4A2866184}">
      <dsp:nvSpPr>
        <dsp:cNvPr id="5" name="矩形 4"/>
        <dsp:cNvSpPr/>
      </dsp:nvSpPr>
      <dsp:spPr bwMode="white">
        <a:xfrm>
          <a:off x="2454627" y="41983"/>
          <a:ext cx="8962244" cy="83965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Understand what is EDI</a:t>
          </a:r>
          <a:endParaRPr>
            <a:solidFill>
              <a:schemeClr val="tx1"/>
            </a:solidFill>
          </a:endParaRPr>
        </a:p>
      </dsp:txBody>
      <dsp:txXfrm>
        <a:off x="2454627" y="41983"/>
        <a:ext cx="8962244" cy="839656"/>
      </dsp:txXfrm>
    </dsp:sp>
    <dsp:sp modelId="{1BED3353-AEAF-4B91-BEA4-3A198971650D}">
      <dsp:nvSpPr>
        <dsp:cNvPr id="6" name="直接连接符 5"/>
        <dsp:cNvSpPr/>
      </dsp:nvSpPr>
      <dsp:spPr bwMode="white">
        <a:xfrm>
          <a:off x="2283374" y="881638"/>
          <a:ext cx="9133497" cy="0"/>
        </a:xfrm>
        <a:prstGeom prst="line">
          <a:avLst/>
        </a:prstGeom>
      </dsp:spPr>
      <dsp:style>
        <a:lnRef idx="2">
          <a:schemeClr val="accent1">
            <a:tint val="50000"/>
          </a:schemeClr>
        </a:lnRef>
        <a:fillRef idx="1">
          <a:schemeClr val="accent1"/>
        </a:fillRef>
        <a:effectRef idx="0">
          <a:scrgbClr r="0" g="0" b="0"/>
        </a:effectRef>
        <a:fontRef idx="minor"/>
      </dsp:style>
      <dsp:txXfrm>
        <a:off x="2283374" y="881638"/>
        <a:ext cx="9133497" cy="0"/>
      </dsp:txXfrm>
    </dsp:sp>
    <dsp:sp modelId="{5FFDCEA3-8827-4E5B-A04A-07DDE211A2B7}">
      <dsp:nvSpPr>
        <dsp:cNvPr id="7" name="矩形 6"/>
        <dsp:cNvSpPr/>
      </dsp:nvSpPr>
      <dsp:spPr bwMode="white">
        <a:xfrm>
          <a:off x="2454627" y="923621"/>
          <a:ext cx="8962244" cy="83965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Understand what SWORD do, workflow, related partners</a:t>
          </a:r>
          <a:endParaRPr>
            <a:solidFill>
              <a:schemeClr val="tx1"/>
            </a:solidFill>
          </a:endParaRPr>
        </a:p>
      </dsp:txBody>
      <dsp:txXfrm>
        <a:off x="2454627" y="923621"/>
        <a:ext cx="8962244" cy="839656"/>
      </dsp:txXfrm>
    </dsp:sp>
    <dsp:sp modelId="{79388BED-DDC2-440E-868F-11B3931D305D}">
      <dsp:nvSpPr>
        <dsp:cNvPr id="8" name="直接连接符 7"/>
        <dsp:cNvSpPr/>
      </dsp:nvSpPr>
      <dsp:spPr bwMode="white">
        <a:xfrm>
          <a:off x="2283374" y="1763277"/>
          <a:ext cx="9133497" cy="0"/>
        </a:xfrm>
        <a:prstGeom prst="line">
          <a:avLst/>
        </a:prstGeom>
      </dsp:spPr>
      <dsp:style>
        <a:lnRef idx="2">
          <a:schemeClr val="accent1">
            <a:tint val="50000"/>
          </a:schemeClr>
        </a:lnRef>
        <a:fillRef idx="1">
          <a:schemeClr val="accent1"/>
        </a:fillRef>
        <a:effectRef idx="0">
          <a:scrgbClr r="0" g="0" b="0"/>
        </a:effectRef>
        <a:fontRef idx="minor"/>
      </dsp:style>
      <dsp:txXfrm>
        <a:off x="2283374" y="1763277"/>
        <a:ext cx="9133497" cy="0"/>
      </dsp:txXfrm>
    </dsp:sp>
    <dsp:sp modelId="{D18E30F1-ED69-4964-9B94-2853EB1142C2}">
      <dsp:nvSpPr>
        <dsp:cNvPr id="9" name="矩形 8"/>
        <dsp:cNvSpPr/>
      </dsp:nvSpPr>
      <dsp:spPr bwMode="white">
        <a:xfrm>
          <a:off x="2454627" y="1805260"/>
          <a:ext cx="8962244" cy="83965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tx1"/>
              </a:solidFill>
            </a:rPr>
            <a:t>Understand SWORD Environment, Stream, Node, Server</a:t>
          </a:r>
          <a:endParaRPr lang="en-US" dirty="0">
            <a:solidFill>
              <a:schemeClr val="tx1"/>
            </a:solidFill>
          </a:endParaRPr>
        </a:p>
      </dsp:txBody>
      <dsp:txXfrm>
        <a:off x="2454627" y="1805260"/>
        <a:ext cx="8962244" cy="839656"/>
      </dsp:txXfrm>
    </dsp:sp>
    <dsp:sp modelId="{B343287D-82ED-4AB0-93EA-B6EC420A3273}">
      <dsp:nvSpPr>
        <dsp:cNvPr id="10" name="直接连接符 9"/>
        <dsp:cNvSpPr/>
      </dsp:nvSpPr>
      <dsp:spPr bwMode="white">
        <a:xfrm>
          <a:off x="2283374" y="2644915"/>
          <a:ext cx="9133497" cy="0"/>
        </a:xfrm>
        <a:prstGeom prst="line">
          <a:avLst/>
        </a:prstGeom>
      </dsp:spPr>
      <dsp:style>
        <a:lnRef idx="2">
          <a:schemeClr val="accent1">
            <a:tint val="50000"/>
          </a:schemeClr>
        </a:lnRef>
        <a:fillRef idx="1">
          <a:schemeClr val="accent1"/>
        </a:fillRef>
        <a:effectRef idx="0">
          <a:scrgbClr r="0" g="0" b="0"/>
        </a:effectRef>
        <a:fontRef idx="minor"/>
      </dsp:style>
      <dsp:txXfrm>
        <a:off x="2283374" y="2644915"/>
        <a:ext cx="9133497" cy="0"/>
      </dsp:txXfrm>
    </dsp:sp>
    <dsp:sp modelId="{126506E4-876C-40C1-A1A4-CB25AF33CCA5}">
      <dsp:nvSpPr>
        <dsp:cNvPr id="11" name="矩形 10"/>
        <dsp:cNvSpPr/>
      </dsp:nvSpPr>
      <dsp:spPr bwMode="white">
        <a:xfrm>
          <a:off x="2454627" y="2686898"/>
          <a:ext cx="8962244" cy="83965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Know all the data types SWORD handles</a:t>
          </a:r>
          <a:endParaRPr>
            <a:solidFill>
              <a:schemeClr val="tx1"/>
            </a:solidFill>
          </a:endParaRPr>
        </a:p>
      </dsp:txBody>
      <dsp:txXfrm>
        <a:off x="2454627" y="2686898"/>
        <a:ext cx="8962244" cy="839656"/>
      </dsp:txXfrm>
    </dsp:sp>
    <dsp:sp modelId="{EE13166E-FC02-4748-9DE3-6D3EC0A45F60}">
      <dsp:nvSpPr>
        <dsp:cNvPr id="12" name="直接连接符 11"/>
        <dsp:cNvSpPr/>
      </dsp:nvSpPr>
      <dsp:spPr bwMode="white">
        <a:xfrm>
          <a:off x="2283374" y="3526553"/>
          <a:ext cx="9133497" cy="0"/>
        </a:xfrm>
        <a:prstGeom prst="line">
          <a:avLst/>
        </a:prstGeom>
      </dsp:spPr>
      <dsp:style>
        <a:lnRef idx="2">
          <a:schemeClr val="accent1">
            <a:tint val="50000"/>
          </a:schemeClr>
        </a:lnRef>
        <a:fillRef idx="1">
          <a:schemeClr val="accent1"/>
        </a:fillRef>
        <a:effectRef idx="0">
          <a:scrgbClr r="0" g="0" b="0"/>
        </a:effectRef>
        <a:fontRef idx="minor"/>
      </dsp:style>
      <dsp:txXfrm>
        <a:off x="2283374" y="3526553"/>
        <a:ext cx="9133497" cy="0"/>
      </dsp:txXfrm>
    </dsp:sp>
    <dsp:sp modelId="{AD6A7526-53E8-4074-899F-DBB8FBD91A6D}">
      <dsp:nvSpPr>
        <dsp:cNvPr id="13" name="矩形 12"/>
        <dsp:cNvSpPr/>
      </dsp:nvSpPr>
      <dsp:spPr bwMode="white">
        <a:xfrm>
          <a:off x="2454627" y="3568536"/>
          <a:ext cx="8962244" cy="83965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Master EDIFACT, X12 Message structure</a:t>
          </a:r>
          <a:endParaRPr>
            <a:solidFill>
              <a:schemeClr val="tx1"/>
            </a:solidFill>
          </a:endParaRPr>
        </a:p>
      </dsp:txBody>
      <dsp:txXfrm>
        <a:off x="2454627" y="3568536"/>
        <a:ext cx="8962244" cy="839656"/>
      </dsp:txXfrm>
    </dsp:sp>
    <dsp:sp modelId="{00903D4B-5CDE-4DA4-815B-8A09A514A7C2}">
      <dsp:nvSpPr>
        <dsp:cNvPr id="14" name="直接连接符 13"/>
        <dsp:cNvSpPr/>
      </dsp:nvSpPr>
      <dsp:spPr bwMode="white">
        <a:xfrm>
          <a:off x="2283374" y="4408192"/>
          <a:ext cx="9133497" cy="0"/>
        </a:xfrm>
        <a:prstGeom prst="line">
          <a:avLst/>
        </a:prstGeom>
      </dsp:spPr>
      <dsp:style>
        <a:lnRef idx="2">
          <a:schemeClr val="accent1">
            <a:tint val="50000"/>
          </a:schemeClr>
        </a:lnRef>
        <a:fillRef idx="1">
          <a:schemeClr val="accent1"/>
        </a:fillRef>
        <a:effectRef idx="0">
          <a:scrgbClr r="0" g="0" b="0"/>
        </a:effectRef>
        <a:fontRef idx="minor"/>
      </dsp:style>
      <dsp:txXfrm>
        <a:off x="2283374" y="4408192"/>
        <a:ext cx="9133497" cy="0"/>
      </dsp:txXfrm>
    </dsp:sp>
    <dsp:sp modelId="{F11C88ED-A189-43F6-8731-BFF8287B3F71}">
      <dsp:nvSpPr>
        <dsp:cNvPr id="15" name="矩形 14"/>
        <dsp:cNvSpPr/>
      </dsp:nvSpPr>
      <dsp:spPr bwMode="white">
        <a:xfrm>
          <a:off x="2454627" y="4450175"/>
          <a:ext cx="8962244" cy="83965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Be able to see Message Type, Message Version, Segment Delimiter, Element Delimiter, Composite Delimiter from given message.</a:t>
          </a:r>
          <a:endParaRPr lang="en-US" dirty="0">
            <a:solidFill>
              <a:schemeClr val="tx1"/>
            </a:solidFill>
          </a:endParaRPr>
        </a:p>
      </dsp:txBody>
      <dsp:txXfrm>
        <a:off x="2454627" y="4450175"/>
        <a:ext cx="8962244" cy="839656"/>
      </dsp:txXfrm>
    </dsp:sp>
    <dsp:sp modelId="{C7CD5620-D000-4B7B-8268-6E4CCAEB254F}">
      <dsp:nvSpPr>
        <dsp:cNvPr id="16" name="直接连接符 15"/>
        <dsp:cNvSpPr/>
      </dsp:nvSpPr>
      <dsp:spPr bwMode="white">
        <a:xfrm>
          <a:off x="2283374" y="5289830"/>
          <a:ext cx="9133497" cy="0"/>
        </a:xfrm>
        <a:prstGeom prst="line">
          <a:avLst/>
        </a:prstGeom>
      </dsp:spPr>
      <dsp:style>
        <a:lnRef idx="2">
          <a:schemeClr val="accent1">
            <a:tint val="50000"/>
          </a:schemeClr>
        </a:lnRef>
        <a:fillRef idx="1">
          <a:schemeClr val="accent1"/>
        </a:fillRef>
        <a:effectRef idx="0">
          <a:scrgbClr r="0" g="0" b="0"/>
        </a:effectRef>
        <a:fontRef idx="minor"/>
      </dsp:style>
      <dsp:txXfrm>
        <a:off x="2283374" y="5289830"/>
        <a:ext cx="9133497" cy="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image" Target="../media/image5.e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685213"/>
            <a:ext cx="5292000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1000"/>
              <a:t>DB SCHENKER | First Name Surname | Department | Date ("Insert&gt; Header and Footer")</a:t>
            </a:r>
            <a:endParaRPr lang="en-US" sz="10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841328" y="8685213"/>
            <a:ext cx="540000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14EDE44D-4B77-4836-9946-DA3A9454836B}" type="slidenum">
              <a:rPr lang="de-DE" sz="1000" b="1" smtClean="0">
                <a:latin typeface="+mj-lt"/>
              </a:rPr>
            </a:fld>
            <a:endParaRPr lang="de-DE" sz="1000" b="1">
              <a:latin typeface="+mj-lt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848101" y="8633026"/>
            <a:ext cx="540000" cy="534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image" Target="../media/image5.e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64212" y="611560"/>
            <a:ext cx="5919126" cy="332950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9426" y="4139952"/>
            <a:ext cx="5903912" cy="386104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Edit master text format</a:t>
            </a:r>
            <a:endParaRPr lang="de-DE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5"/>
          </p:nvPr>
        </p:nvSpPr>
        <p:spPr>
          <a:xfrm>
            <a:off x="5848101" y="8685213"/>
            <a:ext cx="540000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 b="1">
                <a:latin typeface="+mj-lt"/>
              </a:defRPr>
            </a:lvl1pPr>
          </a:lstStyle>
          <a:p>
            <a:fld id="{D97BE68D-AF28-43C4-991C-34CCD47E1770}" type="slidenum">
              <a:rPr lang="en-US" smtClean="0"/>
            </a:fld>
            <a:endParaRPr lang="en-US"/>
          </a:p>
        </p:txBody>
      </p:sp>
      <p:sp>
        <p:nvSpPr>
          <p:cNvPr id="18" name="Fußzeilenplatzhalter 17"/>
          <p:cNvSpPr>
            <a:spLocks noGrp="1"/>
          </p:cNvSpPr>
          <p:nvPr>
            <p:ph type="ftr" sz="quarter" idx="4"/>
          </p:nvPr>
        </p:nvSpPr>
        <p:spPr>
          <a:xfrm>
            <a:off x="479423" y="8685213"/>
            <a:ext cx="5292000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/>
            </a:lvl1pPr>
          </a:lstStyle>
          <a:p>
            <a:r>
              <a:rPr lang="en-US"/>
              <a:t>DB SCHENKER | First Name Surname | Department | Date ("Insert&gt; Header and Footer")</a:t>
            </a:r>
            <a:endParaRPr lang="en-US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101" y="8633026"/>
            <a:ext cx="540000" cy="534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975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680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1655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2630" indent="-18097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14375" indent="-171450" algn="l" defTabSz="914400" rtl="0" eaLnBrk="1" latinLnBrk="0" hangingPunct="1">
      <a:buClr>
        <a:schemeClr val="tx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722630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722630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722630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63550" y="611188"/>
            <a:ext cx="5919788" cy="333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BE68D-AF28-43C4-991C-34CCD47E1770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DB SCHENKER | First Name Surname | Department | Date ("Insert&gt; Header and Footer")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3550" y="611188"/>
            <a:ext cx="5919788" cy="3330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BE68D-AF28-43C4-991C-34CCD47E1770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DB SCHENKER | First Name Surname | Department | Date ("Insert&gt; Header and Footer")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3550" y="611188"/>
            <a:ext cx="5919788" cy="3330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BE68D-AF28-43C4-991C-34CCD47E1770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DB SCHENKER | First Name Surname | Department | Date ("Insert&gt; Header and Footer")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0864" y="1412875"/>
            <a:ext cx="11233149" cy="295222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0863" y="4365104"/>
            <a:ext cx="11232521" cy="648000"/>
          </a:xfrm>
        </p:spPr>
        <p:txBody>
          <a:bodyPr/>
          <a:lstStyle>
            <a:lvl1pPr marL="0" indent="0" algn="l">
              <a:buNone/>
              <a:defRPr sz="3200">
                <a:latin typeface="DB Head Light" panose="020B0302050202020204" pitchFamily="34" charset="0"/>
              </a:defRPr>
            </a:lvl1pPr>
            <a:lvl2pPr marL="0" indent="0" algn="l">
              <a:buNone/>
              <a:defRPr sz="3200" b="0">
                <a:latin typeface="DB Head Light" panose="020B0302050202020204" pitchFamily="34" charset="0"/>
              </a:defRPr>
            </a:lvl2pPr>
            <a:lvl3pPr marL="0" indent="0" algn="l">
              <a:buNone/>
              <a:defRPr sz="3200" b="0">
                <a:latin typeface="DB Head Light" panose="020B0302050202020204" pitchFamily="34" charset="0"/>
              </a:defRPr>
            </a:lvl3pPr>
            <a:lvl4pPr marL="0" indent="0" algn="l">
              <a:buNone/>
              <a:defRPr sz="3200" b="0">
                <a:latin typeface="DB Head Light" panose="020B0302050202020204" pitchFamily="34" charset="0"/>
              </a:defRPr>
            </a:lvl4pPr>
            <a:lvl5pPr marL="0" indent="0" algn="l">
              <a:buNone/>
              <a:defRPr sz="3200" b="0">
                <a:latin typeface="DB Head Light" panose="020B0302050202020204" pitchFamily="34" charset="0"/>
              </a:defRPr>
            </a:lvl5pPr>
            <a:lvl6pPr marL="0" indent="0" algn="l">
              <a:buNone/>
              <a:defRPr sz="3200" b="0">
                <a:latin typeface="DB Head Light" panose="020B0302050202020204" pitchFamily="34" charset="0"/>
              </a:defRPr>
            </a:lvl6pPr>
            <a:lvl7pPr marL="0" indent="0" algn="l">
              <a:buNone/>
              <a:defRPr sz="3200" b="0">
                <a:latin typeface="DB Head Light" panose="020B0302050202020204" pitchFamily="34" charset="0"/>
              </a:defRPr>
            </a:lvl7pPr>
            <a:lvl8pPr marL="0" indent="0" algn="l">
              <a:buNone/>
              <a:defRPr sz="3200" b="0">
                <a:latin typeface="DB Head Light" panose="020B0302050202020204" pitchFamily="34" charset="0"/>
              </a:defRPr>
            </a:lvl8pPr>
            <a:lvl9pPr marL="0" indent="0" algn="l">
              <a:buNone/>
              <a:defRPr sz="3200" b="0"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2632" y="5949320"/>
            <a:ext cx="11232000" cy="360000"/>
          </a:xfrm>
        </p:spPr>
        <p:txBody>
          <a:bodyPr/>
          <a:lstStyle>
            <a:lvl1pPr marL="0" indent="0">
              <a:buNone/>
              <a:defRPr>
                <a:latin typeface="DB Head Light" panose="020B0302050202020204" pitchFamily="34" charset="0"/>
              </a:defRPr>
            </a:lvl1pPr>
            <a:lvl2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6pPr>
            <a:lvl7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7pPr>
            <a:lvl8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8pPr>
            <a:lvl9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11" name="Rechteck: abgerundete Ecken 10"/>
          <p:cNvSpPr/>
          <p:nvPr userDrawn="1"/>
        </p:nvSpPr>
        <p:spPr bwMode="gray">
          <a:xfrm>
            <a:off x="550800" y="546761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LOGO_SVG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537132" y="518200"/>
            <a:ext cx="5040000" cy="8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1412875"/>
            <a:ext cx="11232000" cy="2952229"/>
          </a:xfrm>
        </p:spPr>
        <p:txBody>
          <a:bodyPr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0800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366800"/>
            <a:ext cx="11232000" cy="648000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2pPr>
            <a:lvl3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3pPr>
            <a:lvl4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4pPr>
            <a:lvl5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5pPr>
            <a:lvl6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6pPr>
            <a:lvl7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7pPr>
            <a:lvl8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8pPr>
            <a:lvl9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384" y="5949320"/>
            <a:ext cx="11232000" cy="360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>
              <a:buFontTx/>
              <a:buNone/>
              <a:defRPr>
                <a:latin typeface="DB Head Light" panose="020B0302050202020204" pitchFamily="34" charset="0"/>
              </a:defRPr>
            </a:lvl2pPr>
            <a:lvl3pPr marL="0" indent="0">
              <a:buFontTx/>
              <a:buNone/>
              <a:defRPr>
                <a:latin typeface="DB Head Light" panose="020B0302050202020204" pitchFamily="34" charset="0"/>
              </a:defRPr>
            </a:lvl3pPr>
            <a:lvl4pPr marL="0" indent="0">
              <a:buFontTx/>
              <a:buNone/>
              <a:defRPr>
                <a:latin typeface="DB Head Light" panose="020B0302050202020204" pitchFamily="34" charset="0"/>
              </a:defRPr>
            </a:lvl4pPr>
            <a:lvl5pPr marL="0" indent="0">
              <a:buFontTx/>
              <a:buNone/>
              <a:defRPr>
                <a:latin typeface="DB Head Light" panose="020B0302050202020204" pitchFamily="34" charset="0"/>
              </a:defRPr>
            </a:lvl5pPr>
            <a:lvl6pPr marL="0" indent="0">
              <a:buFontTx/>
              <a:buNone/>
              <a:defRPr>
                <a:latin typeface="DB Head Light" panose="020B0302050202020204" pitchFamily="34" charset="0"/>
              </a:defRPr>
            </a:lvl6pPr>
            <a:lvl7pPr marL="0" indent="0">
              <a:buFontTx/>
              <a:buNone/>
              <a:defRPr>
                <a:latin typeface="DB Head Light" panose="020B0302050202020204" pitchFamily="34" charset="0"/>
              </a:defRPr>
            </a:lvl7pPr>
            <a:lvl8pPr marL="0" indent="0">
              <a:buFontTx/>
              <a:buNone/>
              <a:defRPr>
                <a:latin typeface="DB Head Light" panose="020B0302050202020204" pitchFamily="34" charset="0"/>
              </a:defRPr>
            </a:lvl8pPr>
            <a:lvl9pPr marL="0" indent="0">
              <a:buFontTx/>
              <a:buNone/>
              <a:defRPr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6"/>
          </p:nvPr>
        </p:nvSpPr>
        <p:spPr bwMode="gray">
          <a:xfrm>
            <a:off x="537132" y="519400"/>
            <a:ext cx="5040000" cy="838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2204864"/>
            <a:ext cx="11232000" cy="2160240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0800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366800"/>
            <a:ext cx="11232000" cy="648000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384" y="5949320"/>
            <a:ext cx="11232000" cy="360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6"/>
          </p:nvPr>
        </p:nvSpPr>
        <p:spPr bwMode="gray">
          <a:xfrm>
            <a:off x="537132" y="519400"/>
            <a:ext cx="5040000" cy="838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centered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2276872"/>
            <a:ext cx="11088000" cy="1511904"/>
          </a:xfrm>
        </p:spPr>
        <p:txBody>
          <a:bodyPr anchor="b"/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384" y="5950800"/>
            <a:ext cx="11088000" cy="3600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 algn="ctr">
              <a:buFontTx/>
              <a:buNone/>
              <a:defRPr>
                <a:latin typeface="DB Head Light" panose="020B0302050202020204" pitchFamily="34" charset="0"/>
              </a:defRPr>
            </a:lvl2pPr>
            <a:lvl3pPr marL="0" indent="0" algn="ctr">
              <a:buFontTx/>
              <a:buNone/>
              <a:defRPr>
                <a:latin typeface="DB Head Light" panose="020B0302050202020204" pitchFamily="34" charset="0"/>
              </a:defRPr>
            </a:lvl3pPr>
            <a:lvl4pPr marL="0" indent="0" algn="ctr">
              <a:buFontTx/>
              <a:buNone/>
              <a:defRPr>
                <a:latin typeface="DB Head Light" panose="020B0302050202020204" pitchFamily="34" charset="0"/>
              </a:defRPr>
            </a:lvl4pPr>
            <a:lvl5pPr marL="0" indent="0" algn="ctr">
              <a:buFontTx/>
              <a:buNone/>
              <a:defRPr>
                <a:latin typeface="DB Head Light" panose="020B0302050202020204" pitchFamily="34" charset="0"/>
              </a:defRPr>
            </a:lvl5pPr>
            <a:lvl6pPr marL="0" indent="0" algn="ctr">
              <a:buFontTx/>
              <a:buNone/>
              <a:defRPr>
                <a:latin typeface="DB Head Light" panose="020B0302050202020204" pitchFamily="34" charset="0"/>
              </a:defRPr>
            </a:lvl6pPr>
            <a:lvl7pPr marL="0" indent="0" algn="ctr">
              <a:buFontTx/>
              <a:buNone/>
              <a:defRPr>
                <a:latin typeface="DB Head Light" panose="020B0302050202020204" pitchFamily="34" charset="0"/>
              </a:defRPr>
            </a:lvl7pPr>
            <a:lvl8pPr marL="0" indent="0" algn="ctr">
              <a:buFontTx/>
              <a:buNone/>
              <a:defRPr>
                <a:latin typeface="DB Head Light" panose="020B0302050202020204" pitchFamily="34" charset="0"/>
              </a:defRPr>
            </a:lvl8pPr>
            <a:lvl9pPr marL="0" indent="0" algn="ctr">
              <a:buFontTx/>
              <a:buNone/>
              <a:defRPr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3789040"/>
            <a:ext cx="11088000" cy="648000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2pPr>
            <a:lvl3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3pPr>
            <a:lvl4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4pPr>
            <a:lvl5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5pPr>
            <a:lvl6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6pPr>
            <a:lvl7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7pPr>
            <a:lvl8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8pPr>
            <a:lvl9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485638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6"/>
          </p:nvPr>
        </p:nvSpPr>
        <p:spPr bwMode="gray">
          <a:xfrm>
            <a:off x="3576000" y="814167"/>
            <a:ext cx="5040000" cy="838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centered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2000" y="2276872"/>
            <a:ext cx="11088000" cy="1511904"/>
          </a:xfr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2000" y="5950800"/>
            <a:ext cx="11088000" cy="3600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2000" y="3789040"/>
            <a:ext cx="11088000" cy="648000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485638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6"/>
          </p:nvPr>
        </p:nvSpPr>
        <p:spPr bwMode="gray">
          <a:xfrm>
            <a:off x="3576000" y="814167"/>
            <a:ext cx="5040000" cy="838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centered (teal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/>
          <p:cNvSpPr/>
          <p:nvPr userDrawn="1"/>
        </p:nvSpPr>
        <p:spPr bwMode="gray">
          <a:xfrm>
            <a:off x="5485638" y="546761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692" y="2276872"/>
            <a:ext cx="11088000" cy="1511904"/>
          </a:xfr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692" y="5950800"/>
            <a:ext cx="11088000" cy="3600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692" y="3789040"/>
            <a:ext cx="11088000" cy="648000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pic>
        <p:nvPicPr>
          <p:cNvPr id="8" name="LOGO_SVG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gray">
          <a:xfrm>
            <a:off x="3576000" y="812967"/>
            <a:ext cx="5040000" cy="8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(picture, teal frame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0" y="0"/>
            <a:ext cx="6240463" cy="6858000"/>
          </a:xfrm>
          <a:solidFill>
            <a:schemeClr val="bg2">
              <a:alpha val="80000"/>
            </a:schemeClr>
          </a:solidFill>
        </p:spPr>
        <p:txBody>
          <a:bodyPr lIns="540000" rIns="324000" bIns="3348000"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2000" y="5950800"/>
            <a:ext cx="5400000" cy="360000"/>
          </a:xfr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2000" y="3789040"/>
            <a:ext cx="5399538" cy="648000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2000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5" name="Textplatzhalter 4"/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551384" y="476672"/>
            <a:ext cx="4428000" cy="73694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(picture, white frame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0" y="0"/>
            <a:ext cx="6240463" cy="6858000"/>
          </a:xfrm>
          <a:solidFill>
            <a:schemeClr val="bg1">
              <a:alpha val="80000"/>
            </a:schemeClr>
          </a:solidFill>
        </p:spPr>
        <p:txBody>
          <a:bodyPr lIns="540000" rIns="324000" bIns="3348000"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2000" y="5950800"/>
            <a:ext cx="5400000" cy="360000"/>
          </a:xfr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2pPr>
            <a:lvl3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3pPr>
            <a:lvl4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4pPr>
            <a:lvl5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5pPr>
            <a:lvl6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6pPr>
            <a:lvl7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7pPr>
            <a:lvl8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8pPr>
            <a:lvl9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2000" y="3789040"/>
            <a:ext cx="5399538" cy="648000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2pPr>
            <a:lvl3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3pPr>
            <a:lvl4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4pPr>
            <a:lvl5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5pPr>
            <a:lvl6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6pPr>
            <a:lvl7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7pPr>
            <a:lvl8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8pPr>
            <a:lvl9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2000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5" name="Textplatzhalter 4"/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551384" y="476672"/>
            <a:ext cx="4428000" cy="73694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7987" y="1845304"/>
            <a:ext cx="8783637" cy="4320000"/>
          </a:xfrm>
        </p:spPr>
        <p:txBody>
          <a:bodyPr/>
          <a:lstStyle>
            <a:lvl1pPr marL="720090" indent="-720090">
              <a:buClrTx/>
              <a:buFont typeface="+mj-lt"/>
              <a:buAutoNum type="arabicPeriod"/>
              <a:defRPr sz="2200" b="1">
                <a:solidFill>
                  <a:schemeClr val="tx1"/>
                </a:solidFill>
                <a:latin typeface="+mj-lt"/>
              </a:defRPr>
            </a:lvl1pPr>
            <a:lvl2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2pPr>
            <a:lvl3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3pPr>
            <a:lvl4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4pPr>
            <a:lvl5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5pPr>
            <a:lvl6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6pPr>
            <a:lvl7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7pPr>
            <a:lvl8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8pPr>
            <a:lvl9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US"/>
              <a:t>First level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te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7987" y="1845304"/>
            <a:ext cx="8783637" cy="4320000"/>
          </a:xfrm>
        </p:spPr>
        <p:txBody>
          <a:bodyPr/>
          <a:lstStyle>
            <a:lvl1pPr marL="720090" indent="-720090">
              <a:buClrTx/>
              <a:buFont typeface="+mj-lt"/>
              <a:buAutoNum type="arabicPeriod"/>
              <a:defRPr sz="2200" b="1">
                <a:solidFill>
                  <a:schemeClr val="bg1"/>
                </a:solidFill>
                <a:latin typeface="+mj-lt"/>
              </a:defRPr>
            </a:lvl1pPr>
            <a:lvl2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2pPr>
            <a:lvl3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3pPr>
            <a:lvl4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4pPr>
            <a:lvl5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5pPr>
            <a:lvl6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6pPr>
            <a:lvl7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7pPr>
            <a:lvl8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8pPr>
            <a:lvl9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First level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2" name="Rechteck 1"/>
          <p:cNvSpPr/>
          <p:nvPr userDrawn="1"/>
        </p:nvSpPr>
        <p:spPr bwMode="gray">
          <a:xfrm>
            <a:off x="9408368" y="260648"/>
            <a:ext cx="2592288" cy="864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 algn="ctr">
              <a:buClr>
                <a:schemeClr val="accent2"/>
              </a:buClr>
              <a:buFont typeface="DB Sans" panose="020B0502050202020204" pitchFamily="34" charset="0"/>
              <a:buChar char="‒"/>
            </a:pPr>
            <a:endParaRPr lang="en-US" sz="1600" err="1">
              <a:solidFill>
                <a:schemeClr val="tx1"/>
              </a:solidFill>
            </a:endParaRPr>
          </a:p>
        </p:txBody>
      </p:sp>
      <p:pic>
        <p:nvPicPr>
          <p:cNvPr id="7" name="LOGO_SVG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gray">
          <a:xfrm>
            <a:off x="9552384" y="392704"/>
            <a:ext cx="2232000" cy="372000"/>
          </a:xfrm>
          <a:prstGeom prst="rect">
            <a:avLst/>
          </a:prstGeom>
        </p:spPr>
      </p:pic>
      <p:sp>
        <p:nvSpPr>
          <p:cNvPr id="8" name="Fußzeilenplatzhalter 7"/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bIns="1584000" anchor="ctr" anchorCtr="0"/>
          <a:lstStyle>
            <a:lvl1pPr algn="ctr"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7987" y="1845304"/>
            <a:ext cx="8783637" cy="4320000"/>
          </a:xfrm>
        </p:spPr>
        <p:txBody>
          <a:bodyPr/>
          <a:lstStyle>
            <a:lvl1pPr marL="720090" indent="-720090">
              <a:buClrTx/>
              <a:buFont typeface="+mj-lt"/>
              <a:buAutoNum type="arabicPeriod"/>
              <a:defRPr sz="2200" b="1">
                <a:solidFill>
                  <a:schemeClr val="tx1"/>
                </a:solidFill>
                <a:latin typeface="+mj-lt"/>
              </a:defRPr>
            </a:lvl1pPr>
            <a:lvl2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2pPr>
            <a:lvl3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3pPr>
            <a:lvl4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4pPr>
            <a:lvl5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5pPr>
            <a:lvl6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6pPr>
            <a:lvl7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7pPr>
            <a:lvl8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8pPr>
            <a:lvl9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US"/>
              <a:t>First level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21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0" indent="0">
              <a:buFontTx/>
              <a:buNone/>
              <a:defRPr sz="100"/>
            </a:lvl2pPr>
            <a:lvl3pPr marL="0" indent="0">
              <a:buFontTx/>
              <a:buNone/>
              <a:defRPr sz="100"/>
            </a:lvl3pPr>
            <a:lvl4pPr marL="0" indent="0">
              <a:buFontTx/>
              <a:buNone/>
              <a:defRPr sz="100"/>
            </a:lvl4pPr>
            <a:lvl5pPr marL="0" indent="0">
              <a:buFontTx/>
              <a:buNone/>
              <a:defRPr sz="100"/>
            </a:lvl5pPr>
            <a:lvl6pPr marL="0" indent="0">
              <a:buFontTx/>
              <a:buNone/>
              <a:defRPr sz="100"/>
            </a:lvl6pPr>
            <a:lvl7pPr marL="0" indent="0">
              <a:buFontTx/>
              <a:buNone/>
              <a:defRPr sz="100"/>
            </a:lvl7pPr>
            <a:lvl8pPr marL="0" indent="0">
              <a:buFontTx/>
              <a:buNone/>
              <a:defRPr sz="100"/>
            </a:lvl8pPr>
            <a:lvl9pPr marL="0" indent="0">
              <a:buFontTx/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 bwMode="gray">
          <a:xfrm>
            <a:off x="11244632" y="6471344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0" indent="0">
              <a:buFontTx/>
              <a:buNone/>
              <a:defRPr sz="100">
                <a:noFill/>
              </a:defRPr>
            </a:lvl2pPr>
            <a:lvl3pPr marL="0" indent="0">
              <a:buFontTx/>
              <a:buNone/>
              <a:defRPr sz="100">
                <a:noFill/>
              </a:defRPr>
            </a:lvl3pPr>
            <a:lvl4pPr marL="0" indent="0">
              <a:buFontTx/>
              <a:buNone/>
              <a:defRPr sz="100">
                <a:noFill/>
              </a:defRPr>
            </a:lvl4pPr>
            <a:lvl5pPr marL="0" indent="0">
              <a:buFontTx/>
              <a:buNone/>
              <a:defRPr sz="100">
                <a:noFill/>
              </a:defRPr>
            </a:lvl5pPr>
            <a:lvl6pPr marL="0" indent="0">
              <a:buFontTx/>
              <a:buNone/>
              <a:defRPr sz="100">
                <a:noFill/>
              </a:defRPr>
            </a:lvl6pPr>
            <a:lvl7pPr marL="0" indent="0">
              <a:buFontTx/>
              <a:buNone/>
              <a:defRPr sz="100">
                <a:noFill/>
              </a:defRPr>
            </a:lvl7pPr>
            <a:lvl8pPr marL="0" indent="0">
              <a:buFontTx/>
              <a:buNone/>
              <a:defRPr sz="100">
                <a:noFill/>
              </a:defRPr>
            </a:lvl8pPr>
            <a:lvl9pPr marL="0" indent="0">
              <a:buFontTx/>
              <a:buNone/>
              <a:defRPr sz="1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23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bIns="1584000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7987" y="1845304"/>
            <a:ext cx="8783637" cy="4320000"/>
          </a:xfrm>
        </p:spPr>
        <p:txBody>
          <a:bodyPr/>
          <a:lstStyle>
            <a:lvl1pPr marL="720090" indent="-720090">
              <a:buClrTx/>
              <a:buFont typeface="+mj-lt"/>
              <a:buAutoNum type="arabicPeriod"/>
              <a:defRPr sz="2200" b="1">
                <a:solidFill>
                  <a:schemeClr val="bg1"/>
                </a:solidFill>
                <a:latin typeface="+mj-lt"/>
              </a:defRPr>
            </a:lvl1pPr>
            <a:lvl2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2pPr>
            <a:lvl3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3pPr>
            <a:lvl4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4pPr>
            <a:lvl5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5pPr>
            <a:lvl6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6pPr>
            <a:lvl7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7pPr>
            <a:lvl8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8pPr>
            <a:lvl9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9pPr>
          </a:lstStyle>
          <a:p>
            <a:pPr lvl="0"/>
            <a:r>
              <a:rPr lang="en-US"/>
              <a:t>First level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21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0" indent="0">
              <a:buFontTx/>
              <a:buNone/>
              <a:defRPr sz="100"/>
            </a:lvl2pPr>
            <a:lvl3pPr marL="0" indent="0">
              <a:buFontTx/>
              <a:buNone/>
              <a:defRPr sz="100"/>
            </a:lvl3pPr>
            <a:lvl4pPr marL="0" indent="0">
              <a:buFontTx/>
              <a:buNone/>
              <a:defRPr sz="100"/>
            </a:lvl4pPr>
            <a:lvl5pPr marL="0" indent="0">
              <a:buFontTx/>
              <a:buNone/>
              <a:defRPr sz="100"/>
            </a:lvl5pPr>
            <a:lvl6pPr marL="0" indent="0">
              <a:buFontTx/>
              <a:buNone/>
              <a:defRPr sz="100"/>
            </a:lvl6pPr>
            <a:lvl7pPr marL="0" indent="0">
              <a:buFontTx/>
              <a:buNone/>
              <a:defRPr sz="100"/>
            </a:lvl7pPr>
            <a:lvl8pPr marL="0" indent="0">
              <a:buFontTx/>
              <a:buNone/>
              <a:defRPr sz="100"/>
            </a:lvl8pPr>
            <a:lvl9pPr marL="0" indent="0">
              <a:buFontTx/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22"/>
          </p:nvPr>
        </p:nvSpPr>
        <p:spPr bwMode="gray">
          <a:xfrm>
            <a:off x="11244632" y="6471344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0" indent="0">
              <a:buFontTx/>
              <a:buNone/>
              <a:defRPr sz="100">
                <a:noFill/>
              </a:defRPr>
            </a:lvl2pPr>
            <a:lvl3pPr marL="0" indent="0">
              <a:buFontTx/>
              <a:buNone/>
              <a:defRPr sz="100">
                <a:noFill/>
              </a:defRPr>
            </a:lvl3pPr>
            <a:lvl4pPr marL="0" indent="0">
              <a:buFontTx/>
              <a:buNone/>
              <a:defRPr sz="100">
                <a:noFill/>
              </a:defRPr>
            </a:lvl4pPr>
            <a:lvl5pPr marL="0" indent="0">
              <a:buFontTx/>
              <a:buNone/>
              <a:defRPr sz="100">
                <a:noFill/>
              </a:defRPr>
            </a:lvl5pPr>
            <a:lvl6pPr marL="0" indent="0">
              <a:buFontTx/>
              <a:buNone/>
              <a:defRPr sz="100">
                <a:noFill/>
              </a:defRPr>
            </a:lvl6pPr>
            <a:lvl7pPr marL="0" indent="0">
              <a:buFontTx/>
              <a:buNone/>
              <a:defRPr sz="100">
                <a:noFill/>
              </a:defRPr>
            </a:lvl7pPr>
            <a:lvl8pPr marL="0" indent="0">
              <a:buFontTx/>
              <a:buNone/>
              <a:defRPr sz="100">
                <a:noFill/>
              </a:defRPr>
            </a:lvl8pPr>
            <a:lvl9pPr marL="0" indent="0">
              <a:buFontTx/>
              <a:buNone/>
              <a:defRPr sz="1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23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1412776"/>
            <a:ext cx="11376025" cy="216000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Add chapter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988" y="3717032"/>
            <a:ext cx="5543550" cy="244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  <a:lvl6pPr marL="0" indent="0">
              <a:buFontTx/>
              <a:buNone/>
              <a:defRPr/>
            </a:lvl6pPr>
            <a:lvl7pPr marL="0" indent="0">
              <a:buFontTx/>
              <a:buNone/>
              <a:defRPr/>
            </a:lvl7pPr>
            <a:lvl8pPr marL="0" indent="0">
              <a:buFontTx/>
              <a:buNone/>
              <a:defRPr/>
            </a:lvl8pPr>
            <a:lvl9pPr marL="0" indent="0">
              <a:buFontTx/>
              <a:buNone/>
              <a:defRPr/>
            </a:lvl9pPr>
          </a:lstStyle>
          <a:p>
            <a:pPr lvl="0"/>
            <a:r>
              <a:rPr lang="en-US"/>
              <a:t>Add chapter description</a:t>
            </a:r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Divider slide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756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6800" y="1412776"/>
            <a:ext cx="11376000" cy="2160000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Add chapter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368" y="3717032"/>
            <a:ext cx="5545137" cy="244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0" indent="0">
              <a:buFontTx/>
              <a:buNone/>
              <a:defRPr>
                <a:solidFill>
                  <a:schemeClr val="tx1"/>
                </a:solidFill>
              </a:defRPr>
            </a:lvl2pPr>
            <a:lvl3pPr marL="0" indent="0">
              <a:buFontTx/>
              <a:buNone/>
              <a:defRPr>
                <a:solidFill>
                  <a:schemeClr val="tx1"/>
                </a:solidFill>
              </a:defRPr>
            </a:lvl3pPr>
            <a:lvl4pPr marL="0" indent="0">
              <a:buFontTx/>
              <a:buNone/>
              <a:defRPr>
                <a:solidFill>
                  <a:schemeClr val="tx1"/>
                </a:solidFill>
              </a:defRPr>
            </a:lvl4pPr>
            <a:lvl5pPr marL="0" indent="0">
              <a:buFontTx/>
              <a:buNone/>
              <a:defRPr>
                <a:solidFill>
                  <a:schemeClr val="tx1"/>
                </a:solidFill>
              </a:defRPr>
            </a:lvl5pPr>
            <a:lvl6pPr marL="0" indent="0">
              <a:buFontTx/>
              <a:buNone/>
              <a:defRPr>
                <a:solidFill>
                  <a:schemeClr val="tx1"/>
                </a:solidFill>
              </a:defRPr>
            </a:lvl6pPr>
            <a:lvl7pPr marL="0" indent="0">
              <a:buFontTx/>
              <a:buNone/>
              <a:defRPr>
                <a:solidFill>
                  <a:schemeClr val="tx1"/>
                </a:solidFill>
              </a:defRPr>
            </a:lvl7pPr>
            <a:lvl8pPr marL="0" indent="0">
              <a:buFontTx/>
              <a:buNone/>
              <a:defRPr>
                <a:solidFill>
                  <a:schemeClr val="tx1"/>
                </a:solidFill>
              </a:defRPr>
            </a:lvl8pPr>
            <a:lvl9pPr marL="0" indent="0">
              <a:buFontTx/>
              <a:buNone/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Add chapter description</a:t>
            </a:r>
            <a:endParaRPr lang="en-US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6"/>
          </p:nvPr>
        </p:nvSpPr>
        <p:spPr bwMode="gray">
          <a:xfrm>
            <a:off x="11244632" y="6471916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platzhalter 3"/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Divider slide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756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6800" y="1412776"/>
            <a:ext cx="11376000" cy="2160000"/>
          </a:xfrm>
        </p:spPr>
        <p:txBody>
          <a:bodyPr anchor="b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Add chapter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368" y="3717032"/>
            <a:ext cx="5545137" cy="244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0" indent="0">
              <a:buFontTx/>
              <a:buNone/>
              <a:defRPr>
                <a:solidFill>
                  <a:schemeClr val="bg1"/>
                </a:solidFill>
              </a:defRPr>
            </a:lvl3pPr>
            <a:lvl4pPr marL="0" indent="0">
              <a:buFontTx/>
              <a:buNone/>
              <a:defRPr>
                <a:solidFill>
                  <a:schemeClr val="bg1"/>
                </a:solidFill>
              </a:defRPr>
            </a:lvl4pPr>
            <a:lvl5pPr marL="0" indent="0">
              <a:buFontTx/>
              <a:buNone/>
              <a:defRPr>
                <a:solidFill>
                  <a:schemeClr val="bg1"/>
                </a:solidFill>
              </a:defRPr>
            </a:lvl5pPr>
            <a:lvl6pPr marL="0" indent="0">
              <a:buFontTx/>
              <a:buNone/>
              <a:defRPr>
                <a:solidFill>
                  <a:schemeClr val="bg1"/>
                </a:solidFill>
              </a:defRPr>
            </a:lvl6pPr>
            <a:lvl7pPr marL="0" indent="0">
              <a:buFontTx/>
              <a:buNone/>
              <a:defRPr>
                <a:solidFill>
                  <a:schemeClr val="bg1"/>
                </a:solidFill>
              </a:defRPr>
            </a:lvl7pPr>
            <a:lvl8pPr marL="0" indent="0">
              <a:buFontTx/>
              <a:buNone/>
              <a:defRPr>
                <a:solidFill>
                  <a:schemeClr val="bg1"/>
                </a:solidFill>
              </a:defRPr>
            </a:lvl8pPr>
            <a:lvl9pPr marL="0" indent="0"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Add chapter description</a:t>
            </a:r>
            <a:endParaRPr lang="en-US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6"/>
          </p:nvPr>
        </p:nvSpPr>
        <p:spPr bwMode="gray">
          <a:xfrm>
            <a:off x="11244632" y="6471916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platzhalter 3"/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8" name="Inhaltsplatzhalter 7"/>
          <p:cNvSpPr>
            <a:spLocks noGrp="1"/>
          </p:cNvSpPr>
          <p:nvPr>
            <p:ph sz="quarter" idx="13" hasCustomPrompt="1"/>
          </p:nvPr>
        </p:nvSpPr>
        <p:spPr bwMode="gray">
          <a:xfrm>
            <a:off x="407988" y="1412875"/>
            <a:ext cx="11376025" cy="4752975"/>
          </a:xfrm>
        </p:spPr>
        <p:txBody>
          <a:bodyPr/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3" hasCustomPrompt="1"/>
          </p:nvPr>
        </p:nvSpPr>
        <p:spPr bwMode="gray">
          <a:xfrm>
            <a:off x="407988" y="1412875"/>
            <a:ext cx="5543550" cy="4752975"/>
          </a:xfrm>
        </p:spPr>
        <p:txBody>
          <a:bodyPr/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 bwMode="gray">
          <a:xfrm>
            <a:off x="6240463" y="1412875"/>
            <a:ext cx="5543550" cy="4752975"/>
          </a:xfrm>
        </p:spPr>
        <p:txBody>
          <a:bodyPr/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(left 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7" name="Inhaltsplatzhalter 6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0463" y="1412875"/>
            <a:ext cx="5543550" cy="4752975"/>
          </a:xfrm>
        </p:spPr>
        <p:txBody>
          <a:bodyPr/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0" y="1412875"/>
            <a:ext cx="5951538" cy="4752975"/>
          </a:xfrm>
          <a:solidFill>
            <a:schemeClr val="bg1">
              <a:lumMod val="75000"/>
            </a:schemeClr>
          </a:solidFill>
        </p:spPr>
        <p:txBody>
          <a:bodyPr bIns="1584000" anchor="ctr" anchorCtr="0"/>
          <a:lstStyle>
            <a:lvl1pPr algn="ctr"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(right 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7" name="Inhaltsplatzhalter 6"/>
          <p:cNvSpPr>
            <a:spLocks noGrp="1"/>
          </p:cNvSpPr>
          <p:nvPr>
            <p:ph sz="quarter" idx="18" hasCustomPrompt="1"/>
          </p:nvPr>
        </p:nvSpPr>
        <p:spPr bwMode="gray">
          <a:xfrm>
            <a:off x="407988" y="1412875"/>
            <a:ext cx="5543550" cy="4752975"/>
          </a:xfrm>
        </p:spPr>
        <p:txBody>
          <a:bodyPr/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240463" y="1412875"/>
            <a:ext cx="5951537" cy="4752975"/>
          </a:xfrm>
          <a:solidFill>
            <a:schemeClr val="bg1">
              <a:lumMod val="75000"/>
            </a:schemeClr>
          </a:solidFill>
        </p:spPr>
        <p:txBody>
          <a:bodyPr bIns="1584000" anchor="ctr"/>
          <a:lstStyle>
            <a:lvl1pPr algn="ctr"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large picture (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8"/>
          </p:nvPr>
        </p:nvSpPr>
        <p:spPr bwMode="gray">
          <a:xfrm>
            <a:off x="11246400" y="6472800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platzhalter 12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large picture (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8"/>
          </p:nvPr>
        </p:nvSpPr>
        <p:spPr bwMode="gray">
          <a:xfrm>
            <a:off x="11246400" y="6472800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platzhalter 12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3"/>
          </p:nvPr>
        </p:nvSpPr>
        <p:spPr bwMode="gray"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(grey)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3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1" cy="6858000"/>
          </a:xfrm>
          <a:noFill/>
        </p:spPr>
        <p:txBody>
          <a:bodyPr tIns="1440000" bIns="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8"/>
          </p:nvPr>
        </p:nvSpPr>
        <p:spPr bwMode="gray">
          <a:xfrm>
            <a:off x="11246400" y="6472800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platzhalter 12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07368" y="2060848"/>
            <a:ext cx="11376000" cy="1225550"/>
          </a:xfrm>
        </p:spPr>
        <p:txBody>
          <a:bodyPr/>
          <a:lstStyle>
            <a:lvl1pPr marL="0" indent="0">
              <a:buFontTx/>
              <a:buNone/>
              <a:defRPr sz="8500" b="1">
                <a:solidFill>
                  <a:schemeClr val="tx1"/>
                </a:solidFill>
                <a:latin typeface="+mj-lt"/>
              </a:defRPr>
            </a:lvl1pPr>
            <a:lvl2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2pPr>
            <a:lvl3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3pPr>
            <a:lvl4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4pPr>
            <a:lvl5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5pPr>
            <a:lvl6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6pPr>
            <a:lvl7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7pPr>
            <a:lvl8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8pPr>
            <a:lvl9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Statement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tIns="144000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8"/>
          </p:nvPr>
        </p:nvSpPr>
        <p:spPr bwMode="gray">
          <a:xfrm>
            <a:off x="11246400" y="6472800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platzhalter 12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07368" y="2060848"/>
            <a:ext cx="11376000" cy="1225550"/>
          </a:xfrm>
        </p:spPr>
        <p:txBody>
          <a:bodyPr/>
          <a:lstStyle>
            <a:lvl1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1pPr>
            <a:lvl2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2pPr>
            <a:lvl3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3pPr>
            <a:lvl4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4pPr>
            <a:lvl5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5pPr>
            <a:lvl6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6pPr>
            <a:lvl7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7pPr>
            <a:lvl8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8pPr>
            <a:lvl9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Statement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Quote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bIns="1584000" anchor="ctr"/>
          <a:lstStyle>
            <a:lvl1pPr algn="ctr"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3501008"/>
            <a:ext cx="11376025" cy="936000"/>
          </a:xfrm>
          <a:noFill/>
        </p:spPr>
        <p:txBody>
          <a:bodyPr lIns="0" tIns="0" rIns="0" bIns="0"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Add a quote</a:t>
            </a:r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988" y="5229304"/>
            <a:ext cx="11376026" cy="936000"/>
          </a:xfr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  <a:lvl2pPr marL="0" indent="0" algn="ctr">
              <a:buFontTx/>
              <a:buNone/>
              <a:defRPr>
                <a:solidFill>
                  <a:schemeClr val="tx1"/>
                </a:solidFill>
              </a:defRPr>
            </a:lvl2pPr>
            <a:lvl3pPr marL="0" indent="0" algn="ctr">
              <a:buFontTx/>
              <a:buNone/>
              <a:defRPr>
                <a:solidFill>
                  <a:schemeClr val="tx1"/>
                </a:solidFill>
              </a:defRPr>
            </a:lvl3pPr>
            <a:lvl4pPr marL="0" indent="0" algn="ctr">
              <a:buFontTx/>
              <a:buNone/>
              <a:defRPr>
                <a:solidFill>
                  <a:schemeClr val="tx1"/>
                </a:solidFill>
              </a:defRPr>
            </a:lvl4pPr>
            <a:lvl5pPr marL="0" indent="0" algn="ctr">
              <a:buFontTx/>
              <a:buNone/>
              <a:defRPr>
                <a:solidFill>
                  <a:schemeClr val="tx1"/>
                </a:solidFill>
              </a:defRPr>
            </a:lvl5pPr>
            <a:lvl6pPr marL="0" indent="0" algn="ctr">
              <a:buFontTx/>
              <a:buNone/>
              <a:defRPr>
                <a:solidFill>
                  <a:schemeClr val="tx1"/>
                </a:solidFill>
              </a:defRPr>
            </a:lvl6pPr>
            <a:lvl7pPr marL="0" indent="0" algn="ctr">
              <a:buFontTx/>
              <a:buNone/>
              <a:defRPr>
                <a:solidFill>
                  <a:schemeClr val="tx1"/>
                </a:solidFill>
              </a:defRPr>
            </a:lvl7pPr>
            <a:lvl8pPr marL="0" indent="0" algn="ctr">
              <a:buFontTx/>
              <a:buNone/>
              <a:defRPr>
                <a:solidFill>
                  <a:schemeClr val="tx1"/>
                </a:solidFill>
              </a:defRPr>
            </a:lvl8pPr>
            <a:lvl9pPr marL="0" indent="0" algn="ctr">
              <a:buFontTx/>
              <a:buNone/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Add First Name Surname</a:t>
            </a:r>
            <a:endParaRPr lang="en-US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5"/>
          </p:nvPr>
        </p:nvSpPr>
        <p:spPr bwMode="gray">
          <a:xfrm>
            <a:off x="5485638" y="490516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platzhalter 14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Quote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bIns="1584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3501008"/>
            <a:ext cx="11376025" cy="936000"/>
          </a:xfrm>
          <a:noFill/>
        </p:spPr>
        <p:txBody>
          <a:bodyPr lIns="0" tIns="0" rIns="0" bIns="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Add a quote</a:t>
            </a:r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988" y="5229304"/>
            <a:ext cx="11376026" cy="936000"/>
          </a:xfr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Tx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Tx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Tx/>
              <a:buNone/>
              <a:defRPr>
                <a:solidFill>
                  <a:schemeClr val="bg1"/>
                </a:solidFill>
              </a:defRPr>
            </a:lvl5pPr>
            <a:lvl6pPr marL="0" indent="0" algn="ctr">
              <a:buFontTx/>
              <a:buNone/>
              <a:defRPr>
                <a:solidFill>
                  <a:schemeClr val="bg1"/>
                </a:solidFill>
              </a:defRPr>
            </a:lvl6pPr>
            <a:lvl7pPr marL="0" indent="0" algn="ctr">
              <a:buFontTx/>
              <a:buNone/>
              <a:defRPr>
                <a:solidFill>
                  <a:schemeClr val="bg1"/>
                </a:solidFill>
              </a:defRPr>
            </a:lvl7pPr>
            <a:lvl8pPr marL="0" indent="0" algn="ctr">
              <a:buFontTx/>
              <a:buNone/>
              <a:defRPr>
                <a:solidFill>
                  <a:schemeClr val="bg1"/>
                </a:solidFill>
              </a:defRPr>
            </a:lvl8pPr>
            <a:lvl9pPr marL="0" indent="0" algn="ctr"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Add First Name Surname</a:t>
            </a:r>
            <a:endParaRPr lang="en-US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5"/>
          </p:nvPr>
        </p:nvSpPr>
        <p:spPr bwMode="gray">
          <a:xfrm>
            <a:off x="5485638" y="490516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platzhalter 14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Quote (te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 bwMode="gray">
          <a:xfrm>
            <a:off x="9336360" y="260648"/>
            <a:ext cx="2664296" cy="6480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 algn="ctr">
              <a:buClr>
                <a:schemeClr val="accent2"/>
              </a:buClr>
              <a:buFont typeface="DB Sans" panose="020B0502050202020204" pitchFamily="34" charset="0"/>
              <a:buChar char="‒"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3501008"/>
            <a:ext cx="11376025" cy="936000"/>
          </a:xfrm>
          <a:noFill/>
        </p:spPr>
        <p:txBody>
          <a:bodyPr lIns="0" tIns="0" rIns="0" bIns="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Add a quote</a:t>
            </a:r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988" y="5229304"/>
            <a:ext cx="11376026" cy="936000"/>
          </a:xfr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Tx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Tx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Tx/>
              <a:buNone/>
              <a:defRPr>
                <a:solidFill>
                  <a:schemeClr val="bg1"/>
                </a:solidFill>
              </a:defRPr>
            </a:lvl5pPr>
            <a:lvl6pPr marL="0" indent="0" algn="ctr">
              <a:buFontTx/>
              <a:buNone/>
              <a:defRPr>
                <a:solidFill>
                  <a:schemeClr val="bg1"/>
                </a:solidFill>
              </a:defRPr>
            </a:lvl6pPr>
            <a:lvl7pPr marL="0" indent="0" algn="ctr">
              <a:buFontTx/>
              <a:buNone/>
              <a:defRPr>
                <a:solidFill>
                  <a:schemeClr val="bg1"/>
                </a:solidFill>
              </a:defRPr>
            </a:lvl7pPr>
            <a:lvl8pPr marL="0" indent="0" algn="ctr">
              <a:buFontTx/>
              <a:buNone/>
              <a:defRPr>
                <a:solidFill>
                  <a:schemeClr val="bg1"/>
                </a:solidFill>
              </a:defRPr>
            </a:lvl8pPr>
            <a:lvl9pPr marL="0" indent="0" algn="ctr"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Add First Name Surname</a:t>
            </a:r>
            <a:endParaRPr lang="en-US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5"/>
          </p:nvPr>
        </p:nvSpPr>
        <p:spPr bwMode="gray">
          <a:xfrm>
            <a:off x="5485638" y="490516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11" name="LOGO_SVG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gray">
          <a:xfrm>
            <a:off x="9552384" y="392704"/>
            <a:ext cx="2232000" cy="37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368" y="2565304"/>
            <a:ext cx="11376025" cy="3600000"/>
          </a:xfrm>
        </p:spPr>
        <p:txBody>
          <a:bodyPr/>
          <a:lstStyle>
            <a:lvl1pPr algn="ctr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Add final message</a:t>
            </a:r>
            <a:endParaRPr lang="en-US"/>
          </a:p>
        </p:txBody>
      </p:sp>
      <p:sp>
        <p:nvSpPr>
          <p:cNvPr id="7" name="Textplatzhalter 6"/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368" y="2565304"/>
            <a:ext cx="11376025" cy="3600000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Add final message</a:t>
            </a:r>
            <a:endParaRPr lang="en-US"/>
          </a:p>
        </p:txBody>
      </p:sp>
      <p:sp>
        <p:nvSpPr>
          <p:cNvPr id="7" name="Textplatzhalter 6"/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te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368" y="2565304"/>
            <a:ext cx="11376025" cy="3600000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Add final message</a:t>
            </a:r>
            <a:endParaRPr lang="en-US"/>
          </a:p>
        </p:txBody>
      </p:sp>
      <p:sp>
        <p:nvSpPr>
          <p:cNvPr id="5" name="Rechteck 4"/>
          <p:cNvSpPr/>
          <p:nvPr userDrawn="1"/>
        </p:nvSpPr>
        <p:spPr bwMode="gray">
          <a:xfrm>
            <a:off x="9336360" y="260648"/>
            <a:ext cx="2664296" cy="6480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 algn="ctr">
              <a:buClr>
                <a:schemeClr val="accent2"/>
              </a:buClr>
              <a:buFont typeface="DB Sans" panose="020B0502050202020204" pitchFamily="34" charset="0"/>
              <a:buChar char="‒"/>
            </a:pPr>
            <a:endParaRPr lang="en-US" sz="1600" err="1">
              <a:solidFill>
                <a:schemeClr val="tx1"/>
              </a:solidFill>
            </a:endParaRPr>
          </a:p>
        </p:txBody>
      </p:sp>
      <p:pic>
        <p:nvPicPr>
          <p:cNvPr id="6" name="LOGO_SVG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gray">
          <a:xfrm>
            <a:off x="9552384" y="392704"/>
            <a:ext cx="2232000" cy="372000"/>
          </a:xfrm>
          <a:prstGeom prst="rect">
            <a:avLst/>
          </a:prstGeom>
        </p:spPr>
      </p:pic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picture and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 bwMode="gray">
          <a:xfrm>
            <a:off x="8832304" y="116632"/>
            <a:ext cx="3168352" cy="648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 algn="ctr">
              <a:buClr>
                <a:schemeClr val="accent2"/>
              </a:buClr>
              <a:buFont typeface="DB Sans" panose="020B0502050202020204" pitchFamily="34" charset="0"/>
              <a:buChar char="‒"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tIns="1584000" anchor="ctr"/>
          <a:lstStyle>
            <a:lvl1pPr algn="ctr"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 bwMode="gray">
          <a:xfrm>
            <a:off x="1992000" y="2276872"/>
            <a:ext cx="8208000" cy="136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8" Type="http://schemas.openxmlformats.org/officeDocument/2006/relationships/theme" Target="../theme/theme1.xml"/><Relationship Id="rId37" Type="http://schemas.openxmlformats.org/officeDocument/2006/relationships/image" Target="../media/image2.svg"/><Relationship Id="rId36" Type="http://schemas.openxmlformats.org/officeDocument/2006/relationships/image" Target="../media/image1.png"/><Relationship Id="rId35" Type="http://schemas.openxmlformats.org/officeDocument/2006/relationships/image" Target="../media/image5.emf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407368" y="296744"/>
            <a:ext cx="8784000" cy="82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Edit master title format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07988" y="1412875"/>
            <a:ext cx="11376025" cy="47519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407368" y="6525344"/>
            <a:ext cx="10584000" cy="21602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defRPr sz="1000">
                <a:solidFill>
                  <a:schemeClr val="tx1"/>
                </a:solidFill>
              </a:defRPr>
            </a:lvl1pPr>
            <a:lvl2pPr marL="0" indent="0">
              <a:defRPr/>
            </a:lvl2pPr>
            <a:lvl3pPr marL="0" indent="0">
              <a:defRPr/>
            </a:lvl3pPr>
            <a:lvl4pPr marL="0" indent="0">
              <a:defRPr/>
            </a:lvl4pPr>
            <a:lvl5pPr marL="0" indent="0">
              <a:defRPr/>
            </a:lvl5pPr>
            <a:lvl6pPr marL="0" indent="0">
              <a:defRPr/>
            </a:lvl6pPr>
            <a:lvl7pPr marL="0" indent="0">
              <a:defRPr/>
            </a:lvl7pPr>
            <a:lvl8pPr marL="0" indent="0">
              <a:defRPr/>
            </a:lvl8pPr>
            <a:lvl9pPr marL="0" indent="0">
              <a:defRPr/>
            </a:lvl9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44632" y="6525344"/>
            <a:ext cx="540000" cy="21602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5" cstate="print"/>
          <a:stretch>
            <a:fillRect/>
          </a:stretch>
        </p:blipFill>
        <p:spPr bwMode="gray">
          <a:xfrm>
            <a:off x="11244632" y="6471916"/>
            <a:ext cx="540000" cy="53428"/>
          </a:xfrm>
          <a:prstGeom prst="rect">
            <a:avLst/>
          </a:prstGeom>
        </p:spPr>
      </p:pic>
      <p:grpSp>
        <p:nvGrpSpPr>
          <p:cNvPr id="7" name="Gruppieren 6"/>
          <p:cNvGrpSpPr/>
          <p:nvPr userDrawn="1"/>
        </p:nvGrpSpPr>
        <p:grpSpPr bwMode="gray">
          <a:xfrm>
            <a:off x="407368" y="-171400"/>
            <a:ext cx="11377264" cy="72000"/>
            <a:chOff x="407368" y="-243408"/>
            <a:chExt cx="11377264" cy="216000"/>
          </a:xfrm>
        </p:grpSpPr>
        <p:cxnSp>
          <p:nvCxnSpPr>
            <p:cNvPr id="8" name="Gerader Verbinder 7"/>
            <p:cNvCxnSpPr/>
            <p:nvPr userDrawn="1"/>
          </p:nvCxnSpPr>
          <p:spPr bwMode="gray">
            <a:xfrm>
              <a:off x="407368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/>
            <p:cNvCxnSpPr/>
            <p:nvPr userDrawn="1"/>
          </p:nvCxnSpPr>
          <p:spPr bwMode="gray">
            <a:xfrm>
              <a:off x="4007768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/>
            <p:cNvCxnSpPr/>
            <p:nvPr userDrawn="1"/>
          </p:nvCxnSpPr>
          <p:spPr bwMode="gray">
            <a:xfrm>
              <a:off x="429580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/>
            <p:cNvCxnSpPr/>
            <p:nvPr userDrawn="1"/>
          </p:nvCxnSpPr>
          <p:spPr bwMode="gray">
            <a:xfrm>
              <a:off x="595198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/>
            <p:cNvCxnSpPr/>
            <p:nvPr userDrawn="1"/>
          </p:nvCxnSpPr>
          <p:spPr bwMode="gray">
            <a:xfrm>
              <a:off x="624001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/>
            <p:cNvCxnSpPr/>
            <p:nvPr userDrawn="1"/>
          </p:nvCxnSpPr>
          <p:spPr bwMode="gray">
            <a:xfrm>
              <a:off x="789620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/>
            <p:cNvCxnSpPr/>
            <p:nvPr userDrawn="1"/>
          </p:nvCxnSpPr>
          <p:spPr bwMode="gray">
            <a:xfrm>
              <a:off x="81842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/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ieren 16"/>
          <p:cNvGrpSpPr/>
          <p:nvPr userDrawn="1"/>
        </p:nvGrpSpPr>
        <p:grpSpPr bwMode="gray">
          <a:xfrm>
            <a:off x="-168688" y="1412776"/>
            <a:ext cx="72000" cy="4752528"/>
            <a:chOff x="-456728" y="1412776"/>
            <a:chExt cx="216000" cy="4752528"/>
          </a:xfrm>
        </p:grpSpPr>
        <p:cxnSp>
          <p:nvCxnSpPr>
            <p:cNvPr id="18" name="Gerader Verbinder 17"/>
            <p:cNvCxnSpPr/>
            <p:nvPr userDrawn="1"/>
          </p:nvCxnSpPr>
          <p:spPr bwMode="gray">
            <a:xfrm>
              <a:off x="-456728" y="1412776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/>
            <p:cNvCxnSpPr/>
            <p:nvPr userDrawn="1"/>
          </p:nvCxnSpPr>
          <p:spPr bwMode="gray">
            <a:xfrm>
              <a:off x="-456728" y="616530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LOGO_SVG"/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 bwMode="gray">
          <a:xfrm>
            <a:off x="9552384" y="392704"/>
            <a:ext cx="2232000" cy="37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9705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2009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4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hyperlink" Target="https://b2bidevweb1.sl3-test.comp.db.de:8443/" TargetMode="Externa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hyperlink" Target="https://b2bidevweb1.sl3-test.comp.db.de:8443/SystemOverviewB2BiStreams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hyperlink" Target="http://www.x12.org/" TargetMode="Externa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slide" Target="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hyperlink" Target="http://www.edifactory.de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image" Target="../media/image40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7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42.wmf"/><Relationship Id="rId3" Type="http://schemas.openxmlformats.org/officeDocument/2006/relationships/package" Target="../embeddings/Document1.docx"/><Relationship Id="rId2" Type="http://schemas.openxmlformats.org/officeDocument/2006/relationships/image" Target="../media/image41.wmf"/><Relationship Id="rId1" Type="http://schemas.openxmlformats.org/officeDocument/2006/relationships/oleObject" Target="../embeddings/oleObject5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43.wmf"/><Relationship Id="rId2" Type="http://schemas.openxmlformats.org/officeDocument/2006/relationships/oleObject" Target="../embeddings/oleObject6.bin"/><Relationship Id="rId1" Type="http://schemas.openxmlformats.org/officeDocument/2006/relationships/tags" Target="../tags/tag9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5.wmf"/><Relationship Id="rId1" Type="http://schemas.openxmlformats.org/officeDocument/2006/relationships/oleObject" Target="../embeddings/oleObject8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platzhalter 32"/>
          <p:cNvPicPr>
            <a:picLocks noGrp="1" noChangeAspect="1"/>
          </p:cNvPicPr>
          <p:nvPr>
            <p:ph type="pic" sz="quarter" idx="15"/>
          </p:nvPr>
        </p:nvPicPr>
        <p:blipFill>
          <a:blip r:embed="rId1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-1" y="-6849"/>
            <a:ext cx="12192001" cy="6854573"/>
          </a:xfrm>
        </p:spPr>
      </p:pic>
      <p:sp>
        <p:nvSpPr>
          <p:cNvPr id="5" name="Titel 4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altLang="zh-CN" dirty="0"/>
              <a:t>General Introduction</a:t>
            </a:r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2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dirty="0"/>
              <a:t>2021 Jan| TSC Nanjing</a:t>
            </a:r>
            <a:endParaRPr lang="en-US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6"/>
          </p:nvPr>
        </p:nvSpPr>
        <p:spPr bwMode="gray"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50800" y="4725187"/>
            <a:ext cx="3358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2800" dirty="0">
                <a:solidFill>
                  <a:schemeClr val="bg1"/>
                </a:solidFill>
              </a:rPr>
              <a:t>SWORD, File Types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rPr>
              <a:t>General Introduction</a:t>
            </a:r>
            <a:endParaRPr lang="en-US" dirty="0">
              <a:latin typeface="Trebuchet MS" panose="020B0603020202020204" pitchFamily="34" charset="0"/>
              <a:ea typeface="微软雅黑" panose="020B0503020204020204" pitchFamily="34" charset="-122"/>
              <a:sym typeface="Trebuchet MS" panose="020B0603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DD3DB80-B894-403A-B48E-6FDC1A72010E}" type="slidenum">
              <a:rPr lang="zh-CN" altLang="en-US" smtClean="0"/>
            </a:fld>
            <a:endParaRPr lang="zh-CN" altLang="en-US">
              <a:latin typeface="Trebuchet MS" panose="020B0603020202020204" pitchFamily="34" charset="0"/>
              <a:ea typeface="微软雅黑" panose="020B0503020204020204" pitchFamily="34" charset="-122"/>
              <a:sym typeface="Trebuchet MS" panose="020B0603020202020204" pitchFamily="34" charset="0"/>
            </a:endParaRPr>
          </a:p>
        </p:txBody>
      </p:sp>
      <p:grpSp>
        <p:nvGrpSpPr>
          <p:cNvPr id="5" name="#29314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56350" y="1130300"/>
            <a:ext cx="9396995" cy="5003800"/>
            <a:chOff x="1356350" y="1130300"/>
            <a:chExt cx="9396995" cy="5003800"/>
          </a:xfrm>
        </p:grpSpPr>
        <p:sp>
          <p:nvSpPr>
            <p:cNvPr id="6" name="ïšľiďé"/>
            <p:cNvSpPr/>
            <p:nvPr/>
          </p:nvSpPr>
          <p:spPr bwMode="auto">
            <a:xfrm>
              <a:off x="5068601" y="2838840"/>
              <a:ext cx="5684744" cy="2772856"/>
            </a:xfrm>
            <a:custGeom>
              <a:avLst/>
              <a:gdLst>
                <a:gd name="T0" fmla="*/ 1193 w 3611"/>
                <a:gd name="T1" fmla="*/ 65 h 1760"/>
                <a:gd name="T2" fmla="*/ 1206 w 3611"/>
                <a:gd name="T3" fmla="*/ 92 h 1760"/>
                <a:gd name="T4" fmla="*/ 1114 w 3611"/>
                <a:gd name="T5" fmla="*/ 118 h 1760"/>
                <a:gd name="T6" fmla="*/ 878 w 3611"/>
                <a:gd name="T7" fmla="*/ 183 h 1760"/>
                <a:gd name="T8" fmla="*/ 444 w 3611"/>
                <a:gd name="T9" fmla="*/ 223 h 1760"/>
                <a:gd name="T10" fmla="*/ 2612 w 3611"/>
                <a:gd name="T11" fmla="*/ 223 h 1760"/>
                <a:gd name="T12" fmla="*/ 1363 w 3611"/>
                <a:gd name="T13" fmla="*/ 249 h 1760"/>
                <a:gd name="T14" fmla="*/ 2928 w 3611"/>
                <a:gd name="T15" fmla="*/ 236 h 1760"/>
                <a:gd name="T16" fmla="*/ 431 w 3611"/>
                <a:gd name="T17" fmla="*/ 289 h 1760"/>
                <a:gd name="T18" fmla="*/ 1981 w 3611"/>
                <a:gd name="T19" fmla="*/ 301 h 1760"/>
                <a:gd name="T20" fmla="*/ 3125 w 3611"/>
                <a:gd name="T21" fmla="*/ 301 h 1760"/>
                <a:gd name="T22" fmla="*/ 496 w 3611"/>
                <a:gd name="T23" fmla="*/ 328 h 1760"/>
                <a:gd name="T24" fmla="*/ 1981 w 3611"/>
                <a:gd name="T25" fmla="*/ 315 h 1760"/>
                <a:gd name="T26" fmla="*/ 2836 w 3611"/>
                <a:gd name="T27" fmla="*/ 328 h 1760"/>
                <a:gd name="T28" fmla="*/ 128 w 3611"/>
                <a:gd name="T29" fmla="*/ 380 h 1760"/>
                <a:gd name="T30" fmla="*/ 1232 w 3611"/>
                <a:gd name="T31" fmla="*/ 380 h 1760"/>
                <a:gd name="T32" fmla="*/ 2546 w 3611"/>
                <a:gd name="T33" fmla="*/ 367 h 1760"/>
                <a:gd name="T34" fmla="*/ 3361 w 3611"/>
                <a:gd name="T35" fmla="*/ 355 h 1760"/>
                <a:gd name="T36" fmla="*/ 707 w 3611"/>
                <a:gd name="T37" fmla="*/ 407 h 1760"/>
                <a:gd name="T38" fmla="*/ 2494 w 3611"/>
                <a:gd name="T39" fmla="*/ 420 h 1760"/>
                <a:gd name="T40" fmla="*/ 3401 w 3611"/>
                <a:gd name="T41" fmla="*/ 420 h 1760"/>
                <a:gd name="T42" fmla="*/ 1955 w 3611"/>
                <a:gd name="T43" fmla="*/ 446 h 1760"/>
                <a:gd name="T44" fmla="*/ 2770 w 3611"/>
                <a:gd name="T45" fmla="*/ 434 h 1760"/>
                <a:gd name="T46" fmla="*/ 628 w 3611"/>
                <a:gd name="T47" fmla="*/ 486 h 1760"/>
                <a:gd name="T48" fmla="*/ 2336 w 3611"/>
                <a:gd name="T49" fmla="*/ 499 h 1760"/>
                <a:gd name="T50" fmla="*/ 404 w 3611"/>
                <a:gd name="T51" fmla="*/ 512 h 1760"/>
                <a:gd name="T52" fmla="*/ 1876 w 3611"/>
                <a:gd name="T53" fmla="*/ 525 h 1760"/>
                <a:gd name="T54" fmla="*/ 2691 w 3611"/>
                <a:gd name="T55" fmla="*/ 512 h 1760"/>
                <a:gd name="T56" fmla="*/ 786 w 3611"/>
                <a:gd name="T57" fmla="*/ 565 h 1760"/>
                <a:gd name="T58" fmla="*/ 2218 w 3611"/>
                <a:gd name="T59" fmla="*/ 577 h 1760"/>
                <a:gd name="T60" fmla="*/ 3085 w 3611"/>
                <a:gd name="T61" fmla="*/ 577 h 1760"/>
                <a:gd name="T62" fmla="*/ 1758 w 3611"/>
                <a:gd name="T63" fmla="*/ 604 h 1760"/>
                <a:gd name="T64" fmla="*/ 2573 w 3611"/>
                <a:gd name="T65" fmla="*/ 591 h 1760"/>
                <a:gd name="T66" fmla="*/ 707 w 3611"/>
                <a:gd name="T67" fmla="*/ 643 h 1760"/>
                <a:gd name="T68" fmla="*/ 2376 w 3611"/>
                <a:gd name="T69" fmla="*/ 656 h 1760"/>
                <a:gd name="T70" fmla="*/ 602 w 3611"/>
                <a:gd name="T71" fmla="*/ 696 h 1760"/>
                <a:gd name="T72" fmla="*/ 2270 w 3611"/>
                <a:gd name="T73" fmla="*/ 683 h 1760"/>
                <a:gd name="T74" fmla="*/ 523 w 3611"/>
                <a:gd name="T75" fmla="*/ 710 h 1760"/>
                <a:gd name="T76" fmla="*/ 2284 w 3611"/>
                <a:gd name="T77" fmla="*/ 722 h 1760"/>
                <a:gd name="T78" fmla="*/ 602 w 3611"/>
                <a:gd name="T79" fmla="*/ 774 h 1760"/>
                <a:gd name="T80" fmla="*/ 2415 w 3611"/>
                <a:gd name="T81" fmla="*/ 774 h 1760"/>
                <a:gd name="T82" fmla="*/ 772 w 3611"/>
                <a:gd name="T83" fmla="*/ 801 h 1760"/>
                <a:gd name="T84" fmla="*/ 2415 w 3611"/>
                <a:gd name="T85" fmla="*/ 788 h 1760"/>
                <a:gd name="T86" fmla="*/ 1693 w 3611"/>
                <a:gd name="T87" fmla="*/ 841 h 1760"/>
                <a:gd name="T88" fmla="*/ 2573 w 3611"/>
                <a:gd name="T89" fmla="*/ 853 h 1760"/>
                <a:gd name="T90" fmla="*/ 1981 w 3611"/>
                <a:gd name="T91" fmla="*/ 893 h 1760"/>
                <a:gd name="T92" fmla="*/ 628 w 3611"/>
                <a:gd name="T93" fmla="*/ 919 h 1760"/>
                <a:gd name="T94" fmla="*/ 2218 w 3611"/>
                <a:gd name="T95" fmla="*/ 907 h 1760"/>
                <a:gd name="T96" fmla="*/ 1876 w 3611"/>
                <a:gd name="T97" fmla="*/ 959 h 1760"/>
                <a:gd name="T98" fmla="*/ 1745 w 3611"/>
                <a:gd name="T99" fmla="*/ 1011 h 1760"/>
                <a:gd name="T100" fmla="*/ 1627 w 3611"/>
                <a:gd name="T101" fmla="*/ 1025 h 1760"/>
                <a:gd name="T102" fmla="*/ 1127 w 3611"/>
                <a:gd name="T103" fmla="*/ 1077 h 1760"/>
                <a:gd name="T104" fmla="*/ 1075 w 3611"/>
                <a:gd name="T105" fmla="*/ 1104 h 1760"/>
                <a:gd name="T106" fmla="*/ 1023 w 3611"/>
                <a:gd name="T107" fmla="*/ 1156 h 1760"/>
                <a:gd name="T108" fmla="*/ 917 w 3611"/>
                <a:gd name="T109" fmla="*/ 1183 h 1760"/>
                <a:gd name="T110" fmla="*/ 956 w 3611"/>
                <a:gd name="T111" fmla="*/ 1222 h 1760"/>
                <a:gd name="T112" fmla="*/ 1101 w 3611"/>
                <a:gd name="T113" fmla="*/ 1274 h 1760"/>
                <a:gd name="T114" fmla="*/ 1272 w 3611"/>
                <a:gd name="T115" fmla="*/ 1326 h 1760"/>
                <a:gd name="T116" fmla="*/ 1245 w 3611"/>
                <a:gd name="T117" fmla="*/ 1353 h 1760"/>
                <a:gd name="T118" fmla="*/ 1114 w 3611"/>
                <a:gd name="T119" fmla="*/ 1405 h 1760"/>
                <a:gd name="T120" fmla="*/ 1154 w 3611"/>
                <a:gd name="T121" fmla="*/ 1445 h 1760"/>
                <a:gd name="T122" fmla="*/ 1929 w 3611"/>
                <a:gd name="T123" fmla="*/ 1471 h 1760"/>
                <a:gd name="T124" fmla="*/ 948 w 3611"/>
                <a:gd name="T125" fmla="*/ 159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11" h="1760">
                  <a:moveTo>
                    <a:pt x="825" y="13"/>
                  </a:moveTo>
                  <a:cubicBezTo>
                    <a:pt x="825" y="6"/>
                    <a:pt x="831" y="0"/>
                    <a:pt x="838" y="0"/>
                  </a:cubicBezTo>
                  <a:cubicBezTo>
                    <a:pt x="845" y="0"/>
                    <a:pt x="851" y="6"/>
                    <a:pt x="851" y="13"/>
                  </a:cubicBezTo>
                  <a:cubicBezTo>
                    <a:pt x="851" y="20"/>
                    <a:pt x="845" y="25"/>
                    <a:pt x="838" y="25"/>
                  </a:cubicBezTo>
                  <a:cubicBezTo>
                    <a:pt x="831" y="25"/>
                    <a:pt x="825" y="20"/>
                    <a:pt x="825" y="13"/>
                  </a:cubicBezTo>
                  <a:close/>
                  <a:moveTo>
                    <a:pt x="878" y="25"/>
                  </a:moveTo>
                  <a:cubicBezTo>
                    <a:pt x="885" y="25"/>
                    <a:pt x="890" y="20"/>
                    <a:pt x="890" y="13"/>
                  </a:cubicBezTo>
                  <a:cubicBezTo>
                    <a:pt x="890" y="6"/>
                    <a:pt x="885" y="0"/>
                    <a:pt x="878" y="0"/>
                  </a:cubicBezTo>
                  <a:cubicBezTo>
                    <a:pt x="870" y="0"/>
                    <a:pt x="865" y="6"/>
                    <a:pt x="865" y="13"/>
                  </a:cubicBezTo>
                  <a:cubicBezTo>
                    <a:pt x="865" y="20"/>
                    <a:pt x="870" y="25"/>
                    <a:pt x="878" y="25"/>
                  </a:cubicBezTo>
                  <a:close/>
                  <a:moveTo>
                    <a:pt x="917" y="25"/>
                  </a:moveTo>
                  <a:cubicBezTo>
                    <a:pt x="924" y="25"/>
                    <a:pt x="930" y="20"/>
                    <a:pt x="930" y="13"/>
                  </a:cubicBezTo>
                  <a:cubicBezTo>
                    <a:pt x="930" y="6"/>
                    <a:pt x="924" y="0"/>
                    <a:pt x="917" y="0"/>
                  </a:cubicBezTo>
                  <a:cubicBezTo>
                    <a:pt x="910" y="0"/>
                    <a:pt x="904" y="6"/>
                    <a:pt x="904" y="13"/>
                  </a:cubicBezTo>
                  <a:cubicBezTo>
                    <a:pt x="904" y="20"/>
                    <a:pt x="910" y="25"/>
                    <a:pt x="917" y="25"/>
                  </a:cubicBezTo>
                  <a:close/>
                  <a:moveTo>
                    <a:pt x="956" y="25"/>
                  </a:moveTo>
                  <a:cubicBezTo>
                    <a:pt x="963" y="25"/>
                    <a:pt x="969" y="20"/>
                    <a:pt x="969" y="13"/>
                  </a:cubicBezTo>
                  <a:cubicBezTo>
                    <a:pt x="969" y="6"/>
                    <a:pt x="963" y="0"/>
                    <a:pt x="956" y="0"/>
                  </a:cubicBezTo>
                  <a:cubicBezTo>
                    <a:pt x="949" y="0"/>
                    <a:pt x="944" y="6"/>
                    <a:pt x="944" y="13"/>
                  </a:cubicBezTo>
                  <a:cubicBezTo>
                    <a:pt x="944" y="20"/>
                    <a:pt x="949" y="25"/>
                    <a:pt x="956" y="25"/>
                  </a:cubicBezTo>
                  <a:close/>
                  <a:moveTo>
                    <a:pt x="996" y="25"/>
                  </a:moveTo>
                  <a:cubicBezTo>
                    <a:pt x="1003" y="25"/>
                    <a:pt x="1009" y="20"/>
                    <a:pt x="1009" y="13"/>
                  </a:cubicBezTo>
                  <a:cubicBezTo>
                    <a:pt x="1009" y="6"/>
                    <a:pt x="1003" y="0"/>
                    <a:pt x="996" y="0"/>
                  </a:cubicBezTo>
                  <a:cubicBezTo>
                    <a:pt x="989" y="0"/>
                    <a:pt x="983" y="6"/>
                    <a:pt x="983" y="13"/>
                  </a:cubicBezTo>
                  <a:cubicBezTo>
                    <a:pt x="983" y="20"/>
                    <a:pt x="989" y="25"/>
                    <a:pt x="996" y="25"/>
                  </a:cubicBezTo>
                  <a:close/>
                  <a:moveTo>
                    <a:pt x="1035" y="25"/>
                  </a:moveTo>
                  <a:cubicBezTo>
                    <a:pt x="1042" y="25"/>
                    <a:pt x="1048" y="20"/>
                    <a:pt x="1048" y="13"/>
                  </a:cubicBezTo>
                  <a:cubicBezTo>
                    <a:pt x="1048" y="6"/>
                    <a:pt x="1042" y="0"/>
                    <a:pt x="1035" y="0"/>
                  </a:cubicBezTo>
                  <a:cubicBezTo>
                    <a:pt x="1028" y="0"/>
                    <a:pt x="1022" y="6"/>
                    <a:pt x="1022" y="13"/>
                  </a:cubicBezTo>
                  <a:cubicBezTo>
                    <a:pt x="1022" y="20"/>
                    <a:pt x="1028" y="25"/>
                    <a:pt x="1035" y="25"/>
                  </a:cubicBezTo>
                  <a:close/>
                  <a:moveTo>
                    <a:pt x="1114" y="25"/>
                  </a:moveTo>
                  <a:cubicBezTo>
                    <a:pt x="1121" y="25"/>
                    <a:pt x="1127" y="20"/>
                    <a:pt x="1127" y="13"/>
                  </a:cubicBezTo>
                  <a:cubicBezTo>
                    <a:pt x="1127" y="6"/>
                    <a:pt x="1121" y="0"/>
                    <a:pt x="1114" y="0"/>
                  </a:cubicBezTo>
                  <a:cubicBezTo>
                    <a:pt x="1107" y="0"/>
                    <a:pt x="1101" y="6"/>
                    <a:pt x="1101" y="13"/>
                  </a:cubicBezTo>
                  <a:cubicBezTo>
                    <a:pt x="1101" y="20"/>
                    <a:pt x="1107" y="25"/>
                    <a:pt x="1114" y="25"/>
                  </a:cubicBezTo>
                  <a:close/>
                  <a:moveTo>
                    <a:pt x="1193" y="25"/>
                  </a:moveTo>
                  <a:cubicBezTo>
                    <a:pt x="1200" y="25"/>
                    <a:pt x="1206" y="20"/>
                    <a:pt x="1206" y="13"/>
                  </a:cubicBezTo>
                  <a:cubicBezTo>
                    <a:pt x="1206" y="6"/>
                    <a:pt x="1200" y="0"/>
                    <a:pt x="1193" y="0"/>
                  </a:cubicBezTo>
                  <a:cubicBezTo>
                    <a:pt x="1186" y="0"/>
                    <a:pt x="1180" y="6"/>
                    <a:pt x="1180" y="13"/>
                  </a:cubicBezTo>
                  <a:cubicBezTo>
                    <a:pt x="1180" y="20"/>
                    <a:pt x="1186" y="25"/>
                    <a:pt x="1193" y="25"/>
                  </a:cubicBezTo>
                  <a:close/>
                  <a:moveTo>
                    <a:pt x="1272" y="25"/>
                  </a:moveTo>
                  <a:cubicBezTo>
                    <a:pt x="1279" y="25"/>
                    <a:pt x="1285" y="20"/>
                    <a:pt x="1285" y="13"/>
                  </a:cubicBezTo>
                  <a:cubicBezTo>
                    <a:pt x="1285" y="6"/>
                    <a:pt x="1279" y="0"/>
                    <a:pt x="1272" y="0"/>
                  </a:cubicBezTo>
                  <a:cubicBezTo>
                    <a:pt x="1265" y="0"/>
                    <a:pt x="1259" y="6"/>
                    <a:pt x="1259" y="13"/>
                  </a:cubicBezTo>
                  <a:cubicBezTo>
                    <a:pt x="1259" y="20"/>
                    <a:pt x="1265" y="25"/>
                    <a:pt x="1272" y="25"/>
                  </a:cubicBezTo>
                  <a:close/>
                  <a:moveTo>
                    <a:pt x="1311" y="25"/>
                  </a:moveTo>
                  <a:cubicBezTo>
                    <a:pt x="1318" y="25"/>
                    <a:pt x="1324" y="20"/>
                    <a:pt x="1324" y="13"/>
                  </a:cubicBezTo>
                  <a:cubicBezTo>
                    <a:pt x="1324" y="6"/>
                    <a:pt x="1318" y="0"/>
                    <a:pt x="1311" y="0"/>
                  </a:cubicBezTo>
                  <a:cubicBezTo>
                    <a:pt x="1304" y="0"/>
                    <a:pt x="1298" y="6"/>
                    <a:pt x="1298" y="13"/>
                  </a:cubicBezTo>
                  <a:cubicBezTo>
                    <a:pt x="1298" y="20"/>
                    <a:pt x="1304" y="25"/>
                    <a:pt x="1311" y="25"/>
                  </a:cubicBezTo>
                  <a:close/>
                  <a:moveTo>
                    <a:pt x="1351" y="25"/>
                  </a:moveTo>
                  <a:cubicBezTo>
                    <a:pt x="1358" y="25"/>
                    <a:pt x="1363" y="20"/>
                    <a:pt x="1363" y="13"/>
                  </a:cubicBezTo>
                  <a:cubicBezTo>
                    <a:pt x="1363" y="6"/>
                    <a:pt x="1358" y="0"/>
                    <a:pt x="1351" y="0"/>
                  </a:cubicBezTo>
                  <a:cubicBezTo>
                    <a:pt x="1344" y="0"/>
                    <a:pt x="1338" y="6"/>
                    <a:pt x="1338" y="13"/>
                  </a:cubicBezTo>
                  <a:cubicBezTo>
                    <a:pt x="1338" y="20"/>
                    <a:pt x="1344" y="25"/>
                    <a:pt x="1351" y="25"/>
                  </a:cubicBezTo>
                  <a:close/>
                  <a:moveTo>
                    <a:pt x="1390" y="25"/>
                  </a:moveTo>
                  <a:cubicBezTo>
                    <a:pt x="1397" y="25"/>
                    <a:pt x="1403" y="20"/>
                    <a:pt x="1403" y="13"/>
                  </a:cubicBezTo>
                  <a:cubicBezTo>
                    <a:pt x="1403" y="6"/>
                    <a:pt x="1397" y="0"/>
                    <a:pt x="1390" y="0"/>
                  </a:cubicBezTo>
                  <a:cubicBezTo>
                    <a:pt x="1383" y="0"/>
                    <a:pt x="1377" y="6"/>
                    <a:pt x="1377" y="13"/>
                  </a:cubicBezTo>
                  <a:cubicBezTo>
                    <a:pt x="1377" y="20"/>
                    <a:pt x="1383" y="25"/>
                    <a:pt x="1390" y="25"/>
                  </a:cubicBezTo>
                  <a:close/>
                  <a:moveTo>
                    <a:pt x="1429" y="20"/>
                  </a:moveTo>
                  <a:cubicBezTo>
                    <a:pt x="1434" y="20"/>
                    <a:pt x="1437" y="17"/>
                    <a:pt x="1437" y="13"/>
                  </a:cubicBezTo>
                  <a:cubicBezTo>
                    <a:pt x="1437" y="9"/>
                    <a:pt x="1434" y="5"/>
                    <a:pt x="1429" y="5"/>
                  </a:cubicBezTo>
                  <a:cubicBezTo>
                    <a:pt x="1425" y="5"/>
                    <a:pt x="1422" y="9"/>
                    <a:pt x="1422" y="13"/>
                  </a:cubicBezTo>
                  <a:cubicBezTo>
                    <a:pt x="1422" y="17"/>
                    <a:pt x="1425" y="20"/>
                    <a:pt x="1429" y="20"/>
                  </a:cubicBezTo>
                  <a:close/>
                  <a:moveTo>
                    <a:pt x="759" y="65"/>
                  </a:moveTo>
                  <a:cubicBezTo>
                    <a:pt x="766" y="65"/>
                    <a:pt x="772" y="59"/>
                    <a:pt x="772" y="52"/>
                  </a:cubicBezTo>
                  <a:cubicBezTo>
                    <a:pt x="772" y="45"/>
                    <a:pt x="766" y="39"/>
                    <a:pt x="759" y="39"/>
                  </a:cubicBezTo>
                  <a:cubicBezTo>
                    <a:pt x="752" y="39"/>
                    <a:pt x="746" y="45"/>
                    <a:pt x="746" y="52"/>
                  </a:cubicBezTo>
                  <a:cubicBezTo>
                    <a:pt x="746" y="59"/>
                    <a:pt x="752" y="65"/>
                    <a:pt x="759" y="65"/>
                  </a:cubicBezTo>
                  <a:close/>
                  <a:moveTo>
                    <a:pt x="838" y="43"/>
                  </a:moveTo>
                  <a:cubicBezTo>
                    <a:pt x="833" y="43"/>
                    <a:pt x="829" y="47"/>
                    <a:pt x="829" y="52"/>
                  </a:cubicBezTo>
                  <a:cubicBezTo>
                    <a:pt x="829" y="57"/>
                    <a:pt x="833" y="61"/>
                    <a:pt x="838" y="61"/>
                  </a:cubicBezTo>
                  <a:cubicBezTo>
                    <a:pt x="843" y="61"/>
                    <a:pt x="847" y="57"/>
                    <a:pt x="847" y="52"/>
                  </a:cubicBezTo>
                  <a:cubicBezTo>
                    <a:pt x="847" y="47"/>
                    <a:pt x="843" y="43"/>
                    <a:pt x="838" y="43"/>
                  </a:cubicBezTo>
                  <a:close/>
                  <a:moveTo>
                    <a:pt x="917" y="65"/>
                  </a:moveTo>
                  <a:cubicBezTo>
                    <a:pt x="924" y="65"/>
                    <a:pt x="930" y="59"/>
                    <a:pt x="930" y="52"/>
                  </a:cubicBezTo>
                  <a:cubicBezTo>
                    <a:pt x="930" y="45"/>
                    <a:pt x="924" y="39"/>
                    <a:pt x="917" y="39"/>
                  </a:cubicBezTo>
                  <a:cubicBezTo>
                    <a:pt x="910" y="39"/>
                    <a:pt x="904" y="45"/>
                    <a:pt x="904" y="52"/>
                  </a:cubicBezTo>
                  <a:cubicBezTo>
                    <a:pt x="904" y="59"/>
                    <a:pt x="910" y="65"/>
                    <a:pt x="917" y="65"/>
                  </a:cubicBezTo>
                  <a:close/>
                  <a:moveTo>
                    <a:pt x="956" y="65"/>
                  </a:moveTo>
                  <a:cubicBezTo>
                    <a:pt x="963" y="65"/>
                    <a:pt x="969" y="59"/>
                    <a:pt x="969" y="52"/>
                  </a:cubicBezTo>
                  <a:cubicBezTo>
                    <a:pt x="969" y="45"/>
                    <a:pt x="963" y="39"/>
                    <a:pt x="956" y="39"/>
                  </a:cubicBezTo>
                  <a:cubicBezTo>
                    <a:pt x="949" y="39"/>
                    <a:pt x="944" y="45"/>
                    <a:pt x="944" y="52"/>
                  </a:cubicBezTo>
                  <a:cubicBezTo>
                    <a:pt x="944" y="59"/>
                    <a:pt x="949" y="65"/>
                    <a:pt x="956" y="65"/>
                  </a:cubicBezTo>
                  <a:close/>
                  <a:moveTo>
                    <a:pt x="1035" y="65"/>
                  </a:moveTo>
                  <a:cubicBezTo>
                    <a:pt x="1042" y="65"/>
                    <a:pt x="1048" y="59"/>
                    <a:pt x="1048" y="52"/>
                  </a:cubicBezTo>
                  <a:cubicBezTo>
                    <a:pt x="1048" y="45"/>
                    <a:pt x="1042" y="39"/>
                    <a:pt x="1035" y="39"/>
                  </a:cubicBezTo>
                  <a:cubicBezTo>
                    <a:pt x="1028" y="39"/>
                    <a:pt x="1022" y="45"/>
                    <a:pt x="1022" y="52"/>
                  </a:cubicBezTo>
                  <a:cubicBezTo>
                    <a:pt x="1022" y="59"/>
                    <a:pt x="1028" y="65"/>
                    <a:pt x="1035" y="65"/>
                  </a:cubicBezTo>
                  <a:close/>
                  <a:moveTo>
                    <a:pt x="1075" y="65"/>
                  </a:moveTo>
                  <a:cubicBezTo>
                    <a:pt x="1082" y="65"/>
                    <a:pt x="1087" y="59"/>
                    <a:pt x="1087" y="52"/>
                  </a:cubicBezTo>
                  <a:cubicBezTo>
                    <a:pt x="1087" y="45"/>
                    <a:pt x="1082" y="39"/>
                    <a:pt x="1075" y="39"/>
                  </a:cubicBezTo>
                  <a:cubicBezTo>
                    <a:pt x="1068" y="39"/>
                    <a:pt x="1062" y="45"/>
                    <a:pt x="1062" y="52"/>
                  </a:cubicBezTo>
                  <a:cubicBezTo>
                    <a:pt x="1062" y="59"/>
                    <a:pt x="1068" y="65"/>
                    <a:pt x="1075" y="65"/>
                  </a:cubicBezTo>
                  <a:close/>
                  <a:moveTo>
                    <a:pt x="1114" y="65"/>
                  </a:moveTo>
                  <a:cubicBezTo>
                    <a:pt x="1121" y="65"/>
                    <a:pt x="1127" y="59"/>
                    <a:pt x="1127" y="52"/>
                  </a:cubicBezTo>
                  <a:cubicBezTo>
                    <a:pt x="1127" y="45"/>
                    <a:pt x="1121" y="39"/>
                    <a:pt x="1114" y="39"/>
                  </a:cubicBezTo>
                  <a:cubicBezTo>
                    <a:pt x="1107" y="39"/>
                    <a:pt x="1101" y="45"/>
                    <a:pt x="1101" y="52"/>
                  </a:cubicBezTo>
                  <a:cubicBezTo>
                    <a:pt x="1101" y="59"/>
                    <a:pt x="1107" y="65"/>
                    <a:pt x="1114" y="65"/>
                  </a:cubicBezTo>
                  <a:close/>
                  <a:moveTo>
                    <a:pt x="1153" y="65"/>
                  </a:moveTo>
                  <a:cubicBezTo>
                    <a:pt x="1161" y="65"/>
                    <a:pt x="1166" y="59"/>
                    <a:pt x="1166" y="52"/>
                  </a:cubicBezTo>
                  <a:cubicBezTo>
                    <a:pt x="1166" y="45"/>
                    <a:pt x="1161" y="39"/>
                    <a:pt x="1153" y="39"/>
                  </a:cubicBezTo>
                  <a:cubicBezTo>
                    <a:pt x="1146" y="39"/>
                    <a:pt x="1141" y="45"/>
                    <a:pt x="1141" y="52"/>
                  </a:cubicBezTo>
                  <a:cubicBezTo>
                    <a:pt x="1141" y="59"/>
                    <a:pt x="1146" y="65"/>
                    <a:pt x="1153" y="65"/>
                  </a:cubicBezTo>
                  <a:close/>
                  <a:moveTo>
                    <a:pt x="1193" y="65"/>
                  </a:moveTo>
                  <a:cubicBezTo>
                    <a:pt x="1200" y="65"/>
                    <a:pt x="1206" y="59"/>
                    <a:pt x="1206" y="52"/>
                  </a:cubicBezTo>
                  <a:cubicBezTo>
                    <a:pt x="1206" y="45"/>
                    <a:pt x="1200" y="39"/>
                    <a:pt x="1193" y="39"/>
                  </a:cubicBezTo>
                  <a:cubicBezTo>
                    <a:pt x="1186" y="39"/>
                    <a:pt x="1180" y="45"/>
                    <a:pt x="1180" y="52"/>
                  </a:cubicBezTo>
                  <a:cubicBezTo>
                    <a:pt x="1180" y="59"/>
                    <a:pt x="1186" y="65"/>
                    <a:pt x="1193" y="65"/>
                  </a:cubicBezTo>
                  <a:close/>
                  <a:moveTo>
                    <a:pt x="1232" y="65"/>
                  </a:moveTo>
                  <a:cubicBezTo>
                    <a:pt x="1239" y="65"/>
                    <a:pt x="1245" y="59"/>
                    <a:pt x="1245" y="52"/>
                  </a:cubicBezTo>
                  <a:cubicBezTo>
                    <a:pt x="1245" y="45"/>
                    <a:pt x="1239" y="39"/>
                    <a:pt x="1232" y="39"/>
                  </a:cubicBezTo>
                  <a:cubicBezTo>
                    <a:pt x="1225" y="39"/>
                    <a:pt x="1220" y="45"/>
                    <a:pt x="1220" y="52"/>
                  </a:cubicBezTo>
                  <a:cubicBezTo>
                    <a:pt x="1220" y="59"/>
                    <a:pt x="1225" y="65"/>
                    <a:pt x="1232" y="65"/>
                  </a:cubicBezTo>
                  <a:close/>
                  <a:moveTo>
                    <a:pt x="1272" y="65"/>
                  </a:moveTo>
                  <a:cubicBezTo>
                    <a:pt x="1279" y="65"/>
                    <a:pt x="1285" y="59"/>
                    <a:pt x="1285" y="52"/>
                  </a:cubicBezTo>
                  <a:cubicBezTo>
                    <a:pt x="1285" y="45"/>
                    <a:pt x="1279" y="39"/>
                    <a:pt x="1272" y="39"/>
                  </a:cubicBezTo>
                  <a:cubicBezTo>
                    <a:pt x="1265" y="39"/>
                    <a:pt x="1259" y="45"/>
                    <a:pt x="1259" y="52"/>
                  </a:cubicBezTo>
                  <a:cubicBezTo>
                    <a:pt x="1259" y="59"/>
                    <a:pt x="1265" y="65"/>
                    <a:pt x="1272" y="65"/>
                  </a:cubicBezTo>
                  <a:close/>
                  <a:moveTo>
                    <a:pt x="1311" y="65"/>
                  </a:moveTo>
                  <a:cubicBezTo>
                    <a:pt x="1318" y="65"/>
                    <a:pt x="1324" y="59"/>
                    <a:pt x="1324" y="52"/>
                  </a:cubicBezTo>
                  <a:cubicBezTo>
                    <a:pt x="1324" y="45"/>
                    <a:pt x="1318" y="39"/>
                    <a:pt x="1311" y="39"/>
                  </a:cubicBezTo>
                  <a:cubicBezTo>
                    <a:pt x="1304" y="39"/>
                    <a:pt x="1298" y="45"/>
                    <a:pt x="1298" y="52"/>
                  </a:cubicBezTo>
                  <a:cubicBezTo>
                    <a:pt x="1298" y="59"/>
                    <a:pt x="1304" y="65"/>
                    <a:pt x="1311" y="65"/>
                  </a:cubicBezTo>
                  <a:close/>
                  <a:moveTo>
                    <a:pt x="1351" y="65"/>
                  </a:moveTo>
                  <a:cubicBezTo>
                    <a:pt x="1358" y="65"/>
                    <a:pt x="1363" y="59"/>
                    <a:pt x="1363" y="52"/>
                  </a:cubicBezTo>
                  <a:cubicBezTo>
                    <a:pt x="1363" y="45"/>
                    <a:pt x="1358" y="39"/>
                    <a:pt x="1351" y="39"/>
                  </a:cubicBezTo>
                  <a:cubicBezTo>
                    <a:pt x="1344" y="39"/>
                    <a:pt x="1338" y="45"/>
                    <a:pt x="1338" y="52"/>
                  </a:cubicBezTo>
                  <a:cubicBezTo>
                    <a:pt x="1338" y="59"/>
                    <a:pt x="1344" y="65"/>
                    <a:pt x="1351" y="65"/>
                  </a:cubicBezTo>
                  <a:close/>
                  <a:moveTo>
                    <a:pt x="1390" y="65"/>
                  </a:moveTo>
                  <a:cubicBezTo>
                    <a:pt x="1397" y="65"/>
                    <a:pt x="1403" y="59"/>
                    <a:pt x="1403" y="52"/>
                  </a:cubicBezTo>
                  <a:cubicBezTo>
                    <a:pt x="1403" y="45"/>
                    <a:pt x="1397" y="39"/>
                    <a:pt x="1390" y="39"/>
                  </a:cubicBezTo>
                  <a:cubicBezTo>
                    <a:pt x="1383" y="39"/>
                    <a:pt x="1377" y="45"/>
                    <a:pt x="1377" y="52"/>
                  </a:cubicBezTo>
                  <a:cubicBezTo>
                    <a:pt x="1377" y="59"/>
                    <a:pt x="1383" y="65"/>
                    <a:pt x="1390" y="65"/>
                  </a:cubicBezTo>
                  <a:close/>
                  <a:moveTo>
                    <a:pt x="1429" y="65"/>
                  </a:moveTo>
                  <a:cubicBezTo>
                    <a:pt x="1437" y="65"/>
                    <a:pt x="1442" y="59"/>
                    <a:pt x="1442" y="52"/>
                  </a:cubicBezTo>
                  <a:cubicBezTo>
                    <a:pt x="1442" y="45"/>
                    <a:pt x="1437" y="39"/>
                    <a:pt x="1429" y="39"/>
                  </a:cubicBezTo>
                  <a:cubicBezTo>
                    <a:pt x="1422" y="39"/>
                    <a:pt x="1417" y="45"/>
                    <a:pt x="1417" y="52"/>
                  </a:cubicBezTo>
                  <a:cubicBezTo>
                    <a:pt x="1417" y="59"/>
                    <a:pt x="1422" y="65"/>
                    <a:pt x="1429" y="65"/>
                  </a:cubicBezTo>
                  <a:close/>
                  <a:moveTo>
                    <a:pt x="1469" y="65"/>
                  </a:moveTo>
                  <a:cubicBezTo>
                    <a:pt x="1476" y="65"/>
                    <a:pt x="1482" y="59"/>
                    <a:pt x="1482" y="52"/>
                  </a:cubicBezTo>
                  <a:cubicBezTo>
                    <a:pt x="1482" y="45"/>
                    <a:pt x="1476" y="39"/>
                    <a:pt x="1469" y="39"/>
                  </a:cubicBezTo>
                  <a:cubicBezTo>
                    <a:pt x="1462" y="39"/>
                    <a:pt x="1456" y="45"/>
                    <a:pt x="1456" y="52"/>
                  </a:cubicBezTo>
                  <a:cubicBezTo>
                    <a:pt x="1456" y="59"/>
                    <a:pt x="1462" y="65"/>
                    <a:pt x="1469" y="65"/>
                  </a:cubicBezTo>
                  <a:close/>
                  <a:moveTo>
                    <a:pt x="1508" y="65"/>
                  </a:moveTo>
                  <a:cubicBezTo>
                    <a:pt x="1515" y="65"/>
                    <a:pt x="1521" y="59"/>
                    <a:pt x="1521" y="52"/>
                  </a:cubicBezTo>
                  <a:cubicBezTo>
                    <a:pt x="1521" y="45"/>
                    <a:pt x="1515" y="39"/>
                    <a:pt x="1508" y="39"/>
                  </a:cubicBezTo>
                  <a:cubicBezTo>
                    <a:pt x="1501" y="39"/>
                    <a:pt x="1496" y="45"/>
                    <a:pt x="1496" y="52"/>
                  </a:cubicBezTo>
                  <a:cubicBezTo>
                    <a:pt x="1496" y="59"/>
                    <a:pt x="1501" y="65"/>
                    <a:pt x="1508" y="65"/>
                  </a:cubicBezTo>
                  <a:close/>
                  <a:moveTo>
                    <a:pt x="2652" y="65"/>
                  </a:moveTo>
                  <a:cubicBezTo>
                    <a:pt x="2659" y="65"/>
                    <a:pt x="2664" y="59"/>
                    <a:pt x="2664" y="52"/>
                  </a:cubicBezTo>
                  <a:cubicBezTo>
                    <a:pt x="2664" y="45"/>
                    <a:pt x="2659" y="39"/>
                    <a:pt x="2652" y="39"/>
                  </a:cubicBezTo>
                  <a:cubicBezTo>
                    <a:pt x="2645" y="39"/>
                    <a:pt x="2639" y="45"/>
                    <a:pt x="2639" y="52"/>
                  </a:cubicBezTo>
                  <a:cubicBezTo>
                    <a:pt x="2639" y="59"/>
                    <a:pt x="2645" y="65"/>
                    <a:pt x="2652" y="65"/>
                  </a:cubicBezTo>
                  <a:close/>
                  <a:moveTo>
                    <a:pt x="641" y="102"/>
                  </a:moveTo>
                  <a:cubicBezTo>
                    <a:pt x="647" y="102"/>
                    <a:pt x="652" y="97"/>
                    <a:pt x="652" y="92"/>
                  </a:cubicBezTo>
                  <a:cubicBezTo>
                    <a:pt x="652" y="86"/>
                    <a:pt x="647" y="81"/>
                    <a:pt x="641" y="81"/>
                  </a:cubicBezTo>
                  <a:cubicBezTo>
                    <a:pt x="635" y="81"/>
                    <a:pt x="630" y="86"/>
                    <a:pt x="630" y="92"/>
                  </a:cubicBezTo>
                  <a:cubicBezTo>
                    <a:pt x="630" y="97"/>
                    <a:pt x="635" y="102"/>
                    <a:pt x="641" y="102"/>
                  </a:cubicBezTo>
                  <a:close/>
                  <a:moveTo>
                    <a:pt x="759" y="104"/>
                  </a:moveTo>
                  <a:cubicBezTo>
                    <a:pt x="766" y="104"/>
                    <a:pt x="772" y="99"/>
                    <a:pt x="772" y="92"/>
                  </a:cubicBezTo>
                  <a:cubicBezTo>
                    <a:pt x="772" y="84"/>
                    <a:pt x="766" y="79"/>
                    <a:pt x="759" y="79"/>
                  </a:cubicBezTo>
                  <a:cubicBezTo>
                    <a:pt x="752" y="79"/>
                    <a:pt x="746" y="84"/>
                    <a:pt x="746" y="92"/>
                  </a:cubicBezTo>
                  <a:cubicBezTo>
                    <a:pt x="746" y="99"/>
                    <a:pt x="752" y="104"/>
                    <a:pt x="759" y="104"/>
                  </a:cubicBezTo>
                  <a:close/>
                  <a:moveTo>
                    <a:pt x="799" y="104"/>
                  </a:moveTo>
                  <a:cubicBezTo>
                    <a:pt x="806" y="104"/>
                    <a:pt x="811" y="99"/>
                    <a:pt x="811" y="92"/>
                  </a:cubicBezTo>
                  <a:cubicBezTo>
                    <a:pt x="811" y="84"/>
                    <a:pt x="806" y="79"/>
                    <a:pt x="799" y="79"/>
                  </a:cubicBezTo>
                  <a:cubicBezTo>
                    <a:pt x="792" y="79"/>
                    <a:pt x="786" y="84"/>
                    <a:pt x="786" y="92"/>
                  </a:cubicBezTo>
                  <a:cubicBezTo>
                    <a:pt x="786" y="99"/>
                    <a:pt x="792" y="104"/>
                    <a:pt x="799" y="104"/>
                  </a:cubicBezTo>
                  <a:close/>
                  <a:moveTo>
                    <a:pt x="838" y="104"/>
                  </a:moveTo>
                  <a:cubicBezTo>
                    <a:pt x="845" y="104"/>
                    <a:pt x="851" y="99"/>
                    <a:pt x="851" y="92"/>
                  </a:cubicBezTo>
                  <a:cubicBezTo>
                    <a:pt x="851" y="84"/>
                    <a:pt x="845" y="79"/>
                    <a:pt x="838" y="79"/>
                  </a:cubicBezTo>
                  <a:cubicBezTo>
                    <a:pt x="831" y="79"/>
                    <a:pt x="825" y="84"/>
                    <a:pt x="825" y="92"/>
                  </a:cubicBezTo>
                  <a:cubicBezTo>
                    <a:pt x="825" y="99"/>
                    <a:pt x="831" y="104"/>
                    <a:pt x="838" y="104"/>
                  </a:cubicBezTo>
                  <a:close/>
                  <a:moveTo>
                    <a:pt x="878" y="104"/>
                  </a:moveTo>
                  <a:cubicBezTo>
                    <a:pt x="885" y="104"/>
                    <a:pt x="890" y="99"/>
                    <a:pt x="890" y="92"/>
                  </a:cubicBezTo>
                  <a:cubicBezTo>
                    <a:pt x="890" y="84"/>
                    <a:pt x="885" y="79"/>
                    <a:pt x="878" y="79"/>
                  </a:cubicBezTo>
                  <a:cubicBezTo>
                    <a:pt x="870" y="79"/>
                    <a:pt x="865" y="84"/>
                    <a:pt x="865" y="92"/>
                  </a:cubicBezTo>
                  <a:cubicBezTo>
                    <a:pt x="865" y="99"/>
                    <a:pt x="870" y="104"/>
                    <a:pt x="878" y="104"/>
                  </a:cubicBezTo>
                  <a:close/>
                  <a:moveTo>
                    <a:pt x="917" y="104"/>
                  </a:moveTo>
                  <a:cubicBezTo>
                    <a:pt x="924" y="104"/>
                    <a:pt x="930" y="99"/>
                    <a:pt x="930" y="92"/>
                  </a:cubicBezTo>
                  <a:cubicBezTo>
                    <a:pt x="930" y="84"/>
                    <a:pt x="924" y="79"/>
                    <a:pt x="917" y="79"/>
                  </a:cubicBezTo>
                  <a:cubicBezTo>
                    <a:pt x="910" y="79"/>
                    <a:pt x="904" y="84"/>
                    <a:pt x="904" y="92"/>
                  </a:cubicBezTo>
                  <a:cubicBezTo>
                    <a:pt x="904" y="99"/>
                    <a:pt x="910" y="104"/>
                    <a:pt x="917" y="104"/>
                  </a:cubicBezTo>
                  <a:close/>
                  <a:moveTo>
                    <a:pt x="996" y="104"/>
                  </a:moveTo>
                  <a:cubicBezTo>
                    <a:pt x="1003" y="104"/>
                    <a:pt x="1009" y="99"/>
                    <a:pt x="1009" y="92"/>
                  </a:cubicBezTo>
                  <a:cubicBezTo>
                    <a:pt x="1009" y="84"/>
                    <a:pt x="1003" y="79"/>
                    <a:pt x="996" y="79"/>
                  </a:cubicBezTo>
                  <a:cubicBezTo>
                    <a:pt x="989" y="79"/>
                    <a:pt x="983" y="84"/>
                    <a:pt x="983" y="92"/>
                  </a:cubicBezTo>
                  <a:cubicBezTo>
                    <a:pt x="983" y="99"/>
                    <a:pt x="989" y="104"/>
                    <a:pt x="996" y="104"/>
                  </a:cubicBezTo>
                  <a:close/>
                  <a:moveTo>
                    <a:pt x="1035" y="104"/>
                  </a:moveTo>
                  <a:cubicBezTo>
                    <a:pt x="1042" y="104"/>
                    <a:pt x="1048" y="99"/>
                    <a:pt x="1048" y="92"/>
                  </a:cubicBezTo>
                  <a:cubicBezTo>
                    <a:pt x="1048" y="84"/>
                    <a:pt x="1042" y="79"/>
                    <a:pt x="1035" y="79"/>
                  </a:cubicBezTo>
                  <a:cubicBezTo>
                    <a:pt x="1028" y="79"/>
                    <a:pt x="1022" y="84"/>
                    <a:pt x="1022" y="92"/>
                  </a:cubicBezTo>
                  <a:cubicBezTo>
                    <a:pt x="1022" y="99"/>
                    <a:pt x="1028" y="104"/>
                    <a:pt x="1035" y="104"/>
                  </a:cubicBezTo>
                  <a:close/>
                  <a:moveTo>
                    <a:pt x="1075" y="104"/>
                  </a:moveTo>
                  <a:cubicBezTo>
                    <a:pt x="1082" y="104"/>
                    <a:pt x="1087" y="99"/>
                    <a:pt x="1087" y="92"/>
                  </a:cubicBezTo>
                  <a:cubicBezTo>
                    <a:pt x="1087" y="84"/>
                    <a:pt x="1082" y="79"/>
                    <a:pt x="1075" y="79"/>
                  </a:cubicBezTo>
                  <a:cubicBezTo>
                    <a:pt x="1068" y="79"/>
                    <a:pt x="1062" y="84"/>
                    <a:pt x="1062" y="92"/>
                  </a:cubicBezTo>
                  <a:cubicBezTo>
                    <a:pt x="1062" y="99"/>
                    <a:pt x="1068" y="104"/>
                    <a:pt x="1075" y="104"/>
                  </a:cubicBezTo>
                  <a:close/>
                  <a:moveTo>
                    <a:pt x="1114" y="104"/>
                  </a:moveTo>
                  <a:cubicBezTo>
                    <a:pt x="1121" y="104"/>
                    <a:pt x="1127" y="99"/>
                    <a:pt x="1127" y="92"/>
                  </a:cubicBezTo>
                  <a:cubicBezTo>
                    <a:pt x="1127" y="84"/>
                    <a:pt x="1121" y="79"/>
                    <a:pt x="1114" y="79"/>
                  </a:cubicBezTo>
                  <a:cubicBezTo>
                    <a:pt x="1107" y="79"/>
                    <a:pt x="1101" y="84"/>
                    <a:pt x="1101" y="92"/>
                  </a:cubicBezTo>
                  <a:cubicBezTo>
                    <a:pt x="1101" y="99"/>
                    <a:pt x="1107" y="104"/>
                    <a:pt x="1114" y="104"/>
                  </a:cubicBezTo>
                  <a:close/>
                  <a:moveTo>
                    <a:pt x="1153" y="104"/>
                  </a:moveTo>
                  <a:cubicBezTo>
                    <a:pt x="1161" y="104"/>
                    <a:pt x="1166" y="99"/>
                    <a:pt x="1166" y="92"/>
                  </a:cubicBezTo>
                  <a:cubicBezTo>
                    <a:pt x="1166" y="84"/>
                    <a:pt x="1161" y="79"/>
                    <a:pt x="1153" y="79"/>
                  </a:cubicBezTo>
                  <a:cubicBezTo>
                    <a:pt x="1146" y="79"/>
                    <a:pt x="1141" y="84"/>
                    <a:pt x="1141" y="92"/>
                  </a:cubicBezTo>
                  <a:cubicBezTo>
                    <a:pt x="1141" y="99"/>
                    <a:pt x="1146" y="104"/>
                    <a:pt x="1153" y="104"/>
                  </a:cubicBezTo>
                  <a:close/>
                  <a:moveTo>
                    <a:pt x="1193" y="104"/>
                  </a:moveTo>
                  <a:cubicBezTo>
                    <a:pt x="1200" y="104"/>
                    <a:pt x="1206" y="99"/>
                    <a:pt x="1206" y="92"/>
                  </a:cubicBezTo>
                  <a:cubicBezTo>
                    <a:pt x="1206" y="84"/>
                    <a:pt x="1200" y="79"/>
                    <a:pt x="1193" y="79"/>
                  </a:cubicBezTo>
                  <a:cubicBezTo>
                    <a:pt x="1186" y="79"/>
                    <a:pt x="1180" y="84"/>
                    <a:pt x="1180" y="92"/>
                  </a:cubicBezTo>
                  <a:cubicBezTo>
                    <a:pt x="1180" y="99"/>
                    <a:pt x="1186" y="104"/>
                    <a:pt x="1193" y="104"/>
                  </a:cubicBezTo>
                  <a:close/>
                  <a:moveTo>
                    <a:pt x="1232" y="104"/>
                  </a:moveTo>
                  <a:cubicBezTo>
                    <a:pt x="1239" y="104"/>
                    <a:pt x="1245" y="99"/>
                    <a:pt x="1245" y="92"/>
                  </a:cubicBezTo>
                  <a:cubicBezTo>
                    <a:pt x="1245" y="84"/>
                    <a:pt x="1239" y="79"/>
                    <a:pt x="1232" y="79"/>
                  </a:cubicBezTo>
                  <a:cubicBezTo>
                    <a:pt x="1225" y="79"/>
                    <a:pt x="1220" y="84"/>
                    <a:pt x="1220" y="92"/>
                  </a:cubicBezTo>
                  <a:cubicBezTo>
                    <a:pt x="1220" y="99"/>
                    <a:pt x="1225" y="104"/>
                    <a:pt x="1232" y="104"/>
                  </a:cubicBezTo>
                  <a:close/>
                  <a:moveTo>
                    <a:pt x="1272" y="104"/>
                  </a:moveTo>
                  <a:cubicBezTo>
                    <a:pt x="1279" y="104"/>
                    <a:pt x="1285" y="99"/>
                    <a:pt x="1285" y="92"/>
                  </a:cubicBezTo>
                  <a:cubicBezTo>
                    <a:pt x="1285" y="84"/>
                    <a:pt x="1279" y="79"/>
                    <a:pt x="1272" y="79"/>
                  </a:cubicBezTo>
                  <a:cubicBezTo>
                    <a:pt x="1265" y="79"/>
                    <a:pt x="1259" y="84"/>
                    <a:pt x="1259" y="92"/>
                  </a:cubicBezTo>
                  <a:cubicBezTo>
                    <a:pt x="1259" y="99"/>
                    <a:pt x="1265" y="104"/>
                    <a:pt x="1272" y="104"/>
                  </a:cubicBezTo>
                  <a:close/>
                  <a:moveTo>
                    <a:pt x="1311" y="104"/>
                  </a:moveTo>
                  <a:cubicBezTo>
                    <a:pt x="1318" y="104"/>
                    <a:pt x="1324" y="99"/>
                    <a:pt x="1324" y="92"/>
                  </a:cubicBezTo>
                  <a:cubicBezTo>
                    <a:pt x="1324" y="84"/>
                    <a:pt x="1318" y="79"/>
                    <a:pt x="1311" y="79"/>
                  </a:cubicBezTo>
                  <a:cubicBezTo>
                    <a:pt x="1304" y="79"/>
                    <a:pt x="1298" y="84"/>
                    <a:pt x="1298" y="92"/>
                  </a:cubicBezTo>
                  <a:cubicBezTo>
                    <a:pt x="1298" y="99"/>
                    <a:pt x="1304" y="104"/>
                    <a:pt x="1311" y="104"/>
                  </a:cubicBezTo>
                  <a:close/>
                  <a:moveTo>
                    <a:pt x="1351" y="104"/>
                  </a:moveTo>
                  <a:cubicBezTo>
                    <a:pt x="1358" y="104"/>
                    <a:pt x="1363" y="99"/>
                    <a:pt x="1363" y="92"/>
                  </a:cubicBezTo>
                  <a:cubicBezTo>
                    <a:pt x="1363" y="84"/>
                    <a:pt x="1358" y="79"/>
                    <a:pt x="1351" y="79"/>
                  </a:cubicBezTo>
                  <a:cubicBezTo>
                    <a:pt x="1344" y="79"/>
                    <a:pt x="1338" y="84"/>
                    <a:pt x="1338" y="92"/>
                  </a:cubicBezTo>
                  <a:cubicBezTo>
                    <a:pt x="1338" y="99"/>
                    <a:pt x="1344" y="104"/>
                    <a:pt x="1351" y="104"/>
                  </a:cubicBezTo>
                  <a:close/>
                  <a:moveTo>
                    <a:pt x="1390" y="104"/>
                  </a:moveTo>
                  <a:cubicBezTo>
                    <a:pt x="1397" y="104"/>
                    <a:pt x="1403" y="99"/>
                    <a:pt x="1403" y="92"/>
                  </a:cubicBezTo>
                  <a:cubicBezTo>
                    <a:pt x="1403" y="84"/>
                    <a:pt x="1397" y="79"/>
                    <a:pt x="1390" y="79"/>
                  </a:cubicBezTo>
                  <a:cubicBezTo>
                    <a:pt x="1383" y="79"/>
                    <a:pt x="1377" y="84"/>
                    <a:pt x="1377" y="92"/>
                  </a:cubicBezTo>
                  <a:cubicBezTo>
                    <a:pt x="1377" y="99"/>
                    <a:pt x="1383" y="104"/>
                    <a:pt x="1390" y="104"/>
                  </a:cubicBezTo>
                  <a:close/>
                  <a:moveTo>
                    <a:pt x="1429" y="104"/>
                  </a:moveTo>
                  <a:cubicBezTo>
                    <a:pt x="1437" y="104"/>
                    <a:pt x="1442" y="99"/>
                    <a:pt x="1442" y="92"/>
                  </a:cubicBezTo>
                  <a:cubicBezTo>
                    <a:pt x="1442" y="84"/>
                    <a:pt x="1437" y="79"/>
                    <a:pt x="1429" y="79"/>
                  </a:cubicBezTo>
                  <a:cubicBezTo>
                    <a:pt x="1422" y="79"/>
                    <a:pt x="1417" y="84"/>
                    <a:pt x="1417" y="92"/>
                  </a:cubicBezTo>
                  <a:cubicBezTo>
                    <a:pt x="1417" y="99"/>
                    <a:pt x="1422" y="104"/>
                    <a:pt x="1429" y="104"/>
                  </a:cubicBezTo>
                  <a:close/>
                  <a:moveTo>
                    <a:pt x="1469" y="104"/>
                  </a:moveTo>
                  <a:cubicBezTo>
                    <a:pt x="1476" y="104"/>
                    <a:pt x="1482" y="99"/>
                    <a:pt x="1482" y="92"/>
                  </a:cubicBezTo>
                  <a:cubicBezTo>
                    <a:pt x="1482" y="84"/>
                    <a:pt x="1476" y="79"/>
                    <a:pt x="1469" y="79"/>
                  </a:cubicBezTo>
                  <a:cubicBezTo>
                    <a:pt x="1462" y="79"/>
                    <a:pt x="1456" y="84"/>
                    <a:pt x="1456" y="92"/>
                  </a:cubicBezTo>
                  <a:cubicBezTo>
                    <a:pt x="1456" y="99"/>
                    <a:pt x="1462" y="104"/>
                    <a:pt x="1469" y="104"/>
                  </a:cubicBezTo>
                  <a:close/>
                  <a:moveTo>
                    <a:pt x="1824" y="104"/>
                  </a:moveTo>
                  <a:cubicBezTo>
                    <a:pt x="1831" y="104"/>
                    <a:pt x="1836" y="99"/>
                    <a:pt x="1836" y="92"/>
                  </a:cubicBezTo>
                  <a:cubicBezTo>
                    <a:pt x="1836" y="84"/>
                    <a:pt x="1831" y="79"/>
                    <a:pt x="1824" y="79"/>
                  </a:cubicBezTo>
                  <a:cubicBezTo>
                    <a:pt x="1817" y="79"/>
                    <a:pt x="1811" y="84"/>
                    <a:pt x="1811" y="92"/>
                  </a:cubicBezTo>
                  <a:cubicBezTo>
                    <a:pt x="1811" y="99"/>
                    <a:pt x="1817" y="104"/>
                    <a:pt x="1824" y="104"/>
                  </a:cubicBezTo>
                  <a:close/>
                  <a:moveTo>
                    <a:pt x="1863" y="104"/>
                  </a:moveTo>
                  <a:cubicBezTo>
                    <a:pt x="1870" y="104"/>
                    <a:pt x="1876" y="99"/>
                    <a:pt x="1876" y="92"/>
                  </a:cubicBezTo>
                  <a:cubicBezTo>
                    <a:pt x="1876" y="84"/>
                    <a:pt x="1870" y="79"/>
                    <a:pt x="1863" y="79"/>
                  </a:cubicBezTo>
                  <a:cubicBezTo>
                    <a:pt x="1856" y="79"/>
                    <a:pt x="1850" y="84"/>
                    <a:pt x="1850" y="92"/>
                  </a:cubicBezTo>
                  <a:cubicBezTo>
                    <a:pt x="1850" y="99"/>
                    <a:pt x="1856" y="104"/>
                    <a:pt x="1863" y="104"/>
                  </a:cubicBezTo>
                  <a:close/>
                  <a:moveTo>
                    <a:pt x="1903" y="104"/>
                  </a:moveTo>
                  <a:cubicBezTo>
                    <a:pt x="1910" y="104"/>
                    <a:pt x="1915" y="99"/>
                    <a:pt x="1915" y="92"/>
                  </a:cubicBezTo>
                  <a:cubicBezTo>
                    <a:pt x="1915" y="84"/>
                    <a:pt x="1910" y="79"/>
                    <a:pt x="1903" y="79"/>
                  </a:cubicBezTo>
                  <a:cubicBezTo>
                    <a:pt x="1896" y="79"/>
                    <a:pt x="1890" y="84"/>
                    <a:pt x="1890" y="92"/>
                  </a:cubicBezTo>
                  <a:cubicBezTo>
                    <a:pt x="1890" y="99"/>
                    <a:pt x="1896" y="104"/>
                    <a:pt x="1903" y="104"/>
                  </a:cubicBezTo>
                  <a:close/>
                  <a:moveTo>
                    <a:pt x="2691" y="101"/>
                  </a:moveTo>
                  <a:cubicBezTo>
                    <a:pt x="2696" y="101"/>
                    <a:pt x="2700" y="97"/>
                    <a:pt x="2700" y="92"/>
                  </a:cubicBezTo>
                  <a:cubicBezTo>
                    <a:pt x="2700" y="86"/>
                    <a:pt x="2696" y="82"/>
                    <a:pt x="2691" y="82"/>
                  </a:cubicBezTo>
                  <a:cubicBezTo>
                    <a:pt x="2686" y="82"/>
                    <a:pt x="2682" y="86"/>
                    <a:pt x="2682" y="92"/>
                  </a:cubicBezTo>
                  <a:cubicBezTo>
                    <a:pt x="2682" y="97"/>
                    <a:pt x="2686" y="101"/>
                    <a:pt x="2691" y="101"/>
                  </a:cubicBezTo>
                  <a:close/>
                  <a:moveTo>
                    <a:pt x="2730" y="104"/>
                  </a:moveTo>
                  <a:cubicBezTo>
                    <a:pt x="2737" y="104"/>
                    <a:pt x="2743" y="99"/>
                    <a:pt x="2743" y="92"/>
                  </a:cubicBezTo>
                  <a:cubicBezTo>
                    <a:pt x="2743" y="84"/>
                    <a:pt x="2737" y="79"/>
                    <a:pt x="2730" y="79"/>
                  </a:cubicBezTo>
                  <a:cubicBezTo>
                    <a:pt x="2723" y="79"/>
                    <a:pt x="2718" y="84"/>
                    <a:pt x="2718" y="92"/>
                  </a:cubicBezTo>
                  <a:cubicBezTo>
                    <a:pt x="2718" y="99"/>
                    <a:pt x="2723" y="104"/>
                    <a:pt x="2730" y="104"/>
                  </a:cubicBezTo>
                  <a:close/>
                  <a:moveTo>
                    <a:pt x="483" y="144"/>
                  </a:moveTo>
                  <a:cubicBezTo>
                    <a:pt x="490" y="144"/>
                    <a:pt x="496" y="138"/>
                    <a:pt x="496" y="131"/>
                  </a:cubicBezTo>
                  <a:cubicBezTo>
                    <a:pt x="496" y="124"/>
                    <a:pt x="490" y="118"/>
                    <a:pt x="483" y="118"/>
                  </a:cubicBezTo>
                  <a:cubicBezTo>
                    <a:pt x="476" y="118"/>
                    <a:pt x="471" y="124"/>
                    <a:pt x="471" y="131"/>
                  </a:cubicBezTo>
                  <a:cubicBezTo>
                    <a:pt x="471" y="138"/>
                    <a:pt x="476" y="144"/>
                    <a:pt x="483" y="144"/>
                  </a:cubicBezTo>
                  <a:close/>
                  <a:moveTo>
                    <a:pt x="720" y="144"/>
                  </a:moveTo>
                  <a:cubicBezTo>
                    <a:pt x="727" y="144"/>
                    <a:pt x="733" y="138"/>
                    <a:pt x="733" y="131"/>
                  </a:cubicBezTo>
                  <a:cubicBezTo>
                    <a:pt x="733" y="124"/>
                    <a:pt x="727" y="118"/>
                    <a:pt x="720" y="118"/>
                  </a:cubicBezTo>
                  <a:cubicBezTo>
                    <a:pt x="713" y="118"/>
                    <a:pt x="707" y="124"/>
                    <a:pt x="707" y="131"/>
                  </a:cubicBezTo>
                  <a:cubicBezTo>
                    <a:pt x="707" y="138"/>
                    <a:pt x="713" y="144"/>
                    <a:pt x="720" y="144"/>
                  </a:cubicBezTo>
                  <a:close/>
                  <a:moveTo>
                    <a:pt x="799" y="118"/>
                  </a:moveTo>
                  <a:cubicBezTo>
                    <a:pt x="792" y="118"/>
                    <a:pt x="786" y="124"/>
                    <a:pt x="786" y="131"/>
                  </a:cubicBezTo>
                  <a:cubicBezTo>
                    <a:pt x="786" y="138"/>
                    <a:pt x="792" y="144"/>
                    <a:pt x="799" y="144"/>
                  </a:cubicBezTo>
                  <a:cubicBezTo>
                    <a:pt x="806" y="144"/>
                    <a:pt x="811" y="138"/>
                    <a:pt x="811" y="131"/>
                  </a:cubicBezTo>
                  <a:cubicBezTo>
                    <a:pt x="811" y="124"/>
                    <a:pt x="806" y="118"/>
                    <a:pt x="799" y="118"/>
                  </a:cubicBezTo>
                  <a:close/>
                  <a:moveTo>
                    <a:pt x="838" y="144"/>
                  </a:moveTo>
                  <a:cubicBezTo>
                    <a:pt x="845" y="144"/>
                    <a:pt x="851" y="138"/>
                    <a:pt x="851" y="131"/>
                  </a:cubicBezTo>
                  <a:cubicBezTo>
                    <a:pt x="851" y="124"/>
                    <a:pt x="845" y="118"/>
                    <a:pt x="838" y="118"/>
                  </a:cubicBezTo>
                  <a:cubicBezTo>
                    <a:pt x="831" y="118"/>
                    <a:pt x="825" y="124"/>
                    <a:pt x="825" y="131"/>
                  </a:cubicBezTo>
                  <a:cubicBezTo>
                    <a:pt x="825" y="138"/>
                    <a:pt x="831" y="144"/>
                    <a:pt x="838" y="144"/>
                  </a:cubicBezTo>
                  <a:close/>
                  <a:moveTo>
                    <a:pt x="878" y="144"/>
                  </a:moveTo>
                  <a:cubicBezTo>
                    <a:pt x="885" y="144"/>
                    <a:pt x="890" y="138"/>
                    <a:pt x="890" y="131"/>
                  </a:cubicBezTo>
                  <a:cubicBezTo>
                    <a:pt x="890" y="124"/>
                    <a:pt x="885" y="118"/>
                    <a:pt x="878" y="118"/>
                  </a:cubicBezTo>
                  <a:cubicBezTo>
                    <a:pt x="870" y="118"/>
                    <a:pt x="865" y="124"/>
                    <a:pt x="865" y="131"/>
                  </a:cubicBezTo>
                  <a:cubicBezTo>
                    <a:pt x="865" y="138"/>
                    <a:pt x="870" y="144"/>
                    <a:pt x="878" y="144"/>
                  </a:cubicBezTo>
                  <a:close/>
                  <a:moveTo>
                    <a:pt x="1009" y="131"/>
                  </a:moveTo>
                  <a:cubicBezTo>
                    <a:pt x="1009" y="124"/>
                    <a:pt x="1003" y="118"/>
                    <a:pt x="996" y="118"/>
                  </a:cubicBezTo>
                  <a:cubicBezTo>
                    <a:pt x="989" y="118"/>
                    <a:pt x="983" y="124"/>
                    <a:pt x="983" y="131"/>
                  </a:cubicBezTo>
                  <a:cubicBezTo>
                    <a:pt x="983" y="138"/>
                    <a:pt x="989" y="144"/>
                    <a:pt x="996" y="144"/>
                  </a:cubicBezTo>
                  <a:cubicBezTo>
                    <a:pt x="1003" y="144"/>
                    <a:pt x="1009" y="138"/>
                    <a:pt x="1009" y="131"/>
                  </a:cubicBezTo>
                  <a:close/>
                  <a:moveTo>
                    <a:pt x="1035" y="144"/>
                  </a:moveTo>
                  <a:cubicBezTo>
                    <a:pt x="1042" y="144"/>
                    <a:pt x="1048" y="138"/>
                    <a:pt x="1048" y="131"/>
                  </a:cubicBezTo>
                  <a:cubicBezTo>
                    <a:pt x="1048" y="124"/>
                    <a:pt x="1042" y="118"/>
                    <a:pt x="1035" y="118"/>
                  </a:cubicBezTo>
                  <a:cubicBezTo>
                    <a:pt x="1028" y="118"/>
                    <a:pt x="1022" y="124"/>
                    <a:pt x="1022" y="131"/>
                  </a:cubicBezTo>
                  <a:cubicBezTo>
                    <a:pt x="1022" y="138"/>
                    <a:pt x="1028" y="144"/>
                    <a:pt x="1035" y="144"/>
                  </a:cubicBezTo>
                  <a:close/>
                  <a:moveTo>
                    <a:pt x="1075" y="144"/>
                  </a:moveTo>
                  <a:cubicBezTo>
                    <a:pt x="1082" y="144"/>
                    <a:pt x="1087" y="138"/>
                    <a:pt x="1087" y="131"/>
                  </a:cubicBezTo>
                  <a:cubicBezTo>
                    <a:pt x="1087" y="124"/>
                    <a:pt x="1082" y="118"/>
                    <a:pt x="1075" y="118"/>
                  </a:cubicBezTo>
                  <a:cubicBezTo>
                    <a:pt x="1068" y="118"/>
                    <a:pt x="1062" y="124"/>
                    <a:pt x="1062" y="131"/>
                  </a:cubicBezTo>
                  <a:cubicBezTo>
                    <a:pt x="1062" y="138"/>
                    <a:pt x="1068" y="144"/>
                    <a:pt x="1075" y="144"/>
                  </a:cubicBezTo>
                  <a:close/>
                  <a:moveTo>
                    <a:pt x="1114" y="144"/>
                  </a:moveTo>
                  <a:cubicBezTo>
                    <a:pt x="1121" y="144"/>
                    <a:pt x="1127" y="138"/>
                    <a:pt x="1127" y="131"/>
                  </a:cubicBezTo>
                  <a:cubicBezTo>
                    <a:pt x="1127" y="124"/>
                    <a:pt x="1121" y="118"/>
                    <a:pt x="1114" y="118"/>
                  </a:cubicBezTo>
                  <a:cubicBezTo>
                    <a:pt x="1107" y="118"/>
                    <a:pt x="1101" y="124"/>
                    <a:pt x="1101" y="131"/>
                  </a:cubicBezTo>
                  <a:cubicBezTo>
                    <a:pt x="1101" y="138"/>
                    <a:pt x="1107" y="144"/>
                    <a:pt x="1114" y="144"/>
                  </a:cubicBezTo>
                  <a:close/>
                  <a:moveTo>
                    <a:pt x="1153" y="144"/>
                  </a:moveTo>
                  <a:cubicBezTo>
                    <a:pt x="1161" y="144"/>
                    <a:pt x="1166" y="138"/>
                    <a:pt x="1166" y="131"/>
                  </a:cubicBezTo>
                  <a:cubicBezTo>
                    <a:pt x="1166" y="124"/>
                    <a:pt x="1161" y="118"/>
                    <a:pt x="1153" y="118"/>
                  </a:cubicBezTo>
                  <a:cubicBezTo>
                    <a:pt x="1146" y="118"/>
                    <a:pt x="1141" y="124"/>
                    <a:pt x="1141" y="131"/>
                  </a:cubicBezTo>
                  <a:cubicBezTo>
                    <a:pt x="1141" y="138"/>
                    <a:pt x="1146" y="144"/>
                    <a:pt x="1153" y="144"/>
                  </a:cubicBezTo>
                  <a:close/>
                  <a:moveTo>
                    <a:pt x="1193" y="118"/>
                  </a:moveTo>
                  <a:cubicBezTo>
                    <a:pt x="1186" y="118"/>
                    <a:pt x="1180" y="124"/>
                    <a:pt x="1180" y="131"/>
                  </a:cubicBezTo>
                  <a:cubicBezTo>
                    <a:pt x="1180" y="138"/>
                    <a:pt x="1186" y="144"/>
                    <a:pt x="1193" y="144"/>
                  </a:cubicBezTo>
                  <a:cubicBezTo>
                    <a:pt x="1200" y="144"/>
                    <a:pt x="1206" y="138"/>
                    <a:pt x="1206" y="131"/>
                  </a:cubicBezTo>
                  <a:cubicBezTo>
                    <a:pt x="1206" y="124"/>
                    <a:pt x="1200" y="118"/>
                    <a:pt x="1193" y="118"/>
                  </a:cubicBezTo>
                  <a:close/>
                  <a:moveTo>
                    <a:pt x="1232" y="118"/>
                  </a:moveTo>
                  <a:cubicBezTo>
                    <a:pt x="1225" y="118"/>
                    <a:pt x="1220" y="124"/>
                    <a:pt x="1220" y="131"/>
                  </a:cubicBezTo>
                  <a:cubicBezTo>
                    <a:pt x="1220" y="138"/>
                    <a:pt x="1225" y="144"/>
                    <a:pt x="1232" y="144"/>
                  </a:cubicBezTo>
                  <a:cubicBezTo>
                    <a:pt x="1239" y="144"/>
                    <a:pt x="1245" y="138"/>
                    <a:pt x="1245" y="131"/>
                  </a:cubicBezTo>
                  <a:cubicBezTo>
                    <a:pt x="1245" y="124"/>
                    <a:pt x="1239" y="118"/>
                    <a:pt x="1232" y="118"/>
                  </a:cubicBezTo>
                  <a:close/>
                  <a:moveTo>
                    <a:pt x="1272" y="118"/>
                  </a:moveTo>
                  <a:cubicBezTo>
                    <a:pt x="1265" y="118"/>
                    <a:pt x="1259" y="124"/>
                    <a:pt x="1259" y="131"/>
                  </a:cubicBezTo>
                  <a:cubicBezTo>
                    <a:pt x="1259" y="138"/>
                    <a:pt x="1265" y="144"/>
                    <a:pt x="1272" y="144"/>
                  </a:cubicBezTo>
                  <a:cubicBezTo>
                    <a:pt x="1279" y="144"/>
                    <a:pt x="1285" y="138"/>
                    <a:pt x="1285" y="131"/>
                  </a:cubicBezTo>
                  <a:cubicBezTo>
                    <a:pt x="1285" y="124"/>
                    <a:pt x="1279" y="118"/>
                    <a:pt x="1272" y="118"/>
                  </a:cubicBezTo>
                  <a:close/>
                  <a:moveTo>
                    <a:pt x="1311" y="144"/>
                  </a:moveTo>
                  <a:cubicBezTo>
                    <a:pt x="1318" y="144"/>
                    <a:pt x="1324" y="138"/>
                    <a:pt x="1324" y="131"/>
                  </a:cubicBezTo>
                  <a:cubicBezTo>
                    <a:pt x="1324" y="124"/>
                    <a:pt x="1318" y="118"/>
                    <a:pt x="1311" y="118"/>
                  </a:cubicBezTo>
                  <a:cubicBezTo>
                    <a:pt x="1304" y="118"/>
                    <a:pt x="1298" y="124"/>
                    <a:pt x="1298" y="131"/>
                  </a:cubicBezTo>
                  <a:cubicBezTo>
                    <a:pt x="1298" y="138"/>
                    <a:pt x="1304" y="144"/>
                    <a:pt x="1311" y="144"/>
                  </a:cubicBezTo>
                  <a:close/>
                  <a:moveTo>
                    <a:pt x="1351" y="144"/>
                  </a:moveTo>
                  <a:cubicBezTo>
                    <a:pt x="1358" y="144"/>
                    <a:pt x="1363" y="138"/>
                    <a:pt x="1363" y="131"/>
                  </a:cubicBezTo>
                  <a:cubicBezTo>
                    <a:pt x="1363" y="124"/>
                    <a:pt x="1358" y="118"/>
                    <a:pt x="1351" y="118"/>
                  </a:cubicBezTo>
                  <a:cubicBezTo>
                    <a:pt x="1344" y="118"/>
                    <a:pt x="1338" y="124"/>
                    <a:pt x="1338" y="131"/>
                  </a:cubicBezTo>
                  <a:cubicBezTo>
                    <a:pt x="1338" y="138"/>
                    <a:pt x="1344" y="144"/>
                    <a:pt x="1351" y="144"/>
                  </a:cubicBezTo>
                  <a:close/>
                  <a:moveTo>
                    <a:pt x="1390" y="144"/>
                  </a:moveTo>
                  <a:cubicBezTo>
                    <a:pt x="1397" y="144"/>
                    <a:pt x="1403" y="138"/>
                    <a:pt x="1403" y="131"/>
                  </a:cubicBezTo>
                  <a:cubicBezTo>
                    <a:pt x="1403" y="124"/>
                    <a:pt x="1397" y="118"/>
                    <a:pt x="1390" y="118"/>
                  </a:cubicBezTo>
                  <a:cubicBezTo>
                    <a:pt x="1383" y="118"/>
                    <a:pt x="1377" y="124"/>
                    <a:pt x="1377" y="131"/>
                  </a:cubicBezTo>
                  <a:cubicBezTo>
                    <a:pt x="1377" y="138"/>
                    <a:pt x="1383" y="144"/>
                    <a:pt x="1390" y="144"/>
                  </a:cubicBezTo>
                  <a:close/>
                  <a:moveTo>
                    <a:pt x="1429" y="144"/>
                  </a:moveTo>
                  <a:cubicBezTo>
                    <a:pt x="1437" y="144"/>
                    <a:pt x="1442" y="138"/>
                    <a:pt x="1442" y="131"/>
                  </a:cubicBezTo>
                  <a:cubicBezTo>
                    <a:pt x="1442" y="124"/>
                    <a:pt x="1437" y="118"/>
                    <a:pt x="1429" y="118"/>
                  </a:cubicBezTo>
                  <a:cubicBezTo>
                    <a:pt x="1422" y="118"/>
                    <a:pt x="1417" y="124"/>
                    <a:pt x="1417" y="131"/>
                  </a:cubicBezTo>
                  <a:cubicBezTo>
                    <a:pt x="1417" y="138"/>
                    <a:pt x="1422" y="144"/>
                    <a:pt x="1429" y="144"/>
                  </a:cubicBezTo>
                  <a:close/>
                  <a:moveTo>
                    <a:pt x="1469" y="118"/>
                  </a:moveTo>
                  <a:cubicBezTo>
                    <a:pt x="1462" y="118"/>
                    <a:pt x="1456" y="124"/>
                    <a:pt x="1456" y="131"/>
                  </a:cubicBezTo>
                  <a:cubicBezTo>
                    <a:pt x="1456" y="138"/>
                    <a:pt x="1462" y="144"/>
                    <a:pt x="1469" y="144"/>
                  </a:cubicBezTo>
                  <a:cubicBezTo>
                    <a:pt x="1476" y="144"/>
                    <a:pt x="1482" y="138"/>
                    <a:pt x="1482" y="131"/>
                  </a:cubicBezTo>
                  <a:cubicBezTo>
                    <a:pt x="1482" y="124"/>
                    <a:pt x="1476" y="118"/>
                    <a:pt x="1469" y="118"/>
                  </a:cubicBezTo>
                  <a:close/>
                  <a:moveTo>
                    <a:pt x="1508" y="144"/>
                  </a:moveTo>
                  <a:cubicBezTo>
                    <a:pt x="1515" y="144"/>
                    <a:pt x="1521" y="138"/>
                    <a:pt x="1521" y="131"/>
                  </a:cubicBezTo>
                  <a:cubicBezTo>
                    <a:pt x="1521" y="124"/>
                    <a:pt x="1515" y="118"/>
                    <a:pt x="1508" y="118"/>
                  </a:cubicBezTo>
                  <a:cubicBezTo>
                    <a:pt x="1501" y="118"/>
                    <a:pt x="1496" y="124"/>
                    <a:pt x="1496" y="131"/>
                  </a:cubicBezTo>
                  <a:cubicBezTo>
                    <a:pt x="1496" y="138"/>
                    <a:pt x="1501" y="144"/>
                    <a:pt x="1508" y="144"/>
                  </a:cubicBezTo>
                  <a:close/>
                  <a:moveTo>
                    <a:pt x="1876" y="131"/>
                  </a:moveTo>
                  <a:cubicBezTo>
                    <a:pt x="1876" y="124"/>
                    <a:pt x="1870" y="118"/>
                    <a:pt x="1863" y="118"/>
                  </a:cubicBezTo>
                  <a:cubicBezTo>
                    <a:pt x="1856" y="118"/>
                    <a:pt x="1850" y="124"/>
                    <a:pt x="1850" y="131"/>
                  </a:cubicBezTo>
                  <a:cubicBezTo>
                    <a:pt x="1850" y="138"/>
                    <a:pt x="1856" y="144"/>
                    <a:pt x="1863" y="144"/>
                  </a:cubicBezTo>
                  <a:cubicBezTo>
                    <a:pt x="1870" y="144"/>
                    <a:pt x="1876" y="138"/>
                    <a:pt x="1876" y="131"/>
                  </a:cubicBezTo>
                  <a:close/>
                  <a:moveTo>
                    <a:pt x="2730" y="144"/>
                  </a:moveTo>
                  <a:cubicBezTo>
                    <a:pt x="2738" y="144"/>
                    <a:pt x="2743" y="138"/>
                    <a:pt x="2743" y="131"/>
                  </a:cubicBezTo>
                  <a:cubicBezTo>
                    <a:pt x="2743" y="124"/>
                    <a:pt x="2738" y="118"/>
                    <a:pt x="2730" y="118"/>
                  </a:cubicBezTo>
                  <a:cubicBezTo>
                    <a:pt x="2723" y="118"/>
                    <a:pt x="2718" y="124"/>
                    <a:pt x="2718" y="131"/>
                  </a:cubicBezTo>
                  <a:cubicBezTo>
                    <a:pt x="2718" y="138"/>
                    <a:pt x="2723" y="144"/>
                    <a:pt x="2730" y="144"/>
                  </a:cubicBezTo>
                  <a:close/>
                  <a:moveTo>
                    <a:pt x="2770" y="141"/>
                  </a:moveTo>
                  <a:cubicBezTo>
                    <a:pt x="2775" y="141"/>
                    <a:pt x="2780" y="136"/>
                    <a:pt x="2780" y="131"/>
                  </a:cubicBezTo>
                  <a:cubicBezTo>
                    <a:pt x="2780" y="125"/>
                    <a:pt x="2775" y="121"/>
                    <a:pt x="2770" y="121"/>
                  </a:cubicBezTo>
                  <a:cubicBezTo>
                    <a:pt x="2764" y="121"/>
                    <a:pt x="2760" y="125"/>
                    <a:pt x="2760" y="131"/>
                  </a:cubicBezTo>
                  <a:cubicBezTo>
                    <a:pt x="2760" y="136"/>
                    <a:pt x="2764" y="141"/>
                    <a:pt x="2770" y="141"/>
                  </a:cubicBezTo>
                  <a:close/>
                  <a:moveTo>
                    <a:pt x="523" y="183"/>
                  </a:moveTo>
                  <a:cubicBezTo>
                    <a:pt x="530" y="183"/>
                    <a:pt x="535" y="177"/>
                    <a:pt x="535" y="170"/>
                  </a:cubicBezTo>
                  <a:cubicBezTo>
                    <a:pt x="535" y="163"/>
                    <a:pt x="530" y="158"/>
                    <a:pt x="523" y="158"/>
                  </a:cubicBezTo>
                  <a:cubicBezTo>
                    <a:pt x="516" y="158"/>
                    <a:pt x="510" y="163"/>
                    <a:pt x="510" y="170"/>
                  </a:cubicBezTo>
                  <a:cubicBezTo>
                    <a:pt x="510" y="177"/>
                    <a:pt x="516" y="183"/>
                    <a:pt x="523" y="183"/>
                  </a:cubicBezTo>
                  <a:close/>
                  <a:moveTo>
                    <a:pt x="602" y="183"/>
                  </a:moveTo>
                  <a:cubicBezTo>
                    <a:pt x="609" y="183"/>
                    <a:pt x="614" y="177"/>
                    <a:pt x="614" y="170"/>
                  </a:cubicBezTo>
                  <a:cubicBezTo>
                    <a:pt x="614" y="163"/>
                    <a:pt x="609" y="158"/>
                    <a:pt x="602" y="158"/>
                  </a:cubicBezTo>
                  <a:cubicBezTo>
                    <a:pt x="595" y="158"/>
                    <a:pt x="589" y="163"/>
                    <a:pt x="589" y="170"/>
                  </a:cubicBezTo>
                  <a:cubicBezTo>
                    <a:pt x="589" y="177"/>
                    <a:pt x="595" y="183"/>
                    <a:pt x="602" y="183"/>
                  </a:cubicBezTo>
                  <a:close/>
                  <a:moveTo>
                    <a:pt x="641" y="183"/>
                  </a:moveTo>
                  <a:cubicBezTo>
                    <a:pt x="648" y="183"/>
                    <a:pt x="654" y="177"/>
                    <a:pt x="654" y="170"/>
                  </a:cubicBezTo>
                  <a:cubicBezTo>
                    <a:pt x="654" y="163"/>
                    <a:pt x="648" y="158"/>
                    <a:pt x="641" y="158"/>
                  </a:cubicBezTo>
                  <a:cubicBezTo>
                    <a:pt x="634" y="158"/>
                    <a:pt x="628" y="163"/>
                    <a:pt x="628" y="170"/>
                  </a:cubicBezTo>
                  <a:cubicBezTo>
                    <a:pt x="628" y="177"/>
                    <a:pt x="634" y="183"/>
                    <a:pt x="641" y="183"/>
                  </a:cubicBezTo>
                  <a:close/>
                  <a:moveTo>
                    <a:pt x="680" y="183"/>
                  </a:moveTo>
                  <a:cubicBezTo>
                    <a:pt x="687" y="183"/>
                    <a:pt x="693" y="177"/>
                    <a:pt x="693" y="170"/>
                  </a:cubicBezTo>
                  <a:cubicBezTo>
                    <a:pt x="693" y="163"/>
                    <a:pt x="687" y="158"/>
                    <a:pt x="680" y="158"/>
                  </a:cubicBezTo>
                  <a:cubicBezTo>
                    <a:pt x="673" y="158"/>
                    <a:pt x="668" y="163"/>
                    <a:pt x="668" y="170"/>
                  </a:cubicBezTo>
                  <a:cubicBezTo>
                    <a:pt x="668" y="177"/>
                    <a:pt x="673" y="183"/>
                    <a:pt x="680" y="183"/>
                  </a:cubicBezTo>
                  <a:close/>
                  <a:moveTo>
                    <a:pt x="720" y="183"/>
                  </a:moveTo>
                  <a:cubicBezTo>
                    <a:pt x="727" y="183"/>
                    <a:pt x="733" y="177"/>
                    <a:pt x="733" y="170"/>
                  </a:cubicBezTo>
                  <a:cubicBezTo>
                    <a:pt x="733" y="163"/>
                    <a:pt x="727" y="158"/>
                    <a:pt x="720" y="158"/>
                  </a:cubicBezTo>
                  <a:cubicBezTo>
                    <a:pt x="713" y="158"/>
                    <a:pt x="707" y="163"/>
                    <a:pt x="707" y="170"/>
                  </a:cubicBezTo>
                  <a:cubicBezTo>
                    <a:pt x="707" y="177"/>
                    <a:pt x="713" y="183"/>
                    <a:pt x="720" y="183"/>
                  </a:cubicBezTo>
                  <a:close/>
                  <a:moveTo>
                    <a:pt x="799" y="183"/>
                  </a:moveTo>
                  <a:cubicBezTo>
                    <a:pt x="806" y="183"/>
                    <a:pt x="811" y="177"/>
                    <a:pt x="811" y="170"/>
                  </a:cubicBezTo>
                  <a:cubicBezTo>
                    <a:pt x="811" y="163"/>
                    <a:pt x="806" y="158"/>
                    <a:pt x="799" y="158"/>
                  </a:cubicBezTo>
                  <a:cubicBezTo>
                    <a:pt x="792" y="158"/>
                    <a:pt x="786" y="163"/>
                    <a:pt x="786" y="170"/>
                  </a:cubicBezTo>
                  <a:cubicBezTo>
                    <a:pt x="786" y="177"/>
                    <a:pt x="792" y="183"/>
                    <a:pt x="799" y="183"/>
                  </a:cubicBezTo>
                  <a:close/>
                  <a:moveTo>
                    <a:pt x="838" y="183"/>
                  </a:moveTo>
                  <a:cubicBezTo>
                    <a:pt x="845" y="183"/>
                    <a:pt x="851" y="177"/>
                    <a:pt x="851" y="170"/>
                  </a:cubicBezTo>
                  <a:cubicBezTo>
                    <a:pt x="851" y="163"/>
                    <a:pt x="845" y="158"/>
                    <a:pt x="838" y="158"/>
                  </a:cubicBezTo>
                  <a:cubicBezTo>
                    <a:pt x="831" y="158"/>
                    <a:pt x="825" y="163"/>
                    <a:pt x="825" y="170"/>
                  </a:cubicBezTo>
                  <a:cubicBezTo>
                    <a:pt x="825" y="177"/>
                    <a:pt x="831" y="183"/>
                    <a:pt x="838" y="183"/>
                  </a:cubicBezTo>
                  <a:close/>
                  <a:moveTo>
                    <a:pt x="890" y="170"/>
                  </a:moveTo>
                  <a:cubicBezTo>
                    <a:pt x="890" y="163"/>
                    <a:pt x="885" y="158"/>
                    <a:pt x="878" y="158"/>
                  </a:cubicBezTo>
                  <a:cubicBezTo>
                    <a:pt x="871" y="158"/>
                    <a:pt x="865" y="163"/>
                    <a:pt x="865" y="170"/>
                  </a:cubicBezTo>
                  <a:cubicBezTo>
                    <a:pt x="865" y="177"/>
                    <a:pt x="871" y="183"/>
                    <a:pt x="878" y="183"/>
                  </a:cubicBezTo>
                  <a:cubicBezTo>
                    <a:pt x="885" y="183"/>
                    <a:pt x="890" y="177"/>
                    <a:pt x="890" y="170"/>
                  </a:cubicBezTo>
                  <a:close/>
                  <a:moveTo>
                    <a:pt x="1114" y="183"/>
                  </a:moveTo>
                  <a:cubicBezTo>
                    <a:pt x="1121" y="183"/>
                    <a:pt x="1127" y="177"/>
                    <a:pt x="1127" y="170"/>
                  </a:cubicBezTo>
                  <a:cubicBezTo>
                    <a:pt x="1127" y="163"/>
                    <a:pt x="1121" y="158"/>
                    <a:pt x="1114" y="158"/>
                  </a:cubicBezTo>
                  <a:cubicBezTo>
                    <a:pt x="1107" y="158"/>
                    <a:pt x="1101" y="163"/>
                    <a:pt x="1101" y="170"/>
                  </a:cubicBezTo>
                  <a:cubicBezTo>
                    <a:pt x="1101" y="177"/>
                    <a:pt x="1107" y="183"/>
                    <a:pt x="1114" y="183"/>
                  </a:cubicBezTo>
                  <a:close/>
                  <a:moveTo>
                    <a:pt x="1153" y="183"/>
                  </a:moveTo>
                  <a:cubicBezTo>
                    <a:pt x="1161" y="183"/>
                    <a:pt x="1166" y="177"/>
                    <a:pt x="1166" y="170"/>
                  </a:cubicBezTo>
                  <a:cubicBezTo>
                    <a:pt x="1166" y="163"/>
                    <a:pt x="1161" y="158"/>
                    <a:pt x="1153" y="158"/>
                  </a:cubicBezTo>
                  <a:cubicBezTo>
                    <a:pt x="1146" y="158"/>
                    <a:pt x="1141" y="163"/>
                    <a:pt x="1141" y="170"/>
                  </a:cubicBezTo>
                  <a:cubicBezTo>
                    <a:pt x="1141" y="177"/>
                    <a:pt x="1146" y="183"/>
                    <a:pt x="1153" y="183"/>
                  </a:cubicBezTo>
                  <a:close/>
                  <a:moveTo>
                    <a:pt x="1193" y="183"/>
                  </a:moveTo>
                  <a:cubicBezTo>
                    <a:pt x="1200" y="183"/>
                    <a:pt x="1206" y="177"/>
                    <a:pt x="1206" y="170"/>
                  </a:cubicBezTo>
                  <a:cubicBezTo>
                    <a:pt x="1206" y="163"/>
                    <a:pt x="1200" y="158"/>
                    <a:pt x="1193" y="158"/>
                  </a:cubicBezTo>
                  <a:cubicBezTo>
                    <a:pt x="1186" y="158"/>
                    <a:pt x="1180" y="163"/>
                    <a:pt x="1180" y="170"/>
                  </a:cubicBezTo>
                  <a:cubicBezTo>
                    <a:pt x="1180" y="177"/>
                    <a:pt x="1186" y="183"/>
                    <a:pt x="1193" y="183"/>
                  </a:cubicBezTo>
                  <a:close/>
                  <a:moveTo>
                    <a:pt x="1232" y="183"/>
                  </a:moveTo>
                  <a:cubicBezTo>
                    <a:pt x="1239" y="183"/>
                    <a:pt x="1245" y="177"/>
                    <a:pt x="1245" y="170"/>
                  </a:cubicBezTo>
                  <a:cubicBezTo>
                    <a:pt x="1245" y="163"/>
                    <a:pt x="1239" y="158"/>
                    <a:pt x="1232" y="158"/>
                  </a:cubicBezTo>
                  <a:cubicBezTo>
                    <a:pt x="1225" y="158"/>
                    <a:pt x="1220" y="163"/>
                    <a:pt x="1220" y="170"/>
                  </a:cubicBezTo>
                  <a:cubicBezTo>
                    <a:pt x="1220" y="177"/>
                    <a:pt x="1225" y="183"/>
                    <a:pt x="1232" y="183"/>
                  </a:cubicBezTo>
                  <a:close/>
                  <a:moveTo>
                    <a:pt x="1272" y="183"/>
                  </a:moveTo>
                  <a:cubicBezTo>
                    <a:pt x="1279" y="183"/>
                    <a:pt x="1285" y="177"/>
                    <a:pt x="1285" y="170"/>
                  </a:cubicBezTo>
                  <a:cubicBezTo>
                    <a:pt x="1285" y="163"/>
                    <a:pt x="1279" y="158"/>
                    <a:pt x="1272" y="158"/>
                  </a:cubicBezTo>
                  <a:cubicBezTo>
                    <a:pt x="1265" y="158"/>
                    <a:pt x="1259" y="163"/>
                    <a:pt x="1259" y="170"/>
                  </a:cubicBezTo>
                  <a:cubicBezTo>
                    <a:pt x="1259" y="177"/>
                    <a:pt x="1265" y="183"/>
                    <a:pt x="1272" y="183"/>
                  </a:cubicBezTo>
                  <a:close/>
                  <a:moveTo>
                    <a:pt x="1311" y="183"/>
                  </a:moveTo>
                  <a:cubicBezTo>
                    <a:pt x="1318" y="183"/>
                    <a:pt x="1324" y="177"/>
                    <a:pt x="1324" y="170"/>
                  </a:cubicBezTo>
                  <a:cubicBezTo>
                    <a:pt x="1324" y="163"/>
                    <a:pt x="1318" y="158"/>
                    <a:pt x="1311" y="158"/>
                  </a:cubicBezTo>
                  <a:cubicBezTo>
                    <a:pt x="1304" y="158"/>
                    <a:pt x="1298" y="163"/>
                    <a:pt x="1298" y="170"/>
                  </a:cubicBezTo>
                  <a:cubicBezTo>
                    <a:pt x="1298" y="177"/>
                    <a:pt x="1304" y="183"/>
                    <a:pt x="1311" y="183"/>
                  </a:cubicBezTo>
                  <a:close/>
                  <a:moveTo>
                    <a:pt x="1351" y="183"/>
                  </a:moveTo>
                  <a:cubicBezTo>
                    <a:pt x="1358" y="183"/>
                    <a:pt x="1363" y="177"/>
                    <a:pt x="1363" y="170"/>
                  </a:cubicBezTo>
                  <a:cubicBezTo>
                    <a:pt x="1363" y="163"/>
                    <a:pt x="1358" y="158"/>
                    <a:pt x="1351" y="158"/>
                  </a:cubicBezTo>
                  <a:cubicBezTo>
                    <a:pt x="1344" y="158"/>
                    <a:pt x="1338" y="163"/>
                    <a:pt x="1338" y="170"/>
                  </a:cubicBezTo>
                  <a:cubicBezTo>
                    <a:pt x="1338" y="177"/>
                    <a:pt x="1344" y="183"/>
                    <a:pt x="1351" y="183"/>
                  </a:cubicBezTo>
                  <a:close/>
                  <a:moveTo>
                    <a:pt x="1390" y="183"/>
                  </a:moveTo>
                  <a:cubicBezTo>
                    <a:pt x="1397" y="183"/>
                    <a:pt x="1403" y="177"/>
                    <a:pt x="1403" y="170"/>
                  </a:cubicBezTo>
                  <a:cubicBezTo>
                    <a:pt x="1403" y="163"/>
                    <a:pt x="1397" y="158"/>
                    <a:pt x="1390" y="158"/>
                  </a:cubicBezTo>
                  <a:cubicBezTo>
                    <a:pt x="1383" y="158"/>
                    <a:pt x="1377" y="163"/>
                    <a:pt x="1377" y="170"/>
                  </a:cubicBezTo>
                  <a:cubicBezTo>
                    <a:pt x="1377" y="177"/>
                    <a:pt x="1383" y="183"/>
                    <a:pt x="1390" y="183"/>
                  </a:cubicBezTo>
                  <a:close/>
                  <a:moveTo>
                    <a:pt x="1429" y="183"/>
                  </a:moveTo>
                  <a:cubicBezTo>
                    <a:pt x="1437" y="183"/>
                    <a:pt x="1442" y="177"/>
                    <a:pt x="1442" y="170"/>
                  </a:cubicBezTo>
                  <a:cubicBezTo>
                    <a:pt x="1442" y="163"/>
                    <a:pt x="1437" y="158"/>
                    <a:pt x="1429" y="158"/>
                  </a:cubicBezTo>
                  <a:cubicBezTo>
                    <a:pt x="1422" y="158"/>
                    <a:pt x="1417" y="163"/>
                    <a:pt x="1417" y="170"/>
                  </a:cubicBezTo>
                  <a:cubicBezTo>
                    <a:pt x="1417" y="177"/>
                    <a:pt x="1422" y="183"/>
                    <a:pt x="1429" y="183"/>
                  </a:cubicBezTo>
                  <a:close/>
                  <a:moveTo>
                    <a:pt x="1469" y="183"/>
                  </a:moveTo>
                  <a:cubicBezTo>
                    <a:pt x="1476" y="183"/>
                    <a:pt x="1482" y="177"/>
                    <a:pt x="1482" y="170"/>
                  </a:cubicBezTo>
                  <a:cubicBezTo>
                    <a:pt x="1482" y="163"/>
                    <a:pt x="1476" y="158"/>
                    <a:pt x="1469" y="158"/>
                  </a:cubicBezTo>
                  <a:cubicBezTo>
                    <a:pt x="1462" y="158"/>
                    <a:pt x="1456" y="163"/>
                    <a:pt x="1456" y="170"/>
                  </a:cubicBezTo>
                  <a:cubicBezTo>
                    <a:pt x="1456" y="177"/>
                    <a:pt x="1462" y="183"/>
                    <a:pt x="1469" y="183"/>
                  </a:cubicBezTo>
                  <a:close/>
                  <a:moveTo>
                    <a:pt x="1508" y="158"/>
                  </a:moveTo>
                  <a:cubicBezTo>
                    <a:pt x="1501" y="158"/>
                    <a:pt x="1496" y="163"/>
                    <a:pt x="1496" y="170"/>
                  </a:cubicBezTo>
                  <a:cubicBezTo>
                    <a:pt x="1496" y="177"/>
                    <a:pt x="1501" y="183"/>
                    <a:pt x="1508" y="183"/>
                  </a:cubicBezTo>
                  <a:cubicBezTo>
                    <a:pt x="1515" y="183"/>
                    <a:pt x="1521" y="177"/>
                    <a:pt x="1521" y="170"/>
                  </a:cubicBezTo>
                  <a:cubicBezTo>
                    <a:pt x="1521" y="163"/>
                    <a:pt x="1515" y="158"/>
                    <a:pt x="1508" y="158"/>
                  </a:cubicBezTo>
                  <a:close/>
                  <a:moveTo>
                    <a:pt x="2297" y="183"/>
                  </a:moveTo>
                  <a:cubicBezTo>
                    <a:pt x="2304" y="183"/>
                    <a:pt x="2310" y="177"/>
                    <a:pt x="2310" y="170"/>
                  </a:cubicBezTo>
                  <a:cubicBezTo>
                    <a:pt x="2310" y="163"/>
                    <a:pt x="2304" y="158"/>
                    <a:pt x="2297" y="158"/>
                  </a:cubicBezTo>
                  <a:cubicBezTo>
                    <a:pt x="2290" y="158"/>
                    <a:pt x="2284" y="163"/>
                    <a:pt x="2284" y="170"/>
                  </a:cubicBezTo>
                  <a:cubicBezTo>
                    <a:pt x="2284" y="177"/>
                    <a:pt x="2290" y="183"/>
                    <a:pt x="2297" y="183"/>
                  </a:cubicBezTo>
                  <a:close/>
                  <a:moveTo>
                    <a:pt x="2612" y="183"/>
                  </a:moveTo>
                  <a:cubicBezTo>
                    <a:pt x="2619" y="183"/>
                    <a:pt x="2625" y="177"/>
                    <a:pt x="2625" y="170"/>
                  </a:cubicBezTo>
                  <a:cubicBezTo>
                    <a:pt x="2625" y="163"/>
                    <a:pt x="2619" y="158"/>
                    <a:pt x="2612" y="158"/>
                  </a:cubicBezTo>
                  <a:cubicBezTo>
                    <a:pt x="2605" y="158"/>
                    <a:pt x="2599" y="163"/>
                    <a:pt x="2599" y="170"/>
                  </a:cubicBezTo>
                  <a:cubicBezTo>
                    <a:pt x="2599" y="177"/>
                    <a:pt x="2605" y="183"/>
                    <a:pt x="2612" y="183"/>
                  </a:cubicBezTo>
                  <a:close/>
                  <a:moveTo>
                    <a:pt x="2652" y="158"/>
                  </a:moveTo>
                  <a:cubicBezTo>
                    <a:pt x="2645" y="158"/>
                    <a:pt x="2639" y="163"/>
                    <a:pt x="2639" y="170"/>
                  </a:cubicBezTo>
                  <a:cubicBezTo>
                    <a:pt x="2639" y="177"/>
                    <a:pt x="2645" y="183"/>
                    <a:pt x="2652" y="183"/>
                  </a:cubicBezTo>
                  <a:cubicBezTo>
                    <a:pt x="2659" y="183"/>
                    <a:pt x="2664" y="177"/>
                    <a:pt x="2664" y="170"/>
                  </a:cubicBezTo>
                  <a:cubicBezTo>
                    <a:pt x="2664" y="163"/>
                    <a:pt x="2659" y="158"/>
                    <a:pt x="2652" y="158"/>
                  </a:cubicBezTo>
                  <a:close/>
                  <a:moveTo>
                    <a:pt x="2691" y="183"/>
                  </a:moveTo>
                  <a:cubicBezTo>
                    <a:pt x="2698" y="183"/>
                    <a:pt x="2704" y="177"/>
                    <a:pt x="2704" y="170"/>
                  </a:cubicBezTo>
                  <a:cubicBezTo>
                    <a:pt x="2704" y="163"/>
                    <a:pt x="2698" y="158"/>
                    <a:pt x="2691" y="158"/>
                  </a:cubicBezTo>
                  <a:cubicBezTo>
                    <a:pt x="2684" y="158"/>
                    <a:pt x="2678" y="163"/>
                    <a:pt x="2678" y="170"/>
                  </a:cubicBezTo>
                  <a:cubicBezTo>
                    <a:pt x="2678" y="177"/>
                    <a:pt x="2684" y="183"/>
                    <a:pt x="2691" y="183"/>
                  </a:cubicBezTo>
                  <a:close/>
                  <a:moveTo>
                    <a:pt x="2730" y="183"/>
                  </a:moveTo>
                  <a:cubicBezTo>
                    <a:pt x="2738" y="183"/>
                    <a:pt x="2743" y="177"/>
                    <a:pt x="2743" y="170"/>
                  </a:cubicBezTo>
                  <a:cubicBezTo>
                    <a:pt x="2743" y="163"/>
                    <a:pt x="2738" y="158"/>
                    <a:pt x="2730" y="158"/>
                  </a:cubicBezTo>
                  <a:cubicBezTo>
                    <a:pt x="2723" y="158"/>
                    <a:pt x="2718" y="163"/>
                    <a:pt x="2718" y="170"/>
                  </a:cubicBezTo>
                  <a:cubicBezTo>
                    <a:pt x="2718" y="177"/>
                    <a:pt x="2723" y="183"/>
                    <a:pt x="2730" y="183"/>
                  </a:cubicBezTo>
                  <a:close/>
                  <a:moveTo>
                    <a:pt x="2770" y="183"/>
                  </a:moveTo>
                  <a:cubicBezTo>
                    <a:pt x="2777" y="183"/>
                    <a:pt x="2783" y="177"/>
                    <a:pt x="2783" y="170"/>
                  </a:cubicBezTo>
                  <a:cubicBezTo>
                    <a:pt x="2783" y="163"/>
                    <a:pt x="2777" y="158"/>
                    <a:pt x="2770" y="158"/>
                  </a:cubicBezTo>
                  <a:cubicBezTo>
                    <a:pt x="2763" y="158"/>
                    <a:pt x="2757" y="163"/>
                    <a:pt x="2757" y="170"/>
                  </a:cubicBezTo>
                  <a:cubicBezTo>
                    <a:pt x="2757" y="177"/>
                    <a:pt x="2763" y="183"/>
                    <a:pt x="2770" y="183"/>
                  </a:cubicBezTo>
                  <a:close/>
                  <a:moveTo>
                    <a:pt x="2809" y="183"/>
                  </a:moveTo>
                  <a:cubicBezTo>
                    <a:pt x="2816" y="183"/>
                    <a:pt x="2822" y="177"/>
                    <a:pt x="2822" y="170"/>
                  </a:cubicBezTo>
                  <a:cubicBezTo>
                    <a:pt x="2822" y="163"/>
                    <a:pt x="2816" y="158"/>
                    <a:pt x="2809" y="158"/>
                  </a:cubicBezTo>
                  <a:cubicBezTo>
                    <a:pt x="2802" y="158"/>
                    <a:pt x="2797" y="163"/>
                    <a:pt x="2797" y="170"/>
                  </a:cubicBezTo>
                  <a:cubicBezTo>
                    <a:pt x="2797" y="177"/>
                    <a:pt x="2802" y="183"/>
                    <a:pt x="2809" y="183"/>
                  </a:cubicBezTo>
                  <a:close/>
                  <a:moveTo>
                    <a:pt x="3125" y="183"/>
                  </a:moveTo>
                  <a:cubicBezTo>
                    <a:pt x="3132" y="183"/>
                    <a:pt x="3137" y="177"/>
                    <a:pt x="3137" y="170"/>
                  </a:cubicBezTo>
                  <a:cubicBezTo>
                    <a:pt x="3137" y="163"/>
                    <a:pt x="3132" y="158"/>
                    <a:pt x="3125" y="158"/>
                  </a:cubicBezTo>
                  <a:cubicBezTo>
                    <a:pt x="3118" y="158"/>
                    <a:pt x="3112" y="163"/>
                    <a:pt x="3112" y="170"/>
                  </a:cubicBezTo>
                  <a:cubicBezTo>
                    <a:pt x="3112" y="177"/>
                    <a:pt x="3118" y="183"/>
                    <a:pt x="3125" y="183"/>
                  </a:cubicBezTo>
                  <a:close/>
                  <a:moveTo>
                    <a:pt x="3204" y="183"/>
                  </a:moveTo>
                  <a:cubicBezTo>
                    <a:pt x="3211" y="183"/>
                    <a:pt x="3216" y="177"/>
                    <a:pt x="3216" y="170"/>
                  </a:cubicBezTo>
                  <a:cubicBezTo>
                    <a:pt x="3216" y="163"/>
                    <a:pt x="3211" y="158"/>
                    <a:pt x="3204" y="158"/>
                  </a:cubicBezTo>
                  <a:cubicBezTo>
                    <a:pt x="3197" y="158"/>
                    <a:pt x="3191" y="163"/>
                    <a:pt x="3191" y="170"/>
                  </a:cubicBezTo>
                  <a:cubicBezTo>
                    <a:pt x="3191" y="177"/>
                    <a:pt x="3197" y="183"/>
                    <a:pt x="3204" y="183"/>
                  </a:cubicBezTo>
                  <a:close/>
                  <a:moveTo>
                    <a:pt x="444" y="223"/>
                  </a:moveTo>
                  <a:cubicBezTo>
                    <a:pt x="451" y="223"/>
                    <a:pt x="457" y="217"/>
                    <a:pt x="457" y="210"/>
                  </a:cubicBezTo>
                  <a:cubicBezTo>
                    <a:pt x="457" y="203"/>
                    <a:pt x="451" y="197"/>
                    <a:pt x="444" y="197"/>
                  </a:cubicBezTo>
                  <a:cubicBezTo>
                    <a:pt x="437" y="197"/>
                    <a:pt x="431" y="203"/>
                    <a:pt x="431" y="210"/>
                  </a:cubicBezTo>
                  <a:cubicBezTo>
                    <a:pt x="431" y="217"/>
                    <a:pt x="437" y="223"/>
                    <a:pt x="444" y="223"/>
                  </a:cubicBezTo>
                  <a:close/>
                  <a:moveTo>
                    <a:pt x="483" y="223"/>
                  </a:moveTo>
                  <a:cubicBezTo>
                    <a:pt x="490" y="223"/>
                    <a:pt x="496" y="217"/>
                    <a:pt x="496" y="210"/>
                  </a:cubicBezTo>
                  <a:cubicBezTo>
                    <a:pt x="496" y="203"/>
                    <a:pt x="490" y="197"/>
                    <a:pt x="483" y="197"/>
                  </a:cubicBezTo>
                  <a:cubicBezTo>
                    <a:pt x="476" y="197"/>
                    <a:pt x="471" y="203"/>
                    <a:pt x="471" y="210"/>
                  </a:cubicBezTo>
                  <a:cubicBezTo>
                    <a:pt x="471" y="217"/>
                    <a:pt x="476" y="223"/>
                    <a:pt x="483" y="223"/>
                  </a:cubicBezTo>
                  <a:close/>
                  <a:moveTo>
                    <a:pt x="523" y="223"/>
                  </a:moveTo>
                  <a:cubicBezTo>
                    <a:pt x="530" y="223"/>
                    <a:pt x="535" y="217"/>
                    <a:pt x="535" y="210"/>
                  </a:cubicBezTo>
                  <a:cubicBezTo>
                    <a:pt x="535" y="203"/>
                    <a:pt x="530" y="197"/>
                    <a:pt x="523" y="197"/>
                  </a:cubicBezTo>
                  <a:cubicBezTo>
                    <a:pt x="516" y="197"/>
                    <a:pt x="510" y="203"/>
                    <a:pt x="510" y="210"/>
                  </a:cubicBezTo>
                  <a:cubicBezTo>
                    <a:pt x="510" y="217"/>
                    <a:pt x="516" y="223"/>
                    <a:pt x="523" y="223"/>
                  </a:cubicBezTo>
                  <a:close/>
                  <a:moveTo>
                    <a:pt x="602" y="223"/>
                  </a:moveTo>
                  <a:cubicBezTo>
                    <a:pt x="609" y="223"/>
                    <a:pt x="614" y="217"/>
                    <a:pt x="614" y="210"/>
                  </a:cubicBezTo>
                  <a:cubicBezTo>
                    <a:pt x="614" y="203"/>
                    <a:pt x="609" y="197"/>
                    <a:pt x="602" y="197"/>
                  </a:cubicBezTo>
                  <a:cubicBezTo>
                    <a:pt x="595" y="197"/>
                    <a:pt x="589" y="203"/>
                    <a:pt x="589" y="210"/>
                  </a:cubicBezTo>
                  <a:cubicBezTo>
                    <a:pt x="589" y="217"/>
                    <a:pt x="595" y="223"/>
                    <a:pt x="602" y="223"/>
                  </a:cubicBezTo>
                  <a:close/>
                  <a:moveTo>
                    <a:pt x="680" y="223"/>
                  </a:moveTo>
                  <a:cubicBezTo>
                    <a:pt x="687" y="223"/>
                    <a:pt x="693" y="217"/>
                    <a:pt x="693" y="210"/>
                  </a:cubicBezTo>
                  <a:cubicBezTo>
                    <a:pt x="693" y="203"/>
                    <a:pt x="687" y="197"/>
                    <a:pt x="680" y="197"/>
                  </a:cubicBezTo>
                  <a:cubicBezTo>
                    <a:pt x="673" y="197"/>
                    <a:pt x="668" y="203"/>
                    <a:pt x="668" y="210"/>
                  </a:cubicBezTo>
                  <a:cubicBezTo>
                    <a:pt x="668" y="217"/>
                    <a:pt x="673" y="223"/>
                    <a:pt x="680" y="223"/>
                  </a:cubicBezTo>
                  <a:close/>
                  <a:moveTo>
                    <a:pt x="747" y="210"/>
                  </a:moveTo>
                  <a:cubicBezTo>
                    <a:pt x="747" y="217"/>
                    <a:pt x="752" y="223"/>
                    <a:pt x="759" y="223"/>
                  </a:cubicBezTo>
                  <a:cubicBezTo>
                    <a:pt x="766" y="223"/>
                    <a:pt x="772" y="217"/>
                    <a:pt x="772" y="210"/>
                  </a:cubicBezTo>
                  <a:cubicBezTo>
                    <a:pt x="772" y="203"/>
                    <a:pt x="766" y="197"/>
                    <a:pt x="759" y="197"/>
                  </a:cubicBezTo>
                  <a:cubicBezTo>
                    <a:pt x="752" y="197"/>
                    <a:pt x="747" y="203"/>
                    <a:pt x="747" y="210"/>
                  </a:cubicBezTo>
                  <a:close/>
                  <a:moveTo>
                    <a:pt x="799" y="223"/>
                  </a:moveTo>
                  <a:cubicBezTo>
                    <a:pt x="806" y="223"/>
                    <a:pt x="811" y="217"/>
                    <a:pt x="811" y="210"/>
                  </a:cubicBezTo>
                  <a:cubicBezTo>
                    <a:pt x="811" y="203"/>
                    <a:pt x="806" y="197"/>
                    <a:pt x="799" y="197"/>
                  </a:cubicBezTo>
                  <a:cubicBezTo>
                    <a:pt x="792" y="197"/>
                    <a:pt x="786" y="203"/>
                    <a:pt x="786" y="210"/>
                  </a:cubicBezTo>
                  <a:cubicBezTo>
                    <a:pt x="786" y="217"/>
                    <a:pt x="792" y="223"/>
                    <a:pt x="799" y="223"/>
                  </a:cubicBezTo>
                  <a:close/>
                  <a:moveTo>
                    <a:pt x="838" y="223"/>
                  </a:moveTo>
                  <a:cubicBezTo>
                    <a:pt x="845" y="223"/>
                    <a:pt x="851" y="217"/>
                    <a:pt x="851" y="210"/>
                  </a:cubicBezTo>
                  <a:cubicBezTo>
                    <a:pt x="851" y="203"/>
                    <a:pt x="845" y="197"/>
                    <a:pt x="838" y="197"/>
                  </a:cubicBezTo>
                  <a:cubicBezTo>
                    <a:pt x="831" y="197"/>
                    <a:pt x="825" y="203"/>
                    <a:pt x="825" y="210"/>
                  </a:cubicBezTo>
                  <a:cubicBezTo>
                    <a:pt x="825" y="217"/>
                    <a:pt x="831" y="223"/>
                    <a:pt x="838" y="223"/>
                  </a:cubicBezTo>
                  <a:close/>
                  <a:moveTo>
                    <a:pt x="917" y="197"/>
                  </a:moveTo>
                  <a:cubicBezTo>
                    <a:pt x="910" y="197"/>
                    <a:pt x="904" y="203"/>
                    <a:pt x="904" y="210"/>
                  </a:cubicBezTo>
                  <a:cubicBezTo>
                    <a:pt x="904" y="217"/>
                    <a:pt x="910" y="222"/>
                    <a:pt x="917" y="222"/>
                  </a:cubicBezTo>
                  <a:cubicBezTo>
                    <a:pt x="924" y="222"/>
                    <a:pt x="930" y="217"/>
                    <a:pt x="930" y="210"/>
                  </a:cubicBezTo>
                  <a:cubicBezTo>
                    <a:pt x="930" y="203"/>
                    <a:pt x="924" y="197"/>
                    <a:pt x="917" y="197"/>
                  </a:cubicBezTo>
                  <a:close/>
                  <a:moveTo>
                    <a:pt x="1153" y="223"/>
                  </a:moveTo>
                  <a:cubicBezTo>
                    <a:pt x="1161" y="223"/>
                    <a:pt x="1166" y="217"/>
                    <a:pt x="1166" y="210"/>
                  </a:cubicBezTo>
                  <a:cubicBezTo>
                    <a:pt x="1166" y="203"/>
                    <a:pt x="1161" y="197"/>
                    <a:pt x="1153" y="197"/>
                  </a:cubicBezTo>
                  <a:cubicBezTo>
                    <a:pt x="1146" y="197"/>
                    <a:pt x="1141" y="203"/>
                    <a:pt x="1141" y="210"/>
                  </a:cubicBezTo>
                  <a:cubicBezTo>
                    <a:pt x="1141" y="217"/>
                    <a:pt x="1146" y="223"/>
                    <a:pt x="1153" y="223"/>
                  </a:cubicBezTo>
                  <a:close/>
                  <a:moveTo>
                    <a:pt x="1193" y="223"/>
                  </a:moveTo>
                  <a:cubicBezTo>
                    <a:pt x="1200" y="223"/>
                    <a:pt x="1206" y="217"/>
                    <a:pt x="1206" y="210"/>
                  </a:cubicBezTo>
                  <a:cubicBezTo>
                    <a:pt x="1206" y="203"/>
                    <a:pt x="1200" y="197"/>
                    <a:pt x="1193" y="197"/>
                  </a:cubicBezTo>
                  <a:cubicBezTo>
                    <a:pt x="1186" y="197"/>
                    <a:pt x="1180" y="203"/>
                    <a:pt x="1180" y="210"/>
                  </a:cubicBezTo>
                  <a:cubicBezTo>
                    <a:pt x="1180" y="217"/>
                    <a:pt x="1186" y="223"/>
                    <a:pt x="1193" y="223"/>
                  </a:cubicBezTo>
                  <a:close/>
                  <a:moveTo>
                    <a:pt x="1232" y="223"/>
                  </a:moveTo>
                  <a:cubicBezTo>
                    <a:pt x="1239" y="223"/>
                    <a:pt x="1245" y="217"/>
                    <a:pt x="1245" y="210"/>
                  </a:cubicBezTo>
                  <a:cubicBezTo>
                    <a:pt x="1245" y="203"/>
                    <a:pt x="1239" y="197"/>
                    <a:pt x="1232" y="197"/>
                  </a:cubicBezTo>
                  <a:cubicBezTo>
                    <a:pt x="1225" y="197"/>
                    <a:pt x="1220" y="203"/>
                    <a:pt x="1220" y="210"/>
                  </a:cubicBezTo>
                  <a:cubicBezTo>
                    <a:pt x="1220" y="217"/>
                    <a:pt x="1225" y="223"/>
                    <a:pt x="1232" y="223"/>
                  </a:cubicBezTo>
                  <a:close/>
                  <a:moveTo>
                    <a:pt x="1272" y="223"/>
                  </a:moveTo>
                  <a:cubicBezTo>
                    <a:pt x="1279" y="223"/>
                    <a:pt x="1285" y="217"/>
                    <a:pt x="1285" y="210"/>
                  </a:cubicBezTo>
                  <a:cubicBezTo>
                    <a:pt x="1285" y="203"/>
                    <a:pt x="1279" y="197"/>
                    <a:pt x="1272" y="197"/>
                  </a:cubicBezTo>
                  <a:cubicBezTo>
                    <a:pt x="1265" y="197"/>
                    <a:pt x="1259" y="203"/>
                    <a:pt x="1259" y="210"/>
                  </a:cubicBezTo>
                  <a:cubicBezTo>
                    <a:pt x="1259" y="217"/>
                    <a:pt x="1265" y="223"/>
                    <a:pt x="1272" y="223"/>
                  </a:cubicBezTo>
                  <a:close/>
                  <a:moveTo>
                    <a:pt x="1311" y="223"/>
                  </a:moveTo>
                  <a:cubicBezTo>
                    <a:pt x="1318" y="223"/>
                    <a:pt x="1324" y="217"/>
                    <a:pt x="1324" y="210"/>
                  </a:cubicBezTo>
                  <a:cubicBezTo>
                    <a:pt x="1324" y="203"/>
                    <a:pt x="1318" y="197"/>
                    <a:pt x="1311" y="197"/>
                  </a:cubicBezTo>
                  <a:cubicBezTo>
                    <a:pt x="1304" y="197"/>
                    <a:pt x="1298" y="203"/>
                    <a:pt x="1298" y="210"/>
                  </a:cubicBezTo>
                  <a:cubicBezTo>
                    <a:pt x="1298" y="217"/>
                    <a:pt x="1304" y="223"/>
                    <a:pt x="1311" y="223"/>
                  </a:cubicBezTo>
                  <a:close/>
                  <a:moveTo>
                    <a:pt x="1351" y="223"/>
                  </a:moveTo>
                  <a:cubicBezTo>
                    <a:pt x="1358" y="223"/>
                    <a:pt x="1363" y="217"/>
                    <a:pt x="1363" y="210"/>
                  </a:cubicBezTo>
                  <a:cubicBezTo>
                    <a:pt x="1363" y="203"/>
                    <a:pt x="1358" y="197"/>
                    <a:pt x="1351" y="197"/>
                  </a:cubicBezTo>
                  <a:cubicBezTo>
                    <a:pt x="1344" y="197"/>
                    <a:pt x="1338" y="203"/>
                    <a:pt x="1338" y="210"/>
                  </a:cubicBezTo>
                  <a:cubicBezTo>
                    <a:pt x="1338" y="217"/>
                    <a:pt x="1344" y="223"/>
                    <a:pt x="1351" y="223"/>
                  </a:cubicBezTo>
                  <a:close/>
                  <a:moveTo>
                    <a:pt x="1390" y="223"/>
                  </a:moveTo>
                  <a:cubicBezTo>
                    <a:pt x="1397" y="223"/>
                    <a:pt x="1403" y="217"/>
                    <a:pt x="1403" y="210"/>
                  </a:cubicBezTo>
                  <a:cubicBezTo>
                    <a:pt x="1403" y="203"/>
                    <a:pt x="1397" y="197"/>
                    <a:pt x="1390" y="197"/>
                  </a:cubicBezTo>
                  <a:cubicBezTo>
                    <a:pt x="1383" y="197"/>
                    <a:pt x="1377" y="203"/>
                    <a:pt x="1377" y="210"/>
                  </a:cubicBezTo>
                  <a:cubicBezTo>
                    <a:pt x="1377" y="217"/>
                    <a:pt x="1383" y="223"/>
                    <a:pt x="1390" y="223"/>
                  </a:cubicBezTo>
                  <a:close/>
                  <a:moveTo>
                    <a:pt x="1429" y="223"/>
                  </a:moveTo>
                  <a:cubicBezTo>
                    <a:pt x="1437" y="223"/>
                    <a:pt x="1442" y="217"/>
                    <a:pt x="1442" y="210"/>
                  </a:cubicBezTo>
                  <a:cubicBezTo>
                    <a:pt x="1442" y="203"/>
                    <a:pt x="1437" y="197"/>
                    <a:pt x="1429" y="197"/>
                  </a:cubicBezTo>
                  <a:cubicBezTo>
                    <a:pt x="1422" y="197"/>
                    <a:pt x="1417" y="203"/>
                    <a:pt x="1417" y="210"/>
                  </a:cubicBezTo>
                  <a:cubicBezTo>
                    <a:pt x="1417" y="217"/>
                    <a:pt x="1422" y="223"/>
                    <a:pt x="1429" y="223"/>
                  </a:cubicBezTo>
                  <a:close/>
                  <a:moveTo>
                    <a:pt x="2257" y="223"/>
                  </a:moveTo>
                  <a:cubicBezTo>
                    <a:pt x="2264" y="223"/>
                    <a:pt x="2270" y="217"/>
                    <a:pt x="2270" y="210"/>
                  </a:cubicBezTo>
                  <a:cubicBezTo>
                    <a:pt x="2270" y="203"/>
                    <a:pt x="2264" y="197"/>
                    <a:pt x="2257" y="197"/>
                  </a:cubicBezTo>
                  <a:cubicBezTo>
                    <a:pt x="2250" y="197"/>
                    <a:pt x="2245" y="203"/>
                    <a:pt x="2245" y="210"/>
                  </a:cubicBezTo>
                  <a:cubicBezTo>
                    <a:pt x="2245" y="217"/>
                    <a:pt x="2250" y="223"/>
                    <a:pt x="2257" y="223"/>
                  </a:cubicBezTo>
                  <a:close/>
                  <a:moveTo>
                    <a:pt x="2415" y="223"/>
                  </a:moveTo>
                  <a:cubicBezTo>
                    <a:pt x="2422" y="223"/>
                    <a:pt x="2428" y="217"/>
                    <a:pt x="2428" y="210"/>
                  </a:cubicBezTo>
                  <a:cubicBezTo>
                    <a:pt x="2428" y="203"/>
                    <a:pt x="2422" y="197"/>
                    <a:pt x="2415" y="197"/>
                  </a:cubicBezTo>
                  <a:cubicBezTo>
                    <a:pt x="2408" y="197"/>
                    <a:pt x="2402" y="203"/>
                    <a:pt x="2402" y="210"/>
                  </a:cubicBezTo>
                  <a:cubicBezTo>
                    <a:pt x="2402" y="217"/>
                    <a:pt x="2408" y="223"/>
                    <a:pt x="2415" y="223"/>
                  </a:cubicBezTo>
                  <a:close/>
                  <a:moveTo>
                    <a:pt x="2454" y="218"/>
                  </a:moveTo>
                  <a:cubicBezTo>
                    <a:pt x="2459" y="218"/>
                    <a:pt x="2462" y="214"/>
                    <a:pt x="2462" y="210"/>
                  </a:cubicBezTo>
                  <a:cubicBezTo>
                    <a:pt x="2462" y="205"/>
                    <a:pt x="2459" y="202"/>
                    <a:pt x="2454" y="202"/>
                  </a:cubicBezTo>
                  <a:cubicBezTo>
                    <a:pt x="2450" y="202"/>
                    <a:pt x="2447" y="205"/>
                    <a:pt x="2447" y="210"/>
                  </a:cubicBezTo>
                  <a:cubicBezTo>
                    <a:pt x="2447" y="214"/>
                    <a:pt x="2450" y="218"/>
                    <a:pt x="2454" y="218"/>
                  </a:cubicBezTo>
                  <a:close/>
                  <a:moveTo>
                    <a:pt x="2533" y="223"/>
                  </a:moveTo>
                  <a:cubicBezTo>
                    <a:pt x="2540" y="223"/>
                    <a:pt x="2546" y="217"/>
                    <a:pt x="2546" y="210"/>
                  </a:cubicBezTo>
                  <a:cubicBezTo>
                    <a:pt x="2546" y="203"/>
                    <a:pt x="2540" y="197"/>
                    <a:pt x="2533" y="197"/>
                  </a:cubicBezTo>
                  <a:cubicBezTo>
                    <a:pt x="2526" y="197"/>
                    <a:pt x="2521" y="203"/>
                    <a:pt x="2521" y="210"/>
                  </a:cubicBezTo>
                  <a:cubicBezTo>
                    <a:pt x="2521" y="217"/>
                    <a:pt x="2526" y="223"/>
                    <a:pt x="2533" y="223"/>
                  </a:cubicBezTo>
                  <a:close/>
                  <a:moveTo>
                    <a:pt x="2573" y="223"/>
                  </a:moveTo>
                  <a:cubicBezTo>
                    <a:pt x="2580" y="223"/>
                    <a:pt x="2586" y="217"/>
                    <a:pt x="2586" y="210"/>
                  </a:cubicBezTo>
                  <a:cubicBezTo>
                    <a:pt x="2586" y="203"/>
                    <a:pt x="2580" y="197"/>
                    <a:pt x="2573" y="197"/>
                  </a:cubicBezTo>
                  <a:cubicBezTo>
                    <a:pt x="2566" y="197"/>
                    <a:pt x="2560" y="203"/>
                    <a:pt x="2560" y="210"/>
                  </a:cubicBezTo>
                  <a:cubicBezTo>
                    <a:pt x="2560" y="217"/>
                    <a:pt x="2566" y="223"/>
                    <a:pt x="2573" y="223"/>
                  </a:cubicBezTo>
                  <a:close/>
                  <a:moveTo>
                    <a:pt x="2612" y="223"/>
                  </a:moveTo>
                  <a:cubicBezTo>
                    <a:pt x="2619" y="223"/>
                    <a:pt x="2625" y="217"/>
                    <a:pt x="2625" y="210"/>
                  </a:cubicBezTo>
                  <a:cubicBezTo>
                    <a:pt x="2625" y="203"/>
                    <a:pt x="2619" y="197"/>
                    <a:pt x="2612" y="197"/>
                  </a:cubicBezTo>
                  <a:cubicBezTo>
                    <a:pt x="2605" y="197"/>
                    <a:pt x="2599" y="203"/>
                    <a:pt x="2599" y="210"/>
                  </a:cubicBezTo>
                  <a:cubicBezTo>
                    <a:pt x="2599" y="217"/>
                    <a:pt x="2605" y="223"/>
                    <a:pt x="2612" y="223"/>
                  </a:cubicBezTo>
                  <a:close/>
                  <a:moveTo>
                    <a:pt x="2639" y="210"/>
                  </a:moveTo>
                  <a:cubicBezTo>
                    <a:pt x="2639" y="217"/>
                    <a:pt x="2645" y="223"/>
                    <a:pt x="2652" y="223"/>
                  </a:cubicBezTo>
                  <a:cubicBezTo>
                    <a:pt x="2659" y="223"/>
                    <a:pt x="2664" y="217"/>
                    <a:pt x="2664" y="210"/>
                  </a:cubicBezTo>
                  <a:cubicBezTo>
                    <a:pt x="2664" y="203"/>
                    <a:pt x="2659" y="197"/>
                    <a:pt x="2652" y="197"/>
                  </a:cubicBezTo>
                  <a:cubicBezTo>
                    <a:pt x="2645" y="197"/>
                    <a:pt x="2639" y="203"/>
                    <a:pt x="2639" y="210"/>
                  </a:cubicBezTo>
                  <a:close/>
                  <a:moveTo>
                    <a:pt x="2691" y="197"/>
                  </a:moveTo>
                  <a:cubicBezTo>
                    <a:pt x="2684" y="197"/>
                    <a:pt x="2678" y="203"/>
                    <a:pt x="2678" y="210"/>
                  </a:cubicBezTo>
                  <a:cubicBezTo>
                    <a:pt x="2678" y="217"/>
                    <a:pt x="2684" y="223"/>
                    <a:pt x="2691" y="223"/>
                  </a:cubicBezTo>
                  <a:cubicBezTo>
                    <a:pt x="2698" y="223"/>
                    <a:pt x="2704" y="217"/>
                    <a:pt x="2704" y="210"/>
                  </a:cubicBezTo>
                  <a:cubicBezTo>
                    <a:pt x="2704" y="203"/>
                    <a:pt x="2698" y="197"/>
                    <a:pt x="2691" y="197"/>
                  </a:cubicBezTo>
                  <a:close/>
                  <a:moveTo>
                    <a:pt x="2718" y="210"/>
                  </a:moveTo>
                  <a:cubicBezTo>
                    <a:pt x="2718" y="217"/>
                    <a:pt x="2723" y="223"/>
                    <a:pt x="2730" y="223"/>
                  </a:cubicBezTo>
                  <a:cubicBezTo>
                    <a:pt x="2738" y="223"/>
                    <a:pt x="2743" y="217"/>
                    <a:pt x="2743" y="210"/>
                  </a:cubicBezTo>
                  <a:cubicBezTo>
                    <a:pt x="2743" y="203"/>
                    <a:pt x="2738" y="197"/>
                    <a:pt x="2730" y="197"/>
                  </a:cubicBezTo>
                  <a:cubicBezTo>
                    <a:pt x="2723" y="197"/>
                    <a:pt x="2718" y="203"/>
                    <a:pt x="2718" y="210"/>
                  </a:cubicBezTo>
                  <a:close/>
                  <a:moveTo>
                    <a:pt x="2809" y="197"/>
                  </a:moveTo>
                  <a:cubicBezTo>
                    <a:pt x="2802" y="197"/>
                    <a:pt x="2797" y="203"/>
                    <a:pt x="2797" y="210"/>
                  </a:cubicBezTo>
                  <a:cubicBezTo>
                    <a:pt x="2797" y="217"/>
                    <a:pt x="2802" y="223"/>
                    <a:pt x="2809" y="223"/>
                  </a:cubicBezTo>
                  <a:cubicBezTo>
                    <a:pt x="2816" y="223"/>
                    <a:pt x="2822" y="217"/>
                    <a:pt x="2822" y="210"/>
                  </a:cubicBezTo>
                  <a:cubicBezTo>
                    <a:pt x="2822" y="203"/>
                    <a:pt x="2816" y="197"/>
                    <a:pt x="2809" y="197"/>
                  </a:cubicBezTo>
                  <a:close/>
                  <a:moveTo>
                    <a:pt x="2849" y="223"/>
                  </a:moveTo>
                  <a:cubicBezTo>
                    <a:pt x="2856" y="223"/>
                    <a:pt x="2861" y="217"/>
                    <a:pt x="2861" y="210"/>
                  </a:cubicBezTo>
                  <a:cubicBezTo>
                    <a:pt x="2861" y="203"/>
                    <a:pt x="2856" y="197"/>
                    <a:pt x="2849" y="197"/>
                  </a:cubicBezTo>
                  <a:cubicBezTo>
                    <a:pt x="2842" y="197"/>
                    <a:pt x="2836" y="203"/>
                    <a:pt x="2836" y="210"/>
                  </a:cubicBezTo>
                  <a:cubicBezTo>
                    <a:pt x="2836" y="217"/>
                    <a:pt x="2842" y="223"/>
                    <a:pt x="2849" y="223"/>
                  </a:cubicBezTo>
                  <a:close/>
                  <a:moveTo>
                    <a:pt x="2888" y="223"/>
                  </a:moveTo>
                  <a:cubicBezTo>
                    <a:pt x="2895" y="223"/>
                    <a:pt x="2901" y="217"/>
                    <a:pt x="2901" y="210"/>
                  </a:cubicBezTo>
                  <a:cubicBezTo>
                    <a:pt x="2901" y="203"/>
                    <a:pt x="2895" y="197"/>
                    <a:pt x="2888" y="197"/>
                  </a:cubicBezTo>
                  <a:cubicBezTo>
                    <a:pt x="2881" y="197"/>
                    <a:pt x="2875" y="203"/>
                    <a:pt x="2875" y="210"/>
                  </a:cubicBezTo>
                  <a:cubicBezTo>
                    <a:pt x="2875" y="217"/>
                    <a:pt x="2881" y="223"/>
                    <a:pt x="2888" y="223"/>
                  </a:cubicBezTo>
                  <a:close/>
                  <a:moveTo>
                    <a:pt x="2967" y="223"/>
                  </a:moveTo>
                  <a:cubicBezTo>
                    <a:pt x="2974" y="223"/>
                    <a:pt x="2980" y="217"/>
                    <a:pt x="2980" y="210"/>
                  </a:cubicBezTo>
                  <a:cubicBezTo>
                    <a:pt x="2980" y="203"/>
                    <a:pt x="2974" y="197"/>
                    <a:pt x="2967" y="197"/>
                  </a:cubicBezTo>
                  <a:cubicBezTo>
                    <a:pt x="2960" y="197"/>
                    <a:pt x="2954" y="203"/>
                    <a:pt x="2954" y="210"/>
                  </a:cubicBezTo>
                  <a:cubicBezTo>
                    <a:pt x="2954" y="217"/>
                    <a:pt x="2960" y="223"/>
                    <a:pt x="2967" y="223"/>
                  </a:cubicBezTo>
                  <a:close/>
                  <a:moveTo>
                    <a:pt x="523" y="262"/>
                  </a:moveTo>
                  <a:cubicBezTo>
                    <a:pt x="530" y="262"/>
                    <a:pt x="535" y="256"/>
                    <a:pt x="535" y="249"/>
                  </a:cubicBezTo>
                  <a:cubicBezTo>
                    <a:pt x="535" y="242"/>
                    <a:pt x="530" y="236"/>
                    <a:pt x="523" y="236"/>
                  </a:cubicBezTo>
                  <a:cubicBezTo>
                    <a:pt x="516" y="236"/>
                    <a:pt x="510" y="242"/>
                    <a:pt x="510" y="249"/>
                  </a:cubicBezTo>
                  <a:cubicBezTo>
                    <a:pt x="510" y="256"/>
                    <a:pt x="516" y="262"/>
                    <a:pt x="523" y="262"/>
                  </a:cubicBezTo>
                  <a:close/>
                  <a:moveTo>
                    <a:pt x="562" y="262"/>
                  </a:moveTo>
                  <a:cubicBezTo>
                    <a:pt x="569" y="262"/>
                    <a:pt x="575" y="256"/>
                    <a:pt x="575" y="249"/>
                  </a:cubicBezTo>
                  <a:cubicBezTo>
                    <a:pt x="575" y="242"/>
                    <a:pt x="569" y="236"/>
                    <a:pt x="562" y="236"/>
                  </a:cubicBezTo>
                  <a:cubicBezTo>
                    <a:pt x="555" y="236"/>
                    <a:pt x="549" y="242"/>
                    <a:pt x="549" y="249"/>
                  </a:cubicBezTo>
                  <a:cubicBezTo>
                    <a:pt x="549" y="256"/>
                    <a:pt x="555" y="262"/>
                    <a:pt x="562" y="262"/>
                  </a:cubicBezTo>
                  <a:close/>
                  <a:moveTo>
                    <a:pt x="602" y="262"/>
                  </a:moveTo>
                  <a:cubicBezTo>
                    <a:pt x="609" y="262"/>
                    <a:pt x="614" y="256"/>
                    <a:pt x="614" y="249"/>
                  </a:cubicBezTo>
                  <a:cubicBezTo>
                    <a:pt x="614" y="242"/>
                    <a:pt x="609" y="236"/>
                    <a:pt x="602" y="236"/>
                  </a:cubicBezTo>
                  <a:cubicBezTo>
                    <a:pt x="595" y="236"/>
                    <a:pt x="589" y="242"/>
                    <a:pt x="589" y="249"/>
                  </a:cubicBezTo>
                  <a:cubicBezTo>
                    <a:pt x="589" y="256"/>
                    <a:pt x="595" y="262"/>
                    <a:pt x="602" y="262"/>
                  </a:cubicBezTo>
                  <a:close/>
                  <a:moveTo>
                    <a:pt x="720" y="237"/>
                  </a:moveTo>
                  <a:cubicBezTo>
                    <a:pt x="713" y="237"/>
                    <a:pt x="707" y="242"/>
                    <a:pt x="707" y="249"/>
                  </a:cubicBezTo>
                  <a:cubicBezTo>
                    <a:pt x="707" y="256"/>
                    <a:pt x="713" y="262"/>
                    <a:pt x="720" y="262"/>
                  </a:cubicBezTo>
                  <a:cubicBezTo>
                    <a:pt x="727" y="262"/>
                    <a:pt x="733" y="256"/>
                    <a:pt x="733" y="249"/>
                  </a:cubicBezTo>
                  <a:cubicBezTo>
                    <a:pt x="733" y="242"/>
                    <a:pt x="727" y="237"/>
                    <a:pt x="720" y="237"/>
                  </a:cubicBezTo>
                  <a:close/>
                  <a:moveTo>
                    <a:pt x="803" y="249"/>
                  </a:moveTo>
                  <a:cubicBezTo>
                    <a:pt x="803" y="247"/>
                    <a:pt x="801" y="245"/>
                    <a:pt x="799" y="245"/>
                  </a:cubicBezTo>
                  <a:cubicBezTo>
                    <a:pt x="796" y="245"/>
                    <a:pt x="795" y="247"/>
                    <a:pt x="795" y="249"/>
                  </a:cubicBezTo>
                  <a:cubicBezTo>
                    <a:pt x="795" y="251"/>
                    <a:pt x="796" y="253"/>
                    <a:pt x="799" y="253"/>
                  </a:cubicBezTo>
                  <a:cubicBezTo>
                    <a:pt x="801" y="253"/>
                    <a:pt x="803" y="251"/>
                    <a:pt x="803" y="249"/>
                  </a:cubicBezTo>
                  <a:close/>
                  <a:moveTo>
                    <a:pt x="838" y="262"/>
                  </a:moveTo>
                  <a:cubicBezTo>
                    <a:pt x="845" y="262"/>
                    <a:pt x="851" y="256"/>
                    <a:pt x="851" y="249"/>
                  </a:cubicBezTo>
                  <a:cubicBezTo>
                    <a:pt x="851" y="242"/>
                    <a:pt x="845" y="236"/>
                    <a:pt x="838" y="236"/>
                  </a:cubicBezTo>
                  <a:cubicBezTo>
                    <a:pt x="831" y="236"/>
                    <a:pt x="825" y="242"/>
                    <a:pt x="825" y="249"/>
                  </a:cubicBezTo>
                  <a:cubicBezTo>
                    <a:pt x="825" y="256"/>
                    <a:pt x="831" y="262"/>
                    <a:pt x="838" y="262"/>
                  </a:cubicBezTo>
                  <a:close/>
                  <a:moveTo>
                    <a:pt x="878" y="262"/>
                  </a:moveTo>
                  <a:cubicBezTo>
                    <a:pt x="885" y="262"/>
                    <a:pt x="890" y="256"/>
                    <a:pt x="890" y="249"/>
                  </a:cubicBezTo>
                  <a:cubicBezTo>
                    <a:pt x="890" y="242"/>
                    <a:pt x="885" y="236"/>
                    <a:pt x="878" y="236"/>
                  </a:cubicBezTo>
                  <a:cubicBezTo>
                    <a:pt x="870" y="236"/>
                    <a:pt x="865" y="242"/>
                    <a:pt x="865" y="249"/>
                  </a:cubicBezTo>
                  <a:cubicBezTo>
                    <a:pt x="865" y="256"/>
                    <a:pt x="870" y="262"/>
                    <a:pt x="878" y="262"/>
                  </a:cubicBezTo>
                  <a:close/>
                  <a:moveTo>
                    <a:pt x="917" y="262"/>
                  </a:moveTo>
                  <a:cubicBezTo>
                    <a:pt x="924" y="262"/>
                    <a:pt x="930" y="256"/>
                    <a:pt x="930" y="249"/>
                  </a:cubicBezTo>
                  <a:cubicBezTo>
                    <a:pt x="930" y="242"/>
                    <a:pt x="924" y="236"/>
                    <a:pt x="917" y="236"/>
                  </a:cubicBezTo>
                  <a:cubicBezTo>
                    <a:pt x="910" y="236"/>
                    <a:pt x="904" y="242"/>
                    <a:pt x="904" y="249"/>
                  </a:cubicBezTo>
                  <a:cubicBezTo>
                    <a:pt x="904" y="256"/>
                    <a:pt x="910" y="262"/>
                    <a:pt x="917" y="262"/>
                  </a:cubicBezTo>
                  <a:close/>
                  <a:moveTo>
                    <a:pt x="956" y="237"/>
                  </a:moveTo>
                  <a:cubicBezTo>
                    <a:pt x="949" y="237"/>
                    <a:pt x="944" y="242"/>
                    <a:pt x="944" y="249"/>
                  </a:cubicBezTo>
                  <a:cubicBezTo>
                    <a:pt x="944" y="256"/>
                    <a:pt x="949" y="262"/>
                    <a:pt x="956" y="262"/>
                  </a:cubicBezTo>
                  <a:cubicBezTo>
                    <a:pt x="963" y="262"/>
                    <a:pt x="969" y="256"/>
                    <a:pt x="969" y="249"/>
                  </a:cubicBezTo>
                  <a:cubicBezTo>
                    <a:pt x="969" y="242"/>
                    <a:pt x="963" y="237"/>
                    <a:pt x="956" y="237"/>
                  </a:cubicBezTo>
                  <a:close/>
                  <a:moveTo>
                    <a:pt x="1193" y="262"/>
                  </a:moveTo>
                  <a:cubicBezTo>
                    <a:pt x="1200" y="262"/>
                    <a:pt x="1206" y="256"/>
                    <a:pt x="1206" y="249"/>
                  </a:cubicBezTo>
                  <a:cubicBezTo>
                    <a:pt x="1206" y="242"/>
                    <a:pt x="1200" y="236"/>
                    <a:pt x="1193" y="236"/>
                  </a:cubicBezTo>
                  <a:cubicBezTo>
                    <a:pt x="1186" y="236"/>
                    <a:pt x="1180" y="242"/>
                    <a:pt x="1180" y="249"/>
                  </a:cubicBezTo>
                  <a:cubicBezTo>
                    <a:pt x="1180" y="256"/>
                    <a:pt x="1186" y="262"/>
                    <a:pt x="1193" y="262"/>
                  </a:cubicBezTo>
                  <a:close/>
                  <a:moveTo>
                    <a:pt x="1232" y="262"/>
                  </a:moveTo>
                  <a:cubicBezTo>
                    <a:pt x="1239" y="262"/>
                    <a:pt x="1245" y="256"/>
                    <a:pt x="1245" y="249"/>
                  </a:cubicBezTo>
                  <a:cubicBezTo>
                    <a:pt x="1245" y="242"/>
                    <a:pt x="1239" y="236"/>
                    <a:pt x="1232" y="236"/>
                  </a:cubicBezTo>
                  <a:cubicBezTo>
                    <a:pt x="1225" y="236"/>
                    <a:pt x="1220" y="242"/>
                    <a:pt x="1220" y="249"/>
                  </a:cubicBezTo>
                  <a:cubicBezTo>
                    <a:pt x="1220" y="256"/>
                    <a:pt x="1225" y="262"/>
                    <a:pt x="1232" y="262"/>
                  </a:cubicBezTo>
                  <a:close/>
                  <a:moveTo>
                    <a:pt x="1272" y="262"/>
                  </a:moveTo>
                  <a:cubicBezTo>
                    <a:pt x="1279" y="262"/>
                    <a:pt x="1285" y="256"/>
                    <a:pt x="1285" y="249"/>
                  </a:cubicBezTo>
                  <a:cubicBezTo>
                    <a:pt x="1285" y="242"/>
                    <a:pt x="1279" y="236"/>
                    <a:pt x="1272" y="236"/>
                  </a:cubicBezTo>
                  <a:cubicBezTo>
                    <a:pt x="1265" y="236"/>
                    <a:pt x="1259" y="242"/>
                    <a:pt x="1259" y="249"/>
                  </a:cubicBezTo>
                  <a:cubicBezTo>
                    <a:pt x="1259" y="256"/>
                    <a:pt x="1265" y="262"/>
                    <a:pt x="1272" y="262"/>
                  </a:cubicBezTo>
                  <a:close/>
                  <a:moveTo>
                    <a:pt x="1311" y="262"/>
                  </a:moveTo>
                  <a:cubicBezTo>
                    <a:pt x="1318" y="262"/>
                    <a:pt x="1324" y="256"/>
                    <a:pt x="1324" y="249"/>
                  </a:cubicBezTo>
                  <a:cubicBezTo>
                    <a:pt x="1324" y="242"/>
                    <a:pt x="1318" y="236"/>
                    <a:pt x="1311" y="236"/>
                  </a:cubicBezTo>
                  <a:cubicBezTo>
                    <a:pt x="1304" y="236"/>
                    <a:pt x="1298" y="242"/>
                    <a:pt x="1298" y="249"/>
                  </a:cubicBezTo>
                  <a:cubicBezTo>
                    <a:pt x="1298" y="256"/>
                    <a:pt x="1304" y="262"/>
                    <a:pt x="1311" y="262"/>
                  </a:cubicBezTo>
                  <a:close/>
                  <a:moveTo>
                    <a:pt x="1351" y="262"/>
                  </a:moveTo>
                  <a:cubicBezTo>
                    <a:pt x="1358" y="262"/>
                    <a:pt x="1363" y="256"/>
                    <a:pt x="1363" y="249"/>
                  </a:cubicBezTo>
                  <a:cubicBezTo>
                    <a:pt x="1363" y="242"/>
                    <a:pt x="1358" y="236"/>
                    <a:pt x="1351" y="236"/>
                  </a:cubicBezTo>
                  <a:cubicBezTo>
                    <a:pt x="1344" y="236"/>
                    <a:pt x="1338" y="242"/>
                    <a:pt x="1338" y="249"/>
                  </a:cubicBezTo>
                  <a:cubicBezTo>
                    <a:pt x="1338" y="256"/>
                    <a:pt x="1344" y="262"/>
                    <a:pt x="1351" y="262"/>
                  </a:cubicBezTo>
                  <a:close/>
                  <a:moveTo>
                    <a:pt x="1390" y="262"/>
                  </a:moveTo>
                  <a:cubicBezTo>
                    <a:pt x="1397" y="262"/>
                    <a:pt x="1403" y="256"/>
                    <a:pt x="1403" y="249"/>
                  </a:cubicBezTo>
                  <a:cubicBezTo>
                    <a:pt x="1403" y="242"/>
                    <a:pt x="1397" y="236"/>
                    <a:pt x="1390" y="236"/>
                  </a:cubicBezTo>
                  <a:cubicBezTo>
                    <a:pt x="1383" y="236"/>
                    <a:pt x="1377" y="242"/>
                    <a:pt x="1377" y="249"/>
                  </a:cubicBezTo>
                  <a:cubicBezTo>
                    <a:pt x="1377" y="256"/>
                    <a:pt x="1383" y="262"/>
                    <a:pt x="1390" y="262"/>
                  </a:cubicBezTo>
                  <a:close/>
                  <a:moveTo>
                    <a:pt x="1429" y="262"/>
                  </a:moveTo>
                  <a:cubicBezTo>
                    <a:pt x="1437" y="262"/>
                    <a:pt x="1442" y="256"/>
                    <a:pt x="1442" y="249"/>
                  </a:cubicBezTo>
                  <a:cubicBezTo>
                    <a:pt x="1442" y="242"/>
                    <a:pt x="1437" y="236"/>
                    <a:pt x="1429" y="236"/>
                  </a:cubicBezTo>
                  <a:cubicBezTo>
                    <a:pt x="1422" y="236"/>
                    <a:pt x="1417" y="242"/>
                    <a:pt x="1417" y="249"/>
                  </a:cubicBezTo>
                  <a:cubicBezTo>
                    <a:pt x="1417" y="256"/>
                    <a:pt x="1422" y="262"/>
                    <a:pt x="1429" y="262"/>
                  </a:cubicBezTo>
                  <a:close/>
                  <a:moveTo>
                    <a:pt x="1469" y="236"/>
                  </a:moveTo>
                  <a:cubicBezTo>
                    <a:pt x="1462" y="236"/>
                    <a:pt x="1456" y="242"/>
                    <a:pt x="1456" y="249"/>
                  </a:cubicBezTo>
                  <a:cubicBezTo>
                    <a:pt x="1456" y="256"/>
                    <a:pt x="1462" y="262"/>
                    <a:pt x="1469" y="262"/>
                  </a:cubicBezTo>
                  <a:cubicBezTo>
                    <a:pt x="1476" y="262"/>
                    <a:pt x="1482" y="256"/>
                    <a:pt x="1482" y="249"/>
                  </a:cubicBezTo>
                  <a:cubicBezTo>
                    <a:pt x="1482" y="242"/>
                    <a:pt x="1476" y="236"/>
                    <a:pt x="1469" y="236"/>
                  </a:cubicBezTo>
                  <a:close/>
                  <a:moveTo>
                    <a:pt x="1981" y="262"/>
                  </a:moveTo>
                  <a:cubicBezTo>
                    <a:pt x="1988" y="262"/>
                    <a:pt x="1994" y="256"/>
                    <a:pt x="1994" y="249"/>
                  </a:cubicBezTo>
                  <a:cubicBezTo>
                    <a:pt x="1994" y="242"/>
                    <a:pt x="1988" y="237"/>
                    <a:pt x="1981" y="237"/>
                  </a:cubicBezTo>
                  <a:cubicBezTo>
                    <a:pt x="1974" y="237"/>
                    <a:pt x="1969" y="242"/>
                    <a:pt x="1969" y="249"/>
                  </a:cubicBezTo>
                  <a:cubicBezTo>
                    <a:pt x="1969" y="256"/>
                    <a:pt x="1974" y="262"/>
                    <a:pt x="1981" y="262"/>
                  </a:cubicBezTo>
                  <a:close/>
                  <a:moveTo>
                    <a:pt x="2257" y="262"/>
                  </a:moveTo>
                  <a:cubicBezTo>
                    <a:pt x="2264" y="262"/>
                    <a:pt x="2270" y="256"/>
                    <a:pt x="2270" y="249"/>
                  </a:cubicBezTo>
                  <a:cubicBezTo>
                    <a:pt x="2270" y="242"/>
                    <a:pt x="2264" y="236"/>
                    <a:pt x="2257" y="236"/>
                  </a:cubicBezTo>
                  <a:cubicBezTo>
                    <a:pt x="2250" y="236"/>
                    <a:pt x="2245" y="242"/>
                    <a:pt x="2245" y="249"/>
                  </a:cubicBezTo>
                  <a:cubicBezTo>
                    <a:pt x="2245" y="256"/>
                    <a:pt x="2250" y="262"/>
                    <a:pt x="2257" y="262"/>
                  </a:cubicBezTo>
                  <a:close/>
                  <a:moveTo>
                    <a:pt x="2376" y="262"/>
                  </a:moveTo>
                  <a:cubicBezTo>
                    <a:pt x="2383" y="262"/>
                    <a:pt x="2388" y="256"/>
                    <a:pt x="2388" y="249"/>
                  </a:cubicBezTo>
                  <a:cubicBezTo>
                    <a:pt x="2388" y="242"/>
                    <a:pt x="2383" y="236"/>
                    <a:pt x="2376" y="236"/>
                  </a:cubicBezTo>
                  <a:cubicBezTo>
                    <a:pt x="2369" y="236"/>
                    <a:pt x="2363" y="242"/>
                    <a:pt x="2363" y="249"/>
                  </a:cubicBezTo>
                  <a:cubicBezTo>
                    <a:pt x="2363" y="256"/>
                    <a:pt x="2369" y="262"/>
                    <a:pt x="2376" y="262"/>
                  </a:cubicBezTo>
                  <a:close/>
                  <a:moveTo>
                    <a:pt x="2415" y="262"/>
                  </a:moveTo>
                  <a:cubicBezTo>
                    <a:pt x="2422" y="262"/>
                    <a:pt x="2428" y="256"/>
                    <a:pt x="2428" y="249"/>
                  </a:cubicBezTo>
                  <a:cubicBezTo>
                    <a:pt x="2428" y="242"/>
                    <a:pt x="2422" y="236"/>
                    <a:pt x="2415" y="236"/>
                  </a:cubicBezTo>
                  <a:cubicBezTo>
                    <a:pt x="2408" y="236"/>
                    <a:pt x="2402" y="242"/>
                    <a:pt x="2402" y="249"/>
                  </a:cubicBezTo>
                  <a:cubicBezTo>
                    <a:pt x="2402" y="256"/>
                    <a:pt x="2408" y="262"/>
                    <a:pt x="2415" y="262"/>
                  </a:cubicBezTo>
                  <a:close/>
                  <a:moveTo>
                    <a:pt x="2454" y="262"/>
                  </a:moveTo>
                  <a:cubicBezTo>
                    <a:pt x="2462" y="262"/>
                    <a:pt x="2467" y="256"/>
                    <a:pt x="2467" y="249"/>
                  </a:cubicBezTo>
                  <a:cubicBezTo>
                    <a:pt x="2467" y="242"/>
                    <a:pt x="2462" y="236"/>
                    <a:pt x="2454" y="236"/>
                  </a:cubicBezTo>
                  <a:cubicBezTo>
                    <a:pt x="2447" y="236"/>
                    <a:pt x="2442" y="242"/>
                    <a:pt x="2442" y="249"/>
                  </a:cubicBezTo>
                  <a:cubicBezTo>
                    <a:pt x="2442" y="256"/>
                    <a:pt x="2447" y="262"/>
                    <a:pt x="2454" y="262"/>
                  </a:cubicBezTo>
                  <a:close/>
                  <a:moveTo>
                    <a:pt x="2494" y="262"/>
                  </a:moveTo>
                  <a:cubicBezTo>
                    <a:pt x="2501" y="262"/>
                    <a:pt x="2507" y="256"/>
                    <a:pt x="2507" y="249"/>
                  </a:cubicBezTo>
                  <a:cubicBezTo>
                    <a:pt x="2507" y="242"/>
                    <a:pt x="2501" y="236"/>
                    <a:pt x="2494" y="236"/>
                  </a:cubicBezTo>
                  <a:cubicBezTo>
                    <a:pt x="2487" y="236"/>
                    <a:pt x="2481" y="242"/>
                    <a:pt x="2481" y="249"/>
                  </a:cubicBezTo>
                  <a:cubicBezTo>
                    <a:pt x="2481" y="256"/>
                    <a:pt x="2487" y="262"/>
                    <a:pt x="2494" y="262"/>
                  </a:cubicBezTo>
                  <a:close/>
                  <a:moveTo>
                    <a:pt x="2533" y="262"/>
                  </a:moveTo>
                  <a:cubicBezTo>
                    <a:pt x="2540" y="262"/>
                    <a:pt x="2546" y="256"/>
                    <a:pt x="2546" y="249"/>
                  </a:cubicBezTo>
                  <a:cubicBezTo>
                    <a:pt x="2546" y="242"/>
                    <a:pt x="2540" y="236"/>
                    <a:pt x="2533" y="236"/>
                  </a:cubicBezTo>
                  <a:cubicBezTo>
                    <a:pt x="2526" y="236"/>
                    <a:pt x="2521" y="242"/>
                    <a:pt x="2521" y="249"/>
                  </a:cubicBezTo>
                  <a:cubicBezTo>
                    <a:pt x="2521" y="256"/>
                    <a:pt x="2526" y="262"/>
                    <a:pt x="2533" y="262"/>
                  </a:cubicBezTo>
                  <a:close/>
                  <a:moveTo>
                    <a:pt x="2573" y="262"/>
                  </a:moveTo>
                  <a:cubicBezTo>
                    <a:pt x="2580" y="262"/>
                    <a:pt x="2586" y="256"/>
                    <a:pt x="2586" y="249"/>
                  </a:cubicBezTo>
                  <a:cubicBezTo>
                    <a:pt x="2586" y="242"/>
                    <a:pt x="2580" y="236"/>
                    <a:pt x="2573" y="236"/>
                  </a:cubicBezTo>
                  <a:cubicBezTo>
                    <a:pt x="2566" y="236"/>
                    <a:pt x="2560" y="242"/>
                    <a:pt x="2560" y="249"/>
                  </a:cubicBezTo>
                  <a:cubicBezTo>
                    <a:pt x="2560" y="256"/>
                    <a:pt x="2566" y="262"/>
                    <a:pt x="2573" y="262"/>
                  </a:cubicBezTo>
                  <a:close/>
                  <a:moveTo>
                    <a:pt x="2612" y="262"/>
                  </a:moveTo>
                  <a:cubicBezTo>
                    <a:pt x="2619" y="262"/>
                    <a:pt x="2625" y="256"/>
                    <a:pt x="2625" y="249"/>
                  </a:cubicBezTo>
                  <a:cubicBezTo>
                    <a:pt x="2625" y="242"/>
                    <a:pt x="2619" y="236"/>
                    <a:pt x="2612" y="236"/>
                  </a:cubicBezTo>
                  <a:cubicBezTo>
                    <a:pt x="2605" y="236"/>
                    <a:pt x="2599" y="242"/>
                    <a:pt x="2599" y="249"/>
                  </a:cubicBezTo>
                  <a:cubicBezTo>
                    <a:pt x="2599" y="256"/>
                    <a:pt x="2605" y="262"/>
                    <a:pt x="2612" y="262"/>
                  </a:cubicBezTo>
                  <a:close/>
                  <a:moveTo>
                    <a:pt x="2652" y="262"/>
                  </a:moveTo>
                  <a:cubicBezTo>
                    <a:pt x="2659" y="262"/>
                    <a:pt x="2664" y="256"/>
                    <a:pt x="2664" y="249"/>
                  </a:cubicBezTo>
                  <a:cubicBezTo>
                    <a:pt x="2664" y="242"/>
                    <a:pt x="2659" y="236"/>
                    <a:pt x="2652" y="236"/>
                  </a:cubicBezTo>
                  <a:cubicBezTo>
                    <a:pt x="2645" y="236"/>
                    <a:pt x="2639" y="242"/>
                    <a:pt x="2639" y="249"/>
                  </a:cubicBezTo>
                  <a:cubicBezTo>
                    <a:pt x="2639" y="256"/>
                    <a:pt x="2645" y="262"/>
                    <a:pt x="2652" y="262"/>
                  </a:cubicBezTo>
                  <a:close/>
                  <a:moveTo>
                    <a:pt x="2691" y="262"/>
                  </a:moveTo>
                  <a:cubicBezTo>
                    <a:pt x="2698" y="262"/>
                    <a:pt x="2704" y="256"/>
                    <a:pt x="2704" y="249"/>
                  </a:cubicBezTo>
                  <a:cubicBezTo>
                    <a:pt x="2704" y="242"/>
                    <a:pt x="2698" y="236"/>
                    <a:pt x="2691" y="236"/>
                  </a:cubicBezTo>
                  <a:cubicBezTo>
                    <a:pt x="2684" y="236"/>
                    <a:pt x="2678" y="242"/>
                    <a:pt x="2678" y="249"/>
                  </a:cubicBezTo>
                  <a:cubicBezTo>
                    <a:pt x="2678" y="256"/>
                    <a:pt x="2684" y="262"/>
                    <a:pt x="2691" y="262"/>
                  </a:cubicBezTo>
                  <a:close/>
                  <a:moveTo>
                    <a:pt x="2730" y="262"/>
                  </a:moveTo>
                  <a:cubicBezTo>
                    <a:pt x="2738" y="262"/>
                    <a:pt x="2743" y="256"/>
                    <a:pt x="2743" y="249"/>
                  </a:cubicBezTo>
                  <a:cubicBezTo>
                    <a:pt x="2743" y="242"/>
                    <a:pt x="2738" y="236"/>
                    <a:pt x="2730" y="236"/>
                  </a:cubicBezTo>
                  <a:cubicBezTo>
                    <a:pt x="2723" y="236"/>
                    <a:pt x="2718" y="242"/>
                    <a:pt x="2718" y="249"/>
                  </a:cubicBezTo>
                  <a:cubicBezTo>
                    <a:pt x="2718" y="256"/>
                    <a:pt x="2723" y="262"/>
                    <a:pt x="2730" y="262"/>
                  </a:cubicBezTo>
                  <a:close/>
                  <a:moveTo>
                    <a:pt x="2770" y="262"/>
                  </a:moveTo>
                  <a:cubicBezTo>
                    <a:pt x="2777" y="262"/>
                    <a:pt x="2783" y="256"/>
                    <a:pt x="2783" y="249"/>
                  </a:cubicBezTo>
                  <a:cubicBezTo>
                    <a:pt x="2783" y="242"/>
                    <a:pt x="2777" y="236"/>
                    <a:pt x="2770" y="236"/>
                  </a:cubicBezTo>
                  <a:cubicBezTo>
                    <a:pt x="2763" y="236"/>
                    <a:pt x="2757" y="242"/>
                    <a:pt x="2757" y="249"/>
                  </a:cubicBezTo>
                  <a:cubicBezTo>
                    <a:pt x="2757" y="256"/>
                    <a:pt x="2763" y="262"/>
                    <a:pt x="2770" y="262"/>
                  </a:cubicBezTo>
                  <a:close/>
                  <a:moveTo>
                    <a:pt x="2770" y="223"/>
                  </a:moveTo>
                  <a:cubicBezTo>
                    <a:pt x="2777" y="223"/>
                    <a:pt x="2783" y="217"/>
                    <a:pt x="2783" y="210"/>
                  </a:cubicBezTo>
                  <a:cubicBezTo>
                    <a:pt x="2783" y="203"/>
                    <a:pt x="2777" y="197"/>
                    <a:pt x="2770" y="197"/>
                  </a:cubicBezTo>
                  <a:cubicBezTo>
                    <a:pt x="2763" y="197"/>
                    <a:pt x="2757" y="203"/>
                    <a:pt x="2757" y="210"/>
                  </a:cubicBezTo>
                  <a:cubicBezTo>
                    <a:pt x="2757" y="217"/>
                    <a:pt x="2763" y="223"/>
                    <a:pt x="2770" y="223"/>
                  </a:cubicBezTo>
                  <a:close/>
                  <a:moveTo>
                    <a:pt x="2809" y="262"/>
                  </a:moveTo>
                  <a:cubicBezTo>
                    <a:pt x="2816" y="262"/>
                    <a:pt x="2822" y="256"/>
                    <a:pt x="2822" y="249"/>
                  </a:cubicBezTo>
                  <a:cubicBezTo>
                    <a:pt x="2822" y="242"/>
                    <a:pt x="2816" y="236"/>
                    <a:pt x="2809" y="236"/>
                  </a:cubicBezTo>
                  <a:cubicBezTo>
                    <a:pt x="2802" y="236"/>
                    <a:pt x="2797" y="242"/>
                    <a:pt x="2797" y="249"/>
                  </a:cubicBezTo>
                  <a:cubicBezTo>
                    <a:pt x="2797" y="256"/>
                    <a:pt x="2802" y="262"/>
                    <a:pt x="2809" y="262"/>
                  </a:cubicBezTo>
                  <a:close/>
                  <a:moveTo>
                    <a:pt x="2849" y="262"/>
                  </a:moveTo>
                  <a:cubicBezTo>
                    <a:pt x="2856" y="262"/>
                    <a:pt x="2861" y="256"/>
                    <a:pt x="2861" y="249"/>
                  </a:cubicBezTo>
                  <a:cubicBezTo>
                    <a:pt x="2861" y="242"/>
                    <a:pt x="2856" y="236"/>
                    <a:pt x="2849" y="236"/>
                  </a:cubicBezTo>
                  <a:cubicBezTo>
                    <a:pt x="2842" y="236"/>
                    <a:pt x="2836" y="242"/>
                    <a:pt x="2836" y="249"/>
                  </a:cubicBezTo>
                  <a:cubicBezTo>
                    <a:pt x="2836" y="256"/>
                    <a:pt x="2842" y="262"/>
                    <a:pt x="2849" y="262"/>
                  </a:cubicBezTo>
                  <a:close/>
                  <a:moveTo>
                    <a:pt x="2888" y="262"/>
                  </a:moveTo>
                  <a:cubicBezTo>
                    <a:pt x="2895" y="262"/>
                    <a:pt x="2901" y="256"/>
                    <a:pt x="2901" y="249"/>
                  </a:cubicBezTo>
                  <a:cubicBezTo>
                    <a:pt x="2901" y="242"/>
                    <a:pt x="2895" y="236"/>
                    <a:pt x="2888" y="236"/>
                  </a:cubicBezTo>
                  <a:cubicBezTo>
                    <a:pt x="2881" y="236"/>
                    <a:pt x="2875" y="242"/>
                    <a:pt x="2875" y="249"/>
                  </a:cubicBezTo>
                  <a:cubicBezTo>
                    <a:pt x="2875" y="256"/>
                    <a:pt x="2881" y="262"/>
                    <a:pt x="2888" y="262"/>
                  </a:cubicBezTo>
                  <a:close/>
                  <a:moveTo>
                    <a:pt x="2928" y="262"/>
                  </a:moveTo>
                  <a:cubicBezTo>
                    <a:pt x="2935" y="262"/>
                    <a:pt x="2940" y="256"/>
                    <a:pt x="2940" y="249"/>
                  </a:cubicBezTo>
                  <a:cubicBezTo>
                    <a:pt x="2940" y="242"/>
                    <a:pt x="2935" y="236"/>
                    <a:pt x="2928" y="236"/>
                  </a:cubicBezTo>
                  <a:cubicBezTo>
                    <a:pt x="2921" y="236"/>
                    <a:pt x="2915" y="242"/>
                    <a:pt x="2915" y="249"/>
                  </a:cubicBezTo>
                  <a:cubicBezTo>
                    <a:pt x="2915" y="256"/>
                    <a:pt x="2921" y="262"/>
                    <a:pt x="2928" y="262"/>
                  </a:cubicBezTo>
                  <a:close/>
                  <a:moveTo>
                    <a:pt x="2967" y="262"/>
                  </a:moveTo>
                  <a:cubicBezTo>
                    <a:pt x="2974" y="262"/>
                    <a:pt x="2980" y="256"/>
                    <a:pt x="2980" y="249"/>
                  </a:cubicBezTo>
                  <a:cubicBezTo>
                    <a:pt x="2980" y="242"/>
                    <a:pt x="2974" y="236"/>
                    <a:pt x="2967" y="236"/>
                  </a:cubicBezTo>
                  <a:cubicBezTo>
                    <a:pt x="2960" y="236"/>
                    <a:pt x="2954" y="242"/>
                    <a:pt x="2954" y="249"/>
                  </a:cubicBezTo>
                  <a:cubicBezTo>
                    <a:pt x="2954" y="256"/>
                    <a:pt x="2960" y="262"/>
                    <a:pt x="2967" y="262"/>
                  </a:cubicBezTo>
                  <a:close/>
                  <a:moveTo>
                    <a:pt x="3006" y="262"/>
                  </a:moveTo>
                  <a:cubicBezTo>
                    <a:pt x="3013" y="262"/>
                    <a:pt x="3019" y="256"/>
                    <a:pt x="3019" y="249"/>
                  </a:cubicBezTo>
                  <a:cubicBezTo>
                    <a:pt x="3019" y="242"/>
                    <a:pt x="3013" y="236"/>
                    <a:pt x="3006" y="236"/>
                  </a:cubicBezTo>
                  <a:cubicBezTo>
                    <a:pt x="2999" y="236"/>
                    <a:pt x="2994" y="242"/>
                    <a:pt x="2994" y="249"/>
                  </a:cubicBezTo>
                  <a:cubicBezTo>
                    <a:pt x="2994" y="256"/>
                    <a:pt x="2999" y="262"/>
                    <a:pt x="3006" y="262"/>
                  </a:cubicBezTo>
                  <a:close/>
                  <a:moveTo>
                    <a:pt x="3046" y="262"/>
                  </a:moveTo>
                  <a:cubicBezTo>
                    <a:pt x="3053" y="262"/>
                    <a:pt x="3059" y="256"/>
                    <a:pt x="3059" y="249"/>
                  </a:cubicBezTo>
                  <a:cubicBezTo>
                    <a:pt x="3059" y="242"/>
                    <a:pt x="3053" y="237"/>
                    <a:pt x="3046" y="237"/>
                  </a:cubicBezTo>
                  <a:cubicBezTo>
                    <a:pt x="3039" y="237"/>
                    <a:pt x="3033" y="242"/>
                    <a:pt x="3033" y="249"/>
                  </a:cubicBezTo>
                  <a:cubicBezTo>
                    <a:pt x="3033" y="256"/>
                    <a:pt x="3039" y="262"/>
                    <a:pt x="3046" y="262"/>
                  </a:cubicBezTo>
                  <a:close/>
                  <a:moveTo>
                    <a:pt x="3085" y="262"/>
                  </a:moveTo>
                  <a:cubicBezTo>
                    <a:pt x="3092" y="262"/>
                    <a:pt x="3098" y="256"/>
                    <a:pt x="3098" y="249"/>
                  </a:cubicBezTo>
                  <a:cubicBezTo>
                    <a:pt x="3098" y="242"/>
                    <a:pt x="3092" y="236"/>
                    <a:pt x="3085" y="236"/>
                  </a:cubicBezTo>
                  <a:cubicBezTo>
                    <a:pt x="3078" y="236"/>
                    <a:pt x="3073" y="242"/>
                    <a:pt x="3073" y="249"/>
                  </a:cubicBezTo>
                  <a:cubicBezTo>
                    <a:pt x="3073" y="256"/>
                    <a:pt x="3078" y="262"/>
                    <a:pt x="3085" y="262"/>
                  </a:cubicBezTo>
                  <a:close/>
                  <a:moveTo>
                    <a:pt x="3125" y="262"/>
                  </a:moveTo>
                  <a:cubicBezTo>
                    <a:pt x="3132" y="262"/>
                    <a:pt x="3137" y="256"/>
                    <a:pt x="3137" y="249"/>
                  </a:cubicBezTo>
                  <a:cubicBezTo>
                    <a:pt x="3137" y="242"/>
                    <a:pt x="3132" y="236"/>
                    <a:pt x="3125" y="236"/>
                  </a:cubicBezTo>
                  <a:cubicBezTo>
                    <a:pt x="3118" y="236"/>
                    <a:pt x="3112" y="242"/>
                    <a:pt x="3112" y="249"/>
                  </a:cubicBezTo>
                  <a:cubicBezTo>
                    <a:pt x="3112" y="256"/>
                    <a:pt x="3118" y="262"/>
                    <a:pt x="3125" y="262"/>
                  </a:cubicBezTo>
                  <a:close/>
                  <a:moveTo>
                    <a:pt x="3164" y="262"/>
                  </a:moveTo>
                  <a:cubicBezTo>
                    <a:pt x="3171" y="262"/>
                    <a:pt x="3177" y="256"/>
                    <a:pt x="3177" y="249"/>
                  </a:cubicBezTo>
                  <a:cubicBezTo>
                    <a:pt x="3177" y="242"/>
                    <a:pt x="3171" y="236"/>
                    <a:pt x="3164" y="236"/>
                  </a:cubicBezTo>
                  <a:cubicBezTo>
                    <a:pt x="3157" y="236"/>
                    <a:pt x="3151" y="242"/>
                    <a:pt x="3151" y="249"/>
                  </a:cubicBezTo>
                  <a:cubicBezTo>
                    <a:pt x="3151" y="256"/>
                    <a:pt x="3157" y="262"/>
                    <a:pt x="3164" y="262"/>
                  </a:cubicBezTo>
                  <a:close/>
                  <a:moveTo>
                    <a:pt x="3204" y="262"/>
                  </a:moveTo>
                  <a:cubicBezTo>
                    <a:pt x="3211" y="262"/>
                    <a:pt x="3216" y="256"/>
                    <a:pt x="3216" y="249"/>
                  </a:cubicBezTo>
                  <a:cubicBezTo>
                    <a:pt x="3216" y="242"/>
                    <a:pt x="3211" y="236"/>
                    <a:pt x="3204" y="236"/>
                  </a:cubicBezTo>
                  <a:cubicBezTo>
                    <a:pt x="3197" y="236"/>
                    <a:pt x="3191" y="242"/>
                    <a:pt x="3191" y="249"/>
                  </a:cubicBezTo>
                  <a:cubicBezTo>
                    <a:pt x="3191" y="256"/>
                    <a:pt x="3197" y="262"/>
                    <a:pt x="3204" y="262"/>
                  </a:cubicBezTo>
                  <a:close/>
                  <a:moveTo>
                    <a:pt x="3282" y="262"/>
                  </a:moveTo>
                  <a:cubicBezTo>
                    <a:pt x="3289" y="262"/>
                    <a:pt x="3295" y="256"/>
                    <a:pt x="3295" y="249"/>
                  </a:cubicBezTo>
                  <a:cubicBezTo>
                    <a:pt x="3295" y="242"/>
                    <a:pt x="3289" y="236"/>
                    <a:pt x="3282" y="236"/>
                  </a:cubicBezTo>
                  <a:cubicBezTo>
                    <a:pt x="3275" y="236"/>
                    <a:pt x="3270" y="242"/>
                    <a:pt x="3270" y="249"/>
                  </a:cubicBezTo>
                  <a:cubicBezTo>
                    <a:pt x="3270" y="256"/>
                    <a:pt x="3275" y="262"/>
                    <a:pt x="3282" y="262"/>
                  </a:cubicBezTo>
                  <a:close/>
                  <a:moveTo>
                    <a:pt x="3519" y="262"/>
                  </a:moveTo>
                  <a:cubicBezTo>
                    <a:pt x="3526" y="262"/>
                    <a:pt x="3532" y="256"/>
                    <a:pt x="3532" y="249"/>
                  </a:cubicBezTo>
                  <a:cubicBezTo>
                    <a:pt x="3532" y="242"/>
                    <a:pt x="3526" y="236"/>
                    <a:pt x="3519" y="236"/>
                  </a:cubicBezTo>
                  <a:cubicBezTo>
                    <a:pt x="3512" y="236"/>
                    <a:pt x="3506" y="242"/>
                    <a:pt x="3506" y="249"/>
                  </a:cubicBezTo>
                  <a:cubicBezTo>
                    <a:pt x="3506" y="256"/>
                    <a:pt x="3512" y="262"/>
                    <a:pt x="3519" y="262"/>
                  </a:cubicBezTo>
                  <a:close/>
                  <a:moveTo>
                    <a:pt x="10" y="278"/>
                  </a:moveTo>
                  <a:cubicBezTo>
                    <a:pt x="4" y="278"/>
                    <a:pt x="0" y="283"/>
                    <a:pt x="0" y="289"/>
                  </a:cubicBezTo>
                  <a:cubicBezTo>
                    <a:pt x="0" y="295"/>
                    <a:pt x="4" y="299"/>
                    <a:pt x="10" y="299"/>
                  </a:cubicBezTo>
                  <a:cubicBezTo>
                    <a:pt x="16" y="299"/>
                    <a:pt x="21" y="295"/>
                    <a:pt x="21" y="289"/>
                  </a:cubicBezTo>
                  <a:cubicBezTo>
                    <a:pt x="21" y="283"/>
                    <a:pt x="16" y="278"/>
                    <a:pt x="10" y="278"/>
                  </a:cubicBezTo>
                  <a:close/>
                  <a:moveTo>
                    <a:pt x="50" y="301"/>
                  </a:moveTo>
                  <a:cubicBezTo>
                    <a:pt x="57" y="301"/>
                    <a:pt x="62" y="296"/>
                    <a:pt x="62" y="289"/>
                  </a:cubicBezTo>
                  <a:cubicBezTo>
                    <a:pt x="62" y="282"/>
                    <a:pt x="57" y="276"/>
                    <a:pt x="50" y="276"/>
                  </a:cubicBezTo>
                  <a:cubicBezTo>
                    <a:pt x="43" y="276"/>
                    <a:pt x="37" y="282"/>
                    <a:pt x="37" y="289"/>
                  </a:cubicBezTo>
                  <a:cubicBezTo>
                    <a:pt x="37" y="296"/>
                    <a:pt x="43" y="301"/>
                    <a:pt x="50" y="301"/>
                  </a:cubicBezTo>
                  <a:close/>
                  <a:moveTo>
                    <a:pt x="89" y="301"/>
                  </a:moveTo>
                  <a:cubicBezTo>
                    <a:pt x="96" y="301"/>
                    <a:pt x="102" y="296"/>
                    <a:pt x="102" y="289"/>
                  </a:cubicBezTo>
                  <a:cubicBezTo>
                    <a:pt x="102" y="282"/>
                    <a:pt x="96" y="276"/>
                    <a:pt x="89" y="276"/>
                  </a:cubicBezTo>
                  <a:cubicBezTo>
                    <a:pt x="82" y="276"/>
                    <a:pt x="76" y="282"/>
                    <a:pt x="76" y="289"/>
                  </a:cubicBezTo>
                  <a:cubicBezTo>
                    <a:pt x="76" y="296"/>
                    <a:pt x="82" y="301"/>
                    <a:pt x="89" y="301"/>
                  </a:cubicBezTo>
                  <a:close/>
                  <a:moveTo>
                    <a:pt x="128" y="301"/>
                  </a:moveTo>
                  <a:cubicBezTo>
                    <a:pt x="136" y="301"/>
                    <a:pt x="141" y="296"/>
                    <a:pt x="141" y="289"/>
                  </a:cubicBezTo>
                  <a:cubicBezTo>
                    <a:pt x="141" y="282"/>
                    <a:pt x="136" y="276"/>
                    <a:pt x="128" y="276"/>
                  </a:cubicBezTo>
                  <a:cubicBezTo>
                    <a:pt x="121" y="276"/>
                    <a:pt x="116" y="282"/>
                    <a:pt x="116" y="289"/>
                  </a:cubicBezTo>
                  <a:cubicBezTo>
                    <a:pt x="116" y="296"/>
                    <a:pt x="121" y="301"/>
                    <a:pt x="128" y="301"/>
                  </a:cubicBezTo>
                  <a:close/>
                  <a:moveTo>
                    <a:pt x="168" y="301"/>
                  </a:moveTo>
                  <a:cubicBezTo>
                    <a:pt x="175" y="301"/>
                    <a:pt x="181" y="296"/>
                    <a:pt x="181" y="289"/>
                  </a:cubicBezTo>
                  <a:cubicBezTo>
                    <a:pt x="181" y="282"/>
                    <a:pt x="175" y="276"/>
                    <a:pt x="168" y="276"/>
                  </a:cubicBezTo>
                  <a:cubicBezTo>
                    <a:pt x="161" y="276"/>
                    <a:pt x="155" y="282"/>
                    <a:pt x="155" y="289"/>
                  </a:cubicBezTo>
                  <a:cubicBezTo>
                    <a:pt x="155" y="296"/>
                    <a:pt x="161" y="301"/>
                    <a:pt x="168" y="301"/>
                  </a:cubicBezTo>
                  <a:close/>
                  <a:moveTo>
                    <a:pt x="207" y="301"/>
                  </a:moveTo>
                  <a:cubicBezTo>
                    <a:pt x="214" y="301"/>
                    <a:pt x="220" y="296"/>
                    <a:pt x="220" y="289"/>
                  </a:cubicBezTo>
                  <a:cubicBezTo>
                    <a:pt x="220" y="282"/>
                    <a:pt x="214" y="276"/>
                    <a:pt x="207" y="276"/>
                  </a:cubicBezTo>
                  <a:cubicBezTo>
                    <a:pt x="200" y="276"/>
                    <a:pt x="195" y="282"/>
                    <a:pt x="195" y="289"/>
                  </a:cubicBezTo>
                  <a:cubicBezTo>
                    <a:pt x="195" y="296"/>
                    <a:pt x="200" y="301"/>
                    <a:pt x="207" y="301"/>
                  </a:cubicBezTo>
                  <a:close/>
                  <a:moveTo>
                    <a:pt x="247" y="301"/>
                  </a:moveTo>
                  <a:cubicBezTo>
                    <a:pt x="254" y="301"/>
                    <a:pt x="259" y="296"/>
                    <a:pt x="259" y="289"/>
                  </a:cubicBezTo>
                  <a:cubicBezTo>
                    <a:pt x="259" y="282"/>
                    <a:pt x="254" y="276"/>
                    <a:pt x="247" y="276"/>
                  </a:cubicBezTo>
                  <a:cubicBezTo>
                    <a:pt x="240" y="276"/>
                    <a:pt x="234" y="282"/>
                    <a:pt x="234" y="289"/>
                  </a:cubicBezTo>
                  <a:cubicBezTo>
                    <a:pt x="234" y="296"/>
                    <a:pt x="240" y="301"/>
                    <a:pt x="247" y="301"/>
                  </a:cubicBezTo>
                  <a:close/>
                  <a:moveTo>
                    <a:pt x="286" y="301"/>
                  </a:moveTo>
                  <a:cubicBezTo>
                    <a:pt x="293" y="301"/>
                    <a:pt x="299" y="296"/>
                    <a:pt x="299" y="289"/>
                  </a:cubicBezTo>
                  <a:cubicBezTo>
                    <a:pt x="299" y="282"/>
                    <a:pt x="293" y="276"/>
                    <a:pt x="286" y="276"/>
                  </a:cubicBezTo>
                  <a:cubicBezTo>
                    <a:pt x="279" y="276"/>
                    <a:pt x="273" y="282"/>
                    <a:pt x="273" y="289"/>
                  </a:cubicBezTo>
                  <a:cubicBezTo>
                    <a:pt x="273" y="296"/>
                    <a:pt x="279" y="301"/>
                    <a:pt x="286" y="301"/>
                  </a:cubicBezTo>
                  <a:close/>
                  <a:moveTo>
                    <a:pt x="326" y="301"/>
                  </a:moveTo>
                  <a:cubicBezTo>
                    <a:pt x="333" y="301"/>
                    <a:pt x="338" y="296"/>
                    <a:pt x="338" y="289"/>
                  </a:cubicBezTo>
                  <a:cubicBezTo>
                    <a:pt x="338" y="282"/>
                    <a:pt x="333" y="276"/>
                    <a:pt x="326" y="276"/>
                  </a:cubicBezTo>
                  <a:cubicBezTo>
                    <a:pt x="319" y="276"/>
                    <a:pt x="313" y="282"/>
                    <a:pt x="313" y="289"/>
                  </a:cubicBezTo>
                  <a:cubicBezTo>
                    <a:pt x="313" y="296"/>
                    <a:pt x="319" y="301"/>
                    <a:pt x="326" y="301"/>
                  </a:cubicBezTo>
                  <a:close/>
                  <a:moveTo>
                    <a:pt x="365" y="301"/>
                  </a:moveTo>
                  <a:cubicBezTo>
                    <a:pt x="372" y="301"/>
                    <a:pt x="378" y="296"/>
                    <a:pt x="378" y="289"/>
                  </a:cubicBezTo>
                  <a:cubicBezTo>
                    <a:pt x="378" y="282"/>
                    <a:pt x="372" y="276"/>
                    <a:pt x="365" y="276"/>
                  </a:cubicBezTo>
                  <a:cubicBezTo>
                    <a:pt x="358" y="276"/>
                    <a:pt x="352" y="282"/>
                    <a:pt x="352" y="289"/>
                  </a:cubicBezTo>
                  <a:cubicBezTo>
                    <a:pt x="352" y="296"/>
                    <a:pt x="358" y="301"/>
                    <a:pt x="365" y="301"/>
                  </a:cubicBezTo>
                  <a:close/>
                  <a:moveTo>
                    <a:pt x="404" y="301"/>
                  </a:moveTo>
                  <a:cubicBezTo>
                    <a:pt x="411" y="301"/>
                    <a:pt x="417" y="296"/>
                    <a:pt x="417" y="289"/>
                  </a:cubicBezTo>
                  <a:cubicBezTo>
                    <a:pt x="417" y="282"/>
                    <a:pt x="411" y="276"/>
                    <a:pt x="404" y="276"/>
                  </a:cubicBezTo>
                  <a:cubicBezTo>
                    <a:pt x="397" y="276"/>
                    <a:pt x="392" y="282"/>
                    <a:pt x="392" y="289"/>
                  </a:cubicBezTo>
                  <a:cubicBezTo>
                    <a:pt x="392" y="296"/>
                    <a:pt x="397" y="301"/>
                    <a:pt x="404" y="301"/>
                  </a:cubicBezTo>
                  <a:close/>
                  <a:moveTo>
                    <a:pt x="444" y="301"/>
                  </a:moveTo>
                  <a:cubicBezTo>
                    <a:pt x="451" y="301"/>
                    <a:pt x="457" y="296"/>
                    <a:pt x="457" y="289"/>
                  </a:cubicBezTo>
                  <a:cubicBezTo>
                    <a:pt x="457" y="282"/>
                    <a:pt x="451" y="276"/>
                    <a:pt x="444" y="276"/>
                  </a:cubicBezTo>
                  <a:cubicBezTo>
                    <a:pt x="437" y="276"/>
                    <a:pt x="431" y="282"/>
                    <a:pt x="431" y="289"/>
                  </a:cubicBezTo>
                  <a:cubicBezTo>
                    <a:pt x="431" y="296"/>
                    <a:pt x="437" y="301"/>
                    <a:pt x="444" y="301"/>
                  </a:cubicBezTo>
                  <a:close/>
                  <a:moveTo>
                    <a:pt x="483" y="301"/>
                  </a:moveTo>
                  <a:cubicBezTo>
                    <a:pt x="490" y="301"/>
                    <a:pt x="496" y="296"/>
                    <a:pt x="496" y="289"/>
                  </a:cubicBezTo>
                  <a:cubicBezTo>
                    <a:pt x="496" y="282"/>
                    <a:pt x="490" y="276"/>
                    <a:pt x="483" y="276"/>
                  </a:cubicBezTo>
                  <a:cubicBezTo>
                    <a:pt x="476" y="276"/>
                    <a:pt x="471" y="282"/>
                    <a:pt x="471" y="289"/>
                  </a:cubicBezTo>
                  <a:cubicBezTo>
                    <a:pt x="471" y="296"/>
                    <a:pt x="476" y="301"/>
                    <a:pt x="483" y="301"/>
                  </a:cubicBezTo>
                  <a:close/>
                  <a:moveTo>
                    <a:pt x="523" y="301"/>
                  </a:moveTo>
                  <a:cubicBezTo>
                    <a:pt x="530" y="301"/>
                    <a:pt x="535" y="296"/>
                    <a:pt x="535" y="289"/>
                  </a:cubicBezTo>
                  <a:cubicBezTo>
                    <a:pt x="535" y="282"/>
                    <a:pt x="530" y="276"/>
                    <a:pt x="523" y="276"/>
                  </a:cubicBezTo>
                  <a:cubicBezTo>
                    <a:pt x="516" y="276"/>
                    <a:pt x="510" y="282"/>
                    <a:pt x="510" y="289"/>
                  </a:cubicBezTo>
                  <a:cubicBezTo>
                    <a:pt x="510" y="296"/>
                    <a:pt x="516" y="301"/>
                    <a:pt x="523" y="301"/>
                  </a:cubicBezTo>
                  <a:close/>
                  <a:moveTo>
                    <a:pt x="562" y="301"/>
                  </a:moveTo>
                  <a:cubicBezTo>
                    <a:pt x="569" y="301"/>
                    <a:pt x="575" y="296"/>
                    <a:pt x="575" y="289"/>
                  </a:cubicBezTo>
                  <a:cubicBezTo>
                    <a:pt x="575" y="282"/>
                    <a:pt x="569" y="276"/>
                    <a:pt x="562" y="276"/>
                  </a:cubicBezTo>
                  <a:cubicBezTo>
                    <a:pt x="555" y="276"/>
                    <a:pt x="549" y="282"/>
                    <a:pt x="549" y="289"/>
                  </a:cubicBezTo>
                  <a:cubicBezTo>
                    <a:pt x="549" y="296"/>
                    <a:pt x="555" y="301"/>
                    <a:pt x="562" y="301"/>
                  </a:cubicBezTo>
                  <a:close/>
                  <a:moveTo>
                    <a:pt x="641" y="301"/>
                  </a:moveTo>
                  <a:cubicBezTo>
                    <a:pt x="648" y="301"/>
                    <a:pt x="654" y="296"/>
                    <a:pt x="654" y="289"/>
                  </a:cubicBezTo>
                  <a:cubicBezTo>
                    <a:pt x="654" y="282"/>
                    <a:pt x="648" y="276"/>
                    <a:pt x="641" y="276"/>
                  </a:cubicBezTo>
                  <a:cubicBezTo>
                    <a:pt x="634" y="276"/>
                    <a:pt x="628" y="282"/>
                    <a:pt x="628" y="289"/>
                  </a:cubicBezTo>
                  <a:cubicBezTo>
                    <a:pt x="628" y="296"/>
                    <a:pt x="634" y="301"/>
                    <a:pt x="641" y="301"/>
                  </a:cubicBezTo>
                  <a:close/>
                  <a:moveTo>
                    <a:pt x="720" y="301"/>
                  </a:moveTo>
                  <a:cubicBezTo>
                    <a:pt x="727" y="301"/>
                    <a:pt x="733" y="296"/>
                    <a:pt x="733" y="289"/>
                  </a:cubicBezTo>
                  <a:cubicBezTo>
                    <a:pt x="733" y="282"/>
                    <a:pt x="727" y="276"/>
                    <a:pt x="720" y="276"/>
                  </a:cubicBezTo>
                  <a:cubicBezTo>
                    <a:pt x="713" y="276"/>
                    <a:pt x="707" y="282"/>
                    <a:pt x="707" y="289"/>
                  </a:cubicBezTo>
                  <a:cubicBezTo>
                    <a:pt x="707" y="296"/>
                    <a:pt x="713" y="301"/>
                    <a:pt x="720" y="301"/>
                  </a:cubicBezTo>
                  <a:close/>
                  <a:moveTo>
                    <a:pt x="759" y="301"/>
                  </a:moveTo>
                  <a:cubicBezTo>
                    <a:pt x="766" y="301"/>
                    <a:pt x="772" y="296"/>
                    <a:pt x="772" y="289"/>
                  </a:cubicBezTo>
                  <a:cubicBezTo>
                    <a:pt x="772" y="282"/>
                    <a:pt x="766" y="276"/>
                    <a:pt x="759" y="276"/>
                  </a:cubicBezTo>
                  <a:cubicBezTo>
                    <a:pt x="752" y="276"/>
                    <a:pt x="747" y="282"/>
                    <a:pt x="747" y="289"/>
                  </a:cubicBezTo>
                  <a:cubicBezTo>
                    <a:pt x="747" y="296"/>
                    <a:pt x="752" y="301"/>
                    <a:pt x="759" y="301"/>
                  </a:cubicBezTo>
                  <a:close/>
                  <a:moveTo>
                    <a:pt x="786" y="289"/>
                  </a:moveTo>
                  <a:cubicBezTo>
                    <a:pt x="786" y="296"/>
                    <a:pt x="792" y="301"/>
                    <a:pt x="799" y="301"/>
                  </a:cubicBezTo>
                  <a:cubicBezTo>
                    <a:pt x="806" y="301"/>
                    <a:pt x="811" y="296"/>
                    <a:pt x="811" y="289"/>
                  </a:cubicBezTo>
                  <a:cubicBezTo>
                    <a:pt x="811" y="282"/>
                    <a:pt x="806" y="276"/>
                    <a:pt x="799" y="276"/>
                  </a:cubicBezTo>
                  <a:cubicBezTo>
                    <a:pt x="792" y="276"/>
                    <a:pt x="786" y="282"/>
                    <a:pt x="786" y="289"/>
                  </a:cubicBezTo>
                  <a:close/>
                  <a:moveTo>
                    <a:pt x="838" y="301"/>
                  </a:moveTo>
                  <a:cubicBezTo>
                    <a:pt x="845" y="301"/>
                    <a:pt x="851" y="296"/>
                    <a:pt x="851" y="289"/>
                  </a:cubicBezTo>
                  <a:cubicBezTo>
                    <a:pt x="851" y="282"/>
                    <a:pt x="845" y="276"/>
                    <a:pt x="838" y="276"/>
                  </a:cubicBezTo>
                  <a:cubicBezTo>
                    <a:pt x="831" y="276"/>
                    <a:pt x="825" y="282"/>
                    <a:pt x="825" y="289"/>
                  </a:cubicBezTo>
                  <a:cubicBezTo>
                    <a:pt x="825" y="296"/>
                    <a:pt x="831" y="301"/>
                    <a:pt x="838" y="301"/>
                  </a:cubicBezTo>
                  <a:close/>
                  <a:moveTo>
                    <a:pt x="956" y="301"/>
                  </a:moveTo>
                  <a:cubicBezTo>
                    <a:pt x="963" y="301"/>
                    <a:pt x="969" y="296"/>
                    <a:pt x="969" y="289"/>
                  </a:cubicBezTo>
                  <a:cubicBezTo>
                    <a:pt x="969" y="282"/>
                    <a:pt x="963" y="276"/>
                    <a:pt x="956" y="276"/>
                  </a:cubicBezTo>
                  <a:cubicBezTo>
                    <a:pt x="949" y="276"/>
                    <a:pt x="944" y="282"/>
                    <a:pt x="944" y="289"/>
                  </a:cubicBezTo>
                  <a:cubicBezTo>
                    <a:pt x="944" y="296"/>
                    <a:pt x="949" y="301"/>
                    <a:pt x="956" y="301"/>
                  </a:cubicBezTo>
                  <a:close/>
                  <a:moveTo>
                    <a:pt x="996" y="301"/>
                  </a:moveTo>
                  <a:cubicBezTo>
                    <a:pt x="1003" y="301"/>
                    <a:pt x="1009" y="296"/>
                    <a:pt x="1009" y="289"/>
                  </a:cubicBezTo>
                  <a:cubicBezTo>
                    <a:pt x="1009" y="282"/>
                    <a:pt x="1003" y="276"/>
                    <a:pt x="996" y="276"/>
                  </a:cubicBezTo>
                  <a:cubicBezTo>
                    <a:pt x="989" y="276"/>
                    <a:pt x="983" y="282"/>
                    <a:pt x="983" y="289"/>
                  </a:cubicBezTo>
                  <a:cubicBezTo>
                    <a:pt x="983" y="296"/>
                    <a:pt x="989" y="301"/>
                    <a:pt x="996" y="301"/>
                  </a:cubicBezTo>
                  <a:close/>
                  <a:moveTo>
                    <a:pt x="1193" y="301"/>
                  </a:moveTo>
                  <a:cubicBezTo>
                    <a:pt x="1200" y="301"/>
                    <a:pt x="1206" y="296"/>
                    <a:pt x="1206" y="289"/>
                  </a:cubicBezTo>
                  <a:cubicBezTo>
                    <a:pt x="1206" y="282"/>
                    <a:pt x="1200" y="276"/>
                    <a:pt x="1193" y="276"/>
                  </a:cubicBezTo>
                  <a:cubicBezTo>
                    <a:pt x="1186" y="276"/>
                    <a:pt x="1180" y="282"/>
                    <a:pt x="1180" y="289"/>
                  </a:cubicBezTo>
                  <a:cubicBezTo>
                    <a:pt x="1180" y="296"/>
                    <a:pt x="1186" y="301"/>
                    <a:pt x="1193" y="301"/>
                  </a:cubicBezTo>
                  <a:close/>
                  <a:moveTo>
                    <a:pt x="1232" y="301"/>
                  </a:moveTo>
                  <a:cubicBezTo>
                    <a:pt x="1239" y="301"/>
                    <a:pt x="1245" y="296"/>
                    <a:pt x="1245" y="289"/>
                  </a:cubicBezTo>
                  <a:cubicBezTo>
                    <a:pt x="1245" y="282"/>
                    <a:pt x="1239" y="276"/>
                    <a:pt x="1232" y="276"/>
                  </a:cubicBezTo>
                  <a:cubicBezTo>
                    <a:pt x="1225" y="276"/>
                    <a:pt x="1220" y="282"/>
                    <a:pt x="1220" y="289"/>
                  </a:cubicBezTo>
                  <a:cubicBezTo>
                    <a:pt x="1220" y="296"/>
                    <a:pt x="1225" y="301"/>
                    <a:pt x="1232" y="301"/>
                  </a:cubicBezTo>
                  <a:close/>
                  <a:moveTo>
                    <a:pt x="1272" y="301"/>
                  </a:moveTo>
                  <a:cubicBezTo>
                    <a:pt x="1279" y="301"/>
                    <a:pt x="1285" y="296"/>
                    <a:pt x="1285" y="289"/>
                  </a:cubicBezTo>
                  <a:cubicBezTo>
                    <a:pt x="1285" y="282"/>
                    <a:pt x="1279" y="276"/>
                    <a:pt x="1272" y="276"/>
                  </a:cubicBezTo>
                  <a:cubicBezTo>
                    <a:pt x="1265" y="276"/>
                    <a:pt x="1259" y="282"/>
                    <a:pt x="1259" y="289"/>
                  </a:cubicBezTo>
                  <a:cubicBezTo>
                    <a:pt x="1259" y="296"/>
                    <a:pt x="1265" y="301"/>
                    <a:pt x="1272" y="301"/>
                  </a:cubicBezTo>
                  <a:close/>
                  <a:moveTo>
                    <a:pt x="1311" y="301"/>
                  </a:moveTo>
                  <a:cubicBezTo>
                    <a:pt x="1318" y="301"/>
                    <a:pt x="1324" y="296"/>
                    <a:pt x="1324" y="289"/>
                  </a:cubicBezTo>
                  <a:cubicBezTo>
                    <a:pt x="1324" y="282"/>
                    <a:pt x="1318" y="276"/>
                    <a:pt x="1311" y="276"/>
                  </a:cubicBezTo>
                  <a:cubicBezTo>
                    <a:pt x="1304" y="276"/>
                    <a:pt x="1298" y="282"/>
                    <a:pt x="1298" y="289"/>
                  </a:cubicBezTo>
                  <a:cubicBezTo>
                    <a:pt x="1298" y="296"/>
                    <a:pt x="1304" y="301"/>
                    <a:pt x="1311" y="301"/>
                  </a:cubicBezTo>
                  <a:close/>
                  <a:moveTo>
                    <a:pt x="1351" y="276"/>
                  </a:moveTo>
                  <a:cubicBezTo>
                    <a:pt x="1344" y="276"/>
                    <a:pt x="1338" y="282"/>
                    <a:pt x="1338" y="289"/>
                  </a:cubicBezTo>
                  <a:cubicBezTo>
                    <a:pt x="1338" y="296"/>
                    <a:pt x="1344" y="301"/>
                    <a:pt x="1351" y="301"/>
                  </a:cubicBezTo>
                  <a:cubicBezTo>
                    <a:pt x="1358" y="301"/>
                    <a:pt x="1363" y="296"/>
                    <a:pt x="1363" y="289"/>
                  </a:cubicBezTo>
                  <a:cubicBezTo>
                    <a:pt x="1363" y="282"/>
                    <a:pt x="1358" y="276"/>
                    <a:pt x="1351" y="276"/>
                  </a:cubicBezTo>
                  <a:close/>
                  <a:moveTo>
                    <a:pt x="1390" y="276"/>
                  </a:moveTo>
                  <a:cubicBezTo>
                    <a:pt x="1383" y="276"/>
                    <a:pt x="1377" y="282"/>
                    <a:pt x="1377" y="289"/>
                  </a:cubicBezTo>
                  <a:cubicBezTo>
                    <a:pt x="1377" y="296"/>
                    <a:pt x="1383" y="301"/>
                    <a:pt x="1390" y="301"/>
                  </a:cubicBezTo>
                  <a:cubicBezTo>
                    <a:pt x="1397" y="301"/>
                    <a:pt x="1403" y="296"/>
                    <a:pt x="1403" y="289"/>
                  </a:cubicBezTo>
                  <a:cubicBezTo>
                    <a:pt x="1403" y="282"/>
                    <a:pt x="1397" y="276"/>
                    <a:pt x="1390" y="276"/>
                  </a:cubicBezTo>
                  <a:close/>
                  <a:moveTo>
                    <a:pt x="1429" y="276"/>
                  </a:moveTo>
                  <a:cubicBezTo>
                    <a:pt x="1422" y="276"/>
                    <a:pt x="1417" y="282"/>
                    <a:pt x="1417" y="289"/>
                  </a:cubicBezTo>
                  <a:cubicBezTo>
                    <a:pt x="1417" y="296"/>
                    <a:pt x="1422" y="301"/>
                    <a:pt x="1429" y="301"/>
                  </a:cubicBezTo>
                  <a:cubicBezTo>
                    <a:pt x="1437" y="301"/>
                    <a:pt x="1442" y="296"/>
                    <a:pt x="1442" y="289"/>
                  </a:cubicBezTo>
                  <a:cubicBezTo>
                    <a:pt x="1442" y="282"/>
                    <a:pt x="1437" y="276"/>
                    <a:pt x="1429" y="276"/>
                  </a:cubicBezTo>
                  <a:close/>
                  <a:moveTo>
                    <a:pt x="1859" y="289"/>
                  </a:moveTo>
                  <a:cubicBezTo>
                    <a:pt x="1859" y="291"/>
                    <a:pt x="1861" y="293"/>
                    <a:pt x="1863" y="293"/>
                  </a:cubicBezTo>
                  <a:cubicBezTo>
                    <a:pt x="1865" y="293"/>
                    <a:pt x="1867" y="291"/>
                    <a:pt x="1867" y="289"/>
                  </a:cubicBezTo>
                  <a:cubicBezTo>
                    <a:pt x="1867" y="286"/>
                    <a:pt x="1865" y="284"/>
                    <a:pt x="1863" y="284"/>
                  </a:cubicBezTo>
                  <a:cubicBezTo>
                    <a:pt x="1861" y="284"/>
                    <a:pt x="1859" y="286"/>
                    <a:pt x="1859" y="289"/>
                  </a:cubicBezTo>
                  <a:close/>
                  <a:moveTo>
                    <a:pt x="1903" y="301"/>
                  </a:moveTo>
                  <a:cubicBezTo>
                    <a:pt x="1910" y="301"/>
                    <a:pt x="1915" y="296"/>
                    <a:pt x="1915" y="289"/>
                  </a:cubicBezTo>
                  <a:cubicBezTo>
                    <a:pt x="1915" y="282"/>
                    <a:pt x="1910" y="276"/>
                    <a:pt x="1903" y="276"/>
                  </a:cubicBezTo>
                  <a:cubicBezTo>
                    <a:pt x="1896" y="276"/>
                    <a:pt x="1890" y="282"/>
                    <a:pt x="1890" y="289"/>
                  </a:cubicBezTo>
                  <a:cubicBezTo>
                    <a:pt x="1890" y="296"/>
                    <a:pt x="1896" y="301"/>
                    <a:pt x="1903" y="301"/>
                  </a:cubicBezTo>
                  <a:close/>
                  <a:moveTo>
                    <a:pt x="1942" y="301"/>
                  </a:moveTo>
                  <a:cubicBezTo>
                    <a:pt x="1949" y="301"/>
                    <a:pt x="1955" y="296"/>
                    <a:pt x="1955" y="289"/>
                  </a:cubicBezTo>
                  <a:cubicBezTo>
                    <a:pt x="1955" y="282"/>
                    <a:pt x="1949" y="276"/>
                    <a:pt x="1942" y="276"/>
                  </a:cubicBezTo>
                  <a:cubicBezTo>
                    <a:pt x="1935" y="276"/>
                    <a:pt x="1929" y="282"/>
                    <a:pt x="1929" y="289"/>
                  </a:cubicBezTo>
                  <a:cubicBezTo>
                    <a:pt x="1929" y="296"/>
                    <a:pt x="1935" y="301"/>
                    <a:pt x="1942" y="301"/>
                  </a:cubicBezTo>
                  <a:close/>
                  <a:moveTo>
                    <a:pt x="1981" y="301"/>
                  </a:moveTo>
                  <a:cubicBezTo>
                    <a:pt x="1988" y="301"/>
                    <a:pt x="1994" y="296"/>
                    <a:pt x="1994" y="289"/>
                  </a:cubicBezTo>
                  <a:cubicBezTo>
                    <a:pt x="1994" y="282"/>
                    <a:pt x="1988" y="276"/>
                    <a:pt x="1981" y="276"/>
                  </a:cubicBezTo>
                  <a:cubicBezTo>
                    <a:pt x="1974" y="276"/>
                    <a:pt x="1969" y="282"/>
                    <a:pt x="1969" y="289"/>
                  </a:cubicBezTo>
                  <a:cubicBezTo>
                    <a:pt x="1969" y="296"/>
                    <a:pt x="1974" y="301"/>
                    <a:pt x="1981" y="301"/>
                  </a:cubicBezTo>
                  <a:close/>
                  <a:moveTo>
                    <a:pt x="2021" y="301"/>
                  </a:moveTo>
                  <a:cubicBezTo>
                    <a:pt x="2028" y="301"/>
                    <a:pt x="2034" y="296"/>
                    <a:pt x="2034" y="289"/>
                  </a:cubicBezTo>
                  <a:cubicBezTo>
                    <a:pt x="2034" y="282"/>
                    <a:pt x="2028" y="276"/>
                    <a:pt x="2021" y="276"/>
                  </a:cubicBezTo>
                  <a:cubicBezTo>
                    <a:pt x="2014" y="276"/>
                    <a:pt x="2008" y="282"/>
                    <a:pt x="2008" y="289"/>
                  </a:cubicBezTo>
                  <a:cubicBezTo>
                    <a:pt x="2008" y="296"/>
                    <a:pt x="2014" y="301"/>
                    <a:pt x="2021" y="301"/>
                  </a:cubicBezTo>
                  <a:close/>
                  <a:moveTo>
                    <a:pt x="2060" y="301"/>
                  </a:moveTo>
                  <a:cubicBezTo>
                    <a:pt x="2067" y="301"/>
                    <a:pt x="2073" y="296"/>
                    <a:pt x="2073" y="289"/>
                  </a:cubicBezTo>
                  <a:cubicBezTo>
                    <a:pt x="2073" y="282"/>
                    <a:pt x="2067" y="276"/>
                    <a:pt x="2060" y="276"/>
                  </a:cubicBezTo>
                  <a:cubicBezTo>
                    <a:pt x="2053" y="276"/>
                    <a:pt x="2048" y="282"/>
                    <a:pt x="2048" y="289"/>
                  </a:cubicBezTo>
                  <a:cubicBezTo>
                    <a:pt x="2048" y="296"/>
                    <a:pt x="2053" y="301"/>
                    <a:pt x="2060" y="301"/>
                  </a:cubicBezTo>
                  <a:close/>
                  <a:moveTo>
                    <a:pt x="2288" y="289"/>
                  </a:moveTo>
                  <a:cubicBezTo>
                    <a:pt x="2288" y="293"/>
                    <a:pt x="2292" y="297"/>
                    <a:pt x="2297" y="297"/>
                  </a:cubicBezTo>
                  <a:cubicBezTo>
                    <a:pt x="2302" y="297"/>
                    <a:pt x="2305" y="293"/>
                    <a:pt x="2305" y="289"/>
                  </a:cubicBezTo>
                  <a:cubicBezTo>
                    <a:pt x="2305" y="284"/>
                    <a:pt x="2302" y="280"/>
                    <a:pt x="2297" y="280"/>
                  </a:cubicBezTo>
                  <a:cubicBezTo>
                    <a:pt x="2292" y="280"/>
                    <a:pt x="2288" y="284"/>
                    <a:pt x="2288" y="289"/>
                  </a:cubicBezTo>
                  <a:close/>
                  <a:moveTo>
                    <a:pt x="2336" y="301"/>
                  </a:moveTo>
                  <a:cubicBezTo>
                    <a:pt x="2343" y="301"/>
                    <a:pt x="2349" y="296"/>
                    <a:pt x="2349" y="289"/>
                  </a:cubicBezTo>
                  <a:cubicBezTo>
                    <a:pt x="2349" y="282"/>
                    <a:pt x="2343" y="276"/>
                    <a:pt x="2336" y="276"/>
                  </a:cubicBezTo>
                  <a:cubicBezTo>
                    <a:pt x="2329" y="276"/>
                    <a:pt x="2323" y="282"/>
                    <a:pt x="2323" y="289"/>
                  </a:cubicBezTo>
                  <a:cubicBezTo>
                    <a:pt x="2323" y="296"/>
                    <a:pt x="2329" y="301"/>
                    <a:pt x="2336" y="301"/>
                  </a:cubicBezTo>
                  <a:close/>
                  <a:moveTo>
                    <a:pt x="2415" y="301"/>
                  </a:moveTo>
                  <a:cubicBezTo>
                    <a:pt x="2422" y="301"/>
                    <a:pt x="2428" y="296"/>
                    <a:pt x="2428" y="289"/>
                  </a:cubicBezTo>
                  <a:cubicBezTo>
                    <a:pt x="2428" y="282"/>
                    <a:pt x="2422" y="276"/>
                    <a:pt x="2415" y="276"/>
                  </a:cubicBezTo>
                  <a:cubicBezTo>
                    <a:pt x="2408" y="276"/>
                    <a:pt x="2402" y="282"/>
                    <a:pt x="2402" y="289"/>
                  </a:cubicBezTo>
                  <a:cubicBezTo>
                    <a:pt x="2402" y="296"/>
                    <a:pt x="2408" y="301"/>
                    <a:pt x="2415" y="301"/>
                  </a:cubicBezTo>
                  <a:close/>
                  <a:moveTo>
                    <a:pt x="2494" y="301"/>
                  </a:moveTo>
                  <a:cubicBezTo>
                    <a:pt x="2501" y="301"/>
                    <a:pt x="2507" y="296"/>
                    <a:pt x="2507" y="289"/>
                  </a:cubicBezTo>
                  <a:cubicBezTo>
                    <a:pt x="2507" y="282"/>
                    <a:pt x="2501" y="276"/>
                    <a:pt x="2494" y="276"/>
                  </a:cubicBezTo>
                  <a:cubicBezTo>
                    <a:pt x="2487" y="276"/>
                    <a:pt x="2481" y="282"/>
                    <a:pt x="2481" y="289"/>
                  </a:cubicBezTo>
                  <a:cubicBezTo>
                    <a:pt x="2481" y="296"/>
                    <a:pt x="2487" y="301"/>
                    <a:pt x="2494" y="301"/>
                  </a:cubicBezTo>
                  <a:close/>
                  <a:moveTo>
                    <a:pt x="2533" y="301"/>
                  </a:moveTo>
                  <a:cubicBezTo>
                    <a:pt x="2540" y="301"/>
                    <a:pt x="2546" y="296"/>
                    <a:pt x="2546" y="289"/>
                  </a:cubicBezTo>
                  <a:cubicBezTo>
                    <a:pt x="2546" y="282"/>
                    <a:pt x="2540" y="276"/>
                    <a:pt x="2533" y="276"/>
                  </a:cubicBezTo>
                  <a:cubicBezTo>
                    <a:pt x="2526" y="276"/>
                    <a:pt x="2521" y="282"/>
                    <a:pt x="2521" y="289"/>
                  </a:cubicBezTo>
                  <a:cubicBezTo>
                    <a:pt x="2521" y="296"/>
                    <a:pt x="2526" y="301"/>
                    <a:pt x="2533" y="301"/>
                  </a:cubicBezTo>
                  <a:close/>
                  <a:moveTo>
                    <a:pt x="2573" y="301"/>
                  </a:moveTo>
                  <a:cubicBezTo>
                    <a:pt x="2580" y="301"/>
                    <a:pt x="2586" y="296"/>
                    <a:pt x="2586" y="289"/>
                  </a:cubicBezTo>
                  <a:cubicBezTo>
                    <a:pt x="2586" y="282"/>
                    <a:pt x="2580" y="276"/>
                    <a:pt x="2573" y="276"/>
                  </a:cubicBezTo>
                  <a:cubicBezTo>
                    <a:pt x="2566" y="276"/>
                    <a:pt x="2560" y="282"/>
                    <a:pt x="2560" y="289"/>
                  </a:cubicBezTo>
                  <a:cubicBezTo>
                    <a:pt x="2560" y="296"/>
                    <a:pt x="2566" y="301"/>
                    <a:pt x="2573" y="301"/>
                  </a:cubicBezTo>
                  <a:close/>
                  <a:moveTo>
                    <a:pt x="2612" y="301"/>
                  </a:moveTo>
                  <a:cubicBezTo>
                    <a:pt x="2619" y="301"/>
                    <a:pt x="2625" y="296"/>
                    <a:pt x="2625" y="289"/>
                  </a:cubicBezTo>
                  <a:cubicBezTo>
                    <a:pt x="2625" y="282"/>
                    <a:pt x="2619" y="276"/>
                    <a:pt x="2612" y="276"/>
                  </a:cubicBezTo>
                  <a:cubicBezTo>
                    <a:pt x="2605" y="276"/>
                    <a:pt x="2599" y="282"/>
                    <a:pt x="2599" y="289"/>
                  </a:cubicBezTo>
                  <a:cubicBezTo>
                    <a:pt x="2599" y="296"/>
                    <a:pt x="2605" y="301"/>
                    <a:pt x="2612" y="301"/>
                  </a:cubicBezTo>
                  <a:close/>
                  <a:moveTo>
                    <a:pt x="2652" y="301"/>
                  </a:moveTo>
                  <a:cubicBezTo>
                    <a:pt x="2659" y="301"/>
                    <a:pt x="2664" y="296"/>
                    <a:pt x="2664" y="289"/>
                  </a:cubicBezTo>
                  <a:cubicBezTo>
                    <a:pt x="2664" y="282"/>
                    <a:pt x="2659" y="276"/>
                    <a:pt x="2652" y="276"/>
                  </a:cubicBezTo>
                  <a:cubicBezTo>
                    <a:pt x="2645" y="276"/>
                    <a:pt x="2639" y="282"/>
                    <a:pt x="2639" y="289"/>
                  </a:cubicBezTo>
                  <a:cubicBezTo>
                    <a:pt x="2639" y="296"/>
                    <a:pt x="2645" y="301"/>
                    <a:pt x="2652" y="301"/>
                  </a:cubicBezTo>
                  <a:close/>
                  <a:moveTo>
                    <a:pt x="2691" y="301"/>
                  </a:moveTo>
                  <a:cubicBezTo>
                    <a:pt x="2698" y="301"/>
                    <a:pt x="2704" y="296"/>
                    <a:pt x="2704" y="289"/>
                  </a:cubicBezTo>
                  <a:cubicBezTo>
                    <a:pt x="2704" y="282"/>
                    <a:pt x="2698" y="276"/>
                    <a:pt x="2691" y="276"/>
                  </a:cubicBezTo>
                  <a:cubicBezTo>
                    <a:pt x="2684" y="276"/>
                    <a:pt x="2678" y="282"/>
                    <a:pt x="2678" y="289"/>
                  </a:cubicBezTo>
                  <a:cubicBezTo>
                    <a:pt x="2678" y="296"/>
                    <a:pt x="2684" y="301"/>
                    <a:pt x="2691" y="301"/>
                  </a:cubicBezTo>
                  <a:close/>
                  <a:moveTo>
                    <a:pt x="2730" y="301"/>
                  </a:moveTo>
                  <a:cubicBezTo>
                    <a:pt x="2738" y="301"/>
                    <a:pt x="2743" y="296"/>
                    <a:pt x="2743" y="289"/>
                  </a:cubicBezTo>
                  <a:cubicBezTo>
                    <a:pt x="2743" y="282"/>
                    <a:pt x="2738" y="276"/>
                    <a:pt x="2730" y="276"/>
                  </a:cubicBezTo>
                  <a:cubicBezTo>
                    <a:pt x="2723" y="276"/>
                    <a:pt x="2718" y="282"/>
                    <a:pt x="2718" y="289"/>
                  </a:cubicBezTo>
                  <a:cubicBezTo>
                    <a:pt x="2718" y="296"/>
                    <a:pt x="2723" y="301"/>
                    <a:pt x="2730" y="301"/>
                  </a:cubicBezTo>
                  <a:close/>
                  <a:moveTo>
                    <a:pt x="2770" y="301"/>
                  </a:moveTo>
                  <a:cubicBezTo>
                    <a:pt x="2777" y="301"/>
                    <a:pt x="2783" y="296"/>
                    <a:pt x="2783" y="289"/>
                  </a:cubicBezTo>
                  <a:cubicBezTo>
                    <a:pt x="2783" y="282"/>
                    <a:pt x="2777" y="276"/>
                    <a:pt x="2770" y="276"/>
                  </a:cubicBezTo>
                  <a:cubicBezTo>
                    <a:pt x="2763" y="276"/>
                    <a:pt x="2757" y="282"/>
                    <a:pt x="2757" y="289"/>
                  </a:cubicBezTo>
                  <a:cubicBezTo>
                    <a:pt x="2757" y="296"/>
                    <a:pt x="2763" y="301"/>
                    <a:pt x="2770" y="301"/>
                  </a:cubicBezTo>
                  <a:close/>
                  <a:moveTo>
                    <a:pt x="2809" y="301"/>
                  </a:moveTo>
                  <a:cubicBezTo>
                    <a:pt x="2816" y="301"/>
                    <a:pt x="2822" y="296"/>
                    <a:pt x="2822" y="289"/>
                  </a:cubicBezTo>
                  <a:cubicBezTo>
                    <a:pt x="2822" y="282"/>
                    <a:pt x="2816" y="276"/>
                    <a:pt x="2809" y="276"/>
                  </a:cubicBezTo>
                  <a:cubicBezTo>
                    <a:pt x="2802" y="276"/>
                    <a:pt x="2797" y="282"/>
                    <a:pt x="2797" y="289"/>
                  </a:cubicBezTo>
                  <a:cubicBezTo>
                    <a:pt x="2797" y="296"/>
                    <a:pt x="2802" y="301"/>
                    <a:pt x="2809" y="301"/>
                  </a:cubicBezTo>
                  <a:close/>
                  <a:moveTo>
                    <a:pt x="2849" y="301"/>
                  </a:moveTo>
                  <a:cubicBezTo>
                    <a:pt x="2856" y="301"/>
                    <a:pt x="2861" y="296"/>
                    <a:pt x="2861" y="289"/>
                  </a:cubicBezTo>
                  <a:cubicBezTo>
                    <a:pt x="2861" y="282"/>
                    <a:pt x="2856" y="276"/>
                    <a:pt x="2849" y="276"/>
                  </a:cubicBezTo>
                  <a:cubicBezTo>
                    <a:pt x="2842" y="276"/>
                    <a:pt x="2836" y="282"/>
                    <a:pt x="2836" y="289"/>
                  </a:cubicBezTo>
                  <a:cubicBezTo>
                    <a:pt x="2836" y="296"/>
                    <a:pt x="2842" y="301"/>
                    <a:pt x="2849" y="301"/>
                  </a:cubicBezTo>
                  <a:close/>
                  <a:moveTo>
                    <a:pt x="2888" y="301"/>
                  </a:moveTo>
                  <a:cubicBezTo>
                    <a:pt x="2895" y="301"/>
                    <a:pt x="2901" y="296"/>
                    <a:pt x="2901" y="289"/>
                  </a:cubicBezTo>
                  <a:cubicBezTo>
                    <a:pt x="2901" y="282"/>
                    <a:pt x="2895" y="276"/>
                    <a:pt x="2888" y="276"/>
                  </a:cubicBezTo>
                  <a:cubicBezTo>
                    <a:pt x="2881" y="276"/>
                    <a:pt x="2875" y="282"/>
                    <a:pt x="2875" y="289"/>
                  </a:cubicBezTo>
                  <a:cubicBezTo>
                    <a:pt x="2875" y="296"/>
                    <a:pt x="2881" y="301"/>
                    <a:pt x="2888" y="301"/>
                  </a:cubicBezTo>
                  <a:close/>
                  <a:moveTo>
                    <a:pt x="2928" y="301"/>
                  </a:moveTo>
                  <a:cubicBezTo>
                    <a:pt x="2935" y="301"/>
                    <a:pt x="2940" y="296"/>
                    <a:pt x="2940" y="289"/>
                  </a:cubicBezTo>
                  <a:cubicBezTo>
                    <a:pt x="2940" y="282"/>
                    <a:pt x="2935" y="276"/>
                    <a:pt x="2928" y="276"/>
                  </a:cubicBezTo>
                  <a:cubicBezTo>
                    <a:pt x="2921" y="276"/>
                    <a:pt x="2915" y="282"/>
                    <a:pt x="2915" y="289"/>
                  </a:cubicBezTo>
                  <a:cubicBezTo>
                    <a:pt x="2915" y="296"/>
                    <a:pt x="2921" y="301"/>
                    <a:pt x="2928" y="301"/>
                  </a:cubicBezTo>
                  <a:close/>
                  <a:moveTo>
                    <a:pt x="2967" y="301"/>
                  </a:moveTo>
                  <a:cubicBezTo>
                    <a:pt x="2974" y="301"/>
                    <a:pt x="2980" y="296"/>
                    <a:pt x="2980" y="289"/>
                  </a:cubicBezTo>
                  <a:cubicBezTo>
                    <a:pt x="2980" y="282"/>
                    <a:pt x="2974" y="276"/>
                    <a:pt x="2967" y="276"/>
                  </a:cubicBezTo>
                  <a:cubicBezTo>
                    <a:pt x="2960" y="276"/>
                    <a:pt x="2954" y="282"/>
                    <a:pt x="2954" y="289"/>
                  </a:cubicBezTo>
                  <a:cubicBezTo>
                    <a:pt x="2954" y="296"/>
                    <a:pt x="2960" y="301"/>
                    <a:pt x="2967" y="301"/>
                  </a:cubicBezTo>
                  <a:close/>
                  <a:moveTo>
                    <a:pt x="3006" y="301"/>
                  </a:moveTo>
                  <a:cubicBezTo>
                    <a:pt x="3013" y="301"/>
                    <a:pt x="3019" y="296"/>
                    <a:pt x="3019" y="289"/>
                  </a:cubicBezTo>
                  <a:cubicBezTo>
                    <a:pt x="3019" y="282"/>
                    <a:pt x="3013" y="276"/>
                    <a:pt x="3006" y="276"/>
                  </a:cubicBezTo>
                  <a:cubicBezTo>
                    <a:pt x="2999" y="276"/>
                    <a:pt x="2994" y="282"/>
                    <a:pt x="2994" y="289"/>
                  </a:cubicBezTo>
                  <a:cubicBezTo>
                    <a:pt x="2994" y="296"/>
                    <a:pt x="2999" y="301"/>
                    <a:pt x="3006" y="301"/>
                  </a:cubicBezTo>
                  <a:close/>
                  <a:moveTo>
                    <a:pt x="3046" y="301"/>
                  </a:moveTo>
                  <a:cubicBezTo>
                    <a:pt x="3053" y="301"/>
                    <a:pt x="3059" y="296"/>
                    <a:pt x="3059" y="289"/>
                  </a:cubicBezTo>
                  <a:cubicBezTo>
                    <a:pt x="3059" y="282"/>
                    <a:pt x="3053" y="276"/>
                    <a:pt x="3046" y="276"/>
                  </a:cubicBezTo>
                  <a:cubicBezTo>
                    <a:pt x="3039" y="276"/>
                    <a:pt x="3033" y="282"/>
                    <a:pt x="3033" y="289"/>
                  </a:cubicBezTo>
                  <a:cubicBezTo>
                    <a:pt x="3033" y="296"/>
                    <a:pt x="3039" y="301"/>
                    <a:pt x="3046" y="301"/>
                  </a:cubicBezTo>
                  <a:close/>
                  <a:moveTo>
                    <a:pt x="3085" y="301"/>
                  </a:moveTo>
                  <a:cubicBezTo>
                    <a:pt x="3092" y="301"/>
                    <a:pt x="3098" y="296"/>
                    <a:pt x="3098" y="289"/>
                  </a:cubicBezTo>
                  <a:cubicBezTo>
                    <a:pt x="3098" y="282"/>
                    <a:pt x="3092" y="276"/>
                    <a:pt x="3085" y="276"/>
                  </a:cubicBezTo>
                  <a:cubicBezTo>
                    <a:pt x="3078" y="276"/>
                    <a:pt x="3073" y="282"/>
                    <a:pt x="3073" y="289"/>
                  </a:cubicBezTo>
                  <a:cubicBezTo>
                    <a:pt x="3073" y="296"/>
                    <a:pt x="3078" y="301"/>
                    <a:pt x="3085" y="301"/>
                  </a:cubicBezTo>
                  <a:close/>
                  <a:moveTo>
                    <a:pt x="3125" y="301"/>
                  </a:moveTo>
                  <a:cubicBezTo>
                    <a:pt x="3132" y="301"/>
                    <a:pt x="3137" y="296"/>
                    <a:pt x="3137" y="289"/>
                  </a:cubicBezTo>
                  <a:cubicBezTo>
                    <a:pt x="3137" y="282"/>
                    <a:pt x="3132" y="276"/>
                    <a:pt x="3125" y="276"/>
                  </a:cubicBezTo>
                  <a:cubicBezTo>
                    <a:pt x="3118" y="276"/>
                    <a:pt x="3112" y="282"/>
                    <a:pt x="3112" y="289"/>
                  </a:cubicBezTo>
                  <a:cubicBezTo>
                    <a:pt x="3112" y="296"/>
                    <a:pt x="3118" y="301"/>
                    <a:pt x="3125" y="301"/>
                  </a:cubicBezTo>
                  <a:close/>
                  <a:moveTo>
                    <a:pt x="3164" y="301"/>
                  </a:moveTo>
                  <a:cubicBezTo>
                    <a:pt x="3171" y="301"/>
                    <a:pt x="3177" y="296"/>
                    <a:pt x="3177" y="289"/>
                  </a:cubicBezTo>
                  <a:cubicBezTo>
                    <a:pt x="3177" y="282"/>
                    <a:pt x="3171" y="276"/>
                    <a:pt x="3164" y="276"/>
                  </a:cubicBezTo>
                  <a:cubicBezTo>
                    <a:pt x="3157" y="276"/>
                    <a:pt x="3151" y="282"/>
                    <a:pt x="3151" y="289"/>
                  </a:cubicBezTo>
                  <a:cubicBezTo>
                    <a:pt x="3151" y="296"/>
                    <a:pt x="3157" y="301"/>
                    <a:pt x="3164" y="301"/>
                  </a:cubicBezTo>
                  <a:close/>
                  <a:moveTo>
                    <a:pt x="3204" y="301"/>
                  </a:moveTo>
                  <a:cubicBezTo>
                    <a:pt x="3211" y="301"/>
                    <a:pt x="3216" y="296"/>
                    <a:pt x="3216" y="289"/>
                  </a:cubicBezTo>
                  <a:cubicBezTo>
                    <a:pt x="3216" y="282"/>
                    <a:pt x="3211" y="276"/>
                    <a:pt x="3204" y="276"/>
                  </a:cubicBezTo>
                  <a:cubicBezTo>
                    <a:pt x="3197" y="276"/>
                    <a:pt x="3191" y="282"/>
                    <a:pt x="3191" y="289"/>
                  </a:cubicBezTo>
                  <a:cubicBezTo>
                    <a:pt x="3191" y="296"/>
                    <a:pt x="3197" y="301"/>
                    <a:pt x="3204" y="301"/>
                  </a:cubicBezTo>
                  <a:close/>
                  <a:moveTo>
                    <a:pt x="3243" y="301"/>
                  </a:moveTo>
                  <a:cubicBezTo>
                    <a:pt x="3250" y="301"/>
                    <a:pt x="3256" y="296"/>
                    <a:pt x="3256" y="289"/>
                  </a:cubicBezTo>
                  <a:cubicBezTo>
                    <a:pt x="3256" y="282"/>
                    <a:pt x="3250" y="276"/>
                    <a:pt x="3243" y="276"/>
                  </a:cubicBezTo>
                  <a:cubicBezTo>
                    <a:pt x="3236" y="276"/>
                    <a:pt x="3230" y="282"/>
                    <a:pt x="3230" y="289"/>
                  </a:cubicBezTo>
                  <a:cubicBezTo>
                    <a:pt x="3230" y="296"/>
                    <a:pt x="3236" y="301"/>
                    <a:pt x="3243" y="301"/>
                  </a:cubicBezTo>
                  <a:close/>
                  <a:moveTo>
                    <a:pt x="3282" y="301"/>
                  </a:moveTo>
                  <a:cubicBezTo>
                    <a:pt x="3289" y="301"/>
                    <a:pt x="3295" y="296"/>
                    <a:pt x="3295" y="289"/>
                  </a:cubicBezTo>
                  <a:cubicBezTo>
                    <a:pt x="3295" y="282"/>
                    <a:pt x="3289" y="276"/>
                    <a:pt x="3282" y="276"/>
                  </a:cubicBezTo>
                  <a:cubicBezTo>
                    <a:pt x="3275" y="276"/>
                    <a:pt x="3270" y="282"/>
                    <a:pt x="3270" y="289"/>
                  </a:cubicBezTo>
                  <a:cubicBezTo>
                    <a:pt x="3270" y="296"/>
                    <a:pt x="3275" y="301"/>
                    <a:pt x="3282" y="301"/>
                  </a:cubicBezTo>
                  <a:close/>
                  <a:moveTo>
                    <a:pt x="3322" y="301"/>
                  </a:moveTo>
                  <a:cubicBezTo>
                    <a:pt x="3329" y="301"/>
                    <a:pt x="3335" y="296"/>
                    <a:pt x="3335" y="289"/>
                  </a:cubicBezTo>
                  <a:cubicBezTo>
                    <a:pt x="3335" y="282"/>
                    <a:pt x="3329" y="276"/>
                    <a:pt x="3322" y="276"/>
                  </a:cubicBezTo>
                  <a:cubicBezTo>
                    <a:pt x="3315" y="276"/>
                    <a:pt x="3309" y="282"/>
                    <a:pt x="3309" y="289"/>
                  </a:cubicBezTo>
                  <a:cubicBezTo>
                    <a:pt x="3309" y="296"/>
                    <a:pt x="3315" y="301"/>
                    <a:pt x="3322" y="301"/>
                  </a:cubicBezTo>
                  <a:close/>
                  <a:moveTo>
                    <a:pt x="3361" y="301"/>
                  </a:moveTo>
                  <a:cubicBezTo>
                    <a:pt x="3368" y="301"/>
                    <a:pt x="3374" y="296"/>
                    <a:pt x="3374" y="289"/>
                  </a:cubicBezTo>
                  <a:cubicBezTo>
                    <a:pt x="3374" y="282"/>
                    <a:pt x="3368" y="276"/>
                    <a:pt x="3361" y="276"/>
                  </a:cubicBezTo>
                  <a:cubicBezTo>
                    <a:pt x="3354" y="276"/>
                    <a:pt x="3348" y="282"/>
                    <a:pt x="3348" y="289"/>
                  </a:cubicBezTo>
                  <a:cubicBezTo>
                    <a:pt x="3348" y="296"/>
                    <a:pt x="3354" y="301"/>
                    <a:pt x="3361" y="301"/>
                  </a:cubicBezTo>
                  <a:close/>
                  <a:moveTo>
                    <a:pt x="3401" y="301"/>
                  </a:moveTo>
                  <a:cubicBezTo>
                    <a:pt x="3408" y="301"/>
                    <a:pt x="3413" y="296"/>
                    <a:pt x="3413" y="289"/>
                  </a:cubicBezTo>
                  <a:cubicBezTo>
                    <a:pt x="3413" y="282"/>
                    <a:pt x="3408" y="276"/>
                    <a:pt x="3401" y="276"/>
                  </a:cubicBezTo>
                  <a:cubicBezTo>
                    <a:pt x="3394" y="276"/>
                    <a:pt x="3388" y="282"/>
                    <a:pt x="3388" y="289"/>
                  </a:cubicBezTo>
                  <a:cubicBezTo>
                    <a:pt x="3388" y="296"/>
                    <a:pt x="3394" y="301"/>
                    <a:pt x="3401" y="301"/>
                  </a:cubicBezTo>
                  <a:close/>
                  <a:moveTo>
                    <a:pt x="3440" y="301"/>
                  </a:moveTo>
                  <a:cubicBezTo>
                    <a:pt x="3447" y="301"/>
                    <a:pt x="3453" y="296"/>
                    <a:pt x="3453" y="289"/>
                  </a:cubicBezTo>
                  <a:cubicBezTo>
                    <a:pt x="3453" y="282"/>
                    <a:pt x="3447" y="276"/>
                    <a:pt x="3440" y="276"/>
                  </a:cubicBezTo>
                  <a:cubicBezTo>
                    <a:pt x="3433" y="276"/>
                    <a:pt x="3427" y="282"/>
                    <a:pt x="3427" y="289"/>
                  </a:cubicBezTo>
                  <a:cubicBezTo>
                    <a:pt x="3427" y="296"/>
                    <a:pt x="3433" y="301"/>
                    <a:pt x="3440" y="301"/>
                  </a:cubicBezTo>
                  <a:close/>
                  <a:moveTo>
                    <a:pt x="3480" y="301"/>
                  </a:moveTo>
                  <a:cubicBezTo>
                    <a:pt x="3487" y="301"/>
                    <a:pt x="3492" y="296"/>
                    <a:pt x="3492" y="289"/>
                  </a:cubicBezTo>
                  <a:cubicBezTo>
                    <a:pt x="3492" y="282"/>
                    <a:pt x="3487" y="276"/>
                    <a:pt x="3480" y="276"/>
                  </a:cubicBezTo>
                  <a:cubicBezTo>
                    <a:pt x="3472" y="276"/>
                    <a:pt x="3467" y="282"/>
                    <a:pt x="3467" y="289"/>
                  </a:cubicBezTo>
                  <a:cubicBezTo>
                    <a:pt x="3467" y="296"/>
                    <a:pt x="3472" y="301"/>
                    <a:pt x="3480" y="301"/>
                  </a:cubicBezTo>
                  <a:close/>
                  <a:moveTo>
                    <a:pt x="3519" y="301"/>
                  </a:moveTo>
                  <a:cubicBezTo>
                    <a:pt x="3526" y="301"/>
                    <a:pt x="3532" y="296"/>
                    <a:pt x="3532" y="289"/>
                  </a:cubicBezTo>
                  <a:cubicBezTo>
                    <a:pt x="3532" y="282"/>
                    <a:pt x="3526" y="276"/>
                    <a:pt x="3519" y="276"/>
                  </a:cubicBezTo>
                  <a:cubicBezTo>
                    <a:pt x="3512" y="276"/>
                    <a:pt x="3506" y="282"/>
                    <a:pt x="3506" y="289"/>
                  </a:cubicBezTo>
                  <a:cubicBezTo>
                    <a:pt x="3506" y="296"/>
                    <a:pt x="3512" y="301"/>
                    <a:pt x="3519" y="301"/>
                  </a:cubicBezTo>
                  <a:close/>
                  <a:moveTo>
                    <a:pt x="89" y="341"/>
                  </a:moveTo>
                  <a:cubicBezTo>
                    <a:pt x="96" y="341"/>
                    <a:pt x="102" y="335"/>
                    <a:pt x="102" y="328"/>
                  </a:cubicBezTo>
                  <a:cubicBezTo>
                    <a:pt x="102" y="321"/>
                    <a:pt x="96" y="315"/>
                    <a:pt x="89" y="315"/>
                  </a:cubicBezTo>
                  <a:cubicBezTo>
                    <a:pt x="82" y="315"/>
                    <a:pt x="76" y="321"/>
                    <a:pt x="76" y="328"/>
                  </a:cubicBezTo>
                  <a:cubicBezTo>
                    <a:pt x="76" y="335"/>
                    <a:pt x="82" y="341"/>
                    <a:pt x="89" y="341"/>
                  </a:cubicBezTo>
                  <a:close/>
                  <a:moveTo>
                    <a:pt x="128" y="341"/>
                  </a:moveTo>
                  <a:cubicBezTo>
                    <a:pt x="136" y="341"/>
                    <a:pt x="141" y="335"/>
                    <a:pt x="141" y="328"/>
                  </a:cubicBezTo>
                  <a:cubicBezTo>
                    <a:pt x="141" y="321"/>
                    <a:pt x="136" y="315"/>
                    <a:pt x="128" y="315"/>
                  </a:cubicBezTo>
                  <a:cubicBezTo>
                    <a:pt x="121" y="315"/>
                    <a:pt x="116" y="321"/>
                    <a:pt x="116" y="328"/>
                  </a:cubicBezTo>
                  <a:cubicBezTo>
                    <a:pt x="116" y="335"/>
                    <a:pt x="121" y="341"/>
                    <a:pt x="128" y="341"/>
                  </a:cubicBezTo>
                  <a:close/>
                  <a:moveTo>
                    <a:pt x="168" y="341"/>
                  </a:moveTo>
                  <a:cubicBezTo>
                    <a:pt x="175" y="341"/>
                    <a:pt x="181" y="335"/>
                    <a:pt x="181" y="328"/>
                  </a:cubicBezTo>
                  <a:cubicBezTo>
                    <a:pt x="181" y="321"/>
                    <a:pt x="175" y="315"/>
                    <a:pt x="168" y="315"/>
                  </a:cubicBezTo>
                  <a:cubicBezTo>
                    <a:pt x="161" y="315"/>
                    <a:pt x="155" y="321"/>
                    <a:pt x="155" y="328"/>
                  </a:cubicBezTo>
                  <a:cubicBezTo>
                    <a:pt x="155" y="335"/>
                    <a:pt x="161" y="341"/>
                    <a:pt x="168" y="341"/>
                  </a:cubicBezTo>
                  <a:close/>
                  <a:moveTo>
                    <a:pt x="207" y="341"/>
                  </a:moveTo>
                  <a:cubicBezTo>
                    <a:pt x="214" y="341"/>
                    <a:pt x="220" y="335"/>
                    <a:pt x="220" y="328"/>
                  </a:cubicBezTo>
                  <a:cubicBezTo>
                    <a:pt x="220" y="321"/>
                    <a:pt x="214" y="315"/>
                    <a:pt x="207" y="315"/>
                  </a:cubicBezTo>
                  <a:cubicBezTo>
                    <a:pt x="200" y="315"/>
                    <a:pt x="195" y="321"/>
                    <a:pt x="195" y="328"/>
                  </a:cubicBezTo>
                  <a:cubicBezTo>
                    <a:pt x="195" y="335"/>
                    <a:pt x="200" y="341"/>
                    <a:pt x="207" y="341"/>
                  </a:cubicBezTo>
                  <a:close/>
                  <a:moveTo>
                    <a:pt x="247" y="341"/>
                  </a:moveTo>
                  <a:cubicBezTo>
                    <a:pt x="254" y="341"/>
                    <a:pt x="259" y="335"/>
                    <a:pt x="259" y="328"/>
                  </a:cubicBezTo>
                  <a:cubicBezTo>
                    <a:pt x="259" y="321"/>
                    <a:pt x="254" y="315"/>
                    <a:pt x="247" y="315"/>
                  </a:cubicBezTo>
                  <a:cubicBezTo>
                    <a:pt x="240" y="315"/>
                    <a:pt x="234" y="321"/>
                    <a:pt x="234" y="328"/>
                  </a:cubicBezTo>
                  <a:cubicBezTo>
                    <a:pt x="234" y="335"/>
                    <a:pt x="240" y="341"/>
                    <a:pt x="247" y="341"/>
                  </a:cubicBezTo>
                  <a:close/>
                  <a:moveTo>
                    <a:pt x="286" y="341"/>
                  </a:moveTo>
                  <a:cubicBezTo>
                    <a:pt x="293" y="341"/>
                    <a:pt x="299" y="335"/>
                    <a:pt x="299" y="328"/>
                  </a:cubicBezTo>
                  <a:cubicBezTo>
                    <a:pt x="299" y="321"/>
                    <a:pt x="293" y="315"/>
                    <a:pt x="286" y="315"/>
                  </a:cubicBezTo>
                  <a:cubicBezTo>
                    <a:pt x="279" y="315"/>
                    <a:pt x="273" y="321"/>
                    <a:pt x="273" y="328"/>
                  </a:cubicBezTo>
                  <a:cubicBezTo>
                    <a:pt x="273" y="335"/>
                    <a:pt x="279" y="341"/>
                    <a:pt x="286" y="341"/>
                  </a:cubicBezTo>
                  <a:close/>
                  <a:moveTo>
                    <a:pt x="326" y="341"/>
                  </a:moveTo>
                  <a:cubicBezTo>
                    <a:pt x="333" y="341"/>
                    <a:pt x="338" y="335"/>
                    <a:pt x="338" y="328"/>
                  </a:cubicBezTo>
                  <a:cubicBezTo>
                    <a:pt x="338" y="321"/>
                    <a:pt x="333" y="315"/>
                    <a:pt x="326" y="315"/>
                  </a:cubicBezTo>
                  <a:cubicBezTo>
                    <a:pt x="319" y="315"/>
                    <a:pt x="313" y="321"/>
                    <a:pt x="313" y="328"/>
                  </a:cubicBezTo>
                  <a:cubicBezTo>
                    <a:pt x="313" y="335"/>
                    <a:pt x="319" y="341"/>
                    <a:pt x="326" y="341"/>
                  </a:cubicBezTo>
                  <a:close/>
                  <a:moveTo>
                    <a:pt x="365" y="341"/>
                  </a:moveTo>
                  <a:cubicBezTo>
                    <a:pt x="372" y="341"/>
                    <a:pt x="378" y="335"/>
                    <a:pt x="378" y="328"/>
                  </a:cubicBezTo>
                  <a:cubicBezTo>
                    <a:pt x="378" y="321"/>
                    <a:pt x="372" y="315"/>
                    <a:pt x="365" y="315"/>
                  </a:cubicBezTo>
                  <a:cubicBezTo>
                    <a:pt x="358" y="315"/>
                    <a:pt x="352" y="321"/>
                    <a:pt x="352" y="328"/>
                  </a:cubicBezTo>
                  <a:cubicBezTo>
                    <a:pt x="352" y="335"/>
                    <a:pt x="358" y="341"/>
                    <a:pt x="365" y="341"/>
                  </a:cubicBezTo>
                  <a:close/>
                  <a:moveTo>
                    <a:pt x="404" y="341"/>
                  </a:moveTo>
                  <a:cubicBezTo>
                    <a:pt x="411" y="341"/>
                    <a:pt x="417" y="335"/>
                    <a:pt x="417" y="328"/>
                  </a:cubicBezTo>
                  <a:cubicBezTo>
                    <a:pt x="417" y="321"/>
                    <a:pt x="411" y="315"/>
                    <a:pt x="404" y="315"/>
                  </a:cubicBezTo>
                  <a:cubicBezTo>
                    <a:pt x="397" y="315"/>
                    <a:pt x="392" y="321"/>
                    <a:pt x="392" y="328"/>
                  </a:cubicBezTo>
                  <a:cubicBezTo>
                    <a:pt x="392" y="335"/>
                    <a:pt x="397" y="341"/>
                    <a:pt x="404" y="341"/>
                  </a:cubicBezTo>
                  <a:close/>
                  <a:moveTo>
                    <a:pt x="444" y="341"/>
                  </a:moveTo>
                  <a:cubicBezTo>
                    <a:pt x="451" y="341"/>
                    <a:pt x="457" y="335"/>
                    <a:pt x="457" y="328"/>
                  </a:cubicBezTo>
                  <a:cubicBezTo>
                    <a:pt x="457" y="321"/>
                    <a:pt x="451" y="315"/>
                    <a:pt x="444" y="315"/>
                  </a:cubicBezTo>
                  <a:cubicBezTo>
                    <a:pt x="437" y="315"/>
                    <a:pt x="431" y="321"/>
                    <a:pt x="431" y="328"/>
                  </a:cubicBezTo>
                  <a:cubicBezTo>
                    <a:pt x="431" y="335"/>
                    <a:pt x="437" y="341"/>
                    <a:pt x="444" y="341"/>
                  </a:cubicBezTo>
                  <a:close/>
                  <a:moveTo>
                    <a:pt x="483" y="341"/>
                  </a:moveTo>
                  <a:cubicBezTo>
                    <a:pt x="490" y="341"/>
                    <a:pt x="496" y="335"/>
                    <a:pt x="496" y="328"/>
                  </a:cubicBezTo>
                  <a:cubicBezTo>
                    <a:pt x="496" y="321"/>
                    <a:pt x="490" y="315"/>
                    <a:pt x="483" y="315"/>
                  </a:cubicBezTo>
                  <a:cubicBezTo>
                    <a:pt x="476" y="315"/>
                    <a:pt x="471" y="321"/>
                    <a:pt x="471" y="328"/>
                  </a:cubicBezTo>
                  <a:cubicBezTo>
                    <a:pt x="471" y="335"/>
                    <a:pt x="476" y="341"/>
                    <a:pt x="483" y="341"/>
                  </a:cubicBezTo>
                  <a:close/>
                  <a:moveTo>
                    <a:pt x="523" y="341"/>
                  </a:moveTo>
                  <a:cubicBezTo>
                    <a:pt x="530" y="341"/>
                    <a:pt x="535" y="335"/>
                    <a:pt x="535" y="328"/>
                  </a:cubicBezTo>
                  <a:cubicBezTo>
                    <a:pt x="535" y="321"/>
                    <a:pt x="530" y="315"/>
                    <a:pt x="523" y="315"/>
                  </a:cubicBezTo>
                  <a:cubicBezTo>
                    <a:pt x="516" y="315"/>
                    <a:pt x="510" y="321"/>
                    <a:pt x="510" y="328"/>
                  </a:cubicBezTo>
                  <a:cubicBezTo>
                    <a:pt x="510" y="335"/>
                    <a:pt x="516" y="341"/>
                    <a:pt x="523" y="341"/>
                  </a:cubicBezTo>
                  <a:close/>
                  <a:moveTo>
                    <a:pt x="562" y="341"/>
                  </a:moveTo>
                  <a:cubicBezTo>
                    <a:pt x="569" y="341"/>
                    <a:pt x="575" y="335"/>
                    <a:pt x="575" y="328"/>
                  </a:cubicBezTo>
                  <a:cubicBezTo>
                    <a:pt x="575" y="321"/>
                    <a:pt x="569" y="315"/>
                    <a:pt x="562" y="315"/>
                  </a:cubicBezTo>
                  <a:cubicBezTo>
                    <a:pt x="555" y="315"/>
                    <a:pt x="549" y="321"/>
                    <a:pt x="549" y="328"/>
                  </a:cubicBezTo>
                  <a:cubicBezTo>
                    <a:pt x="549" y="335"/>
                    <a:pt x="555" y="341"/>
                    <a:pt x="562" y="341"/>
                  </a:cubicBezTo>
                  <a:close/>
                  <a:moveTo>
                    <a:pt x="602" y="316"/>
                  </a:moveTo>
                  <a:cubicBezTo>
                    <a:pt x="595" y="316"/>
                    <a:pt x="589" y="321"/>
                    <a:pt x="589" y="328"/>
                  </a:cubicBezTo>
                  <a:cubicBezTo>
                    <a:pt x="589" y="335"/>
                    <a:pt x="595" y="340"/>
                    <a:pt x="602" y="340"/>
                  </a:cubicBezTo>
                  <a:cubicBezTo>
                    <a:pt x="608" y="340"/>
                    <a:pt x="614" y="335"/>
                    <a:pt x="614" y="328"/>
                  </a:cubicBezTo>
                  <a:cubicBezTo>
                    <a:pt x="614" y="321"/>
                    <a:pt x="608" y="316"/>
                    <a:pt x="602" y="316"/>
                  </a:cubicBezTo>
                  <a:close/>
                  <a:moveTo>
                    <a:pt x="641" y="341"/>
                  </a:moveTo>
                  <a:cubicBezTo>
                    <a:pt x="648" y="341"/>
                    <a:pt x="654" y="335"/>
                    <a:pt x="654" y="328"/>
                  </a:cubicBezTo>
                  <a:cubicBezTo>
                    <a:pt x="654" y="321"/>
                    <a:pt x="648" y="315"/>
                    <a:pt x="641" y="315"/>
                  </a:cubicBezTo>
                  <a:cubicBezTo>
                    <a:pt x="634" y="315"/>
                    <a:pt x="628" y="321"/>
                    <a:pt x="628" y="328"/>
                  </a:cubicBezTo>
                  <a:cubicBezTo>
                    <a:pt x="628" y="335"/>
                    <a:pt x="634" y="341"/>
                    <a:pt x="641" y="341"/>
                  </a:cubicBezTo>
                  <a:close/>
                  <a:moveTo>
                    <a:pt x="680" y="341"/>
                  </a:moveTo>
                  <a:cubicBezTo>
                    <a:pt x="687" y="341"/>
                    <a:pt x="693" y="335"/>
                    <a:pt x="693" y="328"/>
                  </a:cubicBezTo>
                  <a:cubicBezTo>
                    <a:pt x="693" y="321"/>
                    <a:pt x="687" y="315"/>
                    <a:pt x="680" y="315"/>
                  </a:cubicBezTo>
                  <a:cubicBezTo>
                    <a:pt x="673" y="315"/>
                    <a:pt x="668" y="321"/>
                    <a:pt x="668" y="328"/>
                  </a:cubicBezTo>
                  <a:cubicBezTo>
                    <a:pt x="668" y="335"/>
                    <a:pt x="673" y="341"/>
                    <a:pt x="680" y="341"/>
                  </a:cubicBezTo>
                  <a:close/>
                  <a:moveTo>
                    <a:pt x="720" y="341"/>
                  </a:moveTo>
                  <a:cubicBezTo>
                    <a:pt x="727" y="341"/>
                    <a:pt x="733" y="335"/>
                    <a:pt x="733" y="328"/>
                  </a:cubicBezTo>
                  <a:cubicBezTo>
                    <a:pt x="733" y="321"/>
                    <a:pt x="727" y="315"/>
                    <a:pt x="720" y="315"/>
                  </a:cubicBezTo>
                  <a:cubicBezTo>
                    <a:pt x="713" y="315"/>
                    <a:pt x="707" y="321"/>
                    <a:pt x="707" y="328"/>
                  </a:cubicBezTo>
                  <a:cubicBezTo>
                    <a:pt x="707" y="335"/>
                    <a:pt x="713" y="341"/>
                    <a:pt x="720" y="341"/>
                  </a:cubicBezTo>
                  <a:close/>
                  <a:moveTo>
                    <a:pt x="759" y="341"/>
                  </a:moveTo>
                  <a:cubicBezTo>
                    <a:pt x="766" y="341"/>
                    <a:pt x="772" y="335"/>
                    <a:pt x="772" y="328"/>
                  </a:cubicBezTo>
                  <a:cubicBezTo>
                    <a:pt x="772" y="321"/>
                    <a:pt x="766" y="315"/>
                    <a:pt x="759" y="315"/>
                  </a:cubicBezTo>
                  <a:cubicBezTo>
                    <a:pt x="752" y="315"/>
                    <a:pt x="747" y="321"/>
                    <a:pt x="747" y="328"/>
                  </a:cubicBezTo>
                  <a:cubicBezTo>
                    <a:pt x="747" y="335"/>
                    <a:pt x="752" y="341"/>
                    <a:pt x="759" y="341"/>
                  </a:cubicBezTo>
                  <a:close/>
                  <a:moveTo>
                    <a:pt x="799" y="341"/>
                  </a:moveTo>
                  <a:cubicBezTo>
                    <a:pt x="806" y="341"/>
                    <a:pt x="811" y="335"/>
                    <a:pt x="811" y="328"/>
                  </a:cubicBezTo>
                  <a:cubicBezTo>
                    <a:pt x="811" y="321"/>
                    <a:pt x="806" y="315"/>
                    <a:pt x="799" y="315"/>
                  </a:cubicBezTo>
                  <a:cubicBezTo>
                    <a:pt x="792" y="315"/>
                    <a:pt x="786" y="321"/>
                    <a:pt x="786" y="328"/>
                  </a:cubicBezTo>
                  <a:cubicBezTo>
                    <a:pt x="786" y="335"/>
                    <a:pt x="792" y="341"/>
                    <a:pt x="799" y="341"/>
                  </a:cubicBezTo>
                  <a:close/>
                  <a:moveTo>
                    <a:pt x="838" y="341"/>
                  </a:moveTo>
                  <a:cubicBezTo>
                    <a:pt x="845" y="341"/>
                    <a:pt x="851" y="335"/>
                    <a:pt x="851" y="328"/>
                  </a:cubicBezTo>
                  <a:cubicBezTo>
                    <a:pt x="851" y="321"/>
                    <a:pt x="845" y="315"/>
                    <a:pt x="838" y="315"/>
                  </a:cubicBezTo>
                  <a:cubicBezTo>
                    <a:pt x="831" y="315"/>
                    <a:pt x="825" y="321"/>
                    <a:pt x="825" y="328"/>
                  </a:cubicBezTo>
                  <a:cubicBezTo>
                    <a:pt x="825" y="335"/>
                    <a:pt x="831" y="341"/>
                    <a:pt x="838" y="341"/>
                  </a:cubicBezTo>
                  <a:close/>
                  <a:moveTo>
                    <a:pt x="956" y="341"/>
                  </a:moveTo>
                  <a:cubicBezTo>
                    <a:pt x="963" y="341"/>
                    <a:pt x="969" y="335"/>
                    <a:pt x="969" y="328"/>
                  </a:cubicBezTo>
                  <a:cubicBezTo>
                    <a:pt x="969" y="321"/>
                    <a:pt x="963" y="315"/>
                    <a:pt x="956" y="315"/>
                  </a:cubicBezTo>
                  <a:cubicBezTo>
                    <a:pt x="949" y="315"/>
                    <a:pt x="944" y="321"/>
                    <a:pt x="944" y="328"/>
                  </a:cubicBezTo>
                  <a:cubicBezTo>
                    <a:pt x="944" y="335"/>
                    <a:pt x="949" y="341"/>
                    <a:pt x="956" y="341"/>
                  </a:cubicBezTo>
                  <a:close/>
                  <a:moveTo>
                    <a:pt x="996" y="341"/>
                  </a:moveTo>
                  <a:cubicBezTo>
                    <a:pt x="1003" y="341"/>
                    <a:pt x="1009" y="335"/>
                    <a:pt x="1009" y="328"/>
                  </a:cubicBezTo>
                  <a:cubicBezTo>
                    <a:pt x="1009" y="321"/>
                    <a:pt x="1003" y="315"/>
                    <a:pt x="996" y="315"/>
                  </a:cubicBezTo>
                  <a:cubicBezTo>
                    <a:pt x="989" y="315"/>
                    <a:pt x="983" y="321"/>
                    <a:pt x="983" y="328"/>
                  </a:cubicBezTo>
                  <a:cubicBezTo>
                    <a:pt x="983" y="335"/>
                    <a:pt x="989" y="341"/>
                    <a:pt x="996" y="341"/>
                  </a:cubicBezTo>
                  <a:close/>
                  <a:moveTo>
                    <a:pt x="1035" y="341"/>
                  </a:moveTo>
                  <a:cubicBezTo>
                    <a:pt x="1042" y="341"/>
                    <a:pt x="1048" y="335"/>
                    <a:pt x="1048" y="328"/>
                  </a:cubicBezTo>
                  <a:cubicBezTo>
                    <a:pt x="1048" y="321"/>
                    <a:pt x="1042" y="315"/>
                    <a:pt x="1035" y="315"/>
                  </a:cubicBezTo>
                  <a:cubicBezTo>
                    <a:pt x="1028" y="315"/>
                    <a:pt x="1022" y="321"/>
                    <a:pt x="1022" y="328"/>
                  </a:cubicBezTo>
                  <a:cubicBezTo>
                    <a:pt x="1022" y="335"/>
                    <a:pt x="1028" y="341"/>
                    <a:pt x="1035" y="341"/>
                  </a:cubicBezTo>
                  <a:close/>
                  <a:moveTo>
                    <a:pt x="1153" y="319"/>
                  </a:moveTo>
                  <a:cubicBezTo>
                    <a:pt x="1148" y="319"/>
                    <a:pt x="1144" y="323"/>
                    <a:pt x="1144" y="328"/>
                  </a:cubicBezTo>
                  <a:cubicBezTo>
                    <a:pt x="1144" y="333"/>
                    <a:pt x="1148" y="337"/>
                    <a:pt x="1153" y="337"/>
                  </a:cubicBezTo>
                  <a:cubicBezTo>
                    <a:pt x="1159" y="337"/>
                    <a:pt x="1163" y="333"/>
                    <a:pt x="1163" y="328"/>
                  </a:cubicBezTo>
                  <a:cubicBezTo>
                    <a:pt x="1163" y="323"/>
                    <a:pt x="1159" y="319"/>
                    <a:pt x="1153" y="319"/>
                  </a:cubicBezTo>
                  <a:close/>
                  <a:moveTo>
                    <a:pt x="1193" y="341"/>
                  </a:moveTo>
                  <a:cubicBezTo>
                    <a:pt x="1200" y="341"/>
                    <a:pt x="1206" y="335"/>
                    <a:pt x="1206" y="328"/>
                  </a:cubicBezTo>
                  <a:cubicBezTo>
                    <a:pt x="1206" y="321"/>
                    <a:pt x="1200" y="315"/>
                    <a:pt x="1193" y="315"/>
                  </a:cubicBezTo>
                  <a:cubicBezTo>
                    <a:pt x="1186" y="315"/>
                    <a:pt x="1180" y="321"/>
                    <a:pt x="1180" y="328"/>
                  </a:cubicBezTo>
                  <a:cubicBezTo>
                    <a:pt x="1180" y="335"/>
                    <a:pt x="1186" y="341"/>
                    <a:pt x="1193" y="341"/>
                  </a:cubicBezTo>
                  <a:close/>
                  <a:moveTo>
                    <a:pt x="1232" y="341"/>
                  </a:moveTo>
                  <a:cubicBezTo>
                    <a:pt x="1239" y="341"/>
                    <a:pt x="1245" y="335"/>
                    <a:pt x="1245" y="328"/>
                  </a:cubicBezTo>
                  <a:cubicBezTo>
                    <a:pt x="1245" y="321"/>
                    <a:pt x="1239" y="315"/>
                    <a:pt x="1232" y="315"/>
                  </a:cubicBezTo>
                  <a:cubicBezTo>
                    <a:pt x="1225" y="315"/>
                    <a:pt x="1220" y="321"/>
                    <a:pt x="1220" y="328"/>
                  </a:cubicBezTo>
                  <a:cubicBezTo>
                    <a:pt x="1220" y="335"/>
                    <a:pt x="1225" y="341"/>
                    <a:pt x="1232" y="341"/>
                  </a:cubicBezTo>
                  <a:close/>
                  <a:moveTo>
                    <a:pt x="1272" y="341"/>
                  </a:moveTo>
                  <a:cubicBezTo>
                    <a:pt x="1279" y="341"/>
                    <a:pt x="1285" y="335"/>
                    <a:pt x="1285" y="328"/>
                  </a:cubicBezTo>
                  <a:cubicBezTo>
                    <a:pt x="1285" y="321"/>
                    <a:pt x="1279" y="315"/>
                    <a:pt x="1272" y="315"/>
                  </a:cubicBezTo>
                  <a:cubicBezTo>
                    <a:pt x="1265" y="315"/>
                    <a:pt x="1259" y="321"/>
                    <a:pt x="1259" y="328"/>
                  </a:cubicBezTo>
                  <a:cubicBezTo>
                    <a:pt x="1259" y="335"/>
                    <a:pt x="1265" y="341"/>
                    <a:pt x="1272" y="341"/>
                  </a:cubicBezTo>
                  <a:close/>
                  <a:moveTo>
                    <a:pt x="1311" y="341"/>
                  </a:moveTo>
                  <a:cubicBezTo>
                    <a:pt x="1318" y="341"/>
                    <a:pt x="1324" y="335"/>
                    <a:pt x="1324" y="328"/>
                  </a:cubicBezTo>
                  <a:cubicBezTo>
                    <a:pt x="1324" y="321"/>
                    <a:pt x="1318" y="315"/>
                    <a:pt x="1311" y="315"/>
                  </a:cubicBezTo>
                  <a:cubicBezTo>
                    <a:pt x="1304" y="315"/>
                    <a:pt x="1298" y="321"/>
                    <a:pt x="1298" y="328"/>
                  </a:cubicBezTo>
                  <a:cubicBezTo>
                    <a:pt x="1298" y="335"/>
                    <a:pt x="1304" y="341"/>
                    <a:pt x="1311" y="341"/>
                  </a:cubicBezTo>
                  <a:close/>
                  <a:moveTo>
                    <a:pt x="1863" y="341"/>
                  </a:moveTo>
                  <a:cubicBezTo>
                    <a:pt x="1870" y="341"/>
                    <a:pt x="1876" y="335"/>
                    <a:pt x="1876" y="328"/>
                  </a:cubicBezTo>
                  <a:cubicBezTo>
                    <a:pt x="1876" y="321"/>
                    <a:pt x="1870" y="315"/>
                    <a:pt x="1863" y="315"/>
                  </a:cubicBezTo>
                  <a:cubicBezTo>
                    <a:pt x="1856" y="315"/>
                    <a:pt x="1850" y="321"/>
                    <a:pt x="1850" y="328"/>
                  </a:cubicBezTo>
                  <a:cubicBezTo>
                    <a:pt x="1850" y="335"/>
                    <a:pt x="1856" y="341"/>
                    <a:pt x="1863" y="341"/>
                  </a:cubicBezTo>
                  <a:close/>
                  <a:moveTo>
                    <a:pt x="1903" y="341"/>
                  </a:moveTo>
                  <a:cubicBezTo>
                    <a:pt x="1910" y="341"/>
                    <a:pt x="1915" y="335"/>
                    <a:pt x="1915" y="328"/>
                  </a:cubicBezTo>
                  <a:cubicBezTo>
                    <a:pt x="1915" y="321"/>
                    <a:pt x="1910" y="315"/>
                    <a:pt x="1903" y="315"/>
                  </a:cubicBezTo>
                  <a:cubicBezTo>
                    <a:pt x="1896" y="315"/>
                    <a:pt x="1890" y="321"/>
                    <a:pt x="1890" y="328"/>
                  </a:cubicBezTo>
                  <a:cubicBezTo>
                    <a:pt x="1890" y="335"/>
                    <a:pt x="1896" y="341"/>
                    <a:pt x="1903" y="341"/>
                  </a:cubicBezTo>
                  <a:close/>
                  <a:moveTo>
                    <a:pt x="1942" y="341"/>
                  </a:moveTo>
                  <a:cubicBezTo>
                    <a:pt x="1949" y="341"/>
                    <a:pt x="1955" y="335"/>
                    <a:pt x="1955" y="328"/>
                  </a:cubicBezTo>
                  <a:cubicBezTo>
                    <a:pt x="1955" y="321"/>
                    <a:pt x="1949" y="315"/>
                    <a:pt x="1942" y="315"/>
                  </a:cubicBezTo>
                  <a:cubicBezTo>
                    <a:pt x="1935" y="315"/>
                    <a:pt x="1929" y="321"/>
                    <a:pt x="1929" y="328"/>
                  </a:cubicBezTo>
                  <a:cubicBezTo>
                    <a:pt x="1929" y="335"/>
                    <a:pt x="1935" y="341"/>
                    <a:pt x="1942" y="341"/>
                  </a:cubicBezTo>
                  <a:close/>
                  <a:moveTo>
                    <a:pt x="1981" y="341"/>
                  </a:moveTo>
                  <a:cubicBezTo>
                    <a:pt x="1988" y="341"/>
                    <a:pt x="1994" y="335"/>
                    <a:pt x="1994" y="328"/>
                  </a:cubicBezTo>
                  <a:cubicBezTo>
                    <a:pt x="1994" y="321"/>
                    <a:pt x="1988" y="315"/>
                    <a:pt x="1981" y="315"/>
                  </a:cubicBezTo>
                  <a:cubicBezTo>
                    <a:pt x="1974" y="315"/>
                    <a:pt x="1969" y="321"/>
                    <a:pt x="1969" y="328"/>
                  </a:cubicBezTo>
                  <a:cubicBezTo>
                    <a:pt x="1969" y="335"/>
                    <a:pt x="1974" y="341"/>
                    <a:pt x="1981" y="341"/>
                  </a:cubicBezTo>
                  <a:close/>
                  <a:moveTo>
                    <a:pt x="2021" y="315"/>
                  </a:moveTo>
                  <a:cubicBezTo>
                    <a:pt x="2014" y="315"/>
                    <a:pt x="2008" y="321"/>
                    <a:pt x="2008" y="328"/>
                  </a:cubicBezTo>
                  <a:cubicBezTo>
                    <a:pt x="2008" y="335"/>
                    <a:pt x="2014" y="341"/>
                    <a:pt x="2021" y="341"/>
                  </a:cubicBezTo>
                  <a:cubicBezTo>
                    <a:pt x="2028" y="341"/>
                    <a:pt x="2034" y="335"/>
                    <a:pt x="2034" y="328"/>
                  </a:cubicBezTo>
                  <a:cubicBezTo>
                    <a:pt x="2034" y="321"/>
                    <a:pt x="2028" y="315"/>
                    <a:pt x="2021" y="315"/>
                  </a:cubicBezTo>
                  <a:close/>
                  <a:moveTo>
                    <a:pt x="2060" y="315"/>
                  </a:moveTo>
                  <a:cubicBezTo>
                    <a:pt x="2053" y="315"/>
                    <a:pt x="2048" y="321"/>
                    <a:pt x="2048" y="328"/>
                  </a:cubicBezTo>
                  <a:cubicBezTo>
                    <a:pt x="2048" y="335"/>
                    <a:pt x="2053" y="341"/>
                    <a:pt x="2060" y="341"/>
                  </a:cubicBezTo>
                  <a:cubicBezTo>
                    <a:pt x="2067" y="341"/>
                    <a:pt x="2073" y="335"/>
                    <a:pt x="2073" y="328"/>
                  </a:cubicBezTo>
                  <a:cubicBezTo>
                    <a:pt x="2073" y="321"/>
                    <a:pt x="2067" y="315"/>
                    <a:pt x="2060" y="315"/>
                  </a:cubicBezTo>
                  <a:close/>
                  <a:moveTo>
                    <a:pt x="2100" y="341"/>
                  </a:moveTo>
                  <a:cubicBezTo>
                    <a:pt x="2107" y="341"/>
                    <a:pt x="2112" y="335"/>
                    <a:pt x="2112" y="328"/>
                  </a:cubicBezTo>
                  <a:cubicBezTo>
                    <a:pt x="2112" y="321"/>
                    <a:pt x="2107" y="315"/>
                    <a:pt x="2100" y="315"/>
                  </a:cubicBezTo>
                  <a:cubicBezTo>
                    <a:pt x="2093" y="315"/>
                    <a:pt x="2087" y="321"/>
                    <a:pt x="2087" y="328"/>
                  </a:cubicBezTo>
                  <a:cubicBezTo>
                    <a:pt x="2087" y="335"/>
                    <a:pt x="2093" y="341"/>
                    <a:pt x="2100" y="341"/>
                  </a:cubicBezTo>
                  <a:close/>
                  <a:moveTo>
                    <a:pt x="2179" y="341"/>
                  </a:moveTo>
                  <a:cubicBezTo>
                    <a:pt x="2186" y="341"/>
                    <a:pt x="2191" y="335"/>
                    <a:pt x="2191" y="328"/>
                  </a:cubicBezTo>
                  <a:cubicBezTo>
                    <a:pt x="2191" y="321"/>
                    <a:pt x="2186" y="315"/>
                    <a:pt x="2179" y="315"/>
                  </a:cubicBezTo>
                  <a:cubicBezTo>
                    <a:pt x="2171" y="315"/>
                    <a:pt x="2166" y="321"/>
                    <a:pt x="2166" y="328"/>
                  </a:cubicBezTo>
                  <a:cubicBezTo>
                    <a:pt x="2166" y="335"/>
                    <a:pt x="2171" y="341"/>
                    <a:pt x="2179" y="341"/>
                  </a:cubicBezTo>
                  <a:close/>
                  <a:moveTo>
                    <a:pt x="2218" y="341"/>
                  </a:moveTo>
                  <a:cubicBezTo>
                    <a:pt x="2225" y="341"/>
                    <a:pt x="2231" y="335"/>
                    <a:pt x="2231" y="328"/>
                  </a:cubicBezTo>
                  <a:cubicBezTo>
                    <a:pt x="2231" y="321"/>
                    <a:pt x="2225" y="315"/>
                    <a:pt x="2218" y="315"/>
                  </a:cubicBezTo>
                  <a:cubicBezTo>
                    <a:pt x="2211" y="315"/>
                    <a:pt x="2205" y="321"/>
                    <a:pt x="2205" y="328"/>
                  </a:cubicBezTo>
                  <a:cubicBezTo>
                    <a:pt x="2205" y="335"/>
                    <a:pt x="2211" y="341"/>
                    <a:pt x="2218" y="341"/>
                  </a:cubicBezTo>
                  <a:close/>
                  <a:moveTo>
                    <a:pt x="2257" y="341"/>
                  </a:moveTo>
                  <a:cubicBezTo>
                    <a:pt x="2264" y="341"/>
                    <a:pt x="2270" y="335"/>
                    <a:pt x="2270" y="328"/>
                  </a:cubicBezTo>
                  <a:cubicBezTo>
                    <a:pt x="2270" y="321"/>
                    <a:pt x="2264" y="315"/>
                    <a:pt x="2257" y="315"/>
                  </a:cubicBezTo>
                  <a:cubicBezTo>
                    <a:pt x="2250" y="315"/>
                    <a:pt x="2245" y="321"/>
                    <a:pt x="2245" y="328"/>
                  </a:cubicBezTo>
                  <a:cubicBezTo>
                    <a:pt x="2245" y="335"/>
                    <a:pt x="2250" y="341"/>
                    <a:pt x="2257" y="341"/>
                  </a:cubicBezTo>
                  <a:close/>
                  <a:moveTo>
                    <a:pt x="2297" y="341"/>
                  </a:moveTo>
                  <a:cubicBezTo>
                    <a:pt x="2304" y="341"/>
                    <a:pt x="2310" y="335"/>
                    <a:pt x="2310" y="328"/>
                  </a:cubicBezTo>
                  <a:cubicBezTo>
                    <a:pt x="2310" y="321"/>
                    <a:pt x="2304" y="315"/>
                    <a:pt x="2297" y="315"/>
                  </a:cubicBezTo>
                  <a:cubicBezTo>
                    <a:pt x="2290" y="315"/>
                    <a:pt x="2284" y="321"/>
                    <a:pt x="2284" y="328"/>
                  </a:cubicBezTo>
                  <a:cubicBezTo>
                    <a:pt x="2284" y="335"/>
                    <a:pt x="2290" y="341"/>
                    <a:pt x="2297" y="341"/>
                  </a:cubicBezTo>
                  <a:close/>
                  <a:moveTo>
                    <a:pt x="2336" y="341"/>
                  </a:moveTo>
                  <a:cubicBezTo>
                    <a:pt x="2343" y="341"/>
                    <a:pt x="2349" y="335"/>
                    <a:pt x="2349" y="328"/>
                  </a:cubicBezTo>
                  <a:cubicBezTo>
                    <a:pt x="2349" y="321"/>
                    <a:pt x="2343" y="315"/>
                    <a:pt x="2336" y="315"/>
                  </a:cubicBezTo>
                  <a:cubicBezTo>
                    <a:pt x="2329" y="315"/>
                    <a:pt x="2323" y="321"/>
                    <a:pt x="2323" y="328"/>
                  </a:cubicBezTo>
                  <a:cubicBezTo>
                    <a:pt x="2323" y="335"/>
                    <a:pt x="2329" y="341"/>
                    <a:pt x="2336" y="341"/>
                  </a:cubicBezTo>
                  <a:close/>
                  <a:moveTo>
                    <a:pt x="2376" y="341"/>
                  </a:moveTo>
                  <a:cubicBezTo>
                    <a:pt x="2383" y="341"/>
                    <a:pt x="2388" y="335"/>
                    <a:pt x="2388" y="328"/>
                  </a:cubicBezTo>
                  <a:cubicBezTo>
                    <a:pt x="2388" y="321"/>
                    <a:pt x="2383" y="315"/>
                    <a:pt x="2376" y="315"/>
                  </a:cubicBezTo>
                  <a:cubicBezTo>
                    <a:pt x="2369" y="315"/>
                    <a:pt x="2363" y="321"/>
                    <a:pt x="2363" y="328"/>
                  </a:cubicBezTo>
                  <a:cubicBezTo>
                    <a:pt x="2363" y="335"/>
                    <a:pt x="2369" y="341"/>
                    <a:pt x="2376" y="341"/>
                  </a:cubicBezTo>
                  <a:close/>
                  <a:moveTo>
                    <a:pt x="2415" y="316"/>
                  </a:moveTo>
                  <a:cubicBezTo>
                    <a:pt x="2408" y="316"/>
                    <a:pt x="2403" y="321"/>
                    <a:pt x="2403" y="328"/>
                  </a:cubicBezTo>
                  <a:cubicBezTo>
                    <a:pt x="2403" y="335"/>
                    <a:pt x="2408" y="340"/>
                    <a:pt x="2415" y="340"/>
                  </a:cubicBezTo>
                  <a:cubicBezTo>
                    <a:pt x="2422" y="340"/>
                    <a:pt x="2427" y="335"/>
                    <a:pt x="2427" y="328"/>
                  </a:cubicBezTo>
                  <a:cubicBezTo>
                    <a:pt x="2427" y="321"/>
                    <a:pt x="2422" y="316"/>
                    <a:pt x="2415" y="316"/>
                  </a:cubicBezTo>
                  <a:close/>
                  <a:moveTo>
                    <a:pt x="2454" y="341"/>
                  </a:moveTo>
                  <a:cubicBezTo>
                    <a:pt x="2462" y="341"/>
                    <a:pt x="2467" y="335"/>
                    <a:pt x="2467" y="328"/>
                  </a:cubicBezTo>
                  <a:cubicBezTo>
                    <a:pt x="2467" y="321"/>
                    <a:pt x="2462" y="315"/>
                    <a:pt x="2454" y="315"/>
                  </a:cubicBezTo>
                  <a:cubicBezTo>
                    <a:pt x="2447" y="315"/>
                    <a:pt x="2442" y="321"/>
                    <a:pt x="2442" y="328"/>
                  </a:cubicBezTo>
                  <a:cubicBezTo>
                    <a:pt x="2442" y="335"/>
                    <a:pt x="2447" y="341"/>
                    <a:pt x="2454" y="341"/>
                  </a:cubicBezTo>
                  <a:close/>
                  <a:moveTo>
                    <a:pt x="2494" y="341"/>
                  </a:moveTo>
                  <a:cubicBezTo>
                    <a:pt x="2501" y="341"/>
                    <a:pt x="2507" y="335"/>
                    <a:pt x="2507" y="328"/>
                  </a:cubicBezTo>
                  <a:cubicBezTo>
                    <a:pt x="2507" y="321"/>
                    <a:pt x="2501" y="315"/>
                    <a:pt x="2494" y="315"/>
                  </a:cubicBezTo>
                  <a:cubicBezTo>
                    <a:pt x="2487" y="315"/>
                    <a:pt x="2481" y="321"/>
                    <a:pt x="2481" y="328"/>
                  </a:cubicBezTo>
                  <a:cubicBezTo>
                    <a:pt x="2481" y="335"/>
                    <a:pt x="2487" y="341"/>
                    <a:pt x="2494" y="341"/>
                  </a:cubicBezTo>
                  <a:close/>
                  <a:moveTo>
                    <a:pt x="2533" y="341"/>
                  </a:moveTo>
                  <a:cubicBezTo>
                    <a:pt x="2540" y="341"/>
                    <a:pt x="2546" y="335"/>
                    <a:pt x="2546" y="328"/>
                  </a:cubicBezTo>
                  <a:cubicBezTo>
                    <a:pt x="2546" y="321"/>
                    <a:pt x="2540" y="315"/>
                    <a:pt x="2533" y="315"/>
                  </a:cubicBezTo>
                  <a:cubicBezTo>
                    <a:pt x="2526" y="315"/>
                    <a:pt x="2521" y="321"/>
                    <a:pt x="2521" y="328"/>
                  </a:cubicBezTo>
                  <a:cubicBezTo>
                    <a:pt x="2521" y="335"/>
                    <a:pt x="2526" y="341"/>
                    <a:pt x="2533" y="341"/>
                  </a:cubicBezTo>
                  <a:close/>
                  <a:moveTo>
                    <a:pt x="2573" y="341"/>
                  </a:moveTo>
                  <a:cubicBezTo>
                    <a:pt x="2580" y="341"/>
                    <a:pt x="2586" y="335"/>
                    <a:pt x="2586" y="328"/>
                  </a:cubicBezTo>
                  <a:cubicBezTo>
                    <a:pt x="2586" y="321"/>
                    <a:pt x="2580" y="315"/>
                    <a:pt x="2573" y="315"/>
                  </a:cubicBezTo>
                  <a:cubicBezTo>
                    <a:pt x="2566" y="315"/>
                    <a:pt x="2560" y="321"/>
                    <a:pt x="2560" y="328"/>
                  </a:cubicBezTo>
                  <a:cubicBezTo>
                    <a:pt x="2560" y="335"/>
                    <a:pt x="2566" y="341"/>
                    <a:pt x="2573" y="341"/>
                  </a:cubicBezTo>
                  <a:close/>
                  <a:moveTo>
                    <a:pt x="2612" y="341"/>
                  </a:moveTo>
                  <a:cubicBezTo>
                    <a:pt x="2619" y="341"/>
                    <a:pt x="2625" y="335"/>
                    <a:pt x="2625" y="328"/>
                  </a:cubicBezTo>
                  <a:cubicBezTo>
                    <a:pt x="2625" y="321"/>
                    <a:pt x="2619" y="315"/>
                    <a:pt x="2612" y="315"/>
                  </a:cubicBezTo>
                  <a:cubicBezTo>
                    <a:pt x="2605" y="315"/>
                    <a:pt x="2599" y="321"/>
                    <a:pt x="2599" y="328"/>
                  </a:cubicBezTo>
                  <a:cubicBezTo>
                    <a:pt x="2599" y="335"/>
                    <a:pt x="2605" y="341"/>
                    <a:pt x="2612" y="341"/>
                  </a:cubicBezTo>
                  <a:close/>
                  <a:moveTo>
                    <a:pt x="2652" y="341"/>
                  </a:moveTo>
                  <a:cubicBezTo>
                    <a:pt x="2659" y="341"/>
                    <a:pt x="2664" y="335"/>
                    <a:pt x="2664" y="328"/>
                  </a:cubicBezTo>
                  <a:cubicBezTo>
                    <a:pt x="2664" y="321"/>
                    <a:pt x="2659" y="315"/>
                    <a:pt x="2652" y="315"/>
                  </a:cubicBezTo>
                  <a:cubicBezTo>
                    <a:pt x="2645" y="315"/>
                    <a:pt x="2639" y="321"/>
                    <a:pt x="2639" y="328"/>
                  </a:cubicBezTo>
                  <a:cubicBezTo>
                    <a:pt x="2639" y="335"/>
                    <a:pt x="2645" y="341"/>
                    <a:pt x="2652" y="341"/>
                  </a:cubicBezTo>
                  <a:close/>
                  <a:moveTo>
                    <a:pt x="2691" y="341"/>
                  </a:moveTo>
                  <a:cubicBezTo>
                    <a:pt x="2698" y="341"/>
                    <a:pt x="2704" y="335"/>
                    <a:pt x="2704" y="328"/>
                  </a:cubicBezTo>
                  <a:cubicBezTo>
                    <a:pt x="2704" y="321"/>
                    <a:pt x="2698" y="315"/>
                    <a:pt x="2691" y="315"/>
                  </a:cubicBezTo>
                  <a:cubicBezTo>
                    <a:pt x="2684" y="315"/>
                    <a:pt x="2678" y="321"/>
                    <a:pt x="2678" y="328"/>
                  </a:cubicBezTo>
                  <a:cubicBezTo>
                    <a:pt x="2678" y="335"/>
                    <a:pt x="2684" y="341"/>
                    <a:pt x="2691" y="341"/>
                  </a:cubicBezTo>
                  <a:close/>
                  <a:moveTo>
                    <a:pt x="2730" y="341"/>
                  </a:moveTo>
                  <a:cubicBezTo>
                    <a:pt x="2738" y="341"/>
                    <a:pt x="2743" y="335"/>
                    <a:pt x="2743" y="328"/>
                  </a:cubicBezTo>
                  <a:cubicBezTo>
                    <a:pt x="2743" y="321"/>
                    <a:pt x="2738" y="315"/>
                    <a:pt x="2730" y="315"/>
                  </a:cubicBezTo>
                  <a:cubicBezTo>
                    <a:pt x="2723" y="315"/>
                    <a:pt x="2718" y="321"/>
                    <a:pt x="2718" y="328"/>
                  </a:cubicBezTo>
                  <a:cubicBezTo>
                    <a:pt x="2718" y="335"/>
                    <a:pt x="2723" y="341"/>
                    <a:pt x="2730" y="341"/>
                  </a:cubicBezTo>
                  <a:close/>
                  <a:moveTo>
                    <a:pt x="2770" y="341"/>
                  </a:moveTo>
                  <a:cubicBezTo>
                    <a:pt x="2777" y="341"/>
                    <a:pt x="2783" y="335"/>
                    <a:pt x="2783" y="328"/>
                  </a:cubicBezTo>
                  <a:cubicBezTo>
                    <a:pt x="2783" y="321"/>
                    <a:pt x="2777" y="315"/>
                    <a:pt x="2770" y="315"/>
                  </a:cubicBezTo>
                  <a:cubicBezTo>
                    <a:pt x="2763" y="315"/>
                    <a:pt x="2757" y="321"/>
                    <a:pt x="2757" y="328"/>
                  </a:cubicBezTo>
                  <a:cubicBezTo>
                    <a:pt x="2757" y="335"/>
                    <a:pt x="2763" y="341"/>
                    <a:pt x="2770" y="341"/>
                  </a:cubicBezTo>
                  <a:close/>
                  <a:moveTo>
                    <a:pt x="2809" y="341"/>
                  </a:moveTo>
                  <a:cubicBezTo>
                    <a:pt x="2816" y="341"/>
                    <a:pt x="2822" y="335"/>
                    <a:pt x="2822" y="328"/>
                  </a:cubicBezTo>
                  <a:cubicBezTo>
                    <a:pt x="2822" y="321"/>
                    <a:pt x="2816" y="315"/>
                    <a:pt x="2809" y="315"/>
                  </a:cubicBezTo>
                  <a:cubicBezTo>
                    <a:pt x="2802" y="315"/>
                    <a:pt x="2797" y="321"/>
                    <a:pt x="2797" y="328"/>
                  </a:cubicBezTo>
                  <a:cubicBezTo>
                    <a:pt x="2797" y="335"/>
                    <a:pt x="2802" y="341"/>
                    <a:pt x="2809" y="341"/>
                  </a:cubicBezTo>
                  <a:close/>
                  <a:moveTo>
                    <a:pt x="2849" y="341"/>
                  </a:moveTo>
                  <a:cubicBezTo>
                    <a:pt x="2856" y="341"/>
                    <a:pt x="2861" y="335"/>
                    <a:pt x="2861" y="328"/>
                  </a:cubicBezTo>
                  <a:cubicBezTo>
                    <a:pt x="2861" y="321"/>
                    <a:pt x="2856" y="315"/>
                    <a:pt x="2849" y="315"/>
                  </a:cubicBezTo>
                  <a:cubicBezTo>
                    <a:pt x="2842" y="315"/>
                    <a:pt x="2836" y="321"/>
                    <a:pt x="2836" y="328"/>
                  </a:cubicBezTo>
                  <a:cubicBezTo>
                    <a:pt x="2836" y="335"/>
                    <a:pt x="2842" y="341"/>
                    <a:pt x="2849" y="341"/>
                  </a:cubicBezTo>
                  <a:close/>
                  <a:moveTo>
                    <a:pt x="2888" y="341"/>
                  </a:moveTo>
                  <a:cubicBezTo>
                    <a:pt x="2895" y="341"/>
                    <a:pt x="2901" y="335"/>
                    <a:pt x="2901" y="328"/>
                  </a:cubicBezTo>
                  <a:cubicBezTo>
                    <a:pt x="2901" y="321"/>
                    <a:pt x="2895" y="315"/>
                    <a:pt x="2888" y="315"/>
                  </a:cubicBezTo>
                  <a:cubicBezTo>
                    <a:pt x="2881" y="315"/>
                    <a:pt x="2875" y="321"/>
                    <a:pt x="2875" y="328"/>
                  </a:cubicBezTo>
                  <a:cubicBezTo>
                    <a:pt x="2875" y="335"/>
                    <a:pt x="2881" y="341"/>
                    <a:pt x="2888" y="341"/>
                  </a:cubicBezTo>
                  <a:close/>
                  <a:moveTo>
                    <a:pt x="2928" y="341"/>
                  </a:moveTo>
                  <a:cubicBezTo>
                    <a:pt x="2935" y="341"/>
                    <a:pt x="2940" y="335"/>
                    <a:pt x="2940" y="328"/>
                  </a:cubicBezTo>
                  <a:cubicBezTo>
                    <a:pt x="2940" y="321"/>
                    <a:pt x="2935" y="315"/>
                    <a:pt x="2928" y="315"/>
                  </a:cubicBezTo>
                  <a:cubicBezTo>
                    <a:pt x="2921" y="315"/>
                    <a:pt x="2915" y="321"/>
                    <a:pt x="2915" y="328"/>
                  </a:cubicBezTo>
                  <a:cubicBezTo>
                    <a:pt x="2915" y="335"/>
                    <a:pt x="2921" y="341"/>
                    <a:pt x="2928" y="341"/>
                  </a:cubicBezTo>
                  <a:close/>
                  <a:moveTo>
                    <a:pt x="2967" y="341"/>
                  </a:moveTo>
                  <a:cubicBezTo>
                    <a:pt x="2974" y="341"/>
                    <a:pt x="2980" y="335"/>
                    <a:pt x="2980" y="328"/>
                  </a:cubicBezTo>
                  <a:cubicBezTo>
                    <a:pt x="2980" y="321"/>
                    <a:pt x="2974" y="315"/>
                    <a:pt x="2967" y="315"/>
                  </a:cubicBezTo>
                  <a:cubicBezTo>
                    <a:pt x="2960" y="315"/>
                    <a:pt x="2954" y="321"/>
                    <a:pt x="2954" y="328"/>
                  </a:cubicBezTo>
                  <a:cubicBezTo>
                    <a:pt x="2954" y="335"/>
                    <a:pt x="2960" y="341"/>
                    <a:pt x="2967" y="341"/>
                  </a:cubicBezTo>
                  <a:close/>
                  <a:moveTo>
                    <a:pt x="3006" y="341"/>
                  </a:moveTo>
                  <a:cubicBezTo>
                    <a:pt x="3013" y="341"/>
                    <a:pt x="3019" y="335"/>
                    <a:pt x="3019" y="328"/>
                  </a:cubicBezTo>
                  <a:cubicBezTo>
                    <a:pt x="3019" y="321"/>
                    <a:pt x="3013" y="315"/>
                    <a:pt x="3006" y="315"/>
                  </a:cubicBezTo>
                  <a:cubicBezTo>
                    <a:pt x="2999" y="315"/>
                    <a:pt x="2994" y="321"/>
                    <a:pt x="2994" y="328"/>
                  </a:cubicBezTo>
                  <a:cubicBezTo>
                    <a:pt x="2994" y="335"/>
                    <a:pt x="2999" y="341"/>
                    <a:pt x="3006" y="341"/>
                  </a:cubicBezTo>
                  <a:close/>
                  <a:moveTo>
                    <a:pt x="3046" y="341"/>
                  </a:moveTo>
                  <a:cubicBezTo>
                    <a:pt x="3053" y="341"/>
                    <a:pt x="3059" y="335"/>
                    <a:pt x="3059" y="328"/>
                  </a:cubicBezTo>
                  <a:cubicBezTo>
                    <a:pt x="3059" y="321"/>
                    <a:pt x="3053" y="315"/>
                    <a:pt x="3046" y="315"/>
                  </a:cubicBezTo>
                  <a:cubicBezTo>
                    <a:pt x="3039" y="315"/>
                    <a:pt x="3033" y="321"/>
                    <a:pt x="3033" y="328"/>
                  </a:cubicBezTo>
                  <a:cubicBezTo>
                    <a:pt x="3033" y="335"/>
                    <a:pt x="3039" y="341"/>
                    <a:pt x="3046" y="341"/>
                  </a:cubicBezTo>
                  <a:close/>
                  <a:moveTo>
                    <a:pt x="3085" y="341"/>
                  </a:moveTo>
                  <a:cubicBezTo>
                    <a:pt x="3092" y="341"/>
                    <a:pt x="3098" y="335"/>
                    <a:pt x="3098" y="328"/>
                  </a:cubicBezTo>
                  <a:cubicBezTo>
                    <a:pt x="3098" y="321"/>
                    <a:pt x="3092" y="315"/>
                    <a:pt x="3085" y="315"/>
                  </a:cubicBezTo>
                  <a:cubicBezTo>
                    <a:pt x="3078" y="315"/>
                    <a:pt x="3073" y="321"/>
                    <a:pt x="3073" y="328"/>
                  </a:cubicBezTo>
                  <a:cubicBezTo>
                    <a:pt x="3073" y="335"/>
                    <a:pt x="3078" y="341"/>
                    <a:pt x="3085" y="341"/>
                  </a:cubicBezTo>
                  <a:close/>
                  <a:moveTo>
                    <a:pt x="3125" y="341"/>
                  </a:moveTo>
                  <a:cubicBezTo>
                    <a:pt x="3132" y="341"/>
                    <a:pt x="3137" y="335"/>
                    <a:pt x="3137" y="328"/>
                  </a:cubicBezTo>
                  <a:cubicBezTo>
                    <a:pt x="3137" y="321"/>
                    <a:pt x="3132" y="315"/>
                    <a:pt x="3125" y="315"/>
                  </a:cubicBezTo>
                  <a:cubicBezTo>
                    <a:pt x="3118" y="315"/>
                    <a:pt x="3112" y="321"/>
                    <a:pt x="3112" y="328"/>
                  </a:cubicBezTo>
                  <a:cubicBezTo>
                    <a:pt x="3112" y="335"/>
                    <a:pt x="3118" y="341"/>
                    <a:pt x="3125" y="341"/>
                  </a:cubicBezTo>
                  <a:close/>
                  <a:moveTo>
                    <a:pt x="3164" y="341"/>
                  </a:moveTo>
                  <a:cubicBezTo>
                    <a:pt x="3171" y="341"/>
                    <a:pt x="3177" y="335"/>
                    <a:pt x="3177" y="328"/>
                  </a:cubicBezTo>
                  <a:cubicBezTo>
                    <a:pt x="3177" y="321"/>
                    <a:pt x="3171" y="315"/>
                    <a:pt x="3164" y="315"/>
                  </a:cubicBezTo>
                  <a:cubicBezTo>
                    <a:pt x="3157" y="315"/>
                    <a:pt x="3151" y="321"/>
                    <a:pt x="3151" y="328"/>
                  </a:cubicBezTo>
                  <a:cubicBezTo>
                    <a:pt x="3151" y="335"/>
                    <a:pt x="3157" y="341"/>
                    <a:pt x="3164" y="341"/>
                  </a:cubicBezTo>
                  <a:close/>
                  <a:moveTo>
                    <a:pt x="3204" y="341"/>
                  </a:moveTo>
                  <a:cubicBezTo>
                    <a:pt x="3211" y="341"/>
                    <a:pt x="3216" y="335"/>
                    <a:pt x="3216" y="328"/>
                  </a:cubicBezTo>
                  <a:cubicBezTo>
                    <a:pt x="3216" y="321"/>
                    <a:pt x="3211" y="315"/>
                    <a:pt x="3204" y="315"/>
                  </a:cubicBezTo>
                  <a:cubicBezTo>
                    <a:pt x="3197" y="315"/>
                    <a:pt x="3191" y="321"/>
                    <a:pt x="3191" y="328"/>
                  </a:cubicBezTo>
                  <a:cubicBezTo>
                    <a:pt x="3191" y="335"/>
                    <a:pt x="3197" y="341"/>
                    <a:pt x="3204" y="341"/>
                  </a:cubicBezTo>
                  <a:close/>
                  <a:moveTo>
                    <a:pt x="3243" y="341"/>
                  </a:moveTo>
                  <a:cubicBezTo>
                    <a:pt x="3250" y="341"/>
                    <a:pt x="3256" y="335"/>
                    <a:pt x="3256" y="328"/>
                  </a:cubicBezTo>
                  <a:cubicBezTo>
                    <a:pt x="3256" y="321"/>
                    <a:pt x="3250" y="315"/>
                    <a:pt x="3243" y="315"/>
                  </a:cubicBezTo>
                  <a:cubicBezTo>
                    <a:pt x="3236" y="315"/>
                    <a:pt x="3230" y="321"/>
                    <a:pt x="3230" y="328"/>
                  </a:cubicBezTo>
                  <a:cubicBezTo>
                    <a:pt x="3230" y="335"/>
                    <a:pt x="3236" y="341"/>
                    <a:pt x="3243" y="341"/>
                  </a:cubicBezTo>
                  <a:close/>
                  <a:moveTo>
                    <a:pt x="3282" y="341"/>
                  </a:moveTo>
                  <a:cubicBezTo>
                    <a:pt x="3289" y="341"/>
                    <a:pt x="3295" y="335"/>
                    <a:pt x="3295" y="328"/>
                  </a:cubicBezTo>
                  <a:cubicBezTo>
                    <a:pt x="3295" y="321"/>
                    <a:pt x="3289" y="315"/>
                    <a:pt x="3282" y="315"/>
                  </a:cubicBezTo>
                  <a:cubicBezTo>
                    <a:pt x="3275" y="315"/>
                    <a:pt x="3270" y="321"/>
                    <a:pt x="3270" y="328"/>
                  </a:cubicBezTo>
                  <a:cubicBezTo>
                    <a:pt x="3270" y="335"/>
                    <a:pt x="3275" y="341"/>
                    <a:pt x="3282" y="341"/>
                  </a:cubicBezTo>
                  <a:close/>
                  <a:moveTo>
                    <a:pt x="3322" y="341"/>
                  </a:moveTo>
                  <a:cubicBezTo>
                    <a:pt x="3329" y="341"/>
                    <a:pt x="3335" y="335"/>
                    <a:pt x="3335" y="328"/>
                  </a:cubicBezTo>
                  <a:cubicBezTo>
                    <a:pt x="3335" y="321"/>
                    <a:pt x="3329" y="315"/>
                    <a:pt x="3322" y="315"/>
                  </a:cubicBezTo>
                  <a:cubicBezTo>
                    <a:pt x="3315" y="315"/>
                    <a:pt x="3309" y="321"/>
                    <a:pt x="3309" y="328"/>
                  </a:cubicBezTo>
                  <a:cubicBezTo>
                    <a:pt x="3309" y="335"/>
                    <a:pt x="3315" y="341"/>
                    <a:pt x="3322" y="341"/>
                  </a:cubicBezTo>
                  <a:close/>
                  <a:moveTo>
                    <a:pt x="3361" y="341"/>
                  </a:moveTo>
                  <a:cubicBezTo>
                    <a:pt x="3368" y="341"/>
                    <a:pt x="3374" y="335"/>
                    <a:pt x="3374" y="328"/>
                  </a:cubicBezTo>
                  <a:cubicBezTo>
                    <a:pt x="3374" y="321"/>
                    <a:pt x="3368" y="315"/>
                    <a:pt x="3361" y="315"/>
                  </a:cubicBezTo>
                  <a:cubicBezTo>
                    <a:pt x="3354" y="315"/>
                    <a:pt x="3348" y="321"/>
                    <a:pt x="3348" y="328"/>
                  </a:cubicBezTo>
                  <a:cubicBezTo>
                    <a:pt x="3348" y="335"/>
                    <a:pt x="3354" y="341"/>
                    <a:pt x="3361" y="341"/>
                  </a:cubicBezTo>
                  <a:close/>
                  <a:moveTo>
                    <a:pt x="3401" y="341"/>
                  </a:moveTo>
                  <a:cubicBezTo>
                    <a:pt x="3408" y="341"/>
                    <a:pt x="3413" y="335"/>
                    <a:pt x="3413" y="328"/>
                  </a:cubicBezTo>
                  <a:cubicBezTo>
                    <a:pt x="3413" y="321"/>
                    <a:pt x="3408" y="315"/>
                    <a:pt x="3401" y="315"/>
                  </a:cubicBezTo>
                  <a:cubicBezTo>
                    <a:pt x="3394" y="315"/>
                    <a:pt x="3388" y="321"/>
                    <a:pt x="3388" y="328"/>
                  </a:cubicBezTo>
                  <a:cubicBezTo>
                    <a:pt x="3388" y="335"/>
                    <a:pt x="3394" y="341"/>
                    <a:pt x="3401" y="341"/>
                  </a:cubicBezTo>
                  <a:close/>
                  <a:moveTo>
                    <a:pt x="3440" y="341"/>
                  </a:moveTo>
                  <a:cubicBezTo>
                    <a:pt x="3447" y="341"/>
                    <a:pt x="3453" y="335"/>
                    <a:pt x="3453" y="328"/>
                  </a:cubicBezTo>
                  <a:cubicBezTo>
                    <a:pt x="3453" y="321"/>
                    <a:pt x="3447" y="315"/>
                    <a:pt x="3440" y="315"/>
                  </a:cubicBezTo>
                  <a:cubicBezTo>
                    <a:pt x="3433" y="315"/>
                    <a:pt x="3427" y="321"/>
                    <a:pt x="3427" y="328"/>
                  </a:cubicBezTo>
                  <a:cubicBezTo>
                    <a:pt x="3427" y="335"/>
                    <a:pt x="3433" y="341"/>
                    <a:pt x="3440" y="341"/>
                  </a:cubicBezTo>
                  <a:close/>
                  <a:moveTo>
                    <a:pt x="3480" y="341"/>
                  </a:moveTo>
                  <a:cubicBezTo>
                    <a:pt x="3487" y="341"/>
                    <a:pt x="3492" y="335"/>
                    <a:pt x="3492" y="328"/>
                  </a:cubicBezTo>
                  <a:cubicBezTo>
                    <a:pt x="3492" y="321"/>
                    <a:pt x="3487" y="315"/>
                    <a:pt x="3480" y="315"/>
                  </a:cubicBezTo>
                  <a:cubicBezTo>
                    <a:pt x="3472" y="315"/>
                    <a:pt x="3467" y="321"/>
                    <a:pt x="3467" y="328"/>
                  </a:cubicBezTo>
                  <a:cubicBezTo>
                    <a:pt x="3467" y="335"/>
                    <a:pt x="3472" y="341"/>
                    <a:pt x="3480" y="341"/>
                  </a:cubicBezTo>
                  <a:close/>
                  <a:moveTo>
                    <a:pt x="3519" y="315"/>
                  </a:moveTo>
                  <a:cubicBezTo>
                    <a:pt x="3512" y="315"/>
                    <a:pt x="3506" y="321"/>
                    <a:pt x="3506" y="328"/>
                  </a:cubicBezTo>
                  <a:cubicBezTo>
                    <a:pt x="3506" y="335"/>
                    <a:pt x="3512" y="341"/>
                    <a:pt x="3519" y="341"/>
                  </a:cubicBezTo>
                  <a:cubicBezTo>
                    <a:pt x="3526" y="341"/>
                    <a:pt x="3532" y="335"/>
                    <a:pt x="3532" y="328"/>
                  </a:cubicBezTo>
                  <a:cubicBezTo>
                    <a:pt x="3532" y="321"/>
                    <a:pt x="3526" y="315"/>
                    <a:pt x="3519" y="315"/>
                  </a:cubicBezTo>
                  <a:close/>
                  <a:moveTo>
                    <a:pt x="3558" y="315"/>
                  </a:moveTo>
                  <a:cubicBezTo>
                    <a:pt x="3551" y="315"/>
                    <a:pt x="3546" y="321"/>
                    <a:pt x="3546" y="328"/>
                  </a:cubicBezTo>
                  <a:cubicBezTo>
                    <a:pt x="3546" y="335"/>
                    <a:pt x="3551" y="341"/>
                    <a:pt x="3558" y="341"/>
                  </a:cubicBezTo>
                  <a:cubicBezTo>
                    <a:pt x="3565" y="341"/>
                    <a:pt x="3571" y="335"/>
                    <a:pt x="3571" y="328"/>
                  </a:cubicBezTo>
                  <a:cubicBezTo>
                    <a:pt x="3571" y="321"/>
                    <a:pt x="3565" y="315"/>
                    <a:pt x="3558" y="315"/>
                  </a:cubicBezTo>
                  <a:close/>
                  <a:moveTo>
                    <a:pt x="3598" y="315"/>
                  </a:moveTo>
                  <a:cubicBezTo>
                    <a:pt x="3591" y="315"/>
                    <a:pt x="3585" y="321"/>
                    <a:pt x="3585" y="328"/>
                  </a:cubicBezTo>
                  <a:cubicBezTo>
                    <a:pt x="3585" y="335"/>
                    <a:pt x="3591" y="341"/>
                    <a:pt x="3598" y="341"/>
                  </a:cubicBezTo>
                  <a:cubicBezTo>
                    <a:pt x="3605" y="341"/>
                    <a:pt x="3611" y="335"/>
                    <a:pt x="3611" y="328"/>
                  </a:cubicBezTo>
                  <a:cubicBezTo>
                    <a:pt x="3611" y="321"/>
                    <a:pt x="3605" y="315"/>
                    <a:pt x="3598" y="315"/>
                  </a:cubicBezTo>
                  <a:close/>
                  <a:moveTo>
                    <a:pt x="89" y="380"/>
                  </a:moveTo>
                  <a:cubicBezTo>
                    <a:pt x="96" y="380"/>
                    <a:pt x="102" y="375"/>
                    <a:pt x="102" y="367"/>
                  </a:cubicBezTo>
                  <a:cubicBezTo>
                    <a:pt x="102" y="360"/>
                    <a:pt x="96" y="355"/>
                    <a:pt x="89" y="355"/>
                  </a:cubicBezTo>
                  <a:cubicBezTo>
                    <a:pt x="82" y="355"/>
                    <a:pt x="76" y="360"/>
                    <a:pt x="76" y="367"/>
                  </a:cubicBezTo>
                  <a:cubicBezTo>
                    <a:pt x="76" y="375"/>
                    <a:pt x="82" y="380"/>
                    <a:pt x="89" y="380"/>
                  </a:cubicBezTo>
                  <a:close/>
                  <a:moveTo>
                    <a:pt x="128" y="380"/>
                  </a:moveTo>
                  <a:cubicBezTo>
                    <a:pt x="136" y="380"/>
                    <a:pt x="141" y="375"/>
                    <a:pt x="141" y="367"/>
                  </a:cubicBezTo>
                  <a:cubicBezTo>
                    <a:pt x="141" y="360"/>
                    <a:pt x="136" y="355"/>
                    <a:pt x="128" y="355"/>
                  </a:cubicBezTo>
                  <a:cubicBezTo>
                    <a:pt x="121" y="355"/>
                    <a:pt x="116" y="360"/>
                    <a:pt x="116" y="367"/>
                  </a:cubicBezTo>
                  <a:cubicBezTo>
                    <a:pt x="116" y="375"/>
                    <a:pt x="121" y="380"/>
                    <a:pt x="128" y="380"/>
                  </a:cubicBezTo>
                  <a:close/>
                  <a:moveTo>
                    <a:pt x="168" y="380"/>
                  </a:moveTo>
                  <a:cubicBezTo>
                    <a:pt x="175" y="380"/>
                    <a:pt x="181" y="375"/>
                    <a:pt x="181" y="367"/>
                  </a:cubicBezTo>
                  <a:cubicBezTo>
                    <a:pt x="181" y="360"/>
                    <a:pt x="175" y="355"/>
                    <a:pt x="168" y="355"/>
                  </a:cubicBezTo>
                  <a:cubicBezTo>
                    <a:pt x="161" y="355"/>
                    <a:pt x="155" y="360"/>
                    <a:pt x="155" y="367"/>
                  </a:cubicBezTo>
                  <a:cubicBezTo>
                    <a:pt x="155" y="375"/>
                    <a:pt x="161" y="380"/>
                    <a:pt x="168" y="380"/>
                  </a:cubicBezTo>
                  <a:close/>
                  <a:moveTo>
                    <a:pt x="207" y="380"/>
                  </a:moveTo>
                  <a:cubicBezTo>
                    <a:pt x="214" y="380"/>
                    <a:pt x="220" y="375"/>
                    <a:pt x="220" y="367"/>
                  </a:cubicBezTo>
                  <a:cubicBezTo>
                    <a:pt x="220" y="360"/>
                    <a:pt x="214" y="355"/>
                    <a:pt x="207" y="355"/>
                  </a:cubicBezTo>
                  <a:cubicBezTo>
                    <a:pt x="200" y="355"/>
                    <a:pt x="195" y="360"/>
                    <a:pt x="195" y="367"/>
                  </a:cubicBezTo>
                  <a:cubicBezTo>
                    <a:pt x="195" y="375"/>
                    <a:pt x="200" y="380"/>
                    <a:pt x="207" y="380"/>
                  </a:cubicBezTo>
                  <a:close/>
                  <a:moveTo>
                    <a:pt x="247" y="380"/>
                  </a:moveTo>
                  <a:cubicBezTo>
                    <a:pt x="254" y="380"/>
                    <a:pt x="259" y="375"/>
                    <a:pt x="259" y="367"/>
                  </a:cubicBezTo>
                  <a:cubicBezTo>
                    <a:pt x="259" y="360"/>
                    <a:pt x="254" y="355"/>
                    <a:pt x="247" y="355"/>
                  </a:cubicBezTo>
                  <a:cubicBezTo>
                    <a:pt x="240" y="355"/>
                    <a:pt x="234" y="360"/>
                    <a:pt x="234" y="367"/>
                  </a:cubicBezTo>
                  <a:cubicBezTo>
                    <a:pt x="234" y="375"/>
                    <a:pt x="240" y="380"/>
                    <a:pt x="247" y="380"/>
                  </a:cubicBezTo>
                  <a:close/>
                  <a:moveTo>
                    <a:pt x="286" y="380"/>
                  </a:moveTo>
                  <a:cubicBezTo>
                    <a:pt x="293" y="380"/>
                    <a:pt x="299" y="375"/>
                    <a:pt x="299" y="367"/>
                  </a:cubicBezTo>
                  <a:cubicBezTo>
                    <a:pt x="299" y="360"/>
                    <a:pt x="293" y="355"/>
                    <a:pt x="286" y="355"/>
                  </a:cubicBezTo>
                  <a:cubicBezTo>
                    <a:pt x="279" y="355"/>
                    <a:pt x="273" y="360"/>
                    <a:pt x="273" y="367"/>
                  </a:cubicBezTo>
                  <a:cubicBezTo>
                    <a:pt x="273" y="375"/>
                    <a:pt x="279" y="380"/>
                    <a:pt x="286" y="380"/>
                  </a:cubicBezTo>
                  <a:close/>
                  <a:moveTo>
                    <a:pt x="326" y="380"/>
                  </a:moveTo>
                  <a:cubicBezTo>
                    <a:pt x="333" y="380"/>
                    <a:pt x="338" y="375"/>
                    <a:pt x="338" y="367"/>
                  </a:cubicBezTo>
                  <a:cubicBezTo>
                    <a:pt x="338" y="360"/>
                    <a:pt x="333" y="355"/>
                    <a:pt x="326" y="355"/>
                  </a:cubicBezTo>
                  <a:cubicBezTo>
                    <a:pt x="319" y="355"/>
                    <a:pt x="313" y="360"/>
                    <a:pt x="313" y="367"/>
                  </a:cubicBezTo>
                  <a:cubicBezTo>
                    <a:pt x="313" y="375"/>
                    <a:pt x="319" y="380"/>
                    <a:pt x="326" y="380"/>
                  </a:cubicBezTo>
                  <a:close/>
                  <a:moveTo>
                    <a:pt x="365" y="380"/>
                  </a:moveTo>
                  <a:cubicBezTo>
                    <a:pt x="372" y="380"/>
                    <a:pt x="378" y="375"/>
                    <a:pt x="378" y="367"/>
                  </a:cubicBezTo>
                  <a:cubicBezTo>
                    <a:pt x="378" y="360"/>
                    <a:pt x="372" y="355"/>
                    <a:pt x="365" y="355"/>
                  </a:cubicBezTo>
                  <a:cubicBezTo>
                    <a:pt x="358" y="355"/>
                    <a:pt x="352" y="360"/>
                    <a:pt x="352" y="367"/>
                  </a:cubicBezTo>
                  <a:cubicBezTo>
                    <a:pt x="352" y="375"/>
                    <a:pt x="358" y="380"/>
                    <a:pt x="365" y="380"/>
                  </a:cubicBezTo>
                  <a:close/>
                  <a:moveTo>
                    <a:pt x="404" y="380"/>
                  </a:moveTo>
                  <a:cubicBezTo>
                    <a:pt x="411" y="380"/>
                    <a:pt x="417" y="375"/>
                    <a:pt x="417" y="367"/>
                  </a:cubicBezTo>
                  <a:cubicBezTo>
                    <a:pt x="417" y="360"/>
                    <a:pt x="411" y="355"/>
                    <a:pt x="404" y="355"/>
                  </a:cubicBezTo>
                  <a:cubicBezTo>
                    <a:pt x="397" y="355"/>
                    <a:pt x="392" y="360"/>
                    <a:pt x="392" y="367"/>
                  </a:cubicBezTo>
                  <a:cubicBezTo>
                    <a:pt x="392" y="375"/>
                    <a:pt x="397" y="380"/>
                    <a:pt x="404" y="380"/>
                  </a:cubicBezTo>
                  <a:close/>
                  <a:moveTo>
                    <a:pt x="444" y="380"/>
                  </a:moveTo>
                  <a:cubicBezTo>
                    <a:pt x="451" y="380"/>
                    <a:pt x="457" y="375"/>
                    <a:pt x="457" y="367"/>
                  </a:cubicBezTo>
                  <a:cubicBezTo>
                    <a:pt x="457" y="360"/>
                    <a:pt x="451" y="355"/>
                    <a:pt x="444" y="355"/>
                  </a:cubicBezTo>
                  <a:cubicBezTo>
                    <a:pt x="437" y="355"/>
                    <a:pt x="431" y="360"/>
                    <a:pt x="431" y="367"/>
                  </a:cubicBezTo>
                  <a:cubicBezTo>
                    <a:pt x="431" y="375"/>
                    <a:pt x="437" y="380"/>
                    <a:pt x="444" y="380"/>
                  </a:cubicBezTo>
                  <a:close/>
                  <a:moveTo>
                    <a:pt x="483" y="380"/>
                  </a:moveTo>
                  <a:cubicBezTo>
                    <a:pt x="490" y="380"/>
                    <a:pt x="496" y="375"/>
                    <a:pt x="496" y="367"/>
                  </a:cubicBezTo>
                  <a:cubicBezTo>
                    <a:pt x="496" y="360"/>
                    <a:pt x="490" y="355"/>
                    <a:pt x="483" y="355"/>
                  </a:cubicBezTo>
                  <a:cubicBezTo>
                    <a:pt x="476" y="355"/>
                    <a:pt x="471" y="360"/>
                    <a:pt x="471" y="367"/>
                  </a:cubicBezTo>
                  <a:cubicBezTo>
                    <a:pt x="471" y="375"/>
                    <a:pt x="476" y="380"/>
                    <a:pt x="483" y="380"/>
                  </a:cubicBezTo>
                  <a:close/>
                  <a:moveTo>
                    <a:pt x="523" y="380"/>
                  </a:moveTo>
                  <a:cubicBezTo>
                    <a:pt x="530" y="380"/>
                    <a:pt x="535" y="375"/>
                    <a:pt x="535" y="367"/>
                  </a:cubicBezTo>
                  <a:cubicBezTo>
                    <a:pt x="535" y="360"/>
                    <a:pt x="530" y="355"/>
                    <a:pt x="523" y="355"/>
                  </a:cubicBezTo>
                  <a:cubicBezTo>
                    <a:pt x="516" y="355"/>
                    <a:pt x="510" y="360"/>
                    <a:pt x="510" y="367"/>
                  </a:cubicBezTo>
                  <a:cubicBezTo>
                    <a:pt x="510" y="375"/>
                    <a:pt x="516" y="380"/>
                    <a:pt x="523" y="380"/>
                  </a:cubicBezTo>
                  <a:close/>
                  <a:moveTo>
                    <a:pt x="562" y="380"/>
                  </a:moveTo>
                  <a:cubicBezTo>
                    <a:pt x="569" y="380"/>
                    <a:pt x="575" y="375"/>
                    <a:pt x="575" y="367"/>
                  </a:cubicBezTo>
                  <a:cubicBezTo>
                    <a:pt x="575" y="360"/>
                    <a:pt x="569" y="355"/>
                    <a:pt x="562" y="355"/>
                  </a:cubicBezTo>
                  <a:cubicBezTo>
                    <a:pt x="555" y="355"/>
                    <a:pt x="549" y="360"/>
                    <a:pt x="549" y="367"/>
                  </a:cubicBezTo>
                  <a:cubicBezTo>
                    <a:pt x="549" y="375"/>
                    <a:pt x="555" y="380"/>
                    <a:pt x="562" y="380"/>
                  </a:cubicBezTo>
                  <a:close/>
                  <a:moveTo>
                    <a:pt x="602" y="380"/>
                  </a:moveTo>
                  <a:cubicBezTo>
                    <a:pt x="609" y="380"/>
                    <a:pt x="614" y="375"/>
                    <a:pt x="614" y="367"/>
                  </a:cubicBezTo>
                  <a:cubicBezTo>
                    <a:pt x="614" y="360"/>
                    <a:pt x="609" y="355"/>
                    <a:pt x="602" y="355"/>
                  </a:cubicBezTo>
                  <a:cubicBezTo>
                    <a:pt x="595" y="355"/>
                    <a:pt x="589" y="360"/>
                    <a:pt x="589" y="367"/>
                  </a:cubicBezTo>
                  <a:cubicBezTo>
                    <a:pt x="589" y="375"/>
                    <a:pt x="595" y="380"/>
                    <a:pt x="602" y="380"/>
                  </a:cubicBezTo>
                  <a:close/>
                  <a:moveTo>
                    <a:pt x="641" y="380"/>
                  </a:moveTo>
                  <a:cubicBezTo>
                    <a:pt x="648" y="380"/>
                    <a:pt x="654" y="375"/>
                    <a:pt x="654" y="367"/>
                  </a:cubicBezTo>
                  <a:cubicBezTo>
                    <a:pt x="654" y="360"/>
                    <a:pt x="648" y="355"/>
                    <a:pt x="641" y="355"/>
                  </a:cubicBezTo>
                  <a:cubicBezTo>
                    <a:pt x="634" y="355"/>
                    <a:pt x="628" y="360"/>
                    <a:pt x="628" y="367"/>
                  </a:cubicBezTo>
                  <a:cubicBezTo>
                    <a:pt x="628" y="375"/>
                    <a:pt x="634" y="380"/>
                    <a:pt x="641" y="380"/>
                  </a:cubicBezTo>
                  <a:close/>
                  <a:moveTo>
                    <a:pt x="680" y="380"/>
                  </a:moveTo>
                  <a:cubicBezTo>
                    <a:pt x="687" y="380"/>
                    <a:pt x="693" y="375"/>
                    <a:pt x="693" y="367"/>
                  </a:cubicBezTo>
                  <a:cubicBezTo>
                    <a:pt x="693" y="360"/>
                    <a:pt x="687" y="355"/>
                    <a:pt x="680" y="355"/>
                  </a:cubicBezTo>
                  <a:cubicBezTo>
                    <a:pt x="673" y="355"/>
                    <a:pt x="668" y="360"/>
                    <a:pt x="668" y="367"/>
                  </a:cubicBezTo>
                  <a:cubicBezTo>
                    <a:pt x="668" y="375"/>
                    <a:pt x="673" y="380"/>
                    <a:pt x="680" y="380"/>
                  </a:cubicBezTo>
                  <a:close/>
                  <a:moveTo>
                    <a:pt x="720" y="380"/>
                  </a:moveTo>
                  <a:cubicBezTo>
                    <a:pt x="727" y="380"/>
                    <a:pt x="733" y="375"/>
                    <a:pt x="733" y="367"/>
                  </a:cubicBezTo>
                  <a:cubicBezTo>
                    <a:pt x="733" y="360"/>
                    <a:pt x="727" y="355"/>
                    <a:pt x="720" y="355"/>
                  </a:cubicBezTo>
                  <a:cubicBezTo>
                    <a:pt x="713" y="355"/>
                    <a:pt x="707" y="360"/>
                    <a:pt x="707" y="367"/>
                  </a:cubicBezTo>
                  <a:cubicBezTo>
                    <a:pt x="707" y="375"/>
                    <a:pt x="713" y="380"/>
                    <a:pt x="720" y="380"/>
                  </a:cubicBezTo>
                  <a:close/>
                  <a:moveTo>
                    <a:pt x="759" y="380"/>
                  </a:moveTo>
                  <a:cubicBezTo>
                    <a:pt x="766" y="380"/>
                    <a:pt x="772" y="375"/>
                    <a:pt x="772" y="367"/>
                  </a:cubicBezTo>
                  <a:cubicBezTo>
                    <a:pt x="772" y="360"/>
                    <a:pt x="766" y="355"/>
                    <a:pt x="759" y="355"/>
                  </a:cubicBezTo>
                  <a:cubicBezTo>
                    <a:pt x="752" y="355"/>
                    <a:pt x="747" y="360"/>
                    <a:pt x="747" y="367"/>
                  </a:cubicBezTo>
                  <a:cubicBezTo>
                    <a:pt x="747" y="375"/>
                    <a:pt x="752" y="380"/>
                    <a:pt x="759" y="380"/>
                  </a:cubicBezTo>
                  <a:close/>
                  <a:moveTo>
                    <a:pt x="799" y="380"/>
                  </a:moveTo>
                  <a:cubicBezTo>
                    <a:pt x="806" y="380"/>
                    <a:pt x="811" y="375"/>
                    <a:pt x="811" y="367"/>
                  </a:cubicBezTo>
                  <a:cubicBezTo>
                    <a:pt x="811" y="360"/>
                    <a:pt x="806" y="355"/>
                    <a:pt x="799" y="355"/>
                  </a:cubicBezTo>
                  <a:cubicBezTo>
                    <a:pt x="792" y="355"/>
                    <a:pt x="786" y="360"/>
                    <a:pt x="786" y="367"/>
                  </a:cubicBezTo>
                  <a:cubicBezTo>
                    <a:pt x="786" y="375"/>
                    <a:pt x="792" y="380"/>
                    <a:pt x="799" y="380"/>
                  </a:cubicBezTo>
                  <a:close/>
                  <a:moveTo>
                    <a:pt x="838" y="380"/>
                  </a:moveTo>
                  <a:cubicBezTo>
                    <a:pt x="845" y="380"/>
                    <a:pt x="851" y="375"/>
                    <a:pt x="851" y="367"/>
                  </a:cubicBezTo>
                  <a:cubicBezTo>
                    <a:pt x="851" y="360"/>
                    <a:pt x="845" y="355"/>
                    <a:pt x="838" y="355"/>
                  </a:cubicBezTo>
                  <a:cubicBezTo>
                    <a:pt x="831" y="355"/>
                    <a:pt x="825" y="360"/>
                    <a:pt x="825" y="367"/>
                  </a:cubicBezTo>
                  <a:cubicBezTo>
                    <a:pt x="825" y="375"/>
                    <a:pt x="831" y="380"/>
                    <a:pt x="838" y="380"/>
                  </a:cubicBezTo>
                  <a:close/>
                  <a:moveTo>
                    <a:pt x="956" y="380"/>
                  </a:moveTo>
                  <a:cubicBezTo>
                    <a:pt x="963" y="380"/>
                    <a:pt x="969" y="375"/>
                    <a:pt x="969" y="367"/>
                  </a:cubicBezTo>
                  <a:cubicBezTo>
                    <a:pt x="969" y="360"/>
                    <a:pt x="963" y="355"/>
                    <a:pt x="956" y="355"/>
                  </a:cubicBezTo>
                  <a:cubicBezTo>
                    <a:pt x="949" y="355"/>
                    <a:pt x="944" y="360"/>
                    <a:pt x="944" y="367"/>
                  </a:cubicBezTo>
                  <a:cubicBezTo>
                    <a:pt x="944" y="375"/>
                    <a:pt x="949" y="380"/>
                    <a:pt x="956" y="380"/>
                  </a:cubicBezTo>
                  <a:close/>
                  <a:moveTo>
                    <a:pt x="996" y="380"/>
                  </a:moveTo>
                  <a:cubicBezTo>
                    <a:pt x="1003" y="380"/>
                    <a:pt x="1009" y="375"/>
                    <a:pt x="1009" y="367"/>
                  </a:cubicBezTo>
                  <a:cubicBezTo>
                    <a:pt x="1009" y="360"/>
                    <a:pt x="1003" y="355"/>
                    <a:pt x="996" y="355"/>
                  </a:cubicBezTo>
                  <a:cubicBezTo>
                    <a:pt x="989" y="355"/>
                    <a:pt x="983" y="360"/>
                    <a:pt x="983" y="367"/>
                  </a:cubicBezTo>
                  <a:cubicBezTo>
                    <a:pt x="983" y="375"/>
                    <a:pt x="989" y="380"/>
                    <a:pt x="996" y="380"/>
                  </a:cubicBezTo>
                  <a:close/>
                  <a:moveTo>
                    <a:pt x="1193" y="380"/>
                  </a:moveTo>
                  <a:cubicBezTo>
                    <a:pt x="1200" y="380"/>
                    <a:pt x="1206" y="375"/>
                    <a:pt x="1206" y="367"/>
                  </a:cubicBezTo>
                  <a:cubicBezTo>
                    <a:pt x="1206" y="360"/>
                    <a:pt x="1200" y="355"/>
                    <a:pt x="1193" y="355"/>
                  </a:cubicBezTo>
                  <a:cubicBezTo>
                    <a:pt x="1186" y="355"/>
                    <a:pt x="1180" y="360"/>
                    <a:pt x="1180" y="367"/>
                  </a:cubicBezTo>
                  <a:cubicBezTo>
                    <a:pt x="1180" y="375"/>
                    <a:pt x="1186" y="380"/>
                    <a:pt x="1193" y="380"/>
                  </a:cubicBezTo>
                  <a:close/>
                  <a:moveTo>
                    <a:pt x="1232" y="380"/>
                  </a:moveTo>
                  <a:cubicBezTo>
                    <a:pt x="1239" y="380"/>
                    <a:pt x="1245" y="375"/>
                    <a:pt x="1245" y="367"/>
                  </a:cubicBezTo>
                  <a:cubicBezTo>
                    <a:pt x="1245" y="360"/>
                    <a:pt x="1239" y="355"/>
                    <a:pt x="1232" y="355"/>
                  </a:cubicBezTo>
                  <a:cubicBezTo>
                    <a:pt x="1225" y="355"/>
                    <a:pt x="1220" y="360"/>
                    <a:pt x="1220" y="367"/>
                  </a:cubicBezTo>
                  <a:cubicBezTo>
                    <a:pt x="1220" y="375"/>
                    <a:pt x="1225" y="380"/>
                    <a:pt x="1232" y="380"/>
                  </a:cubicBezTo>
                  <a:close/>
                  <a:moveTo>
                    <a:pt x="1272" y="380"/>
                  </a:moveTo>
                  <a:cubicBezTo>
                    <a:pt x="1279" y="380"/>
                    <a:pt x="1285" y="375"/>
                    <a:pt x="1285" y="367"/>
                  </a:cubicBezTo>
                  <a:cubicBezTo>
                    <a:pt x="1285" y="360"/>
                    <a:pt x="1279" y="355"/>
                    <a:pt x="1272" y="355"/>
                  </a:cubicBezTo>
                  <a:cubicBezTo>
                    <a:pt x="1265" y="355"/>
                    <a:pt x="1259" y="360"/>
                    <a:pt x="1259" y="367"/>
                  </a:cubicBezTo>
                  <a:cubicBezTo>
                    <a:pt x="1259" y="375"/>
                    <a:pt x="1265" y="380"/>
                    <a:pt x="1272" y="380"/>
                  </a:cubicBezTo>
                  <a:close/>
                  <a:moveTo>
                    <a:pt x="1508" y="355"/>
                  </a:moveTo>
                  <a:cubicBezTo>
                    <a:pt x="1501" y="355"/>
                    <a:pt x="1496" y="360"/>
                    <a:pt x="1496" y="367"/>
                  </a:cubicBezTo>
                  <a:cubicBezTo>
                    <a:pt x="1496" y="375"/>
                    <a:pt x="1501" y="380"/>
                    <a:pt x="1508" y="380"/>
                  </a:cubicBezTo>
                  <a:cubicBezTo>
                    <a:pt x="1515" y="380"/>
                    <a:pt x="1521" y="375"/>
                    <a:pt x="1521" y="367"/>
                  </a:cubicBezTo>
                  <a:cubicBezTo>
                    <a:pt x="1521" y="360"/>
                    <a:pt x="1515" y="355"/>
                    <a:pt x="1508" y="355"/>
                  </a:cubicBezTo>
                  <a:close/>
                  <a:moveTo>
                    <a:pt x="1824" y="380"/>
                  </a:moveTo>
                  <a:cubicBezTo>
                    <a:pt x="1831" y="380"/>
                    <a:pt x="1836" y="375"/>
                    <a:pt x="1836" y="367"/>
                  </a:cubicBezTo>
                  <a:cubicBezTo>
                    <a:pt x="1836" y="360"/>
                    <a:pt x="1831" y="355"/>
                    <a:pt x="1824" y="355"/>
                  </a:cubicBezTo>
                  <a:cubicBezTo>
                    <a:pt x="1817" y="355"/>
                    <a:pt x="1811" y="360"/>
                    <a:pt x="1811" y="367"/>
                  </a:cubicBezTo>
                  <a:cubicBezTo>
                    <a:pt x="1811" y="375"/>
                    <a:pt x="1817" y="380"/>
                    <a:pt x="1824" y="380"/>
                  </a:cubicBezTo>
                  <a:close/>
                  <a:moveTo>
                    <a:pt x="1863" y="380"/>
                  </a:moveTo>
                  <a:cubicBezTo>
                    <a:pt x="1870" y="380"/>
                    <a:pt x="1876" y="375"/>
                    <a:pt x="1876" y="367"/>
                  </a:cubicBezTo>
                  <a:cubicBezTo>
                    <a:pt x="1876" y="360"/>
                    <a:pt x="1870" y="355"/>
                    <a:pt x="1863" y="355"/>
                  </a:cubicBezTo>
                  <a:cubicBezTo>
                    <a:pt x="1856" y="355"/>
                    <a:pt x="1850" y="360"/>
                    <a:pt x="1850" y="367"/>
                  </a:cubicBezTo>
                  <a:cubicBezTo>
                    <a:pt x="1850" y="375"/>
                    <a:pt x="1856" y="380"/>
                    <a:pt x="1863" y="380"/>
                  </a:cubicBezTo>
                  <a:close/>
                  <a:moveTo>
                    <a:pt x="1903" y="380"/>
                  </a:moveTo>
                  <a:cubicBezTo>
                    <a:pt x="1910" y="380"/>
                    <a:pt x="1915" y="375"/>
                    <a:pt x="1915" y="367"/>
                  </a:cubicBezTo>
                  <a:cubicBezTo>
                    <a:pt x="1915" y="360"/>
                    <a:pt x="1910" y="355"/>
                    <a:pt x="1903" y="355"/>
                  </a:cubicBezTo>
                  <a:cubicBezTo>
                    <a:pt x="1896" y="355"/>
                    <a:pt x="1890" y="360"/>
                    <a:pt x="1890" y="367"/>
                  </a:cubicBezTo>
                  <a:cubicBezTo>
                    <a:pt x="1890" y="375"/>
                    <a:pt x="1896" y="380"/>
                    <a:pt x="1903" y="380"/>
                  </a:cubicBezTo>
                  <a:close/>
                  <a:moveTo>
                    <a:pt x="1942" y="380"/>
                  </a:moveTo>
                  <a:cubicBezTo>
                    <a:pt x="1949" y="380"/>
                    <a:pt x="1955" y="375"/>
                    <a:pt x="1955" y="367"/>
                  </a:cubicBezTo>
                  <a:cubicBezTo>
                    <a:pt x="1955" y="360"/>
                    <a:pt x="1949" y="355"/>
                    <a:pt x="1942" y="355"/>
                  </a:cubicBezTo>
                  <a:cubicBezTo>
                    <a:pt x="1935" y="355"/>
                    <a:pt x="1929" y="360"/>
                    <a:pt x="1929" y="367"/>
                  </a:cubicBezTo>
                  <a:cubicBezTo>
                    <a:pt x="1929" y="375"/>
                    <a:pt x="1935" y="380"/>
                    <a:pt x="1942" y="380"/>
                  </a:cubicBezTo>
                  <a:close/>
                  <a:moveTo>
                    <a:pt x="1981" y="380"/>
                  </a:moveTo>
                  <a:cubicBezTo>
                    <a:pt x="1988" y="380"/>
                    <a:pt x="1994" y="375"/>
                    <a:pt x="1994" y="367"/>
                  </a:cubicBezTo>
                  <a:cubicBezTo>
                    <a:pt x="1994" y="360"/>
                    <a:pt x="1988" y="355"/>
                    <a:pt x="1981" y="355"/>
                  </a:cubicBezTo>
                  <a:cubicBezTo>
                    <a:pt x="1974" y="355"/>
                    <a:pt x="1969" y="360"/>
                    <a:pt x="1969" y="367"/>
                  </a:cubicBezTo>
                  <a:cubicBezTo>
                    <a:pt x="1969" y="375"/>
                    <a:pt x="1974" y="380"/>
                    <a:pt x="1981" y="380"/>
                  </a:cubicBezTo>
                  <a:close/>
                  <a:moveTo>
                    <a:pt x="2021" y="380"/>
                  </a:moveTo>
                  <a:cubicBezTo>
                    <a:pt x="2028" y="380"/>
                    <a:pt x="2034" y="375"/>
                    <a:pt x="2034" y="367"/>
                  </a:cubicBezTo>
                  <a:cubicBezTo>
                    <a:pt x="2034" y="360"/>
                    <a:pt x="2028" y="355"/>
                    <a:pt x="2021" y="355"/>
                  </a:cubicBezTo>
                  <a:cubicBezTo>
                    <a:pt x="2014" y="355"/>
                    <a:pt x="2008" y="360"/>
                    <a:pt x="2008" y="367"/>
                  </a:cubicBezTo>
                  <a:cubicBezTo>
                    <a:pt x="2008" y="375"/>
                    <a:pt x="2014" y="380"/>
                    <a:pt x="2021" y="380"/>
                  </a:cubicBezTo>
                  <a:close/>
                  <a:moveTo>
                    <a:pt x="2060" y="380"/>
                  </a:moveTo>
                  <a:cubicBezTo>
                    <a:pt x="2067" y="380"/>
                    <a:pt x="2073" y="375"/>
                    <a:pt x="2073" y="367"/>
                  </a:cubicBezTo>
                  <a:cubicBezTo>
                    <a:pt x="2073" y="360"/>
                    <a:pt x="2067" y="355"/>
                    <a:pt x="2060" y="355"/>
                  </a:cubicBezTo>
                  <a:cubicBezTo>
                    <a:pt x="2053" y="355"/>
                    <a:pt x="2048" y="360"/>
                    <a:pt x="2048" y="367"/>
                  </a:cubicBezTo>
                  <a:cubicBezTo>
                    <a:pt x="2048" y="375"/>
                    <a:pt x="2053" y="380"/>
                    <a:pt x="2060" y="380"/>
                  </a:cubicBezTo>
                  <a:close/>
                  <a:moveTo>
                    <a:pt x="2100" y="380"/>
                  </a:moveTo>
                  <a:cubicBezTo>
                    <a:pt x="2107" y="380"/>
                    <a:pt x="2112" y="375"/>
                    <a:pt x="2112" y="367"/>
                  </a:cubicBezTo>
                  <a:cubicBezTo>
                    <a:pt x="2112" y="360"/>
                    <a:pt x="2107" y="355"/>
                    <a:pt x="2100" y="355"/>
                  </a:cubicBezTo>
                  <a:cubicBezTo>
                    <a:pt x="2093" y="355"/>
                    <a:pt x="2087" y="360"/>
                    <a:pt x="2087" y="367"/>
                  </a:cubicBezTo>
                  <a:cubicBezTo>
                    <a:pt x="2087" y="375"/>
                    <a:pt x="2093" y="380"/>
                    <a:pt x="2100" y="380"/>
                  </a:cubicBezTo>
                  <a:close/>
                  <a:moveTo>
                    <a:pt x="2139" y="380"/>
                  </a:moveTo>
                  <a:cubicBezTo>
                    <a:pt x="2146" y="380"/>
                    <a:pt x="2152" y="375"/>
                    <a:pt x="2152" y="367"/>
                  </a:cubicBezTo>
                  <a:cubicBezTo>
                    <a:pt x="2152" y="360"/>
                    <a:pt x="2146" y="355"/>
                    <a:pt x="2139" y="355"/>
                  </a:cubicBezTo>
                  <a:cubicBezTo>
                    <a:pt x="2132" y="355"/>
                    <a:pt x="2126" y="360"/>
                    <a:pt x="2126" y="367"/>
                  </a:cubicBezTo>
                  <a:cubicBezTo>
                    <a:pt x="2126" y="375"/>
                    <a:pt x="2132" y="380"/>
                    <a:pt x="2139" y="380"/>
                  </a:cubicBezTo>
                  <a:close/>
                  <a:moveTo>
                    <a:pt x="2179" y="380"/>
                  </a:moveTo>
                  <a:cubicBezTo>
                    <a:pt x="2186" y="380"/>
                    <a:pt x="2191" y="375"/>
                    <a:pt x="2191" y="367"/>
                  </a:cubicBezTo>
                  <a:cubicBezTo>
                    <a:pt x="2191" y="360"/>
                    <a:pt x="2186" y="355"/>
                    <a:pt x="2179" y="355"/>
                  </a:cubicBezTo>
                  <a:cubicBezTo>
                    <a:pt x="2171" y="355"/>
                    <a:pt x="2166" y="360"/>
                    <a:pt x="2166" y="367"/>
                  </a:cubicBezTo>
                  <a:cubicBezTo>
                    <a:pt x="2166" y="375"/>
                    <a:pt x="2171" y="380"/>
                    <a:pt x="2179" y="380"/>
                  </a:cubicBezTo>
                  <a:close/>
                  <a:moveTo>
                    <a:pt x="2218" y="380"/>
                  </a:moveTo>
                  <a:cubicBezTo>
                    <a:pt x="2225" y="380"/>
                    <a:pt x="2231" y="375"/>
                    <a:pt x="2231" y="367"/>
                  </a:cubicBezTo>
                  <a:cubicBezTo>
                    <a:pt x="2231" y="360"/>
                    <a:pt x="2225" y="355"/>
                    <a:pt x="2218" y="355"/>
                  </a:cubicBezTo>
                  <a:cubicBezTo>
                    <a:pt x="2211" y="355"/>
                    <a:pt x="2205" y="360"/>
                    <a:pt x="2205" y="367"/>
                  </a:cubicBezTo>
                  <a:cubicBezTo>
                    <a:pt x="2205" y="375"/>
                    <a:pt x="2211" y="380"/>
                    <a:pt x="2218" y="380"/>
                  </a:cubicBezTo>
                  <a:close/>
                  <a:moveTo>
                    <a:pt x="2257" y="380"/>
                  </a:moveTo>
                  <a:cubicBezTo>
                    <a:pt x="2264" y="380"/>
                    <a:pt x="2270" y="375"/>
                    <a:pt x="2270" y="367"/>
                  </a:cubicBezTo>
                  <a:cubicBezTo>
                    <a:pt x="2270" y="360"/>
                    <a:pt x="2264" y="355"/>
                    <a:pt x="2257" y="355"/>
                  </a:cubicBezTo>
                  <a:cubicBezTo>
                    <a:pt x="2250" y="355"/>
                    <a:pt x="2245" y="360"/>
                    <a:pt x="2245" y="367"/>
                  </a:cubicBezTo>
                  <a:cubicBezTo>
                    <a:pt x="2245" y="375"/>
                    <a:pt x="2250" y="380"/>
                    <a:pt x="2257" y="380"/>
                  </a:cubicBezTo>
                  <a:close/>
                  <a:moveTo>
                    <a:pt x="2297" y="380"/>
                  </a:moveTo>
                  <a:cubicBezTo>
                    <a:pt x="2304" y="380"/>
                    <a:pt x="2310" y="375"/>
                    <a:pt x="2310" y="367"/>
                  </a:cubicBezTo>
                  <a:cubicBezTo>
                    <a:pt x="2310" y="360"/>
                    <a:pt x="2304" y="355"/>
                    <a:pt x="2297" y="355"/>
                  </a:cubicBezTo>
                  <a:cubicBezTo>
                    <a:pt x="2290" y="355"/>
                    <a:pt x="2284" y="360"/>
                    <a:pt x="2284" y="367"/>
                  </a:cubicBezTo>
                  <a:cubicBezTo>
                    <a:pt x="2284" y="375"/>
                    <a:pt x="2290" y="380"/>
                    <a:pt x="2297" y="380"/>
                  </a:cubicBezTo>
                  <a:close/>
                  <a:moveTo>
                    <a:pt x="2336" y="380"/>
                  </a:moveTo>
                  <a:cubicBezTo>
                    <a:pt x="2343" y="380"/>
                    <a:pt x="2349" y="375"/>
                    <a:pt x="2349" y="367"/>
                  </a:cubicBezTo>
                  <a:cubicBezTo>
                    <a:pt x="2349" y="360"/>
                    <a:pt x="2343" y="355"/>
                    <a:pt x="2336" y="355"/>
                  </a:cubicBezTo>
                  <a:cubicBezTo>
                    <a:pt x="2329" y="355"/>
                    <a:pt x="2323" y="360"/>
                    <a:pt x="2323" y="367"/>
                  </a:cubicBezTo>
                  <a:cubicBezTo>
                    <a:pt x="2323" y="375"/>
                    <a:pt x="2329" y="380"/>
                    <a:pt x="2336" y="380"/>
                  </a:cubicBezTo>
                  <a:close/>
                  <a:moveTo>
                    <a:pt x="2376" y="380"/>
                  </a:moveTo>
                  <a:cubicBezTo>
                    <a:pt x="2383" y="380"/>
                    <a:pt x="2388" y="375"/>
                    <a:pt x="2388" y="367"/>
                  </a:cubicBezTo>
                  <a:cubicBezTo>
                    <a:pt x="2388" y="360"/>
                    <a:pt x="2383" y="355"/>
                    <a:pt x="2376" y="355"/>
                  </a:cubicBezTo>
                  <a:cubicBezTo>
                    <a:pt x="2369" y="355"/>
                    <a:pt x="2363" y="360"/>
                    <a:pt x="2363" y="367"/>
                  </a:cubicBezTo>
                  <a:cubicBezTo>
                    <a:pt x="2363" y="375"/>
                    <a:pt x="2369" y="380"/>
                    <a:pt x="2376" y="380"/>
                  </a:cubicBezTo>
                  <a:close/>
                  <a:moveTo>
                    <a:pt x="2415" y="380"/>
                  </a:moveTo>
                  <a:cubicBezTo>
                    <a:pt x="2422" y="380"/>
                    <a:pt x="2428" y="375"/>
                    <a:pt x="2428" y="367"/>
                  </a:cubicBezTo>
                  <a:cubicBezTo>
                    <a:pt x="2428" y="360"/>
                    <a:pt x="2422" y="355"/>
                    <a:pt x="2415" y="355"/>
                  </a:cubicBezTo>
                  <a:cubicBezTo>
                    <a:pt x="2408" y="355"/>
                    <a:pt x="2402" y="360"/>
                    <a:pt x="2402" y="367"/>
                  </a:cubicBezTo>
                  <a:cubicBezTo>
                    <a:pt x="2402" y="375"/>
                    <a:pt x="2408" y="380"/>
                    <a:pt x="2415" y="380"/>
                  </a:cubicBezTo>
                  <a:close/>
                  <a:moveTo>
                    <a:pt x="2454" y="380"/>
                  </a:moveTo>
                  <a:cubicBezTo>
                    <a:pt x="2462" y="380"/>
                    <a:pt x="2467" y="375"/>
                    <a:pt x="2467" y="367"/>
                  </a:cubicBezTo>
                  <a:cubicBezTo>
                    <a:pt x="2467" y="360"/>
                    <a:pt x="2462" y="355"/>
                    <a:pt x="2454" y="355"/>
                  </a:cubicBezTo>
                  <a:cubicBezTo>
                    <a:pt x="2447" y="355"/>
                    <a:pt x="2442" y="360"/>
                    <a:pt x="2442" y="367"/>
                  </a:cubicBezTo>
                  <a:cubicBezTo>
                    <a:pt x="2442" y="375"/>
                    <a:pt x="2447" y="380"/>
                    <a:pt x="2454" y="380"/>
                  </a:cubicBezTo>
                  <a:close/>
                  <a:moveTo>
                    <a:pt x="2494" y="380"/>
                  </a:moveTo>
                  <a:cubicBezTo>
                    <a:pt x="2501" y="380"/>
                    <a:pt x="2507" y="375"/>
                    <a:pt x="2507" y="367"/>
                  </a:cubicBezTo>
                  <a:cubicBezTo>
                    <a:pt x="2507" y="360"/>
                    <a:pt x="2501" y="355"/>
                    <a:pt x="2494" y="355"/>
                  </a:cubicBezTo>
                  <a:cubicBezTo>
                    <a:pt x="2487" y="355"/>
                    <a:pt x="2481" y="360"/>
                    <a:pt x="2481" y="367"/>
                  </a:cubicBezTo>
                  <a:cubicBezTo>
                    <a:pt x="2481" y="375"/>
                    <a:pt x="2487" y="380"/>
                    <a:pt x="2494" y="380"/>
                  </a:cubicBezTo>
                  <a:close/>
                  <a:moveTo>
                    <a:pt x="2533" y="380"/>
                  </a:moveTo>
                  <a:cubicBezTo>
                    <a:pt x="2540" y="380"/>
                    <a:pt x="2546" y="375"/>
                    <a:pt x="2546" y="367"/>
                  </a:cubicBezTo>
                  <a:cubicBezTo>
                    <a:pt x="2546" y="360"/>
                    <a:pt x="2540" y="355"/>
                    <a:pt x="2533" y="355"/>
                  </a:cubicBezTo>
                  <a:cubicBezTo>
                    <a:pt x="2526" y="355"/>
                    <a:pt x="2521" y="360"/>
                    <a:pt x="2521" y="367"/>
                  </a:cubicBezTo>
                  <a:cubicBezTo>
                    <a:pt x="2521" y="375"/>
                    <a:pt x="2526" y="380"/>
                    <a:pt x="2533" y="380"/>
                  </a:cubicBezTo>
                  <a:close/>
                  <a:moveTo>
                    <a:pt x="2573" y="380"/>
                  </a:moveTo>
                  <a:cubicBezTo>
                    <a:pt x="2580" y="380"/>
                    <a:pt x="2586" y="375"/>
                    <a:pt x="2586" y="367"/>
                  </a:cubicBezTo>
                  <a:cubicBezTo>
                    <a:pt x="2586" y="360"/>
                    <a:pt x="2580" y="355"/>
                    <a:pt x="2573" y="355"/>
                  </a:cubicBezTo>
                  <a:cubicBezTo>
                    <a:pt x="2566" y="355"/>
                    <a:pt x="2560" y="360"/>
                    <a:pt x="2560" y="367"/>
                  </a:cubicBezTo>
                  <a:cubicBezTo>
                    <a:pt x="2560" y="375"/>
                    <a:pt x="2566" y="380"/>
                    <a:pt x="2573" y="380"/>
                  </a:cubicBezTo>
                  <a:close/>
                  <a:moveTo>
                    <a:pt x="2612" y="380"/>
                  </a:moveTo>
                  <a:cubicBezTo>
                    <a:pt x="2619" y="380"/>
                    <a:pt x="2625" y="375"/>
                    <a:pt x="2625" y="367"/>
                  </a:cubicBezTo>
                  <a:cubicBezTo>
                    <a:pt x="2625" y="360"/>
                    <a:pt x="2619" y="355"/>
                    <a:pt x="2612" y="355"/>
                  </a:cubicBezTo>
                  <a:cubicBezTo>
                    <a:pt x="2605" y="355"/>
                    <a:pt x="2599" y="360"/>
                    <a:pt x="2599" y="367"/>
                  </a:cubicBezTo>
                  <a:cubicBezTo>
                    <a:pt x="2599" y="375"/>
                    <a:pt x="2605" y="380"/>
                    <a:pt x="2612" y="380"/>
                  </a:cubicBezTo>
                  <a:close/>
                  <a:moveTo>
                    <a:pt x="2652" y="380"/>
                  </a:moveTo>
                  <a:cubicBezTo>
                    <a:pt x="2659" y="380"/>
                    <a:pt x="2664" y="375"/>
                    <a:pt x="2664" y="367"/>
                  </a:cubicBezTo>
                  <a:cubicBezTo>
                    <a:pt x="2664" y="360"/>
                    <a:pt x="2659" y="355"/>
                    <a:pt x="2652" y="355"/>
                  </a:cubicBezTo>
                  <a:cubicBezTo>
                    <a:pt x="2645" y="355"/>
                    <a:pt x="2639" y="360"/>
                    <a:pt x="2639" y="367"/>
                  </a:cubicBezTo>
                  <a:cubicBezTo>
                    <a:pt x="2639" y="375"/>
                    <a:pt x="2645" y="380"/>
                    <a:pt x="2652" y="380"/>
                  </a:cubicBezTo>
                  <a:close/>
                  <a:moveTo>
                    <a:pt x="2691" y="380"/>
                  </a:moveTo>
                  <a:cubicBezTo>
                    <a:pt x="2698" y="380"/>
                    <a:pt x="2704" y="375"/>
                    <a:pt x="2704" y="367"/>
                  </a:cubicBezTo>
                  <a:cubicBezTo>
                    <a:pt x="2704" y="360"/>
                    <a:pt x="2698" y="355"/>
                    <a:pt x="2691" y="355"/>
                  </a:cubicBezTo>
                  <a:cubicBezTo>
                    <a:pt x="2684" y="355"/>
                    <a:pt x="2678" y="360"/>
                    <a:pt x="2678" y="367"/>
                  </a:cubicBezTo>
                  <a:cubicBezTo>
                    <a:pt x="2678" y="375"/>
                    <a:pt x="2684" y="380"/>
                    <a:pt x="2691" y="380"/>
                  </a:cubicBezTo>
                  <a:close/>
                  <a:moveTo>
                    <a:pt x="2730" y="380"/>
                  </a:moveTo>
                  <a:cubicBezTo>
                    <a:pt x="2738" y="380"/>
                    <a:pt x="2743" y="375"/>
                    <a:pt x="2743" y="367"/>
                  </a:cubicBezTo>
                  <a:cubicBezTo>
                    <a:pt x="2743" y="360"/>
                    <a:pt x="2738" y="355"/>
                    <a:pt x="2730" y="355"/>
                  </a:cubicBezTo>
                  <a:cubicBezTo>
                    <a:pt x="2723" y="355"/>
                    <a:pt x="2718" y="360"/>
                    <a:pt x="2718" y="367"/>
                  </a:cubicBezTo>
                  <a:cubicBezTo>
                    <a:pt x="2718" y="375"/>
                    <a:pt x="2723" y="380"/>
                    <a:pt x="2730" y="380"/>
                  </a:cubicBezTo>
                  <a:close/>
                  <a:moveTo>
                    <a:pt x="2770" y="380"/>
                  </a:moveTo>
                  <a:cubicBezTo>
                    <a:pt x="2777" y="380"/>
                    <a:pt x="2783" y="375"/>
                    <a:pt x="2783" y="367"/>
                  </a:cubicBezTo>
                  <a:cubicBezTo>
                    <a:pt x="2783" y="360"/>
                    <a:pt x="2777" y="355"/>
                    <a:pt x="2770" y="355"/>
                  </a:cubicBezTo>
                  <a:cubicBezTo>
                    <a:pt x="2763" y="355"/>
                    <a:pt x="2757" y="360"/>
                    <a:pt x="2757" y="367"/>
                  </a:cubicBezTo>
                  <a:cubicBezTo>
                    <a:pt x="2757" y="375"/>
                    <a:pt x="2763" y="380"/>
                    <a:pt x="2770" y="380"/>
                  </a:cubicBezTo>
                  <a:close/>
                  <a:moveTo>
                    <a:pt x="2809" y="380"/>
                  </a:moveTo>
                  <a:cubicBezTo>
                    <a:pt x="2816" y="380"/>
                    <a:pt x="2822" y="375"/>
                    <a:pt x="2822" y="367"/>
                  </a:cubicBezTo>
                  <a:cubicBezTo>
                    <a:pt x="2822" y="360"/>
                    <a:pt x="2816" y="355"/>
                    <a:pt x="2809" y="355"/>
                  </a:cubicBezTo>
                  <a:cubicBezTo>
                    <a:pt x="2802" y="355"/>
                    <a:pt x="2797" y="360"/>
                    <a:pt x="2797" y="367"/>
                  </a:cubicBezTo>
                  <a:cubicBezTo>
                    <a:pt x="2797" y="375"/>
                    <a:pt x="2802" y="380"/>
                    <a:pt x="2809" y="380"/>
                  </a:cubicBezTo>
                  <a:close/>
                  <a:moveTo>
                    <a:pt x="2849" y="380"/>
                  </a:moveTo>
                  <a:cubicBezTo>
                    <a:pt x="2856" y="380"/>
                    <a:pt x="2861" y="375"/>
                    <a:pt x="2861" y="367"/>
                  </a:cubicBezTo>
                  <a:cubicBezTo>
                    <a:pt x="2861" y="360"/>
                    <a:pt x="2856" y="355"/>
                    <a:pt x="2849" y="355"/>
                  </a:cubicBezTo>
                  <a:cubicBezTo>
                    <a:pt x="2842" y="355"/>
                    <a:pt x="2836" y="360"/>
                    <a:pt x="2836" y="367"/>
                  </a:cubicBezTo>
                  <a:cubicBezTo>
                    <a:pt x="2836" y="375"/>
                    <a:pt x="2842" y="380"/>
                    <a:pt x="2849" y="380"/>
                  </a:cubicBezTo>
                  <a:close/>
                  <a:moveTo>
                    <a:pt x="2888" y="380"/>
                  </a:moveTo>
                  <a:cubicBezTo>
                    <a:pt x="2895" y="380"/>
                    <a:pt x="2901" y="375"/>
                    <a:pt x="2901" y="367"/>
                  </a:cubicBezTo>
                  <a:cubicBezTo>
                    <a:pt x="2901" y="360"/>
                    <a:pt x="2895" y="355"/>
                    <a:pt x="2888" y="355"/>
                  </a:cubicBezTo>
                  <a:cubicBezTo>
                    <a:pt x="2881" y="355"/>
                    <a:pt x="2875" y="360"/>
                    <a:pt x="2875" y="367"/>
                  </a:cubicBezTo>
                  <a:cubicBezTo>
                    <a:pt x="2875" y="375"/>
                    <a:pt x="2881" y="380"/>
                    <a:pt x="2888" y="380"/>
                  </a:cubicBezTo>
                  <a:close/>
                  <a:moveTo>
                    <a:pt x="2928" y="380"/>
                  </a:moveTo>
                  <a:cubicBezTo>
                    <a:pt x="2935" y="380"/>
                    <a:pt x="2940" y="375"/>
                    <a:pt x="2940" y="367"/>
                  </a:cubicBezTo>
                  <a:cubicBezTo>
                    <a:pt x="2940" y="360"/>
                    <a:pt x="2935" y="355"/>
                    <a:pt x="2928" y="355"/>
                  </a:cubicBezTo>
                  <a:cubicBezTo>
                    <a:pt x="2921" y="355"/>
                    <a:pt x="2915" y="360"/>
                    <a:pt x="2915" y="367"/>
                  </a:cubicBezTo>
                  <a:cubicBezTo>
                    <a:pt x="2915" y="375"/>
                    <a:pt x="2921" y="380"/>
                    <a:pt x="2928" y="380"/>
                  </a:cubicBezTo>
                  <a:close/>
                  <a:moveTo>
                    <a:pt x="2967" y="380"/>
                  </a:moveTo>
                  <a:cubicBezTo>
                    <a:pt x="2974" y="380"/>
                    <a:pt x="2980" y="375"/>
                    <a:pt x="2980" y="367"/>
                  </a:cubicBezTo>
                  <a:cubicBezTo>
                    <a:pt x="2980" y="360"/>
                    <a:pt x="2974" y="355"/>
                    <a:pt x="2967" y="355"/>
                  </a:cubicBezTo>
                  <a:cubicBezTo>
                    <a:pt x="2960" y="355"/>
                    <a:pt x="2954" y="360"/>
                    <a:pt x="2954" y="367"/>
                  </a:cubicBezTo>
                  <a:cubicBezTo>
                    <a:pt x="2954" y="375"/>
                    <a:pt x="2960" y="380"/>
                    <a:pt x="2967" y="380"/>
                  </a:cubicBezTo>
                  <a:close/>
                  <a:moveTo>
                    <a:pt x="3006" y="380"/>
                  </a:moveTo>
                  <a:cubicBezTo>
                    <a:pt x="3013" y="380"/>
                    <a:pt x="3019" y="375"/>
                    <a:pt x="3019" y="367"/>
                  </a:cubicBezTo>
                  <a:cubicBezTo>
                    <a:pt x="3019" y="360"/>
                    <a:pt x="3013" y="355"/>
                    <a:pt x="3006" y="355"/>
                  </a:cubicBezTo>
                  <a:cubicBezTo>
                    <a:pt x="2999" y="355"/>
                    <a:pt x="2994" y="360"/>
                    <a:pt x="2994" y="367"/>
                  </a:cubicBezTo>
                  <a:cubicBezTo>
                    <a:pt x="2994" y="375"/>
                    <a:pt x="2999" y="380"/>
                    <a:pt x="3006" y="380"/>
                  </a:cubicBezTo>
                  <a:close/>
                  <a:moveTo>
                    <a:pt x="3046" y="380"/>
                  </a:moveTo>
                  <a:cubicBezTo>
                    <a:pt x="3053" y="380"/>
                    <a:pt x="3059" y="375"/>
                    <a:pt x="3059" y="367"/>
                  </a:cubicBezTo>
                  <a:cubicBezTo>
                    <a:pt x="3059" y="360"/>
                    <a:pt x="3053" y="355"/>
                    <a:pt x="3046" y="355"/>
                  </a:cubicBezTo>
                  <a:cubicBezTo>
                    <a:pt x="3039" y="355"/>
                    <a:pt x="3033" y="360"/>
                    <a:pt x="3033" y="367"/>
                  </a:cubicBezTo>
                  <a:cubicBezTo>
                    <a:pt x="3033" y="375"/>
                    <a:pt x="3039" y="380"/>
                    <a:pt x="3046" y="380"/>
                  </a:cubicBezTo>
                  <a:close/>
                  <a:moveTo>
                    <a:pt x="3085" y="380"/>
                  </a:moveTo>
                  <a:cubicBezTo>
                    <a:pt x="3092" y="380"/>
                    <a:pt x="3098" y="375"/>
                    <a:pt x="3098" y="367"/>
                  </a:cubicBezTo>
                  <a:cubicBezTo>
                    <a:pt x="3098" y="360"/>
                    <a:pt x="3092" y="355"/>
                    <a:pt x="3085" y="355"/>
                  </a:cubicBezTo>
                  <a:cubicBezTo>
                    <a:pt x="3078" y="355"/>
                    <a:pt x="3073" y="360"/>
                    <a:pt x="3073" y="367"/>
                  </a:cubicBezTo>
                  <a:cubicBezTo>
                    <a:pt x="3073" y="375"/>
                    <a:pt x="3078" y="380"/>
                    <a:pt x="3085" y="380"/>
                  </a:cubicBezTo>
                  <a:close/>
                  <a:moveTo>
                    <a:pt x="3125" y="380"/>
                  </a:moveTo>
                  <a:cubicBezTo>
                    <a:pt x="3132" y="380"/>
                    <a:pt x="3137" y="375"/>
                    <a:pt x="3137" y="367"/>
                  </a:cubicBezTo>
                  <a:cubicBezTo>
                    <a:pt x="3137" y="360"/>
                    <a:pt x="3132" y="355"/>
                    <a:pt x="3125" y="355"/>
                  </a:cubicBezTo>
                  <a:cubicBezTo>
                    <a:pt x="3118" y="355"/>
                    <a:pt x="3112" y="360"/>
                    <a:pt x="3112" y="367"/>
                  </a:cubicBezTo>
                  <a:cubicBezTo>
                    <a:pt x="3112" y="375"/>
                    <a:pt x="3118" y="380"/>
                    <a:pt x="3125" y="380"/>
                  </a:cubicBezTo>
                  <a:close/>
                  <a:moveTo>
                    <a:pt x="3164" y="380"/>
                  </a:moveTo>
                  <a:cubicBezTo>
                    <a:pt x="3171" y="380"/>
                    <a:pt x="3177" y="375"/>
                    <a:pt x="3177" y="367"/>
                  </a:cubicBezTo>
                  <a:cubicBezTo>
                    <a:pt x="3177" y="360"/>
                    <a:pt x="3171" y="355"/>
                    <a:pt x="3164" y="355"/>
                  </a:cubicBezTo>
                  <a:cubicBezTo>
                    <a:pt x="3157" y="355"/>
                    <a:pt x="3151" y="360"/>
                    <a:pt x="3151" y="367"/>
                  </a:cubicBezTo>
                  <a:cubicBezTo>
                    <a:pt x="3151" y="375"/>
                    <a:pt x="3157" y="380"/>
                    <a:pt x="3164" y="380"/>
                  </a:cubicBezTo>
                  <a:close/>
                  <a:moveTo>
                    <a:pt x="3204" y="380"/>
                  </a:moveTo>
                  <a:cubicBezTo>
                    <a:pt x="3211" y="380"/>
                    <a:pt x="3216" y="375"/>
                    <a:pt x="3216" y="367"/>
                  </a:cubicBezTo>
                  <a:cubicBezTo>
                    <a:pt x="3216" y="360"/>
                    <a:pt x="3211" y="355"/>
                    <a:pt x="3204" y="355"/>
                  </a:cubicBezTo>
                  <a:cubicBezTo>
                    <a:pt x="3197" y="355"/>
                    <a:pt x="3191" y="360"/>
                    <a:pt x="3191" y="367"/>
                  </a:cubicBezTo>
                  <a:cubicBezTo>
                    <a:pt x="3191" y="375"/>
                    <a:pt x="3197" y="380"/>
                    <a:pt x="3204" y="380"/>
                  </a:cubicBezTo>
                  <a:close/>
                  <a:moveTo>
                    <a:pt x="3243" y="380"/>
                  </a:moveTo>
                  <a:cubicBezTo>
                    <a:pt x="3250" y="380"/>
                    <a:pt x="3256" y="375"/>
                    <a:pt x="3256" y="367"/>
                  </a:cubicBezTo>
                  <a:cubicBezTo>
                    <a:pt x="3256" y="360"/>
                    <a:pt x="3250" y="355"/>
                    <a:pt x="3243" y="355"/>
                  </a:cubicBezTo>
                  <a:cubicBezTo>
                    <a:pt x="3236" y="355"/>
                    <a:pt x="3230" y="360"/>
                    <a:pt x="3230" y="367"/>
                  </a:cubicBezTo>
                  <a:cubicBezTo>
                    <a:pt x="3230" y="375"/>
                    <a:pt x="3236" y="380"/>
                    <a:pt x="3243" y="380"/>
                  </a:cubicBezTo>
                  <a:close/>
                  <a:moveTo>
                    <a:pt x="3282" y="380"/>
                  </a:moveTo>
                  <a:cubicBezTo>
                    <a:pt x="3289" y="380"/>
                    <a:pt x="3295" y="375"/>
                    <a:pt x="3295" y="367"/>
                  </a:cubicBezTo>
                  <a:cubicBezTo>
                    <a:pt x="3295" y="360"/>
                    <a:pt x="3289" y="355"/>
                    <a:pt x="3282" y="355"/>
                  </a:cubicBezTo>
                  <a:cubicBezTo>
                    <a:pt x="3275" y="355"/>
                    <a:pt x="3270" y="360"/>
                    <a:pt x="3270" y="367"/>
                  </a:cubicBezTo>
                  <a:cubicBezTo>
                    <a:pt x="3270" y="375"/>
                    <a:pt x="3275" y="380"/>
                    <a:pt x="3282" y="380"/>
                  </a:cubicBezTo>
                  <a:close/>
                  <a:moveTo>
                    <a:pt x="3322" y="380"/>
                  </a:moveTo>
                  <a:cubicBezTo>
                    <a:pt x="3329" y="380"/>
                    <a:pt x="3335" y="375"/>
                    <a:pt x="3335" y="367"/>
                  </a:cubicBezTo>
                  <a:cubicBezTo>
                    <a:pt x="3335" y="360"/>
                    <a:pt x="3329" y="355"/>
                    <a:pt x="3322" y="355"/>
                  </a:cubicBezTo>
                  <a:cubicBezTo>
                    <a:pt x="3315" y="355"/>
                    <a:pt x="3309" y="360"/>
                    <a:pt x="3309" y="367"/>
                  </a:cubicBezTo>
                  <a:cubicBezTo>
                    <a:pt x="3309" y="375"/>
                    <a:pt x="3315" y="380"/>
                    <a:pt x="3322" y="380"/>
                  </a:cubicBezTo>
                  <a:close/>
                  <a:moveTo>
                    <a:pt x="3361" y="380"/>
                  </a:moveTo>
                  <a:cubicBezTo>
                    <a:pt x="3368" y="380"/>
                    <a:pt x="3374" y="375"/>
                    <a:pt x="3374" y="367"/>
                  </a:cubicBezTo>
                  <a:cubicBezTo>
                    <a:pt x="3374" y="360"/>
                    <a:pt x="3368" y="355"/>
                    <a:pt x="3361" y="355"/>
                  </a:cubicBezTo>
                  <a:cubicBezTo>
                    <a:pt x="3354" y="355"/>
                    <a:pt x="3348" y="360"/>
                    <a:pt x="3348" y="367"/>
                  </a:cubicBezTo>
                  <a:cubicBezTo>
                    <a:pt x="3348" y="375"/>
                    <a:pt x="3354" y="380"/>
                    <a:pt x="3361" y="380"/>
                  </a:cubicBezTo>
                  <a:close/>
                  <a:moveTo>
                    <a:pt x="3401" y="380"/>
                  </a:moveTo>
                  <a:cubicBezTo>
                    <a:pt x="3408" y="380"/>
                    <a:pt x="3413" y="375"/>
                    <a:pt x="3413" y="367"/>
                  </a:cubicBezTo>
                  <a:cubicBezTo>
                    <a:pt x="3413" y="360"/>
                    <a:pt x="3408" y="355"/>
                    <a:pt x="3401" y="355"/>
                  </a:cubicBezTo>
                  <a:cubicBezTo>
                    <a:pt x="3394" y="355"/>
                    <a:pt x="3388" y="360"/>
                    <a:pt x="3388" y="367"/>
                  </a:cubicBezTo>
                  <a:cubicBezTo>
                    <a:pt x="3388" y="375"/>
                    <a:pt x="3394" y="380"/>
                    <a:pt x="3401" y="380"/>
                  </a:cubicBezTo>
                  <a:close/>
                  <a:moveTo>
                    <a:pt x="3440" y="380"/>
                  </a:moveTo>
                  <a:cubicBezTo>
                    <a:pt x="3447" y="380"/>
                    <a:pt x="3453" y="375"/>
                    <a:pt x="3453" y="367"/>
                  </a:cubicBezTo>
                  <a:cubicBezTo>
                    <a:pt x="3453" y="360"/>
                    <a:pt x="3447" y="355"/>
                    <a:pt x="3440" y="355"/>
                  </a:cubicBezTo>
                  <a:cubicBezTo>
                    <a:pt x="3433" y="355"/>
                    <a:pt x="3427" y="360"/>
                    <a:pt x="3427" y="367"/>
                  </a:cubicBezTo>
                  <a:cubicBezTo>
                    <a:pt x="3427" y="375"/>
                    <a:pt x="3433" y="380"/>
                    <a:pt x="3440" y="380"/>
                  </a:cubicBezTo>
                  <a:close/>
                  <a:moveTo>
                    <a:pt x="3480" y="380"/>
                  </a:moveTo>
                  <a:cubicBezTo>
                    <a:pt x="3487" y="380"/>
                    <a:pt x="3492" y="375"/>
                    <a:pt x="3492" y="367"/>
                  </a:cubicBezTo>
                  <a:cubicBezTo>
                    <a:pt x="3492" y="360"/>
                    <a:pt x="3487" y="355"/>
                    <a:pt x="3480" y="355"/>
                  </a:cubicBezTo>
                  <a:cubicBezTo>
                    <a:pt x="3472" y="355"/>
                    <a:pt x="3467" y="360"/>
                    <a:pt x="3467" y="367"/>
                  </a:cubicBezTo>
                  <a:cubicBezTo>
                    <a:pt x="3467" y="375"/>
                    <a:pt x="3472" y="380"/>
                    <a:pt x="3480" y="380"/>
                  </a:cubicBezTo>
                  <a:close/>
                  <a:moveTo>
                    <a:pt x="50" y="394"/>
                  </a:moveTo>
                  <a:cubicBezTo>
                    <a:pt x="43" y="394"/>
                    <a:pt x="37" y="400"/>
                    <a:pt x="37" y="407"/>
                  </a:cubicBezTo>
                  <a:cubicBezTo>
                    <a:pt x="37" y="414"/>
                    <a:pt x="43" y="420"/>
                    <a:pt x="50" y="420"/>
                  </a:cubicBezTo>
                  <a:cubicBezTo>
                    <a:pt x="57" y="420"/>
                    <a:pt x="62" y="414"/>
                    <a:pt x="62" y="407"/>
                  </a:cubicBezTo>
                  <a:cubicBezTo>
                    <a:pt x="62" y="400"/>
                    <a:pt x="57" y="394"/>
                    <a:pt x="50" y="394"/>
                  </a:cubicBezTo>
                  <a:close/>
                  <a:moveTo>
                    <a:pt x="89" y="420"/>
                  </a:moveTo>
                  <a:cubicBezTo>
                    <a:pt x="96" y="420"/>
                    <a:pt x="102" y="414"/>
                    <a:pt x="102" y="407"/>
                  </a:cubicBezTo>
                  <a:cubicBezTo>
                    <a:pt x="102" y="400"/>
                    <a:pt x="96" y="394"/>
                    <a:pt x="89" y="394"/>
                  </a:cubicBezTo>
                  <a:cubicBezTo>
                    <a:pt x="82" y="394"/>
                    <a:pt x="76" y="400"/>
                    <a:pt x="76" y="407"/>
                  </a:cubicBezTo>
                  <a:cubicBezTo>
                    <a:pt x="76" y="414"/>
                    <a:pt x="82" y="420"/>
                    <a:pt x="89" y="420"/>
                  </a:cubicBezTo>
                  <a:close/>
                  <a:moveTo>
                    <a:pt x="128" y="420"/>
                  </a:moveTo>
                  <a:cubicBezTo>
                    <a:pt x="136" y="420"/>
                    <a:pt x="141" y="414"/>
                    <a:pt x="141" y="407"/>
                  </a:cubicBezTo>
                  <a:cubicBezTo>
                    <a:pt x="141" y="400"/>
                    <a:pt x="136" y="394"/>
                    <a:pt x="128" y="394"/>
                  </a:cubicBezTo>
                  <a:cubicBezTo>
                    <a:pt x="121" y="394"/>
                    <a:pt x="116" y="400"/>
                    <a:pt x="116" y="407"/>
                  </a:cubicBezTo>
                  <a:cubicBezTo>
                    <a:pt x="116" y="414"/>
                    <a:pt x="121" y="420"/>
                    <a:pt x="128" y="420"/>
                  </a:cubicBezTo>
                  <a:close/>
                  <a:moveTo>
                    <a:pt x="168" y="394"/>
                  </a:moveTo>
                  <a:cubicBezTo>
                    <a:pt x="161" y="394"/>
                    <a:pt x="155" y="400"/>
                    <a:pt x="155" y="407"/>
                  </a:cubicBezTo>
                  <a:cubicBezTo>
                    <a:pt x="155" y="414"/>
                    <a:pt x="161" y="420"/>
                    <a:pt x="168" y="420"/>
                  </a:cubicBezTo>
                  <a:cubicBezTo>
                    <a:pt x="175" y="420"/>
                    <a:pt x="181" y="414"/>
                    <a:pt x="181" y="407"/>
                  </a:cubicBezTo>
                  <a:cubicBezTo>
                    <a:pt x="181" y="400"/>
                    <a:pt x="175" y="394"/>
                    <a:pt x="168" y="394"/>
                  </a:cubicBezTo>
                  <a:close/>
                  <a:moveTo>
                    <a:pt x="207" y="394"/>
                  </a:moveTo>
                  <a:cubicBezTo>
                    <a:pt x="200" y="394"/>
                    <a:pt x="195" y="400"/>
                    <a:pt x="195" y="407"/>
                  </a:cubicBezTo>
                  <a:cubicBezTo>
                    <a:pt x="195" y="414"/>
                    <a:pt x="200" y="420"/>
                    <a:pt x="207" y="420"/>
                  </a:cubicBezTo>
                  <a:cubicBezTo>
                    <a:pt x="214" y="420"/>
                    <a:pt x="220" y="414"/>
                    <a:pt x="220" y="407"/>
                  </a:cubicBezTo>
                  <a:cubicBezTo>
                    <a:pt x="220" y="400"/>
                    <a:pt x="214" y="394"/>
                    <a:pt x="207" y="394"/>
                  </a:cubicBezTo>
                  <a:close/>
                  <a:moveTo>
                    <a:pt x="247" y="394"/>
                  </a:moveTo>
                  <a:cubicBezTo>
                    <a:pt x="240" y="394"/>
                    <a:pt x="234" y="400"/>
                    <a:pt x="234" y="407"/>
                  </a:cubicBezTo>
                  <a:cubicBezTo>
                    <a:pt x="234" y="414"/>
                    <a:pt x="240" y="420"/>
                    <a:pt x="247" y="420"/>
                  </a:cubicBezTo>
                  <a:cubicBezTo>
                    <a:pt x="254" y="420"/>
                    <a:pt x="260" y="414"/>
                    <a:pt x="260" y="407"/>
                  </a:cubicBezTo>
                  <a:cubicBezTo>
                    <a:pt x="260" y="400"/>
                    <a:pt x="254" y="394"/>
                    <a:pt x="247" y="394"/>
                  </a:cubicBezTo>
                  <a:close/>
                  <a:moveTo>
                    <a:pt x="286" y="394"/>
                  </a:moveTo>
                  <a:cubicBezTo>
                    <a:pt x="279" y="394"/>
                    <a:pt x="273" y="400"/>
                    <a:pt x="273" y="407"/>
                  </a:cubicBezTo>
                  <a:cubicBezTo>
                    <a:pt x="273" y="414"/>
                    <a:pt x="279" y="420"/>
                    <a:pt x="286" y="420"/>
                  </a:cubicBezTo>
                  <a:cubicBezTo>
                    <a:pt x="293" y="420"/>
                    <a:pt x="299" y="414"/>
                    <a:pt x="299" y="407"/>
                  </a:cubicBezTo>
                  <a:cubicBezTo>
                    <a:pt x="299" y="400"/>
                    <a:pt x="293" y="394"/>
                    <a:pt x="286" y="394"/>
                  </a:cubicBezTo>
                  <a:close/>
                  <a:moveTo>
                    <a:pt x="326" y="420"/>
                  </a:moveTo>
                  <a:cubicBezTo>
                    <a:pt x="333" y="420"/>
                    <a:pt x="338" y="414"/>
                    <a:pt x="338" y="407"/>
                  </a:cubicBezTo>
                  <a:cubicBezTo>
                    <a:pt x="338" y="400"/>
                    <a:pt x="333" y="394"/>
                    <a:pt x="326" y="394"/>
                  </a:cubicBezTo>
                  <a:cubicBezTo>
                    <a:pt x="319" y="394"/>
                    <a:pt x="313" y="400"/>
                    <a:pt x="313" y="407"/>
                  </a:cubicBezTo>
                  <a:cubicBezTo>
                    <a:pt x="313" y="414"/>
                    <a:pt x="319" y="420"/>
                    <a:pt x="326" y="420"/>
                  </a:cubicBezTo>
                  <a:close/>
                  <a:moveTo>
                    <a:pt x="365" y="420"/>
                  </a:moveTo>
                  <a:cubicBezTo>
                    <a:pt x="372" y="420"/>
                    <a:pt x="378" y="414"/>
                    <a:pt x="378" y="407"/>
                  </a:cubicBezTo>
                  <a:cubicBezTo>
                    <a:pt x="378" y="400"/>
                    <a:pt x="372" y="394"/>
                    <a:pt x="365" y="394"/>
                  </a:cubicBezTo>
                  <a:cubicBezTo>
                    <a:pt x="358" y="394"/>
                    <a:pt x="352" y="400"/>
                    <a:pt x="352" y="407"/>
                  </a:cubicBezTo>
                  <a:cubicBezTo>
                    <a:pt x="352" y="414"/>
                    <a:pt x="358" y="420"/>
                    <a:pt x="365" y="420"/>
                  </a:cubicBezTo>
                  <a:close/>
                  <a:moveTo>
                    <a:pt x="404" y="420"/>
                  </a:moveTo>
                  <a:cubicBezTo>
                    <a:pt x="411" y="420"/>
                    <a:pt x="417" y="414"/>
                    <a:pt x="417" y="407"/>
                  </a:cubicBezTo>
                  <a:cubicBezTo>
                    <a:pt x="417" y="400"/>
                    <a:pt x="411" y="394"/>
                    <a:pt x="404" y="394"/>
                  </a:cubicBezTo>
                  <a:cubicBezTo>
                    <a:pt x="397" y="394"/>
                    <a:pt x="392" y="400"/>
                    <a:pt x="392" y="407"/>
                  </a:cubicBezTo>
                  <a:cubicBezTo>
                    <a:pt x="392" y="414"/>
                    <a:pt x="397" y="420"/>
                    <a:pt x="404" y="420"/>
                  </a:cubicBezTo>
                  <a:close/>
                  <a:moveTo>
                    <a:pt x="444" y="420"/>
                  </a:moveTo>
                  <a:cubicBezTo>
                    <a:pt x="451" y="420"/>
                    <a:pt x="457" y="414"/>
                    <a:pt x="457" y="407"/>
                  </a:cubicBezTo>
                  <a:cubicBezTo>
                    <a:pt x="457" y="400"/>
                    <a:pt x="451" y="394"/>
                    <a:pt x="444" y="394"/>
                  </a:cubicBezTo>
                  <a:cubicBezTo>
                    <a:pt x="437" y="394"/>
                    <a:pt x="431" y="400"/>
                    <a:pt x="431" y="407"/>
                  </a:cubicBezTo>
                  <a:cubicBezTo>
                    <a:pt x="431" y="414"/>
                    <a:pt x="437" y="420"/>
                    <a:pt x="444" y="420"/>
                  </a:cubicBezTo>
                  <a:close/>
                  <a:moveTo>
                    <a:pt x="483" y="420"/>
                  </a:moveTo>
                  <a:cubicBezTo>
                    <a:pt x="490" y="420"/>
                    <a:pt x="496" y="414"/>
                    <a:pt x="496" y="407"/>
                  </a:cubicBezTo>
                  <a:cubicBezTo>
                    <a:pt x="496" y="400"/>
                    <a:pt x="490" y="394"/>
                    <a:pt x="483" y="394"/>
                  </a:cubicBezTo>
                  <a:cubicBezTo>
                    <a:pt x="476" y="394"/>
                    <a:pt x="471" y="400"/>
                    <a:pt x="471" y="407"/>
                  </a:cubicBezTo>
                  <a:cubicBezTo>
                    <a:pt x="471" y="414"/>
                    <a:pt x="476" y="420"/>
                    <a:pt x="483" y="420"/>
                  </a:cubicBezTo>
                  <a:close/>
                  <a:moveTo>
                    <a:pt x="523" y="396"/>
                  </a:moveTo>
                  <a:cubicBezTo>
                    <a:pt x="517" y="396"/>
                    <a:pt x="512" y="401"/>
                    <a:pt x="512" y="407"/>
                  </a:cubicBezTo>
                  <a:cubicBezTo>
                    <a:pt x="512" y="413"/>
                    <a:pt x="517" y="418"/>
                    <a:pt x="523" y="418"/>
                  </a:cubicBezTo>
                  <a:cubicBezTo>
                    <a:pt x="529" y="418"/>
                    <a:pt x="533" y="413"/>
                    <a:pt x="533" y="407"/>
                  </a:cubicBezTo>
                  <a:cubicBezTo>
                    <a:pt x="533" y="401"/>
                    <a:pt x="529" y="396"/>
                    <a:pt x="523" y="396"/>
                  </a:cubicBezTo>
                  <a:close/>
                  <a:moveTo>
                    <a:pt x="562" y="394"/>
                  </a:moveTo>
                  <a:cubicBezTo>
                    <a:pt x="555" y="394"/>
                    <a:pt x="549" y="400"/>
                    <a:pt x="549" y="407"/>
                  </a:cubicBezTo>
                  <a:cubicBezTo>
                    <a:pt x="549" y="414"/>
                    <a:pt x="555" y="420"/>
                    <a:pt x="562" y="420"/>
                  </a:cubicBezTo>
                  <a:cubicBezTo>
                    <a:pt x="569" y="420"/>
                    <a:pt x="575" y="414"/>
                    <a:pt x="575" y="407"/>
                  </a:cubicBezTo>
                  <a:cubicBezTo>
                    <a:pt x="575" y="400"/>
                    <a:pt x="569" y="394"/>
                    <a:pt x="562" y="394"/>
                  </a:cubicBezTo>
                  <a:close/>
                  <a:moveTo>
                    <a:pt x="602" y="420"/>
                  </a:moveTo>
                  <a:cubicBezTo>
                    <a:pt x="609" y="420"/>
                    <a:pt x="614" y="414"/>
                    <a:pt x="614" y="407"/>
                  </a:cubicBezTo>
                  <a:cubicBezTo>
                    <a:pt x="614" y="400"/>
                    <a:pt x="609" y="394"/>
                    <a:pt x="602" y="394"/>
                  </a:cubicBezTo>
                  <a:cubicBezTo>
                    <a:pt x="595" y="394"/>
                    <a:pt x="589" y="400"/>
                    <a:pt x="589" y="407"/>
                  </a:cubicBezTo>
                  <a:cubicBezTo>
                    <a:pt x="589" y="414"/>
                    <a:pt x="595" y="420"/>
                    <a:pt x="602" y="420"/>
                  </a:cubicBezTo>
                  <a:close/>
                  <a:moveTo>
                    <a:pt x="641" y="420"/>
                  </a:moveTo>
                  <a:cubicBezTo>
                    <a:pt x="648" y="420"/>
                    <a:pt x="654" y="414"/>
                    <a:pt x="654" y="407"/>
                  </a:cubicBezTo>
                  <a:cubicBezTo>
                    <a:pt x="654" y="400"/>
                    <a:pt x="648" y="394"/>
                    <a:pt x="641" y="394"/>
                  </a:cubicBezTo>
                  <a:cubicBezTo>
                    <a:pt x="634" y="394"/>
                    <a:pt x="628" y="400"/>
                    <a:pt x="628" y="407"/>
                  </a:cubicBezTo>
                  <a:cubicBezTo>
                    <a:pt x="628" y="414"/>
                    <a:pt x="634" y="420"/>
                    <a:pt x="641" y="420"/>
                  </a:cubicBezTo>
                  <a:close/>
                  <a:moveTo>
                    <a:pt x="680" y="420"/>
                  </a:moveTo>
                  <a:cubicBezTo>
                    <a:pt x="687" y="420"/>
                    <a:pt x="693" y="414"/>
                    <a:pt x="693" y="407"/>
                  </a:cubicBezTo>
                  <a:cubicBezTo>
                    <a:pt x="693" y="400"/>
                    <a:pt x="687" y="394"/>
                    <a:pt x="680" y="394"/>
                  </a:cubicBezTo>
                  <a:cubicBezTo>
                    <a:pt x="673" y="394"/>
                    <a:pt x="668" y="400"/>
                    <a:pt x="668" y="407"/>
                  </a:cubicBezTo>
                  <a:cubicBezTo>
                    <a:pt x="668" y="414"/>
                    <a:pt x="673" y="420"/>
                    <a:pt x="680" y="420"/>
                  </a:cubicBezTo>
                  <a:close/>
                  <a:moveTo>
                    <a:pt x="720" y="420"/>
                  </a:moveTo>
                  <a:cubicBezTo>
                    <a:pt x="727" y="420"/>
                    <a:pt x="733" y="414"/>
                    <a:pt x="733" y="407"/>
                  </a:cubicBezTo>
                  <a:cubicBezTo>
                    <a:pt x="733" y="400"/>
                    <a:pt x="727" y="394"/>
                    <a:pt x="720" y="394"/>
                  </a:cubicBezTo>
                  <a:cubicBezTo>
                    <a:pt x="713" y="394"/>
                    <a:pt x="707" y="400"/>
                    <a:pt x="707" y="407"/>
                  </a:cubicBezTo>
                  <a:cubicBezTo>
                    <a:pt x="707" y="414"/>
                    <a:pt x="713" y="420"/>
                    <a:pt x="720" y="420"/>
                  </a:cubicBezTo>
                  <a:close/>
                  <a:moveTo>
                    <a:pt x="917" y="420"/>
                  </a:moveTo>
                  <a:cubicBezTo>
                    <a:pt x="924" y="420"/>
                    <a:pt x="930" y="414"/>
                    <a:pt x="930" y="407"/>
                  </a:cubicBezTo>
                  <a:cubicBezTo>
                    <a:pt x="930" y="400"/>
                    <a:pt x="924" y="394"/>
                    <a:pt x="917" y="394"/>
                  </a:cubicBezTo>
                  <a:cubicBezTo>
                    <a:pt x="910" y="394"/>
                    <a:pt x="904" y="400"/>
                    <a:pt x="904" y="407"/>
                  </a:cubicBezTo>
                  <a:cubicBezTo>
                    <a:pt x="904" y="414"/>
                    <a:pt x="910" y="420"/>
                    <a:pt x="917" y="420"/>
                  </a:cubicBezTo>
                  <a:close/>
                  <a:moveTo>
                    <a:pt x="956" y="394"/>
                  </a:moveTo>
                  <a:cubicBezTo>
                    <a:pt x="949" y="394"/>
                    <a:pt x="944" y="400"/>
                    <a:pt x="944" y="407"/>
                  </a:cubicBezTo>
                  <a:cubicBezTo>
                    <a:pt x="944" y="414"/>
                    <a:pt x="949" y="420"/>
                    <a:pt x="956" y="420"/>
                  </a:cubicBezTo>
                  <a:cubicBezTo>
                    <a:pt x="963" y="420"/>
                    <a:pt x="969" y="414"/>
                    <a:pt x="969" y="407"/>
                  </a:cubicBezTo>
                  <a:cubicBezTo>
                    <a:pt x="969" y="400"/>
                    <a:pt x="963" y="394"/>
                    <a:pt x="956" y="394"/>
                  </a:cubicBezTo>
                  <a:close/>
                  <a:moveTo>
                    <a:pt x="1232" y="420"/>
                  </a:moveTo>
                  <a:cubicBezTo>
                    <a:pt x="1239" y="420"/>
                    <a:pt x="1245" y="414"/>
                    <a:pt x="1245" y="407"/>
                  </a:cubicBezTo>
                  <a:cubicBezTo>
                    <a:pt x="1245" y="400"/>
                    <a:pt x="1239" y="394"/>
                    <a:pt x="1232" y="394"/>
                  </a:cubicBezTo>
                  <a:cubicBezTo>
                    <a:pt x="1225" y="394"/>
                    <a:pt x="1220" y="400"/>
                    <a:pt x="1220" y="407"/>
                  </a:cubicBezTo>
                  <a:cubicBezTo>
                    <a:pt x="1220" y="414"/>
                    <a:pt x="1225" y="420"/>
                    <a:pt x="1232" y="420"/>
                  </a:cubicBezTo>
                  <a:close/>
                  <a:moveTo>
                    <a:pt x="1784" y="420"/>
                  </a:moveTo>
                  <a:cubicBezTo>
                    <a:pt x="1791" y="420"/>
                    <a:pt x="1797" y="414"/>
                    <a:pt x="1797" y="407"/>
                  </a:cubicBezTo>
                  <a:cubicBezTo>
                    <a:pt x="1797" y="400"/>
                    <a:pt x="1791" y="394"/>
                    <a:pt x="1784" y="394"/>
                  </a:cubicBezTo>
                  <a:cubicBezTo>
                    <a:pt x="1777" y="394"/>
                    <a:pt x="1772" y="400"/>
                    <a:pt x="1772" y="407"/>
                  </a:cubicBezTo>
                  <a:cubicBezTo>
                    <a:pt x="1772" y="414"/>
                    <a:pt x="1777" y="420"/>
                    <a:pt x="1784" y="420"/>
                  </a:cubicBezTo>
                  <a:close/>
                  <a:moveTo>
                    <a:pt x="1824" y="420"/>
                  </a:moveTo>
                  <a:cubicBezTo>
                    <a:pt x="1831" y="420"/>
                    <a:pt x="1836" y="414"/>
                    <a:pt x="1836" y="407"/>
                  </a:cubicBezTo>
                  <a:cubicBezTo>
                    <a:pt x="1836" y="400"/>
                    <a:pt x="1831" y="394"/>
                    <a:pt x="1824" y="394"/>
                  </a:cubicBezTo>
                  <a:cubicBezTo>
                    <a:pt x="1817" y="394"/>
                    <a:pt x="1811" y="400"/>
                    <a:pt x="1811" y="407"/>
                  </a:cubicBezTo>
                  <a:cubicBezTo>
                    <a:pt x="1811" y="414"/>
                    <a:pt x="1817" y="420"/>
                    <a:pt x="1824" y="420"/>
                  </a:cubicBezTo>
                  <a:close/>
                  <a:moveTo>
                    <a:pt x="1863" y="420"/>
                  </a:moveTo>
                  <a:cubicBezTo>
                    <a:pt x="1870" y="420"/>
                    <a:pt x="1876" y="414"/>
                    <a:pt x="1876" y="407"/>
                  </a:cubicBezTo>
                  <a:cubicBezTo>
                    <a:pt x="1876" y="400"/>
                    <a:pt x="1870" y="394"/>
                    <a:pt x="1863" y="394"/>
                  </a:cubicBezTo>
                  <a:cubicBezTo>
                    <a:pt x="1856" y="394"/>
                    <a:pt x="1850" y="400"/>
                    <a:pt x="1850" y="407"/>
                  </a:cubicBezTo>
                  <a:cubicBezTo>
                    <a:pt x="1850" y="414"/>
                    <a:pt x="1856" y="420"/>
                    <a:pt x="1863" y="420"/>
                  </a:cubicBezTo>
                  <a:close/>
                  <a:moveTo>
                    <a:pt x="1942" y="420"/>
                  </a:moveTo>
                  <a:cubicBezTo>
                    <a:pt x="1949" y="420"/>
                    <a:pt x="1955" y="414"/>
                    <a:pt x="1955" y="407"/>
                  </a:cubicBezTo>
                  <a:cubicBezTo>
                    <a:pt x="1955" y="400"/>
                    <a:pt x="1949" y="394"/>
                    <a:pt x="1942" y="394"/>
                  </a:cubicBezTo>
                  <a:cubicBezTo>
                    <a:pt x="1935" y="394"/>
                    <a:pt x="1929" y="400"/>
                    <a:pt x="1929" y="407"/>
                  </a:cubicBezTo>
                  <a:cubicBezTo>
                    <a:pt x="1929" y="414"/>
                    <a:pt x="1935" y="420"/>
                    <a:pt x="1942" y="420"/>
                  </a:cubicBezTo>
                  <a:close/>
                  <a:moveTo>
                    <a:pt x="1981" y="420"/>
                  </a:moveTo>
                  <a:cubicBezTo>
                    <a:pt x="1988" y="420"/>
                    <a:pt x="1994" y="414"/>
                    <a:pt x="1994" y="407"/>
                  </a:cubicBezTo>
                  <a:cubicBezTo>
                    <a:pt x="1994" y="400"/>
                    <a:pt x="1988" y="394"/>
                    <a:pt x="1981" y="394"/>
                  </a:cubicBezTo>
                  <a:cubicBezTo>
                    <a:pt x="1974" y="394"/>
                    <a:pt x="1969" y="400"/>
                    <a:pt x="1969" y="407"/>
                  </a:cubicBezTo>
                  <a:cubicBezTo>
                    <a:pt x="1969" y="414"/>
                    <a:pt x="1974" y="420"/>
                    <a:pt x="1981" y="420"/>
                  </a:cubicBezTo>
                  <a:close/>
                  <a:moveTo>
                    <a:pt x="2021" y="420"/>
                  </a:moveTo>
                  <a:cubicBezTo>
                    <a:pt x="2028" y="420"/>
                    <a:pt x="2034" y="414"/>
                    <a:pt x="2034" y="407"/>
                  </a:cubicBezTo>
                  <a:cubicBezTo>
                    <a:pt x="2034" y="400"/>
                    <a:pt x="2028" y="394"/>
                    <a:pt x="2021" y="394"/>
                  </a:cubicBezTo>
                  <a:cubicBezTo>
                    <a:pt x="2014" y="394"/>
                    <a:pt x="2008" y="400"/>
                    <a:pt x="2008" y="407"/>
                  </a:cubicBezTo>
                  <a:cubicBezTo>
                    <a:pt x="2008" y="414"/>
                    <a:pt x="2014" y="420"/>
                    <a:pt x="2021" y="420"/>
                  </a:cubicBezTo>
                  <a:close/>
                  <a:moveTo>
                    <a:pt x="2060" y="420"/>
                  </a:moveTo>
                  <a:cubicBezTo>
                    <a:pt x="2067" y="420"/>
                    <a:pt x="2073" y="414"/>
                    <a:pt x="2073" y="407"/>
                  </a:cubicBezTo>
                  <a:cubicBezTo>
                    <a:pt x="2073" y="400"/>
                    <a:pt x="2067" y="394"/>
                    <a:pt x="2060" y="394"/>
                  </a:cubicBezTo>
                  <a:cubicBezTo>
                    <a:pt x="2053" y="394"/>
                    <a:pt x="2048" y="400"/>
                    <a:pt x="2048" y="407"/>
                  </a:cubicBezTo>
                  <a:cubicBezTo>
                    <a:pt x="2048" y="414"/>
                    <a:pt x="2053" y="420"/>
                    <a:pt x="2060" y="420"/>
                  </a:cubicBezTo>
                  <a:close/>
                  <a:moveTo>
                    <a:pt x="2100" y="420"/>
                  </a:moveTo>
                  <a:cubicBezTo>
                    <a:pt x="2107" y="420"/>
                    <a:pt x="2112" y="414"/>
                    <a:pt x="2112" y="407"/>
                  </a:cubicBezTo>
                  <a:cubicBezTo>
                    <a:pt x="2112" y="400"/>
                    <a:pt x="2107" y="394"/>
                    <a:pt x="2100" y="394"/>
                  </a:cubicBezTo>
                  <a:cubicBezTo>
                    <a:pt x="2093" y="394"/>
                    <a:pt x="2087" y="400"/>
                    <a:pt x="2087" y="407"/>
                  </a:cubicBezTo>
                  <a:cubicBezTo>
                    <a:pt x="2087" y="414"/>
                    <a:pt x="2093" y="420"/>
                    <a:pt x="2100" y="420"/>
                  </a:cubicBezTo>
                  <a:close/>
                  <a:moveTo>
                    <a:pt x="2139" y="420"/>
                  </a:moveTo>
                  <a:cubicBezTo>
                    <a:pt x="2146" y="420"/>
                    <a:pt x="2152" y="414"/>
                    <a:pt x="2152" y="407"/>
                  </a:cubicBezTo>
                  <a:cubicBezTo>
                    <a:pt x="2152" y="400"/>
                    <a:pt x="2146" y="394"/>
                    <a:pt x="2139" y="394"/>
                  </a:cubicBezTo>
                  <a:cubicBezTo>
                    <a:pt x="2132" y="394"/>
                    <a:pt x="2126" y="400"/>
                    <a:pt x="2126" y="407"/>
                  </a:cubicBezTo>
                  <a:cubicBezTo>
                    <a:pt x="2126" y="414"/>
                    <a:pt x="2132" y="420"/>
                    <a:pt x="2139" y="420"/>
                  </a:cubicBezTo>
                  <a:close/>
                  <a:moveTo>
                    <a:pt x="2179" y="420"/>
                  </a:moveTo>
                  <a:cubicBezTo>
                    <a:pt x="2186" y="420"/>
                    <a:pt x="2191" y="414"/>
                    <a:pt x="2191" y="407"/>
                  </a:cubicBezTo>
                  <a:cubicBezTo>
                    <a:pt x="2191" y="400"/>
                    <a:pt x="2186" y="394"/>
                    <a:pt x="2179" y="394"/>
                  </a:cubicBezTo>
                  <a:cubicBezTo>
                    <a:pt x="2171" y="394"/>
                    <a:pt x="2166" y="400"/>
                    <a:pt x="2166" y="407"/>
                  </a:cubicBezTo>
                  <a:cubicBezTo>
                    <a:pt x="2166" y="414"/>
                    <a:pt x="2171" y="420"/>
                    <a:pt x="2179" y="420"/>
                  </a:cubicBezTo>
                  <a:close/>
                  <a:moveTo>
                    <a:pt x="2218" y="420"/>
                  </a:moveTo>
                  <a:cubicBezTo>
                    <a:pt x="2225" y="420"/>
                    <a:pt x="2231" y="414"/>
                    <a:pt x="2231" y="407"/>
                  </a:cubicBezTo>
                  <a:cubicBezTo>
                    <a:pt x="2231" y="400"/>
                    <a:pt x="2225" y="394"/>
                    <a:pt x="2218" y="394"/>
                  </a:cubicBezTo>
                  <a:cubicBezTo>
                    <a:pt x="2211" y="394"/>
                    <a:pt x="2205" y="400"/>
                    <a:pt x="2205" y="407"/>
                  </a:cubicBezTo>
                  <a:cubicBezTo>
                    <a:pt x="2205" y="414"/>
                    <a:pt x="2211" y="420"/>
                    <a:pt x="2218" y="420"/>
                  </a:cubicBezTo>
                  <a:close/>
                  <a:moveTo>
                    <a:pt x="2257" y="420"/>
                  </a:moveTo>
                  <a:cubicBezTo>
                    <a:pt x="2264" y="420"/>
                    <a:pt x="2270" y="414"/>
                    <a:pt x="2270" y="407"/>
                  </a:cubicBezTo>
                  <a:cubicBezTo>
                    <a:pt x="2270" y="400"/>
                    <a:pt x="2264" y="394"/>
                    <a:pt x="2257" y="394"/>
                  </a:cubicBezTo>
                  <a:cubicBezTo>
                    <a:pt x="2250" y="394"/>
                    <a:pt x="2245" y="400"/>
                    <a:pt x="2245" y="407"/>
                  </a:cubicBezTo>
                  <a:cubicBezTo>
                    <a:pt x="2245" y="414"/>
                    <a:pt x="2250" y="420"/>
                    <a:pt x="2257" y="420"/>
                  </a:cubicBezTo>
                  <a:close/>
                  <a:moveTo>
                    <a:pt x="2297" y="420"/>
                  </a:moveTo>
                  <a:cubicBezTo>
                    <a:pt x="2304" y="420"/>
                    <a:pt x="2310" y="414"/>
                    <a:pt x="2310" y="407"/>
                  </a:cubicBezTo>
                  <a:cubicBezTo>
                    <a:pt x="2310" y="400"/>
                    <a:pt x="2304" y="394"/>
                    <a:pt x="2297" y="394"/>
                  </a:cubicBezTo>
                  <a:cubicBezTo>
                    <a:pt x="2290" y="394"/>
                    <a:pt x="2284" y="400"/>
                    <a:pt x="2284" y="407"/>
                  </a:cubicBezTo>
                  <a:cubicBezTo>
                    <a:pt x="2284" y="414"/>
                    <a:pt x="2290" y="420"/>
                    <a:pt x="2297" y="420"/>
                  </a:cubicBezTo>
                  <a:close/>
                  <a:moveTo>
                    <a:pt x="2336" y="420"/>
                  </a:moveTo>
                  <a:cubicBezTo>
                    <a:pt x="2343" y="420"/>
                    <a:pt x="2349" y="414"/>
                    <a:pt x="2349" y="407"/>
                  </a:cubicBezTo>
                  <a:cubicBezTo>
                    <a:pt x="2349" y="400"/>
                    <a:pt x="2343" y="394"/>
                    <a:pt x="2336" y="394"/>
                  </a:cubicBezTo>
                  <a:cubicBezTo>
                    <a:pt x="2329" y="394"/>
                    <a:pt x="2323" y="400"/>
                    <a:pt x="2323" y="407"/>
                  </a:cubicBezTo>
                  <a:cubicBezTo>
                    <a:pt x="2323" y="414"/>
                    <a:pt x="2329" y="420"/>
                    <a:pt x="2336" y="420"/>
                  </a:cubicBezTo>
                  <a:close/>
                  <a:moveTo>
                    <a:pt x="2376" y="420"/>
                  </a:moveTo>
                  <a:cubicBezTo>
                    <a:pt x="2383" y="420"/>
                    <a:pt x="2388" y="414"/>
                    <a:pt x="2388" y="407"/>
                  </a:cubicBezTo>
                  <a:cubicBezTo>
                    <a:pt x="2388" y="400"/>
                    <a:pt x="2383" y="394"/>
                    <a:pt x="2376" y="394"/>
                  </a:cubicBezTo>
                  <a:cubicBezTo>
                    <a:pt x="2369" y="394"/>
                    <a:pt x="2363" y="400"/>
                    <a:pt x="2363" y="407"/>
                  </a:cubicBezTo>
                  <a:cubicBezTo>
                    <a:pt x="2363" y="414"/>
                    <a:pt x="2369" y="420"/>
                    <a:pt x="2376" y="420"/>
                  </a:cubicBezTo>
                  <a:close/>
                  <a:moveTo>
                    <a:pt x="2415" y="420"/>
                  </a:moveTo>
                  <a:cubicBezTo>
                    <a:pt x="2422" y="420"/>
                    <a:pt x="2428" y="414"/>
                    <a:pt x="2428" y="407"/>
                  </a:cubicBezTo>
                  <a:cubicBezTo>
                    <a:pt x="2428" y="400"/>
                    <a:pt x="2422" y="394"/>
                    <a:pt x="2415" y="394"/>
                  </a:cubicBezTo>
                  <a:cubicBezTo>
                    <a:pt x="2408" y="394"/>
                    <a:pt x="2402" y="400"/>
                    <a:pt x="2402" y="407"/>
                  </a:cubicBezTo>
                  <a:cubicBezTo>
                    <a:pt x="2402" y="414"/>
                    <a:pt x="2408" y="420"/>
                    <a:pt x="2415" y="420"/>
                  </a:cubicBezTo>
                  <a:close/>
                  <a:moveTo>
                    <a:pt x="2454" y="420"/>
                  </a:moveTo>
                  <a:cubicBezTo>
                    <a:pt x="2462" y="420"/>
                    <a:pt x="2467" y="414"/>
                    <a:pt x="2467" y="407"/>
                  </a:cubicBezTo>
                  <a:cubicBezTo>
                    <a:pt x="2467" y="400"/>
                    <a:pt x="2462" y="394"/>
                    <a:pt x="2454" y="394"/>
                  </a:cubicBezTo>
                  <a:cubicBezTo>
                    <a:pt x="2447" y="394"/>
                    <a:pt x="2442" y="400"/>
                    <a:pt x="2442" y="407"/>
                  </a:cubicBezTo>
                  <a:cubicBezTo>
                    <a:pt x="2442" y="414"/>
                    <a:pt x="2447" y="420"/>
                    <a:pt x="2454" y="420"/>
                  </a:cubicBezTo>
                  <a:close/>
                  <a:moveTo>
                    <a:pt x="2494" y="420"/>
                  </a:moveTo>
                  <a:cubicBezTo>
                    <a:pt x="2501" y="420"/>
                    <a:pt x="2507" y="414"/>
                    <a:pt x="2507" y="407"/>
                  </a:cubicBezTo>
                  <a:cubicBezTo>
                    <a:pt x="2507" y="400"/>
                    <a:pt x="2501" y="394"/>
                    <a:pt x="2494" y="394"/>
                  </a:cubicBezTo>
                  <a:cubicBezTo>
                    <a:pt x="2487" y="394"/>
                    <a:pt x="2481" y="400"/>
                    <a:pt x="2481" y="407"/>
                  </a:cubicBezTo>
                  <a:cubicBezTo>
                    <a:pt x="2481" y="414"/>
                    <a:pt x="2487" y="420"/>
                    <a:pt x="2494" y="420"/>
                  </a:cubicBezTo>
                  <a:close/>
                  <a:moveTo>
                    <a:pt x="2533" y="420"/>
                  </a:moveTo>
                  <a:cubicBezTo>
                    <a:pt x="2540" y="420"/>
                    <a:pt x="2546" y="414"/>
                    <a:pt x="2546" y="407"/>
                  </a:cubicBezTo>
                  <a:cubicBezTo>
                    <a:pt x="2546" y="400"/>
                    <a:pt x="2540" y="394"/>
                    <a:pt x="2533" y="394"/>
                  </a:cubicBezTo>
                  <a:cubicBezTo>
                    <a:pt x="2526" y="394"/>
                    <a:pt x="2521" y="400"/>
                    <a:pt x="2521" y="407"/>
                  </a:cubicBezTo>
                  <a:cubicBezTo>
                    <a:pt x="2521" y="414"/>
                    <a:pt x="2526" y="420"/>
                    <a:pt x="2533" y="420"/>
                  </a:cubicBezTo>
                  <a:close/>
                  <a:moveTo>
                    <a:pt x="2573" y="420"/>
                  </a:moveTo>
                  <a:cubicBezTo>
                    <a:pt x="2580" y="420"/>
                    <a:pt x="2586" y="414"/>
                    <a:pt x="2586" y="407"/>
                  </a:cubicBezTo>
                  <a:cubicBezTo>
                    <a:pt x="2586" y="400"/>
                    <a:pt x="2580" y="394"/>
                    <a:pt x="2573" y="394"/>
                  </a:cubicBezTo>
                  <a:cubicBezTo>
                    <a:pt x="2566" y="394"/>
                    <a:pt x="2560" y="400"/>
                    <a:pt x="2560" y="407"/>
                  </a:cubicBezTo>
                  <a:cubicBezTo>
                    <a:pt x="2560" y="414"/>
                    <a:pt x="2566" y="420"/>
                    <a:pt x="2573" y="420"/>
                  </a:cubicBezTo>
                  <a:close/>
                  <a:moveTo>
                    <a:pt x="2612" y="420"/>
                  </a:moveTo>
                  <a:cubicBezTo>
                    <a:pt x="2619" y="420"/>
                    <a:pt x="2625" y="414"/>
                    <a:pt x="2625" y="407"/>
                  </a:cubicBezTo>
                  <a:cubicBezTo>
                    <a:pt x="2625" y="400"/>
                    <a:pt x="2619" y="394"/>
                    <a:pt x="2612" y="394"/>
                  </a:cubicBezTo>
                  <a:cubicBezTo>
                    <a:pt x="2605" y="394"/>
                    <a:pt x="2599" y="400"/>
                    <a:pt x="2599" y="407"/>
                  </a:cubicBezTo>
                  <a:cubicBezTo>
                    <a:pt x="2599" y="414"/>
                    <a:pt x="2605" y="420"/>
                    <a:pt x="2612" y="420"/>
                  </a:cubicBezTo>
                  <a:close/>
                  <a:moveTo>
                    <a:pt x="2652" y="420"/>
                  </a:moveTo>
                  <a:cubicBezTo>
                    <a:pt x="2659" y="420"/>
                    <a:pt x="2664" y="414"/>
                    <a:pt x="2664" y="407"/>
                  </a:cubicBezTo>
                  <a:cubicBezTo>
                    <a:pt x="2664" y="400"/>
                    <a:pt x="2659" y="394"/>
                    <a:pt x="2652" y="394"/>
                  </a:cubicBezTo>
                  <a:cubicBezTo>
                    <a:pt x="2645" y="394"/>
                    <a:pt x="2639" y="400"/>
                    <a:pt x="2639" y="407"/>
                  </a:cubicBezTo>
                  <a:cubicBezTo>
                    <a:pt x="2639" y="414"/>
                    <a:pt x="2645" y="420"/>
                    <a:pt x="2652" y="420"/>
                  </a:cubicBezTo>
                  <a:close/>
                  <a:moveTo>
                    <a:pt x="2691" y="420"/>
                  </a:moveTo>
                  <a:cubicBezTo>
                    <a:pt x="2698" y="420"/>
                    <a:pt x="2704" y="414"/>
                    <a:pt x="2704" y="407"/>
                  </a:cubicBezTo>
                  <a:cubicBezTo>
                    <a:pt x="2704" y="400"/>
                    <a:pt x="2698" y="394"/>
                    <a:pt x="2691" y="394"/>
                  </a:cubicBezTo>
                  <a:cubicBezTo>
                    <a:pt x="2684" y="394"/>
                    <a:pt x="2678" y="400"/>
                    <a:pt x="2678" y="407"/>
                  </a:cubicBezTo>
                  <a:cubicBezTo>
                    <a:pt x="2678" y="414"/>
                    <a:pt x="2684" y="420"/>
                    <a:pt x="2691" y="420"/>
                  </a:cubicBezTo>
                  <a:close/>
                  <a:moveTo>
                    <a:pt x="2730" y="420"/>
                  </a:moveTo>
                  <a:cubicBezTo>
                    <a:pt x="2738" y="420"/>
                    <a:pt x="2743" y="414"/>
                    <a:pt x="2743" y="407"/>
                  </a:cubicBezTo>
                  <a:cubicBezTo>
                    <a:pt x="2743" y="400"/>
                    <a:pt x="2738" y="394"/>
                    <a:pt x="2730" y="394"/>
                  </a:cubicBezTo>
                  <a:cubicBezTo>
                    <a:pt x="2723" y="394"/>
                    <a:pt x="2718" y="400"/>
                    <a:pt x="2718" y="407"/>
                  </a:cubicBezTo>
                  <a:cubicBezTo>
                    <a:pt x="2718" y="414"/>
                    <a:pt x="2723" y="420"/>
                    <a:pt x="2730" y="420"/>
                  </a:cubicBezTo>
                  <a:close/>
                  <a:moveTo>
                    <a:pt x="2770" y="420"/>
                  </a:moveTo>
                  <a:cubicBezTo>
                    <a:pt x="2777" y="420"/>
                    <a:pt x="2783" y="414"/>
                    <a:pt x="2783" y="407"/>
                  </a:cubicBezTo>
                  <a:cubicBezTo>
                    <a:pt x="2783" y="400"/>
                    <a:pt x="2777" y="394"/>
                    <a:pt x="2770" y="394"/>
                  </a:cubicBezTo>
                  <a:cubicBezTo>
                    <a:pt x="2763" y="394"/>
                    <a:pt x="2757" y="400"/>
                    <a:pt x="2757" y="407"/>
                  </a:cubicBezTo>
                  <a:cubicBezTo>
                    <a:pt x="2757" y="414"/>
                    <a:pt x="2763" y="420"/>
                    <a:pt x="2770" y="420"/>
                  </a:cubicBezTo>
                  <a:close/>
                  <a:moveTo>
                    <a:pt x="2809" y="420"/>
                  </a:moveTo>
                  <a:cubicBezTo>
                    <a:pt x="2816" y="420"/>
                    <a:pt x="2822" y="414"/>
                    <a:pt x="2822" y="407"/>
                  </a:cubicBezTo>
                  <a:cubicBezTo>
                    <a:pt x="2822" y="400"/>
                    <a:pt x="2816" y="394"/>
                    <a:pt x="2809" y="394"/>
                  </a:cubicBezTo>
                  <a:cubicBezTo>
                    <a:pt x="2802" y="394"/>
                    <a:pt x="2797" y="400"/>
                    <a:pt x="2797" y="407"/>
                  </a:cubicBezTo>
                  <a:cubicBezTo>
                    <a:pt x="2797" y="414"/>
                    <a:pt x="2802" y="420"/>
                    <a:pt x="2809" y="420"/>
                  </a:cubicBezTo>
                  <a:close/>
                  <a:moveTo>
                    <a:pt x="2849" y="420"/>
                  </a:moveTo>
                  <a:cubicBezTo>
                    <a:pt x="2856" y="420"/>
                    <a:pt x="2861" y="414"/>
                    <a:pt x="2861" y="407"/>
                  </a:cubicBezTo>
                  <a:cubicBezTo>
                    <a:pt x="2861" y="400"/>
                    <a:pt x="2856" y="394"/>
                    <a:pt x="2849" y="394"/>
                  </a:cubicBezTo>
                  <a:cubicBezTo>
                    <a:pt x="2842" y="394"/>
                    <a:pt x="2836" y="400"/>
                    <a:pt x="2836" y="407"/>
                  </a:cubicBezTo>
                  <a:cubicBezTo>
                    <a:pt x="2836" y="414"/>
                    <a:pt x="2842" y="420"/>
                    <a:pt x="2849" y="420"/>
                  </a:cubicBezTo>
                  <a:close/>
                  <a:moveTo>
                    <a:pt x="2888" y="420"/>
                  </a:moveTo>
                  <a:cubicBezTo>
                    <a:pt x="2895" y="420"/>
                    <a:pt x="2901" y="414"/>
                    <a:pt x="2901" y="407"/>
                  </a:cubicBezTo>
                  <a:cubicBezTo>
                    <a:pt x="2901" y="400"/>
                    <a:pt x="2895" y="394"/>
                    <a:pt x="2888" y="394"/>
                  </a:cubicBezTo>
                  <a:cubicBezTo>
                    <a:pt x="2881" y="394"/>
                    <a:pt x="2875" y="400"/>
                    <a:pt x="2875" y="407"/>
                  </a:cubicBezTo>
                  <a:cubicBezTo>
                    <a:pt x="2875" y="414"/>
                    <a:pt x="2881" y="420"/>
                    <a:pt x="2888" y="420"/>
                  </a:cubicBezTo>
                  <a:close/>
                  <a:moveTo>
                    <a:pt x="2928" y="420"/>
                  </a:moveTo>
                  <a:cubicBezTo>
                    <a:pt x="2935" y="420"/>
                    <a:pt x="2940" y="414"/>
                    <a:pt x="2940" y="407"/>
                  </a:cubicBezTo>
                  <a:cubicBezTo>
                    <a:pt x="2940" y="400"/>
                    <a:pt x="2935" y="394"/>
                    <a:pt x="2928" y="394"/>
                  </a:cubicBezTo>
                  <a:cubicBezTo>
                    <a:pt x="2921" y="394"/>
                    <a:pt x="2915" y="400"/>
                    <a:pt x="2915" y="407"/>
                  </a:cubicBezTo>
                  <a:cubicBezTo>
                    <a:pt x="2915" y="414"/>
                    <a:pt x="2921" y="420"/>
                    <a:pt x="2928" y="420"/>
                  </a:cubicBezTo>
                  <a:close/>
                  <a:moveTo>
                    <a:pt x="2967" y="420"/>
                  </a:moveTo>
                  <a:cubicBezTo>
                    <a:pt x="2974" y="420"/>
                    <a:pt x="2980" y="414"/>
                    <a:pt x="2980" y="407"/>
                  </a:cubicBezTo>
                  <a:cubicBezTo>
                    <a:pt x="2980" y="400"/>
                    <a:pt x="2974" y="394"/>
                    <a:pt x="2967" y="394"/>
                  </a:cubicBezTo>
                  <a:cubicBezTo>
                    <a:pt x="2960" y="394"/>
                    <a:pt x="2954" y="400"/>
                    <a:pt x="2954" y="407"/>
                  </a:cubicBezTo>
                  <a:cubicBezTo>
                    <a:pt x="2954" y="414"/>
                    <a:pt x="2960" y="420"/>
                    <a:pt x="2967" y="420"/>
                  </a:cubicBezTo>
                  <a:close/>
                  <a:moveTo>
                    <a:pt x="3006" y="420"/>
                  </a:moveTo>
                  <a:cubicBezTo>
                    <a:pt x="3013" y="420"/>
                    <a:pt x="3019" y="414"/>
                    <a:pt x="3019" y="407"/>
                  </a:cubicBezTo>
                  <a:cubicBezTo>
                    <a:pt x="3019" y="400"/>
                    <a:pt x="3013" y="394"/>
                    <a:pt x="3006" y="394"/>
                  </a:cubicBezTo>
                  <a:cubicBezTo>
                    <a:pt x="2999" y="394"/>
                    <a:pt x="2994" y="400"/>
                    <a:pt x="2994" y="407"/>
                  </a:cubicBezTo>
                  <a:cubicBezTo>
                    <a:pt x="2994" y="414"/>
                    <a:pt x="2999" y="420"/>
                    <a:pt x="3006" y="420"/>
                  </a:cubicBezTo>
                  <a:close/>
                  <a:moveTo>
                    <a:pt x="3046" y="420"/>
                  </a:moveTo>
                  <a:cubicBezTo>
                    <a:pt x="3053" y="420"/>
                    <a:pt x="3059" y="414"/>
                    <a:pt x="3059" y="407"/>
                  </a:cubicBezTo>
                  <a:cubicBezTo>
                    <a:pt x="3059" y="400"/>
                    <a:pt x="3053" y="394"/>
                    <a:pt x="3046" y="394"/>
                  </a:cubicBezTo>
                  <a:cubicBezTo>
                    <a:pt x="3039" y="394"/>
                    <a:pt x="3033" y="400"/>
                    <a:pt x="3033" y="407"/>
                  </a:cubicBezTo>
                  <a:cubicBezTo>
                    <a:pt x="3033" y="414"/>
                    <a:pt x="3039" y="420"/>
                    <a:pt x="3046" y="420"/>
                  </a:cubicBezTo>
                  <a:close/>
                  <a:moveTo>
                    <a:pt x="3085" y="420"/>
                  </a:moveTo>
                  <a:cubicBezTo>
                    <a:pt x="3092" y="420"/>
                    <a:pt x="3098" y="414"/>
                    <a:pt x="3098" y="407"/>
                  </a:cubicBezTo>
                  <a:cubicBezTo>
                    <a:pt x="3098" y="400"/>
                    <a:pt x="3092" y="394"/>
                    <a:pt x="3085" y="394"/>
                  </a:cubicBezTo>
                  <a:cubicBezTo>
                    <a:pt x="3078" y="394"/>
                    <a:pt x="3073" y="400"/>
                    <a:pt x="3073" y="407"/>
                  </a:cubicBezTo>
                  <a:cubicBezTo>
                    <a:pt x="3073" y="414"/>
                    <a:pt x="3078" y="420"/>
                    <a:pt x="3085" y="420"/>
                  </a:cubicBezTo>
                  <a:close/>
                  <a:moveTo>
                    <a:pt x="3125" y="420"/>
                  </a:moveTo>
                  <a:cubicBezTo>
                    <a:pt x="3132" y="420"/>
                    <a:pt x="3137" y="414"/>
                    <a:pt x="3137" y="407"/>
                  </a:cubicBezTo>
                  <a:cubicBezTo>
                    <a:pt x="3137" y="400"/>
                    <a:pt x="3132" y="394"/>
                    <a:pt x="3125" y="394"/>
                  </a:cubicBezTo>
                  <a:cubicBezTo>
                    <a:pt x="3118" y="394"/>
                    <a:pt x="3112" y="400"/>
                    <a:pt x="3112" y="407"/>
                  </a:cubicBezTo>
                  <a:cubicBezTo>
                    <a:pt x="3112" y="414"/>
                    <a:pt x="3118" y="420"/>
                    <a:pt x="3125" y="420"/>
                  </a:cubicBezTo>
                  <a:close/>
                  <a:moveTo>
                    <a:pt x="3164" y="420"/>
                  </a:moveTo>
                  <a:cubicBezTo>
                    <a:pt x="3171" y="420"/>
                    <a:pt x="3177" y="414"/>
                    <a:pt x="3177" y="407"/>
                  </a:cubicBezTo>
                  <a:cubicBezTo>
                    <a:pt x="3177" y="400"/>
                    <a:pt x="3171" y="394"/>
                    <a:pt x="3164" y="394"/>
                  </a:cubicBezTo>
                  <a:cubicBezTo>
                    <a:pt x="3157" y="394"/>
                    <a:pt x="3151" y="400"/>
                    <a:pt x="3151" y="407"/>
                  </a:cubicBezTo>
                  <a:cubicBezTo>
                    <a:pt x="3151" y="414"/>
                    <a:pt x="3157" y="420"/>
                    <a:pt x="3164" y="420"/>
                  </a:cubicBezTo>
                  <a:close/>
                  <a:moveTo>
                    <a:pt x="3204" y="420"/>
                  </a:moveTo>
                  <a:cubicBezTo>
                    <a:pt x="3211" y="420"/>
                    <a:pt x="3216" y="414"/>
                    <a:pt x="3216" y="407"/>
                  </a:cubicBezTo>
                  <a:cubicBezTo>
                    <a:pt x="3216" y="400"/>
                    <a:pt x="3211" y="394"/>
                    <a:pt x="3204" y="394"/>
                  </a:cubicBezTo>
                  <a:cubicBezTo>
                    <a:pt x="3197" y="394"/>
                    <a:pt x="3191" y="400"/>
                    <a:pt x="3191" y="407"/>
                  </a:cubicBezTo>
                  <a:cubicBezTo>
                    <a:pt x="3191" y="414"/>
                    <a:pt x="3197" y="420"/>
                    <a:pt x="3204" y="420"/>
                  </a:cubicBezTo>
                  <a:close/>
                  <a:moveTo>
                    <a:pt x="3243" y="420"/>
                  </a:moveTo>
                  <a:cubicBezTo>
                    <a:pt x="3250" y="420"/>
                    <a:pt x="3256" y="414"/>
                    <a:pt x="3256" y="407"/>
                  </a:cubicBezTo>
                  <a:cubicBezTo>
                    <a:pt x="3256" y="400"/>
                    <a:pt x="3250" y="394"/>
                    <a:pt x="3243" y="394"/>
                  </a:cubicBezTo>
                  <a:cubicBezTo>
                    <a:pt x="3236" y="394"/>
                    <a:pt x="3230" y="400"/>
                    <a:pt x="3230" y="407"/>
                  </a:cubicBezTo>
                  <a:cubicBezTo>
                    <a:pt x="3230" y="414"/>
                    <a:pt x="3236" y="420"/>
                    <a:pt x="3243" y="420"/>
                  </a:cubicBezTo>
                  <a:close/>
                  <a:moveTo>
                    <a:pt x="3282" y="420"/>
                  </a:moveTo>
                  <a:cubicBezTo>
                    <a:pt x="3289" y="420"/>
                    <a:pt x="3295" y="414"/>
                    <a:pt x="3295" y="407"/>
                  </a:cubicBezTo>
                  <a:cubicBezTo>
                    <a:pt x="3295" y="400"/>
                    <a:pt x="3289" y="394"/>
                    <a:pt x="3282" y="394"/>
                  </a:cubicBezTo>
                  <a:cubicBezTo>
                    <a:pt x="3275" y="394"/>
                    <a:pt x="3270" y="400"/>
                    <a:pt x="3270" y="407"/>
                  </a:cubicBezTo>
                  <a:cubicBezTo>
                    <a:pt x="3270" y="414"/>
                    <a:pt x="3275" y="420"/>
                    <a:pt x="3282" y="420"/>
                  </a:cubicBezTo>
                  <a:close/>
                  <a:moveTo>
                    <a:pt x="3361" y="394"/>
                  </a:moveTo>
                  <a:cubicBezTo>
                    <a:pt x="3354" y="394"/>
                    <a:pt x="3349" y="400"/>
                    <a:pt x="3349" y="407"/>
                  </a:cubicBezTo>
                  <a:cubicBezTo>
                    <a:pt x="3349" y="414"/>
                    <a:pt x="3354" y="420"/>
                    <a:pt x="3361" y="420"/>
                  </a:cubicBezTo>
                  <a:cubicBezTo>
                    <a:pt x="3368" y="420"/>
                    <a:pt x="3374" y="414"/>
                    <a:pt x="3374" y="407"/>
                  </a:cubicBezTo>
                  <a:cubicBezTo>
                    <a:pt x="3374" y="400"/>
                    <a:pt x="3368" y="394"/>
                    <a:pt x="3361" y="394"/>
                  </a:cubicBezTo>
                  <a:close/>
                  <a:moveTo>
                    <a:pt x="3401" y="420"/>
                  </a:moveTo>
                  <a:cubicBezTo>
                    <a:pt x="3408" y="420"/>
                    <a:pt x="3413" y="414"/>
                    <a:pt x="3413" y="407"/>
                  </a:cubicBezTo>
                  <a:cubicBezTo>
                    <a:pt x="3413" y="400"/>
                    <a:pt x="3408" y="394"/>
                    <a:pt x="3401" y="394"/>
                  </a:cubicBezTo>
                  <a:cubicBezTo>
                    <a:pt x="3394" y="394"/>
                    <a:pt x="3388" y="400"/>
                    <a:pt x="3388" y="407"/>
                  </a:cubicBezTo>
                  <a:cubicBezTo>
                    <a:pt x="3388" y="414"/>
                    <a:pt x="3394" y="420"/>
                    <a:pt x="3401" y="420"/>
                  </a:cubicBezTo>
                  <a:close/>
                  <a:moveTo>
                    <a:pt x="3440" y="420"/>
                  </a:moveTo>
                  <a:cubicBezTo>
                    <a:pt x="3447" y="420"/>
                    <a:pt x="3453" y="414"/>
                    <a:pt x="3453" y="407"/>
                  </a:cubicBezTo>
                  <a:cubicBezTo>
                    <a:pt x="3453" y="400"/>
                    <a:pt x="3447" y="394"/>
                    <a:pt x="3440" y="394"/>
                  </a:cubicBezTo>
                  <a:cubicBezTo>
                    <a:pt x="3433" y="394"/>
                    <a:pt x="3427" y="400"/>
                    <a:pt x="3427" y="407"/>
                  </a:cubicBezTo>
                  <a:cubicBezTo>
                    <a:pt x="3427" y="414"/>
                    <a:pt x="3433" y="420"/>
                    <a:pt x="3440" y="420"/>
                  </a:cubicBezTo>
                  <a:close/>
                  <a:moveTo>
                    <a:pt x="89" y="434"/>
                  </a:moveTo>
                  <a:cubicBezTo>
                    <a:pt x="82" y="434"/>
                    <a:pt x="76" y="439"/>
                    <a:pt x="76" y="446"/>
                  </a:cubicBezTo>
                  <a:cubicBezTo>
                    <a:pt x="76" y="453"/>
                    <a:pt x="82" y="459"/>
                    <a:pt x="89" y="459"/>
                  </a:cubicBezTo>
                  <a:cubicBezTo>
                    <a:pt x="96" y="459"/>
                    <a:pt x="102" y="453"/>
                    <a:pt x="102" y="446"/>
                  </a:cubicBezTo>
                  <a:cubicBezTo>
                    <a:pt x="102" y="439"/>
                    <a:pt x="96" y="434"/>
                    <a:pt x="89" y="434"/>
                  </a:cubicBezTo>
                  <a:close/>
                  <a:moveTo>
                    <a:pt x="128" y="434"/>
                  </a:moveTo>
                  <a:cubicBezTo>
                    <a:pt x="121" y="434"/>
                    <a:pt x="116" y="439"/>
                    <a:pt x="116" y="446"/>
                  </a:cubicBezTo>
                  <a:cubicBezTo>
                    <a:pt x="116" y="453"/>
                    <a:pt x="121" y="459"/>
                    <a:pt x="128" y="459"/>
                  </a:cubicBezTo>
                  <a:cubicBezTo>
                    <a:pt x="136" y="459"/>
                    <a:pt x="141" y="453"/>
                    <a:pt x="141" y="446"/>
                  </a:cubicBezTo>
                  <a:cubicBezTo>
                    <a:pt x="141" y="439"/>
                    <a:pt x="136" y="434"/>
                    <a:pt x="128" y="434"/>
                  </a:cubicBezTo>
                  <a:close/>
                  <a:moveTo>
                    <a:pt x="326" y="434"/>
                  </a:moveTo>
                  <a:cubicBezTo>
                    <a:pt x="319" y="434"/>
                    <a:pt x="313" y="439"/>
                    <a:pt x="313" y="446"/>
                  </a:cubicBezTo>
                  <a:cubicBezTo>
                    <a:pt x="313" y="453"/>
                    <a:pt x="319" y="459"/>
                    <a:pt x="326" y="459"/>
                  </a:cubicBezTo>
                  <a:cubicBezTo>
                    <a:pt x="333" y="459"/>
                    <a:pt x="338" y="453"/>
                    <a:pt x="338" y="446"/>
                  </a:cubicBezTo>
                  <a:cubicBezTo>
                    <a:pt x="338" y="439"/>
                    <a:pt x="333" y="434"/>
                    <a:pt x="326" y="434"/>
                  </a:cubicBezTo>
                  <a:close/>
                  <a:moveTo>
                    <a:pt x="365" y="459"/>
                  </a:moveTo>
                  <a:cubicBezTo>
                    <a:pt x="372" y="459"/>
                    <a:pt x="378" y="453"/>
                    <a:pt x="378" y="446"/>
                  </a:cubicBezTo>
                  <a:cubicBezTo>
                    <a:pt x="378" y="439"/>
                    <a:pt x="372" y="434"/>
                    <a:pt x="365" y="434"/>
                  </a:cubicBezTo>
                  <a:cubicBezTo>
                    <a:pt x="358" y="434"/>
                    <a:pt x="352" y="439"/>
                    <a:pt x="352" y="446"/>
                  </a:cubicBezTo>
                  <a:cubicBezTo>
                    <a:pt x="352" y="453"/>
                    <a:pt x="358" y="459"/>
                    <a:pt x="365" y="459"/>
                  </a:cubicBezTo>
                  <a:close/>
                  <a:moveTo>
                    <a:pt x="404" y="459"/>
                  </a:moveTo>
                  <a:cubicBezTo>
                    <a:pt x="411" y="459"/>
                    <a:pt x="417" y="453"/>
                    <a:pt x="417" y="446"/>
                  </a:cubicBezTo>
                  <a:cubicBezTo>
                    <a:pt x="417" y="439"/>
                    <a:pt x="411" y="434"/>
                    <a:pt x="404" y="434"/>
                  </a:cubicBezTo>
                  <a:cubicBezTo>
                    <a:pt x="397" y="434"/>
                    <a:pt x="392" y="439"/>
                    <a:pt x="392" y="446"/>
                  </a:cubicBezTo>
                  <a:cubicBezTo>
                    <a:pt x="392" y="453"/>
                    <a:pt x="397" y="459"/>
                    <a:pt x="404" y="459"/>
                  </a:cubicBezTo>
                  <a:close/>
                  <a:moveTo>
                    <a:pt x="444" y="459"/>
                  </a:moveTo>
                  <a:cubicBezTo>
                    <a:pt x="451" y="459"/>
                    <a:pt x="457" y="453"/>
                    <a:pt x="457" y="446"/>
                  </a:cubicBezTo>
                  <a:cubicBezTo>
                    <a:pt x="457" y="439"/>
                    <a:pt x="451" y="434"/>
                    <a:pt x="444" y="434"/>
                  </a:cubicBezTo>
                  <a:cubicBezTo>
                    <a:pt x="437" y="434"/>
                    <a:pt x="431" y="439"/>
                    <a:pt x="431" y="446"/>
                  </a:cubicBezTo>
                  <a:cubicBezTo>
                    <a:pt x="431" y="453"/>
                    <a:pt x="437" y="459"/>
                    <a:pt x="444" y="459"/>
                  </a:cubicBezTo>
                  <a:close/>
                  <a:moveTo>
                    <a:pt x="483" y="459"/>
                  </a:moveTo>
                  <a:cubicBezTo>
                    <a:pt x="490" y="459"/>
                    <a:pt x="496" y="453"/>
                    <a:pt x="496" y="446"/>
                  </a:cubicBezTo>
                  <a:cubicBezTo>
                    <a:pt x="496" y="439"/>
                    <a:pt x="490" y="434"/>
                    <a:pt x="483" y="434"/>
                  </a:cubicBezTo>
                  <a:cubicBezTo>
                    <a:pt x="476" y="434"/>
                    <a:pt x="471" y="439"/>
                    <a:pt x="471" y="446"/>
                  </a:cubicBezTo>
                  <a:cubicBezTo>
                    <a:pt x="471" y="453"/>
                    <a:pt x="476" y="459"/>
                    <a:pt x="483" y="459"/>
                  </a:cubicBezTo>
                  <a:close/>
                  <a:moveTo>
                    <a:pt x="523" y="459"/>
                  </a:moveTo>
                  <a:cubicBezTo>
                    <a:pt x="530" y="459"/>
                    <a:pt x="535" y="453"/>
                    <a:pt x="535" y="446"/>
                  </a:cubicBezTo>
                  <a:cubicBezTo>
                    <a:pt x="535" y="439"/>
                    <a:pt x="530" y="434"/>
                    <a:pt x="523" y="434"/>
                  </a:cubicBezTo>
                  <a:cubicBezTo>
                    <a:pt x="516" y="434"/>
                    <a:pt x="510" y="439"/>
                    <a:pt x="510" y="446"/>
                  </a:cubicBezTo>
                  <a:cubicBezTo>
                    <a:pt x="510" y="453"/>
                    <a:pt x="516" y="459"/>
                    <a:pt x="523" y="459"/>
                  </a:cubicBezTo>
                  <a:close/>
                  <a:moveTo>
                    <a:pt x="562" y="459"/>
                  </a:moveTo>
                  <a:cubicBezTo>
                    <a:pt x="569" y="459"/>
                    <a:pt x="575" y="453"/>
                    <a:pt x="575" y="446"/>
                  </a:cubicBezTo>
                  <a:cubicBezTo>
                    <a:pt x="575" y="439"/>
                    <a:pt x="569" y="434"/>
                    <a:pt x="562" y="434"/>
                  </a:cubicBezTo>
                  <a:cubicBezTo>
                    <a:pt x="555" y="434"/>
                    <a:pt x="549" y="439"/>
                    <a:pt x="549" y="446"/>
                  </a:cubicBezTo>
                  <a:cubicBezTo>
                    <a:pt x="549" y="453"/>
                    <a:pt x="555" y="459"/>
                    <a:pt x="562" y="459"/>
                  </a:cubicBezTo>
                  <a:close/>
                  <a:moveTo>
                    <a:pt x="602" y="459"/>
                  </a:moveTo>
                  <a:cubicBezTo>
                    <a:pt x="609" y="459"/>
                    <a:pt x="614" y="453"/>
                    <a:pt x="614" y="446"/>
                  </a:cubicBezTo>
                  <a:cubicBezTo>
                    <a:pt x="614" y="439"/>
                    <a:pt x="609" y="434"/>
                    <a:pt x="602" y="434"/>
                  </a:cubicBezTo>
                  <a:cubicBezTo>
                    <a:pt x="595" y="434"/>
                    <a:pt x="589" y="439"/>
                    <a:pt x="589" y="446"/>
                  </a:cubicBezTo>
                  <a:cubicBezTo>
                    <a:pt x="589" y="453"/>
                    <a:pt x="595" y="459"/>
                    <a:pt x="602" y="459"/>
                  </a:cubicBezTo>
                  <a:close/>
                  <a:moveTo>
                    <a:pt x="641" y="459"/>
                  </a:moveTo>
                  <a:cubicBezTo>
                    <a:pt x="648" y="459"/>
                    <a:pt x="654" y="453"/>
                    <a:pt x="654" y="446"/>
                  </a:cubicBezTo>
                  <a:cubicBezTo>
                    <a:pt x="654" y="439"/>
                    <a:pt x="648" y="434"/>
                    <a:pt x="641" y="434"/>
                  </a:cubicBezTo>
                  <a:cubicBezTo>
                    <a:pt x="634" y="434"/>
                    <a:pt x="628" y="439"/>
                    <a:pt x="628" y="446"/>
                  </a:cubicBezTo>
                  <a:cubicBezTo>
                    <a:pt x="628" y="453"/>
                    <a:pt x="634" y="459"/>
                    <a:pt x="641" y="459"/>
                  </a:cubicBezTo>
                  <a:close/>
                  <a:moveTo>
                    <a:pt x="680" y="459"/>
                  </a:moveTo>
                  <a:cubicBezTo>
                    <a:pt x="687" y="459"/>
                    <a:pt x="693" y="453"/>
                    <a:pt x="693" y="446"/>
                  </a:cubicBezTo>
                  <a:cubicBezTo>
                    <a:pt x="693" y="439"/>
                    <a:pt x="687" y="434"/>
                    <a:pt x="680" y="434"/>
                  </a:cubicBezTo>
                  <a:cubicBezTo>
                    <a:pt x="673" y="434"/>
                    <a:pt x="668" y="439"/>
                    <a:pt x="668" y="446"/>
                  </a:cubicBezTo>
                  <a:cubicBezTo>
                    <a:pt x="668" y="453"/>
                    <a:pt x="673" y="459"/>
                    <a:pt x="680" y="459"/>
                  </a:cubicBezTo>
                  <a:close/>
                  <a:moveTo>
                    <a:pt x="720" y="459"/>
                  </a:moveTo>
                  <a:cubicBezTo>
                    <a:pt x="727" y="459"/>
                    <a:pt x="733" y="453"/>
                    <a:pt x="733" y="446"/>
                  </a:cubicBezTo>
                  <a:cubicBezTo>
                    <a:pt x="733" y="439"/>
                    <a:pt x="727" y="434"/>
                    <a:pt x="720" y="434"/>
                  </a:cubicBezTo>
                  <a:cubicBezTo>
                    <a:pt x="713" y="434"/>
                    <a:pt x="707" y="439"/>
                    <a:pt x="707" y="446"/>
                  </a:cubicBezTo>
                  <a:cubicBezTo>
                    <a:pt x="707" y="453"/>
                    <a:pt x="713" y="459"/>
                    <a:pt x="720" y="459"/>
                  </a:cubicBezTo>
                  <a:close/>
                  <a:moveTo>
                    <a:pt x="917" y="459"/>
                  </a:moveTo>
                  <a:cubicBezTo>
                    <a:pt x="924" y="459"/>
                    <a:pt x="930" y="453"/>
                    <a:pt x="930" y="446"/>
                  </a:cubicBezTo>
                  <a:cubicBezTo>
                    <a:pt x="930" y="439"/>
                    <a:pt x="924" y="434"/>
                    <a:pt x="917" y="434"/>
                  </a:cubicBezTo>
                  <a:cubicBezTo>
                    <a:pt x="910" y="434"/>
                    <a:pt x="904" y="439"/>
                    <a:pt x="904" y="446"/>
                  </a:cubicBezTo>
                  <a:cubicBezTo>
                    <a:pt x="904" y="453"/>
                    <a:pt x="910" y="459"/>
                    <a:pt x="917" y="459"/>
                  </a:cubicBezTo>
                  <a:close/>
                  <a:moveTo>
                    <a:pt x="956" y="459"/>
                  </a:moveTo>
                  <a:cubicBezTo>
                    <a:pt x="963" y="459"/>
                    <a:pt x="969" y="453"/>
                    <a:pt x="969" y="446"/>
                  </a:cubicBezTo>
                  <a:cubicBezTo>
                    <a:pt x="969" y="439"/>
                    <a:pt x="963" y="434"/>
                    <a:pt x="956" y="434"/>
                  </a:cubicBezTo>
                  <a:cubicBezTo>
                    <a:pt x="949" y="434"/>
                    <a:pt x="944" y="439"/>
                    <a:pt x="944" y="446"/>
                  </a:cubicBezTo>
                  <a:cubicBezTo>
                    <a:pt x="944" y="453"/>
                    <a:pt x="949" y="459"/>
                    <a:pt x="956" y="459"/>
                  </a:cubicBezTo>
                  <a:close/>
                  <a:moveTo>
                    <a:pt x="1035" y="459"/>
                  </a:moveTo>
                  <a:cubicBezTo>
                    <a:pt x="1042" y="459"/>
                    <a:pt x="1048" y="453"/>
                    <a:pt x="1048" y="446"/>
                  </a:cubicBezTo>
                  <a:cubicBezTo>
                    <a:pt x="1048" y="439"/>
                    <a:pt x="1042" y="434"/>
                    <a:pt x="1035" y="434"/>
                  </a:cubicBezTo>
                  <a:cubicBezTo>
                    <a:pt x="1028" y="434"/>
                    <a:pt x="1022" y="439"/>
                    <a:pt x="1022" y="446"/>
                  </a:cubicBezTo>
                  <a:cubicBezTo>
                    <a:pt x="1022" y="453"/>
                    <a:pt x="1028" y="459"/>
                    <a:pt x="1035" y="459"/>
                  </a:cubicBezTo>
                  <a:close/>
                  <a:moveTo>
                    <a:pt x="1784" y="459"/>
                  </a:moveTo>
                  <a:cubicBezTo>
                    <a:pt x="1791" y="459"/>
                    <a:pt x="1797" y="453"/>
                    <a:pt x="1797" y="446"/>
                  </a:cubicBezTo>
                  <a:cubicBezTo>
                    <a:pt x="1797" y="439"/>
                    <a:pt x="1791" y="434"/>
                    <a:pt x="1784" y="434"/>
                  </a:cubicBezTo>
                  <a:cubicBezTo>
                    <a:pt x="1777" y="434"/>
                    <a:pt x="1772" y="439"/>
                    <a:pt x="1772" y="446"/>
                  </a:cubicBezTo>
                  <a:cubicBezTo>
                    <a:pt x="1772" y="453"/>
                    <a:pt x="1777" y="459"/>
                    <a:pt x="1784" y="459"/>
                  </a:cubicBezTo>
                  <a:close/>
                  <a:moveTo>
                    <a:pt x="1824" y="459"/>
                  </a:moveTo>
                  <a:cubicBezTo>
                    <a:pt x="1831" y="459"/>
                    <a:pt x="1836" y="453"/>
                    <a:pt x="1836" y="446"/>
                  </a:cubicBezTo>
                  <a:cubicBezTo>
                    <a:pt x="1836" y="439"/>
                    <a:pt x="1831" y="434"/>
                    <a:pt x="1824" y="434"/>
                  </a:cubicBezTo>
                  <a:cubicBezTo>
                    <a:pt x="1817" y="434"/>
                    <a:pt x="1811" y="439"/>
                    <a:pt x="1811" y="446"/>
                  </a:cubicBezTo>
                  <a:cubicBezTo>
                    <a:pt x="1811" y="453"/>
                    <a:pt x="1817" y="459"/>
                    <a:pt x="1824" y="459"/>
                  </a:cubicBezTo>
                  <a:close/>
                  <a:moveTo>
                    <a:pt x="1863" y="459"/>
                  </a:moveTo>
                  <a:cubicBezTo>
                    <a:pt x="1870" y="459"/>
                    <a:pt x="1876" y="453"/>
                    <a:pt x="1876" y="446"/>
                  </a:cubicBezTo>
                  <a:cubicBezTo>
                    <a:pt x="1876" y="439"/>
                    <a:pt x="1870" y="434"/>
                    <a:pt x="1863" y="434"/>
                  </a:cubicBezTo>
                  <a:cubicBezTo>
                    <a:pt x="1856" y="434"/>
                    <a:pt x="1850" y="439"/>
                    <a:pt x="1850" y="446"/>
                  </a:cubicBezTo>
                  <a:cubicBezTo>
                    <a:pt x="1850" y="453"/>
                    <a:pt x="1856" y="459"/>
                    <a:pt x="1863" y="459"/>
                  </a:cubicBezTo>
                  <a:close/>
                  <a:moveTo>
                    <a:pt x="1942" y="459"/>
                  </a:moveTo>
                  <a:cubicBezTo>
                    <a:pt x="1949" y="459"/>
                    <a:pt x="1955" y="453"/>
                    <a:pt x="1955" y="446"/>
                  </a:cubicBezTo>
                  <a:cubicBezTo>
                    <a:pt x="1955" y="439"/>
                    <a:pt x="1949" y="434"/>
                    <a:pt x="1942" y="434"/>
                  </a:cubicBezTo>
                  <a:cubicBezTo>
                    <a:pt x="1935" y="434"/>
                    <a:pt x="1929" y="439"/>
                    <a:pt x="1929" y="446"/>
                  </a:cubicBezTo>
                  <a:cubicBezTo>
                    <a:pt x="1929" y="453"/>
                    <a:pt x="1935" y="459"/>
                    <a:pt x="1942" y="459"/>
                  </a:cubicBezTo>
                  <a:close/>
                  <a:moveTo>
                    <a:pt x="1981" y="459"/>
                  </a:moveTo>
                  <a:cubicBezTo>
                    <a:pt x="1988" y="459"/>
                    <a:pt x="1994" y="453"/>
                    <a:pt x="1994" y="446"/>
                  </a:cubicBezTo>
                  <a:cubicBezTo>
                    <a:pt x="1994" y="439"/>
                    <a:pt x="1988" y="434"/>
                    <a:pt x="1981" y="434"/>
                  </a:cubicBezTo>
                  <a:cubicBezTo>
                    <a:pt x="1974" y="434"/>
                    <a:pt x="1969" y="439"/>
                    <a:pt x="1969" y="446"/>
                  </a:cubicBezTo>
                  <a:cubicBezTo>
                    <a:pt x="1969" y="453"/>
                    <a:pt x="1974" y="459"/>
                    <a:pt x="1981" y="459"/>
                  </a:cubicBezTo>
                  <a:close/>
                  <a:moveTo>
                    <a:pt x="2021" y="459"/>
                  </a:moveTo>
                  <a:cubicBezTo>
                    <a:pt x="2028" y="459"/>
                    <a:pt x="2034" y="453"/>
                    <a:pt x="2034" y="446"/>
                  </a:cubicBezTo>
                  <a:cubicBezTo>
                    <a:pt x="2034" y="439"/>
                    <a:pt x="2028" y="434"/>
                    <a:pt x="2021" y="434"/>
                  </a:cubicBezTo>
                  <a:cubicBezTo>
                    <a:pt x="2014" y="434"/>
                    <a:pt x="2008" y="439"/>
                    <a:pt x="2008" y="446"/>
                  </a:cubicBezTo>
                  <a:cubicBezTo>
                    <a:pt x="2008" y="453"/>
                    <a:pt x="2014" y="459"/>
                    <a:pt x="2021" y="459"/>
                  </a:cubicBezTo>
                  <a:close/>
                  <a:moveTo>
                    <a:pt x="2060" y="459"/>
                  </a:moveTo>
                  <a:cubicBezTo>
                    <a:pt x="2067" y="459"/>
                    <a:pt x="2073" y="453"/>
                    <a:pt x="2073" y="446"/>
                  </a:cubicBezTo>
                  <a:cubicBezTo>
                    <a:pt x="2073" y="439"/>
                    <a:pt x="2067" y="434"/>
                    <a:pt x="2060" y="434"/>
                  </a:cubicBezTo>
                  <a:cubicBezTo>
                    <a:pt x="2053" y="434"/>
                    <a:pt x="2048" y="439"/>
                    <a:pt x="2048" y="446"/>
                  </a:cubicBezTo>
                  <a:cubicBezTo>
                    <a:pt x="2048" y="453"/>
                    <a:pt x="2053" y="459"/>
                    <a:pt x="2060" y="459"/>
                  </a:cubicBezTo>
                  <a:close/>
                  <a:moveTo>
                    <a:pt x="2100" y="459"/>
                  </a:moveTo>
                  <a:cubicBezTo>
                    <a:pt x="2107" y="459"/>
                    <a:pt x="2112" y="453"/>
                    <a:pt x="2112" y="446"/>
                  </a:cubicBezTo>
                  <a:cubicBezTo>
                    <a:pt x="2112" y="439"/>
                    <a:pt x="2107" y="434"/>
                    <a:pt x="2100" y="434"/>
                  </a:cubicBezTo>
                  <a:cubicBezTo>
                    <a:pt x="2093" y="434"/>
                    <a:pt x="2087" y="439"/>
                    <a:pt x="2087" y="446"/>
                  </a:cubicBezTo>
                  <a:cubicBezTo>
                    <a:pt x="2087" y="453"/>
                    <a:pt x="2093" y="459"/>
                    <a:pt x="2100" y="459"/>
                  </a:cubicBezTo>
                  <a:close/>
                  <a:moveTo>
                    <a:pt x="2139" y="459"/>
                  </a:moveTo>
                  <a:cubicBezTo>
                    <a:pt x="2146" y="459"/>
                    <a:pt x="2152" y="453"/>
                    <a:pt x="2152" y="446"/>
                  </a:cubicBezTo>
                  <a:cubicBezTo>
                    <a:pt x="2152" y="439"/>
                    <a:pt x="2146" y="434"/>
                    <a:pt x="2139" y="434"/>
                  </a:cubicBezTo>
                  <a:cubicBezTo>
                    <a:pt x="2132" y="434"/>
                    <a:pt x="2126" y="439"/>
                    <a:pt x="2126" y="446"/>
                  </a:cubicBezTo>
                  <a:cubicBezTo>
                    <a:pt x="2126" y="453"/>
                    <a:pt x="2132" y="459"/>
                    <a:pt x="2139" y="459"/>
                  </a:cubicBezTo>
                  <a:close/>
                  <a:moveTo>
                    <a:pt x="2179" y="459"/>
                  </a:moveTo>
                  <a:cubicBezTo>
                    <a:pt x="2186" y="459"/>
                    <a:pt x="2191" y="453"/>
                    <a:pt x="2191" y="446"/>
                  </a:cubicBezTo>
                  <a:cubicBezTo>
                    <a:pt x="2191" y="439"/>
                    <a:pt x="2186" y="434"/>
                    <a:pt x="2179" y="434"/>
                  </a:cubicBezTo>
                  <a:cubicBezTo>
                    <a:pt x="2171" y="434"/>
                    <a:pt x="2166" y="439"/>
                    <a:pt x="2166" y="446"/>
                  </a:cubicBezTo>
                  <a:cubicBezTo>
                    <a:pt x="2166" y="453"/>
                    <a:pt x="2171" y="459"/>
                    <a:pt x="2179" y="459"/>
                  </a:cubicBezTo>
                  <a:close/>
                  <a:moveTo>
                    <a:pt x="2218" y="459"/>
                  </a:moveTo>
                  <a:cubicBezTo>
                    <a:pt x="2225" y="459"/>
                    <a:pt x="2231" y="453"/>
                    <a:pt x="2231" y="446"/>
                  </a:cubicBezTo>
                  <a:cubicBezTo>
                    <a:pt x="2231" y="439"/>
                    <a:pt x="2225" y="434"/>
                    <a:pt x="2218" y="434"/>
                  </a:cubicBezTo>
                  <a:cubicBezTo>
                    <a:pt x="2211" y="434"/>
                    <a:pt x="2205" y="439"/>
                    <a:pt x="2205" y="446"/>
                  </a:cubicBezTo>
                  <a:cubicBezTo>
                    <a:pt x="2205" y="453"/>
                    <a:pt x="2211" y="459"/>
                    <a:pt x="2218" y="459"/>
                  </a:cubicBezTo>
                  <a:close/>
                  <a:moveTo>
                    <a:pt x="2257" y="459"/>
                  </a:moveTo>
                  <a:cubicBezTo>
                    <a:pt x="2264" y="459"/>
                    <a:pt x="2270" y="453"/>
                    <a:pt x="2270" y="446"/>
                  </a:cubicBezTo>
                  <a:cubicBezTo>
                    <a:pt x="2270" y="439"/>
                    <a:pt x="2264" y="434"/>
                    <a:pt x="2257" y="434"/>
                  </a:cubicBezTo>
                  <a:cubicBezTo>
                    <a:pt x="2250" y="434"/>
                    <a:pt x="2245" y="439"/>
                    <a:pt x="2245" y="446"/>
                  </a:cubicBezTo>
                  <a:cubicBezTo>
                    <a:pt x="2245" y="453"/>
                    <a:pt x="2250" y="459"/>
                    <a:pt x="2257" y="459"/>
                  </a:cubicBezTo>
                  <a:close/>
                  <a:moveTo>
                    <a:pt x="2297" y="459"/>
                  </a:moveTo>
                  <a:cubicBezTo>
                    <a:pt x="2304" y="459"/>
                    <a:pt x="2310" y="453"/>
                    <a:pt x="2310" y="446"/>
                  </a:cubicBezTo>
                  <a:cubicBezTo>
                    <a:pt x="2310" y="439"/>
                    <a:pt x="2304" y="434"/>
                    <a:pt x="2297" y="434"/>
                  </a:cubicBezTo>
                  <a:cubicBezTo>
                    <a:pt x="2290" y="434"/>
                    <a:pt x="2284" y="439"/>
                    <a:pt x="2284" y="446"/>
                  </a:cubicBezTo>
                  <a:cubicBezTo>
                    <a:pt x="2284" y="453"/>
                    <a:pt x="2290" y="459"/>
                    <a:pt x="2297" y="459"/>
                  </a:cubicBezTo>
                  <a:close/>
                  <a:moveTo>
                    <a:pt x="2336" y="459"/>
                  </a:moveTo>
                  <a:cubicBezTo>
                    <a:pt x="2343" y="459"/>
                    <a:pt x="2349" y="453"/>
                    <a:pt x="2349" y="446"/>
                  </a:cubicBezTo>
                  <a:cubicBezTo>
                    <a:pt x="2349" y="439"/>
                    <a:pt x="2343" y="434"/>
                    <a:pt x="2336" y="434"/>
                  </a:cubicBezTo>
                  <a:cubicBezTo>
                    <a:pt x="2329" y="434"/>
                    <a:pt x="2323" y="439"/>
                    <a:pt x="2323" y="446"/>
                  </a:cubicBezTo>
                  <a:cubicBezTo>
                    <a:pt x="2323" y="453"/>
                    <a:pt x="2329" y="459"/>
                    <a:pt x="2336" y="459"/>
                  </a:cubicBezTo>
                  <a:close/>
                  <a:moveTo>
                    <a:pt x="2376" y="459"/>
                  </a:moveTo>
                  <a:cubicBezTo>
                    <a:pt x="2383" y="459"/>
                    <a:pt x="2388" y="453"/>
                    <a:pt x="2388" y="446"/>
                  </a:cubicBezTo>
                  <a:cubicBezTo>
                    <a:pt x="2388" y="439"/>
                    <a:pt x="2383" y="434"/>
                    <a:pt x="2376" y="434"/>
                  </a:cubicBezTo>
                  <a:cubicBezTo>
                    <a:pt x="2369" y="434"/>
                    <a:pt x="2363" y="439"/>
                    <a:pt x="2363" y="446"/>
                  </a:cubicBezTo>
                  <a:cubicBezTo>
                    <a:pt x="2363" y="453"/>
                    <a:pt x="2369" y="459"/>
                    <a:pt x="2376" y="459"/>
                  </a:cubicBezTo>
                  <a:close/>
                  <a:moveTo>
                    <a:pt x="2415" y="459"/>
                  </a:moveTo>
                  <a:cubicBezTo>
                    <a:pt x="2422" y="459"/>
                    <a:pt x="2428" y="453"/>
                    <a:pt x="2428" y="446"/>
                  </a:cubicBezTo>
                  <a:cubicBezTo>
                    <a:pt x="2428" y="439"/>
                    <a:pt x="2422" y="434"/>
                    <a:pt x="2415" y="434"/>
                  </a:cubicBezTo>
                  <a:cubicBezTo>
                    <a:pt x="2408" y="434"/>
                    <a:pt x="2402" y="439"/>
                    <a:pt x="2402" y="446"/>
                  </a:cubicBezTo>
                  <a:cubicBezTo>
                    <a:pt x="2402" y="453"/>
                    <a:pt x="2408" y="459"/>
                    <a:pt x="2415" y="459"/>
                  </a:cubicBezTo>
                  <a:close/>
                  <a:moveTo>
                    <a:pt x="2454" y="459"/>
                  </a:moveTo>
                  <a:cubicBezTo>
                    <a:pt x="2462" y="459"/>
                    <a:pt x="2467" y="453"/>
                    <a:pt x="2467" y="446"/>
                  </a:cubicBezTo>
                  <a:cubicBezTo>
                    <a:pt x="2467" y="439"/>
                    <a:pt x="2462" y="434"/>
                    <a:pt x="2454" y="434"/>
                  </a:cubicBezTo>
                  <a:cubicBezTo>
                    <a:pt x="2447" y="434"/>
                    <a:pt x="2442" y="439"/>
                    <a:pt x="2442" y="446"/>
                  </a:cubicBezTo>
                  <a:cubicBezTo>
                    <a:pt x="2442" y="453"/>
                    <a:pt x="2447" y="459"/>
                    <a:pt x="2454" y="459"/>
                  </a:cubicBezTo>
                  <a:close/>
                  <a:moveTo>
                    <a:pt x="2494" y="459"/>
                  </a:moveTo>
                  <a:cubicBezTo>
                    <a:pt x="2501" y="459"/>
                    <a:pt x="2507" y="453"/>
                    <a:pt x="2507" y="446"/>
                  </a:cubicBezTo>
                  <a:cubicBezTo>
                    <a:pt x="2507" y="439"/>
                    <a:pt x="2501" y="434"/>
                    <a:pt x="2494" y="434"/>
                  </a:cubicBezTo>
                  <a:cubicBezTo>
                    <a:pt x="2487" y="434"/>
                    <a:pt x="2481" y="439"/>
                    <a:pt x="2481" y="446"/>
                  </a:cubicBezTo>
                  <a:cubicBezTo>
                    <a:pt x="2481" y="453"/>
                    <a:pt x="2487" y="459"/>
                    <a:pt x="2494" y="459"/>
                  </a:cubicBezTo>
                  <a:close/>
                  <a:moveTo>
                    <a:pt x="2533" y="459"/>
                  </a:moveTo>
                  <a:cubicBezTo>
                    <a:pt x="2540" y="459"/>
                    <a:pt x="2546" y="453"/>
                    <a:pt x="2546" y="446"/>
                  </a:cubicBezTo>
                  <a:cubicBezTo>
                    <a:pt x="2546" y="439"/>
                    <a:pt x="2540" y="434"/>
                    <a:pt x="2533" y="434"/>
                  </a:cubicBezTo>
                  <a:cubicBezTo>
                    <a:pt x="2526" y="434"/>
                    <a:pt x="2521" y="439"/>
                    <a:pt x="2521" y="446"/>
                  </a:cubicBezTo>
                  <a:cubicBezTo>
                    <a:pt x="2521" y="453"/>
                    <a:pt x="2526" y="459"/>
                    <a:pt x="2533" y="459"/>
                  </a:cubicBezTo>
                  <a:close/>
                  <a:moveTo>
                    <a:pt x="2573" y="459"/>
                  </a:moveTo>
                  <a:cubicBezTo>
                    <a:pt x="2580" y="459"/>
                    <a:pt x="2586" y="453"/>
                    <a:pt x="2586" y="446"/>
                  </a:cubicBezTo>
                  <a:cubicBezTo>
                    <a:pt x="2586" y="439"/>
                    <a:pt x="2580" y="434"/>
                    <a:pt x="2573" y="434"/>
                  </a:cubicBezTo>
                  <a:cubicBezTo>
                    <a:pt x="2566" y="434"/>
                    <a:pt x="2560" y="439"/>
                    <a:pt x="2560" y="446"/>
                  </a:cubicBezTo>
                  <a:cubicBezTo>
                    <a:pt x="2560" y="453"/>
                    <a:pt x="2566" y="459"/>
                    <a:pt x="2573" y="459"/>
                  </a:cubicBezTo>
                  <a:close/>
                  <a:moveTo>
                    <a:pt x="2612" y="459"/>
                  </a:moveTo>
                  <a:cubicBezTo>
                    <a:pt x="2619" y="459"/>
                    <a:pt x="2625" y="453"/>
                    <a:pt x="2625" y="446"/>
                  </a:cubicBezTo>
                  <a:cubicBezTo>
                    <a:pt x="2625" y="439"/>
                    <a:pt x="2619" y="434"/>
                    <a:pt x="2612" y="434"/>
                  </a:cubicBezTo>
                  <a:cubicBezTo>
                    <a:pt x="2605" y="434"/>
                    <a:pt x="2599" y="439"/>
                    <a:pt x="2599" y="446"/>
                  </a:cubicBezTo>
                  <a:cubicBezTo>
                    <a:pt x="2599" y="453"/>
                    <a:pt x="2605" y="459"/>
                    <a:pt x="2612" y="459"/>
                  </a:cubicBezTo>
                  <a:close/>
                  <a:moveTo>
                    <a:pt x="2652" y="459"/>
                  </a:moveTo>
                  <a:cubicBezTo>
                    <a:pt x="2659" y="459"/>
                    <a:pt x="2664" y="453"/>
                    <a:pt x="2664" y="446"/>
                  </a:cubicBezTo>
                  <a:cubicBezTo>
                    <a:pt x="2664" y="439"/>
                    <a:pt x="2659" y="434"/>
                    <a:pt x="2652" y="434"/>
                  </a:cubicBezTo>
                  <a:cubicBezTo>
                    <a:pt x="2645" y="434"/>
                    <a:pt x="2639" y="439"/>
                    <a:pt x="2639" y="446"/>
                  </a:cubicBezTo>
                  <a:cubicBezTo>
                    <a:pt x="2639" y="453"/>
                    <a:pt x="2645" y="459"/>
                    <a:pt x="2652" y="459"/>
                  </a:cubicBezTo>
                  <a:close/>
                  <a:moveTo>
                    <a:pt x="2691" y="459"/>
                  </a:moveTo>
                  <a:cubicBezTo>
                    <a:pt x="2698" y="459"/>
                    <a:pt x="2704" y="453"/>
                    <a:pt x="2704" y="446"/>
                  </a:cubicBezTo>
                  <a:cubicBezTo>
                    <a:pt x="2704" y="439"/>
                    <a:pt x="2698" y="434"/>
                    <a:pt x="2691" y="434"/>
                  </a:cubicBezTo>
                  <a:cubicBezTo>
                    <a:pt x="2684" y="434"/>
                    <a:pt x="2678" y="439"/>
                    <a:pt x="2678" y="446"/>
                  </a:cubicBezTo>
                  <a:cubicBezTo>
                    <a:pt x="2678" y="453"/>
                    <a:pt x="2684" y="459"/>
                    <a:pt x="2691" y="459"/>
                  </a:cubicBezTo>
                  <a:close/>
                  <a:moveTo>
                    <a:pt x="2730" y="459"/>
                  </a:moveTo>
                  <a:cubicBezTo>
                    <a:pt x="2738" y="459"/>
                    <a:pt x="2743" y="453"/>
                    <a:pt x="2743" y="446"/>
                  </a:cubicBezTo>
                  <a:cubicBezTo>
                    <a:pt x="2743" y="439"/>
                    <a:pt x="2738" y="434"/>
                    <a:pt x="2730" y="434"/>
                  </a:cubicBezTo>
                  <a:cubicBezTo>
                    <a:pt x="2723" y="434"/>
                    <a:pt x="2718" y="439"/>
                    <a:pt x="2718" y="446"/>
                  </a:cubicBezTo>
                  <a:cubicBezTo>
                    <a:pt x="2718" y="453"/>
                    <a:pt x="2723" y="459"/>
                    <a:pt x="2730" y="459"/>
                  </a:cubicBezTo>
                  <a:close/>
                  <a:moveTo>
                    <a:pt x="2770" y="459"/>
                  </a:moveTo>
                  <a:cubicBezTo>
                    <a:pt x="2777" y="459"/>
                    <a:pt x="2783" y="453"/>
                    <a:pt x="2783" y="446"/>
                  </a:cubicBezTo>
                  <a:cubicBezTo>
                    <a:pt x="2783" y="439"/>
                    <a:pt x="2777" y="434"/>
                    <a:pt x="2770" y="434"/>
                  </a:cubicBezTo>
                  <a:cubicBezTo>
                    <a:pt x="2763" y="434"/>
                    <a:pt x="2757" y="439"/>
                    <a:pt x="2757" y="446"/>
                  </a:cubicBezTo>
                  <a:cubicBezTo>
                    <a:pt x="2757" y="453"/>
                    <a:pt x="2763" y="459"/>
                    <a:pt x="2770" y="459"/>
                  </a:cubicBezTo>
                  <a:close/>
                  <a:moveTo>
                    <a:pt x="2809" y="459"/>
                  </a:moveTo>
                  <a:cubicBezTo>
                    <a:pt x="2816" y="459"/>
                    <a:pt x="2822" y="453"/>
                    <a:pt x="2822" y="446"/>
                  </a:cubicBezTo>
                  <a:cubicBezTo>
                    <a:pt x="2822" y="439"/>
                    <a:pt x="2816" y="434"/>
                    <a:pt x="2809" y="434"/>
                  </a:cubicBezTo>
                  <a:cubicBezTo>
                    <a:pt x="2802" y="434"/>
                    <a:pt x="2797" y="439"/>
                    <a:pt x="2797" y="446"/>
                  </a:cubicBezTo>
                  <a:cubicBezTo>
                    <a:pt x="2797" y="453"/>
                    <a:pt x="2802" y="459"/>
                    <a:pt x="2809" y="459"/>
                  </a:cubicBezTo>
                  <a:close/>
                  <a:moveTo>
                    <a:pt x="2849" y="459"/>
                  </a:moveTo>
                  <a:cubicBezTo>
                    <a:pt x="2856" y="459"/>
                    <a:pt x="2861" y="453"/>
                    <a:pt x="2861" y="446"/>
                  </a:cubicBezTo>
                  <a:cubicBezTo>
                    <a:pt x="2861" y="439"/>
                    <a:pt x="2856" y="434"/>
                    <a:pt x="2849" y="434"/>
                  </a:cubicBezTo>
                  <a:cubicBezTo>
                    <a:pt x="2842" y="434"/>
                    <a:pt x="2836" y="439"/>
                    <a:pt x="2836" y="446"/>
                  </a:cubicBezTo>
                  <a:cubicBezTo>
                    <a:pt x="2836" y="453"/>
                    <a:pt x="2842" y="459"/>
                    <a:pt x="2849" y="459"/>
                  </a:cubicBezTo>
                  <a:close/>
                  <a:moveTo>
                    <a:pt x="2888" y="459"/>
                  </a:moveTo>
                  <a:cubicBezTo>
                    <a:pt x="2895" y="459"/>
                    <a:pt x="2901" y="453"/>
                    <a:pt x="2901" y="446"/>
                  </a:cubicBezTo>
                  <a:cubicBezTo>
                    <a:pt x="2901" y="439"/>
                    <a:pt x="2895" y="434"/>
                    <a:pt x="2888" y="434"/>
                  </a:cubicBezTo>
                  <a:cubicBezTo>
                    <a:pt x="2881" y="434"/>
                    <a:pt x="2875" y="439"/>
                    <a:pt x="2875" y="446"/>
                  </a:cubicBezTo>
                  <a:cubicBezTo>
                    <a:pt x="2875" y="453"/>
                    <a:pt x="2881" y="459"/>
                    <a:pt x="2888" y="459"/>
                  </a:cubicBezTo>
                  <a:close/>
                  <a:moveTo>
                    <a:pt x="2928" y="459"/>
                  </a:moveTo>
                  <a:cubicBezTo>
                    <a:pt x="2935" y="459"/>
                    <a:pt x="2940" y="453"/>
                    <a:pt x="2940" y="446"/>
                  </a:cubicBezTo>
                  <a:cubicBezTo>
                    <a:pt x="2940" y="439"/>
                    <a:pt x="2935" y="434"/>
                    <a:pt x="2928" y="434"/>
                  </a:cubicBezTo>
                  <a:cubicBezTo>
                    <a:pt x="2921" y="434"/>
                    <a:pt x="2915" y="439"/>
                    <a:pt x="2915" y="446"/>
                  </a:cubicBezTo>
                  <a:cubicBezTo>
                    <a:pt x="2915" y="453"/>
                    <a:pt x="2921" y="459"/>
                    <a:pt x="2928" y="459"/>
                  </a:cubicBezTo>
                  <a:close/>
                  <a:moveTo>
                    <a:pt x="2967" y="459"/>
                  </a:moveTo>
                  <a:cubicBezTo>
                    <a:pt x="2974" y="459"/>
                    <a:pt x="2980" y="453"/>
                    <a:pt x="2980" y="446"/>
                  </a:cubicBezTo>
                  <a:cubicBezTo>
                    <a:pt x="2980" y="439"/>
                    <a:pt x="2974" y="434"/>
                    <a:pt x="2967" y="434"/>
                  </a:cubicBezTo>
                  <a:cubicBezTo>
                    <a:pt x="2960" y="434"/>
                    <a:pt x="2954" y="439"/>
                    <a:pt x="2954" y="446"/>
                  </a:cubicBezTo>
                  <a:cubicBezTo>
                    <a:pt x="2954" y="453"/>
                    <a:pt x="2960" y="459"/>
                    <a:pt x="2967" y="459"/>
                  </a:cubicBezTo>
                  <a:close/>
                  <a:moveTo>
                    <a:pt x="3006" y="459"/>
                  </a:moveTo>
                  <a:cubicBezTo>
                    <a:pt x="3013" y="459"/>
                    <a:pt x="3019" y="453"/>
                    <a:pt x="3019" y="446"/>
                  </a:cubicBezTo>
                  <a:cubicBezTo>
                    <a:pt x="3019" y="439"/>
                    <a:pt x="3013" y="434"/>
                    <a:pt x="3006" y="434"/>
                  </a:cubicBezTo>
                  <a:cubicBezTo>
                    <a:pt x="2999" y="434"/>
                    <a:pt x="2994" y="439"/>
                    <a:pt x="2994" y="446"/>
                  </a:cubicBezTo>
                  <a:cubicBezTo>
                    <a:pt x="2994" y="453"/>
                    <a:pt x="2999" y="459"/>
                    <a:pt x="3006" y="459"/>
                  </a:cubicBezTo>
                  <a:close/>
                  <a:moveTo>
                    <a:pt x="3046" y="459"/>
                  </a:moveTo>
                  <a:cubicBezTo>
                    <a:pt x="3053" y="459"/>
                    <a:pt x="3059" y="453"/>
                    <a:pt x="3059" y="446"/>
                  </a:cubicBezTo>
                  <a:cubicBezTo>
                    <a:pt x="3059" y="439"/>
                    <a:pt x="3053" y="434"/>
                    <a:pt x="3046" y="434"/>
                  </a:cubicBezTo>
                  <a:cubicBezTo>
                    <a:pt x="3039" y="434"/>
                    <a:pt x="3033" y="439"/>
                    <a:pt x="3033" y="446"/>
                  </a:cubicBezTo>
                  <a:cubicBezTo>
                    <a:pt x="3033" y="453"/>
                    <a:pt x="3039" y="459"/>
                    <a:pt x="3046" y="459"/>
                  </a:cubicBezTo>
                  <a:close/>
                  <a:moveTo>
                    <a:pt x="3085" y="459"/>
                  </a:moveTo>
                  <a:cubicBezTo>
                    <a:pt x="3092" y="459"/>
                    <a:pt x="3098" y="453"/>
                    <a:pt x="3098" y="446"/>
                  </a:cubicBezTo>
                  <a:cubicBezTo>
                    <a:pt x="3098" y="439"/>
                    <a:pt x="3092" y="434"/>
                    <a:pt x="3085" y="434"/>
                  </a:cubicBezTo>
                  <a:cubicBezTo>
                    <a:pt x="3078" y="434"/>
                    <a:pt x="3073" y="439"/>
                    <a:pt x="3073" y="446"/>
                  </a:cubicBezTo>
                  <a:cubicBezTo>
                    <a:pt x="3073" y="453"/>
                    <a:pt x="3078" y="459"/>
                    <a:pt x="3085" y="459"/>
                  </a:cubicBezTo>
                  <a:close/>
                  <a:moveTo>
                    <a:pt x="3125" y="459"/>
                  </a:moveTo>
                  <a:cubicBezTo>
                    <a:pt x="3132" y="459"/>
                    <a:pt x="3137" y="453"/>
                    <a:pt x="3137" y="446"/>
                  </a:cubicBezTo>
                  <a:cubicBezTo>
                    <a:pt x="3137" y="439"/>
                    <a:pt x="3132" y="434"/>
                    <a:pt x="3125" y="434"/>
                  </a:cubicBezTo>
                  <a:cubicBezTo>
                    <a:pt x="3118" y="434"/>
                    <a:pt x="3112" y="439"/>
                    <a:pt x="3112" y="446"/>
                  </a:cubicBezTo>
                  <a:cubicBezTo>
                    <a:pt x="3112" y="453"/>
                    <a:pt x="3118" y="459"/>
                    <a:pt x="3125" y="459"/>
                  </a:cubicBezTo>
                  <a:close/>
                  <a:moveTo>
                    <a:pt x="3243" y="459"/>
                  </a:moveTo>
                  <a:cubicBezTo>
                    <a:pt x="3250" y="459"/>
                    <a:pt x="3256" y="453"/>
                    <a:pt x="3256" y="446"/>
                  </a:cubicBezTo>
                  <a:cubicBezTo>
                    <a:pt x="3256" y="439"/>
                    <a:pt x="3250" y="434"/>
                    <a:pt x="3243" y="434"/>
                  </a:cubicBezTo>
                  <a:cubicBezTo>
                    <a:pt x="3236" y="434"/>
                    <a:pt x="3230" y="439"/>
                    <a:pt x="3230" y="446"/>
                  </a:cubicBezTo>
                  <a:cubicBezTo>
                    <a:pt x="3230" y="453"/>
                    <a:pt x="3236" y="459"/>
                    <a:pt x="3243" y="459"/>
                  </a:cubicBezTo>
                  <a:close/>
                  <a:moveTo>
                    <a:pt x="3309" y="446"/>
                  </a:moveTo>
                  <a:cubicBezTo>
                    <a:pt x="3309" y="453"/>
                    <a:pt x="3315" y="459"/>
                    <a:pt x="3322" y="459"/>
                  </a:cubicBezTo>
                  <a:cubicBezTo>
                    <a:pt x="3329" y="459"/>
                    <a:pt x="3335" y="453"/>
                    <a:pt x="3335" y="446"/>
                  </a:cubicBezTo>
                  <a:cubicBezTo>
                    <a:pt x="3335" y="439"/>
                    <a:pt x="3329" y="434"/>
                    <a:pt x="3322" y="434"/>
                  </a:cubicBezTo>
                  <a:cubicBezTo>
                    <a:pt x="3315" y="434"/>
                    <a:pt x="3309" y="439"/>
                    <a:pt x="3309" y="446"/>
                  </a:cubicBezTo>
                  <a:close/>
                  <a:moveTo>
                    <a:pt x="89" y="478"/>
                  </a:moveTo>
                  <a:cubicBezTo>
                    <a:pt x="85" y="478"/>
                    <a:pt x="82" y="482"/>
                    <a:pt x="82" y="486"/>
                  </a:cubicBezTo>
                  <a:cubicBezTo>
                    <a:pt x="82" y="490"/>
                    <a:pt x="85" y="493"/>
                    <a:pt x="89" y="493"/>
                  </a:cubicBezTo>
                  <a:cubicBezTo>
                    <a:pt x="93" y="493"/>
                    <a:pt x="96" y="490"/>
                    <a:pt x="96" y="486"/>
                  </a:cubicBezTo>
                  <a:cubicBezTo>
                    <a:pt x="96" y="482"/>
                    <a:pt x="93" y="478"/>
                    <a:pt x="89" y="478"/>
                  </a:cubicBezTo>
                  <a:close/>
                  <a:moveTo>
                    <a:pt x="326" y="476"/>
                  </a:moveTo>
                  <a:cubicBezTo>
                    <a:pt x="320" y="476"/>
                    <a:pt x="316" y="480"/>
                    <a:pt x="316" y="486"/>
                  </a:cubicBezTo>
                  <a:cubicBezTo>
                    <a:pt x="316" y="491"/>
                    <a:pt x="320" y="496"/>
                    <a:pt x="326" y="496"/>
                  </a:cubicBezTo>
                  <a:cubicBezTo>
                    <a:pt x="331" y="496"/>
                    <a:pt x="336" y="491"/>
                    <a:pt x="336" y="486"/>
                  </a:cubicBezTo>
                  <a:cubicBezTo>
                    <a:pt x="336" y="480"/>
                    <a:pt x="331" y="476"/>
                    <a:pt x="326" y="476"/>
                  </a:cubicBezTo>
                  <a:close/>
                  <a:moveTo>
                    <a:pt x="365" y="473"/>
                  </a:moveTo>
                  <a:cubicBezTo>
                    <a:pt x="358" y="473"/>
                    <a:pt x="352" y="479"/>
                    <a:pt x="352" y="486"/>
                  </a:cubicBezTo>
                  <a:cubicBezTo>
                    <a:pt x="352" y="493"/>
                    <a:pt x="358" y="499"/>
                    <a:pt x="365" y="499"/>
                  </a:cubicBezTo>
                  <a:cubicBezTo>
                    <a:pt x="372" y="499"/>
                    <a:pt x="378" y="493"/>
                    <a:pt x="378" y="486"/>
                  </a:cubicBezTo>
                  <a:cubicBezTo>
                    <a:pt x="378" y="479"/>
                    <a:pt x="372" y="473"/>
                    <a:pt x="365" y="473"/>
                  </a:cubicBezTo>
                  <a:close/>
                  <a:moveTo>
                    <a:pt x="404" y="499"/>
                  </a:moveTo>
                  <a:cubicBezTo>
                    <a:pt x="411" y="499"/>
                    <a:pt x="417" y="493"/>
                    <a:pt x="417" y="486"/>
                  </a:cubicBezTo>
                  <a:cubicBezTo>
                    <a:pt x="417" y="479"/>
                    <a:pt x="411" y="473"/>
                    <a:pt x="404" y="473"/>
                  </a:cubicBezTo>
                  <a:cubicBezTo>
                    <a:pt x="397" y="473"/>
                    <a:pt x="392" y="479"/>
                    <a:pt x="392" y="486"/>
                  </a:cubicBezTo>
                  <a:cubicBezTo>
                    <a:pt x="392" y="493"/>
                    <a:pt x="397" y="499"/>
                    <a:pt x="404" y="499"/>
                  </a:cubicBezTo>
                  <a:close/>
                  <a:moveTo>
                    <a:pt x="444" y="499"/>
                  </a:moveTo>
                  <a:cubicBezTo>
                    <a:pt x="451" y="499"/>
                    <a:pt x="457" y="493"/>
                    <a:pt x="457" y="486"/>
                  </a:cubicBezTo>
                  <a:cubicBezTo>
                    <a:pt x="457" y="479"/>
                    <a:pt x="451" y="473"/>
                    <a:pt x="444" y="473"/>
                  </a:cubicBezTo>
                  <a:cubicBezTo>
                    <a:pt x="437" y="473"/>
                    <a:pt x="431" y="479"/>
                    <a:pt x="431" y="486"/>
                  </a:cubicBezTo>
                  <a:cubicBezTo>
                    <a:pt x="431" y="493"/>
                    <a:pt x="437" y="499"/>
                    <a:pt x="444" y="499"/>
                  </a:cubicBezTo>
                  <a:close/>
                  <a:moveTo>
                    <a:pt x="483" y="499"/>
                  </a:moveTo>
                  <a:cubicBezTo>
                    <a:pt x="490" y="499"/>
                    <a:pt x="496" y="493"/>
                    <a:pt x="496" y="486"/>
                  </a:cubicBezTo>
                  <a:cubicBezTo>
                    <a:pt x="496" y="479"/>
                    <a:pt x="490" y="473"/>
                    <a:pt x="483" y="473"/>
                  </a:cubicBezTo>
                  <a:cubicBezTo>
                    <a:pt x="476" y="473"/>
                    <a:pt x="471" y="479"/>
                    <a:pt x="471" y="486"/>
                  </a:cubicBezTo>
                  <a:cubicBezTo>
                    <a:pt x="471" y="493"/>
                    <a:pt x="476" y="499"/>
                    <a:pt x="483" y="499"/>
                  </a:cubicBezTo>
                  <a:close/>
                  <a:moveTo>
                    <a:pt x="523" y="499"/>
                  </a:moveTo>
                  <a:cubicBezTo>
                    <a:pt x="530" y="499"/>
                    <a:pt x="535" y="493"/>
                    <a:pt x="535" y="486"/>
                  </a:cubicBezTo>
                  <a:cubicBezTo>
                    <a:pt x="535" y="479"/>
                    <a:pt x="530" y="473"/>
                    <a:pt x="523" y="473"/>
                  </a:cubicBezTo>
                  <a:cubicBezTo>
                    <a:pt x="516" y="473"/>
                    <a:pt x="510" y="479"/>
                    <a:pt x="510" y="486"/>
                  </a:cubicBezTo>
                  <a:cubicBezTo>
                    <a:pt x="510" y="493"/>
                    <a:pt x="516" y="499"/>
                    <a:pt x="523" y="499"/>
                  </a:cubicBezTo>
                  <a:close/>
                  <a:moveTo>
                    <a:pt x="562" y="499"/>
                  </a:moveTo>
                  <a:cubicBezTo>
                    <a:pt x="569" y="499"/>
                    <a:pt x="575" y="493"/>
                    <a:pt x="575" y="486"/>
                  </a:cubicBezTo>
                  <a:cubicBezTo>
                    <a:pt x="575" y="479"/>
                    <a:pt x="569" y="473"/>
                    <a:pt x="562" y="473"/>
                  </a:cubicBezTo>
                  <a:cubicBezTo>
                    <a:pt x="555" y="473"/>
                    <a:pt x="549" y="479"/>
                    <a:pt x="549" y="486"/>
                  </a:cubicBezTo>
                  <a:cubicBezTo>
                    <a:pt x="549" y="493"/>
                    <a:pt x="555" y="499"/>
                    <a:pt x="562" y="499"/>
                  </a:cubicBezTo>
                  <a:close/>
                  <a:moveTo>
                    <a:pt x="602" y="499"/>
                  </a:moveTo>
                  <a:cubicBezTo>
                    <a:pt x="609" y="499"/>
                    <a:pt x="614" y="493"/>
                    <a:pt x="614" y="486"/>
                  </a:cubicBezTo>
                  <a:cubicBezTo>
                    <a:pt x="614" y="479"/>
                    <a:pt x="609" y="473"/>
                    <a:pt x="602" y="473"/>
                  </a:cubicBezTo>
                  <a:cubicBezTo>
                    <a:pt x="595" y="473"/>
                    <a:pt x="589" y="479"/>
                    <a:pt x="589" y="486"/>
                  </a:cubicBezTo>
                  <a:cubicBezTo>
                    <a:pt x="589" y="493"/>
                    <a:pt x="595" y="499"/>
                    <a:pt x="602" y="499"/>
                  </a:cubicBezTo>
                  <a:close/>
                  <a:moveTo>
                    <a:pt x="641" y="499"/>
                  </a:moveTo>
                  <a:cubicBezTo>
                    <a:pt x="648" y="499"/>
                    <a:pt x="654" y="493"/>
                    <a:pt x="654" y="486"/>
                  </a:cubicBezTo>
                  <a:cubicBezTo>
                    <a:pt x="654" y="479"/>
                    <a:pt x="648" y="473"/>
                    <a:pt x="641" y="473"/>
                  </a:cubicBezTo>
                  <a:cubicBezTo>
                    <a:pt x="634" y="473"/>
                    <a:pt x="628" y="479"/>
                    <a:pt x="628" y="486"/>
                  </a:cubicBezTo>
                  <a:cubicBezTo>
                    <a:pt x="628" y="493"/>
                    <a:pt x="634" y="499"/>
                    <a:pt x="641" y="499"/>
                  </a:cubicBezTo>
                  <a:close/>
                  <a:moveTo>
                    <a:pt x="680" y="499"/>
                  </a:moveTo>
                  <a:cubicBezTo>
                    <a:pt x="687" y="499"/>
                    <a:pt x="693" y="493"/>
                    <a:pt x="693" y="486"/>
                  </a:cubicBezTo>
                  <a:cubicBezTo>
                    <a:pt x="693" y="479"/>
                    <a:pt x="687" y="473"/>
                    <a:pt x="680" y="473"/>
                  </a:cubicBezTo>
                  <a:cubicBezTo>
                    <a:pt x="673" y="473"/>
                    <a:pt x="668" y="479"/>
                    <a:pt x="668" y="486"/>
                  </a:cubicBezTo>
                  <a:cubicBezTo>
                    <a:pt x="668" y="493"/>
                    <a:pt x="673" y="499"/>
                    <a:pt x="680" y="499"/>
                  </a:cubicBezTo>
                  <a:close/>
                  <a:moveTo>
                    <a:pt x="720" y="499"/>
                  </a:moveTo>
                  <a:cubicBezTo>
                    <a:pt x="727" y="499"/>
                    <a:pt x="733" y="493"/>
                    <a:pt x="733" y="486"/>
                  </a:cubicBezTo>
                  <a:cubicBezTo>
                    <a:pt x="733" y="479"/>
                    <a:pt x="727" y="473"/>
                    <a:pt x="720" y="473"/>
                  </a:cubicBezTo>
                  <a:cubicBezTo>
                    <a:pt x="713" y="473"/>
                    <a:pt x="707" y="479"/>
                    <a:pt x="707" y="486"/>
                  </a:cubicBezTo>
                  <a:cubicBezTo>
                    <a:pt x="707" y="493"/>
                    <a:pt x="713" y="499"/>
                    <a:pt x="720" y="499"/>
                  </a:cubicBezTo>
                  <a:close/>
                  <a:moveTo>
                    <a:pt x="759" y="499"/>
                  </a:moveTo>
                  <a:cubicBezTo>
                    <a:pt x="766" y="499"/>
                    <a:pt x="772" y="493"/>
                    <a:pt x="772" y="486"/>
                  </a:cubicBezTo>
                  <a:cubicBezTo>
                    <a:pt x="772" y="479"/>
                    <a:pt x="766" y="473"/>
                    <a:pt x="759" y="473"/>
                  </a:cubicBezTo>
                  <a:cubicBezTo>
                    <a:pt x="752" y="473"/>
                    <a:pt x="747" y="479"/>
                    <a:pt x="747" y="486"/>
                  </a:cubicBezTo>
                  <a:cubicBezTo>
                    <a:pt x="747" y="493"/>
                    <a:pt x="752" y="499"/>
                    <a:pt x="759" y="499"/>
                  </a:cubicBezTo>
                  <a:close/>
                  <a:moveTo>
                    <a:pt x="799" y="499"/>
                  </a:moveTo>
                  <a:cubicBezTo>
                    <a:pt x="806" y="499"/>
                    <a:pt x="811" y="493"/>
                    <a:pt x="811" y="486"/>
                  </a:cubicBezTo>
                  <a:cubicBezTo>
                    <a:pt x="811" y="479"/>
                    <a:pt x="806" y="473"/>
                    <a:pt x="799" y="473"/>
                  </a:cubicBezTo>
                  <a:cubicBezTo>
                    <a:pt x="792" y="473"/>
                    <a:pt x="786" y="479"/>
                    <a:pt x="786" y="486"/>
                  </a:cubicBezTo>
                  <a:cubicBezTo>
                    <a:pt x="786" y="493"/>
                    <a:pt x="792" y="499"/>
                    <a:pt x="799" y="499"/>
                  </a:cubicBezTo>
                  <a:close/>
                  <a:moveTo>
                    <a:pt x="956" y="499"/>
                  </a:moveTo>
                  <a:cubicBezTo>
                    <a:pt x="963" y="499"/>
                    <a:pt x="969" y="493"/>
                    <a:pt x="969" y="486"/>
                  </a:cubicBezTo>
                  <a:cubicBezTo>
                    <a:pt x="969" y="479"/>
                    <a:pt x="963" y="473"/>
                    <a:pt x="956" y="473"/>
                  </a:cubicBezTo>
                  <a:cubicBezTo>
                    <a:pt x="949" y="473"/>
                    <a:pt x="944" y="479"/>
                    <a:pt x="944" y="486"/>
                  </a:cubicBezTo>
                  <a:cubicBezTo>
                    <a:pt x="944" y="493"/>
                    <a:pt x="949" y="499"/>
                    <a:pt x="956" y="499"/>
                  </a:cubicBezTo>
                  <a:close/>
                  <a:moveTo>
                    <a:pt x="996" y="499"/>
                  </a:moveTo>
                  <a:cubicBezTo>
                    <a:pt x="1003" y="499"/>
                    <a:pt x="1009" y="493"/>
                    <a:pt x="1009" y="486"/>
                  </a:cubicBezTo>
                  <a:cubicBezTo>
                    <a:pt x="1009" y="479"/>
                    <a:pt x="1003" y="473"/>
                    <a:pt x="996" y="473"/>
                  </a:cubicBezTo>
                  <a:cubicBezTo>
                    <a:pt x="989" y="473"/>
                    <a:pt x="983" y="479"/>
                    <a:pt x="983" y="486"/>
                  </a:cubicBezTo>
                  <a:cubicBezTo>
                    <a:pt x="983" y="493"/>
                    <a:pt x="989" y="499"/>
                    <a:pt x="996" y="499"/>
                  </a:cubicBezTo>
                  <a:close/>
                  <a:moveTo>
                    <a:pt x="1035" y="499"/>
                  </a:moveTo>
                  <a:cubicBezTo>
                    <a:pt x="1042" y="499"/>
                    <a:pt x="1048" y="493"/>
                    <a:pt x="1048" y="486"/>
                  </a:cubicBezTo>
                  <a:cubicBezTo>
                    <a:pt x="1048" y="479"/>
                    <a:pt x="1042" y="473"/>
                    <a:pt x="1035" y="473"/>
                  </a:cubicBezTo>
                  <a:cubicBezTo>
                    <a:pt x="1028" y="473"/>
                    <a:pt x="1022" y="479"/>
                    <a:pt x="1022" y="486"/>
                  </a:cubicBezTo>
                  <a:cubicBezTo>
                    <a:pt x="1022" y="493"/>
                    <a:pt x="1028" y="499"/>
                    <a:pt x="1035" y="499"/>
                  </a:cubicBezTo>
                  <a:close/>
                  <a:moveTo>
                    <a:pt x="1666" y="493"/>
                  </a:moveTo>
                  <a:cubicBezTo>
                    <a:pt x="1670" y="493"/>
                    <a:pt x="1673" y="490"/>
                    <a:pt x="1673" y="486"/>
                  </a:cubicBezTo>
                  <a:cubicBezTo>
                    <a:pt x="1673" y="482"/>
                    <a:pt x="1670" y="478"/>
                    <a:pt x="1666" y="478"/>
                  </a:cubicBezTo>
                  <a:cubicBezTo>
                    <a:pt x="1662" y="478"/>
                    <a:pt x="1659" y="482"/>
                    <a:pt x="1659" y="486"/>
                  </a:cubicBezTo>
                  <a:cubicBezTo>
                    <a:pt x="1659" y="490"/>
                    <a:pt x="1662" y="493"/>
                    <a:pt x="1666" y="493"/>
                  </a:cubicBezTo>
                  <a:close/>
                  <a:moveTo>
                    <a:pt x="1784" y="499"/>
                  </a:moveTo>
                  <a:cubicBezTo>
                    <a:pt x="1791" y="499"/>
                    <a:pt x="1797" y="493"/>
                    <a:pt x="1797" y="486"/>
                  </a:cubicBezTo>
                  <a:cubicBezTo>
                    <a:pt x="1797" y="479"/>
                    <a:pt x="1791" y="473"/>
                    <a:pt x="1784" y="473"/>
                  </a:cubicBezTo>
                  <a:cubicBezTo>
                    <a:pt x="1777" y="473"/>
                    <a:pt x="1772" y="479"/>
                    <a:pt x="1772" y="486"/>
                  </a:cubicBezTo>
                  <a:cubicBezTo>
                    <a:pt x="1772" y="493"/>
                    <a:pt x="1777" y="499"/>
                    <a:pt x="1784" y="499"/>
                  </a:cubicBezTo>
                  <a:close/>
                  <a:moveTo>
                    <a:pt x="1863" y="473"/>
                  </a:moveTo>
                  <a:cubicBezTo>
                    <a:pt x="1856" y="473"/>
                    <a:pt x="1850" y="479"/>
                    <a:pt x="1850" y="486"/>
                  </a:cubicBezTo>
                  <a:cubicBezTo>
                    <a:pt x="1850" y="493"/>
                    <a:pt x="1856" y="498"/>
                    <a:pt x="1863" y="498"/>
                  </a:cubicBezTo>
                  <a:cubicBezTo>
                    <a:pt x="1870" y="498"/>
                    <a:pt x="1876" y="493"/>
                    <a:pt x="1876" y="486"/>
                  </a:cubicBezTo>
                  <a:cubicBezTo>
                    <a:pt x="1876" y="479"/>
                    <a:pt x="1870" y="473"/>
                    <a:pt x="1863" y="473"/>
                  </a:cubicBezTo>
                  <a:close/>
                  <a:moveTo>
                    <a:pt x="1942" y="499"/>
                  </a:moveTo>
                  <a:cubicBezTo>
                    <a:pt x="1949" y="499"/>
                    <a:pt x="1955" y="493"/>
                    <a:pt x="1955" y="486"/>
                  </a:cubicBezTo>
                  <a:cubicBezTo>
                    <a:pt x="1955" y="479"/>
                    <a:pt x="1949" y="473"/>
                    <a:pt x="1942" y="473"/>
                  </a:cubicBezTo>
                  <a:cubicBezTo>
                    <a:pt x="1935" y="473"/>
                    <a:pt x="1929" y="479"/>
                    <a:pt x="1929" y="486"/>
                  </a:cubicBezTo>
                  <a:cubicBezTo>
                    <a:pt x="1929" y="493"/>
                    <a:pt x="1935" y="499"/>
                    <a:pt x="1942" y="499"/>
                  </a:cubicBezTo>
                  <a:close/>
                  <a:moveTo>
                    <a:pt x="1981" y="499"/>
                  </a:moveTo>
                  <a:cubicBezTo>
                    <a:pt x="1988" y="499"/>
                    <a:pt x="1994" y="493"/>
                    <a:pt x="1994" y="486"/>
                  </a:cubicBezTo>
                  <a:cubicBezTo>
                    <a:pt x="1994" y="479"/>
                    <a:pt x="1988" y="473"/>
                    <a:pt x="1981" y="473"/>
                  </a:cubicBezTo>
                  <a:cubicBezTo>
                    <a:pt x="1974" y="473"/>
                    <a:pt x="1969" y="479"/>
                    <a:pt x="1969" y="486"/>
                  </a:cubicBezTo>
                  <a:cubicBezTo>
                    <a:pt x="1969" y="493"/>
                    <a:pt x="1974" y="499"/>
                    <a:pt x="1981" y="499"/>
                  </a:cubicBezTo>
                  <a:close/>
                  <a:moveTo>
                    <a:pt x="2021" y="499"/>
                  </a:moveTo>
                  <a:cubicBezTo>
                    <a:pt x="2028" y="499"/>
                    <a:pt x="2034" y="493"/>
                    <a:pt x="2034" y="486"/>
                  </a:cubicBezTo>
                  <a:cubicBezTo>
                    <a:pt x="2034" y="479"/>
                    <a:pt x="2028" y="473"/>
                    <a:pt x="2021" y="473"/>
                  </a:cubicBezTo>
                  <a:cubicBezTo>
                    <a:pt x="2014" y="473"/>
                    <a:pt x="2008" y="479"/>
                    <a:pt x="2008" y="486"/>
                  </a:cubicBezTo>
                  <a:cubicBezTo>
                    <a:pt x="2008" y="493"/>
                    <a:pt x="2014" y="499"/>
                    <a:pt x="2021" y="499"/>
                  </a:cubicBezTo>
                  <a:close/>
                  <a:moveTo>
                    <a:pt x="2060" y="499"/>
                  </a:moveTo>
                  <a:cubicBezTo>
                    <a:pt x="2067" y="499"/>
                    <a:pt x="2073" y="493"/>
                    <a:pt x="2073" y="486"/>
                  </a:cubicBezTo>
                  <a:cubicBezTo>
                    <a:pt x="2073" y="479"/>
                    <a:pt x="2067" y="473"/>
                    <a:pt x="2060" y="473"/>
                  </a:cubicBezTo>
                  <a:cubicBezTo>
                    <a:pt x="2053" y="473"/>
                    <a:pt x="2048" y="479"/>
                    <a:pt x="2048" y="486"/>
                  </a:cubicBezTo>
                  <a:cubicBezTo>
                    <a:pt x="2048" y="493"/>
                    <a:pt x="2053" y="499"/>
                    <a:pt x="2060" y="499"/>
                  </a:cubicBezTo>
                  <a:close/>
                  <a:moveTo>
                    <a:pt x="2100" y="499"/>
                  </a:moveTo>
                  <a:cubicBezTo>
                    <a:pt x="2107" y="499"/>
                    <a:pt x="2112" y="493"/>
                    <a:pt x="2112" y="486"/>
                  </a:cubicBezTo>
                  <a:cubicBezTo>
                    <a:pt x="2112" y="479"/>
                    <a:pt x="2107" y="473"/>
                    <a:pt x="2100" y="473"/>
                  </a:cubicBezTo>
                  <a:cubicBezTo>
                    <a:pt x="2093" y="473"/>
                    <a:pt x="2087" y="479"/>
                    <a:pt x="2087" y="486"/>
                  </a:cubicBezTo>
                  <a:cubicBezTo>
                    <a:pt x="2087" y="493"/>
                    <a:pt x="2093" y="499"/>
                    <a:pt x="2100" y="499"/>
                  </a:cubicBezTo>
                  <a:close/>
                  <a:moveTo>
                    <a:pt x="2139" y="499"/>
                  </a:moveTo>
                  <a:cubicBezTo>
                    <a:pt x="2146" y="499"/>
                    <a:pt x="2152" y="493"/>
                    <a:pt x="2152" y="486"/>
                  </a:cubicBezTo>
                  <a:cubicBezTo>
                    <a:pt x="2152" y="479"/>
                    <a:pt x="2146" y="473"/>
                    <a:pt x="2139" y="473"/>
                  </a:cubicBezTo>
                  <a:cubicBezTo>
                    <a:pt x="2132" y="473"/>
                    <a:pt x="2126" y="479"/>
                    <a:pt x="2126" y="486"/>
                  </a:cubicBezTo>
                  <a:cubicBezTo>
                    <a:pt x="2126" y="493"/>
                    <a:pt x="2132" y="499"/>
                    <a:pt x="2139" y="499"/>
                  </a:cubicBezTo>
                  <a:close/>
                  <a:moveTo>
                    <a:pt x="2179" y="499"/>
                  </a:moveTo>
                  <a:cubicBezTo>
                    <a:pt x="2186" y="499"/>
                    <a:pt x="2191" y="493"/>
                    <a:pt x="2191" y="486"/>
                  </a:cubicBezTo>
                  <a:cubicBezTo>
                    <a:pt x="2191" y="479"/>
                    <a:pt x="2186" y="473"/>
                    <a:pt x="2179" y="473"/>
                  </a:cubicBezTo>
                  <a:cubicBezTo>
                    <a:pt x="2171" y="473"/>
                    <a:pt x="2166" y="479"/>
                    <a:pt x="2166" y="486"/>
                  </a:cubicBezTo>
                  <a:cubicBezTo>
                    <a:pt x="2166" y="493"/>
                    <a:pt x="2171" y="499"/>
                    <a:pt x="2179" y="499"/>
                  </a:cubicBezTo>
                  <a:close/>
                  <a:moveTo>
                    <a:pt x="2218" y="499"/>
                  </a:moveTo>
                  <a:cubicBezTo>
                    <a:pt x="2225" y="499"/>
                    <a:pt x="2231" y="493"/>
                    <a:pt x="2231" y="486"/>
                  </a:cubicBezTo>
                  <a:cubicBezTo>
                    <a:pt x="2231" y="479"/>
                    <a:pt x="2225" y="473"/>
                    <a:pt x="2218" y="473"/>
                  </a:cubicBezTo>
                  <a:cubicBezTo>
                    <a:pt x="2211" y="473"/>
                    <a:pt x="2205" y="479"/>
                    <a:pt x="2205" y="486"/>
                  </a:cubicBezTo>
                  <a:cubicBezTo>
                    <a:pt x="2205" y="493"/>
                    <a:pt x="2211" y="499"/>
                    <a:pt x="2218" y="499"/>
                  </a:cubicBezTo>
                  <a:close/>
                  <a:moveTo>
                    <a:pt x="2257" y="499"/>
                  </a:moveTo>
                  <a:cubicBezTo>
                    <a:pt x="2264" y="499"/>
                    <a:pt x="2270" y="493"/>
                    <a:pt x="2270" y="486"/>
                  </a:cubicBezTo>
                  <a:cubicBezTo>
                    <a:pt x="2270" y="479"/>
                    <a:pt x="2264" y="473"/>
                    <a:pt x="2257" y="473"/>
                  </a:cubicBezTo>
                  <a:cubicBezTo>
                    <a:pt x="2250" y="473"/>
                    <a:pt x="2245" y="479"/>
                    <a:pt x="2245" y="486"/>
                  </a:cubicBezTo>
                  <a:cubicBezTo>
                    <a:pt x="2245" y="493"/>
                    <a:pt x="2250" y="499"/>
                    <a:pt x="2257" y="499"/>
                  </a:cubicBezTo>
                  <a:close/>
                  <a:moveTo>
                    <a:pt x="2297" y="499"/>
                  </a:moveTo>
                  <a:cubicBezTo>
                    <a:pt x="2304" y="499"/>
                    <a:pt x="2310" y="493"/>
                    <a:pt x="2310" y="486"/>
                  </a:cubicBezTo>
                  <a:cubicBezTo>
                    <a:pt x="2310" y="479"/>
                    <a:pt x="2304" y="473"/>
                    <a:pt x="2297" y="473"/>
                  </a:cubicBezTo>
                  <a:cubicBezTo>
                    <a:pt x="2290" y="473"/>
                    <a:pt x="2284" y="479"/>
                    <a:pt x="2284" y="486"/>
                  </a:cubicBezTo>
                  <a:cubicBezTo>
                    <a:pt x="2284" y="493"/>
                    <a:pt x="2290" y="499"/>
                    <a:pt x="2297" y="499"/>
                  </a:cubicBezTo>
                  <a:close/>
                  <a:moveTo>
                    <a:pt x="2336" y="499"/>
                  </a:moveTo>
                  <a:cubicBezTo>
                    <a:pt x="2343" y="499"/>
                    <a:pt x="2349" y="493"/>
                    <a:pt x="2349" y="486"/>
                  </a:cubicBezTo>
                  <a:cubicBezTo>
                    <a:pt x="2349" y="479"/>
                    <a:pt x="2343" y="473"/>
                    <a:pt x="2336" y="473"/>
                  </a:cubicBezTo>
                  <a:cubicBezTo>
                    <a:pt x="2329" y="473"/>
                    <a:pt x="2323" y="479"/>
                    <a:pt x="2323" y="486"/>
                  </a:cubicBezTo>
                  <a:cubicBezTo>
                    <a:pt x="2323" y="493"/>
                    <a:pt x="2329" y="499"/>
                    <a:pt x="2336" y="499"/>
                  </a:cubicBezTo>
                  <a:close/>
                  <a:moveTo>
                    <a:pt x="2376" y="499"/>
                  </a:moveTo>
                  <a:cubicBezTo>
                    <a:pt x="2383" y="499"/>
                    <a:pt x="2388" y="493"/>
                    <a:pt x="2388" y="486"/>
                  </a:cubicBezTo>
                  <a:cubicBezTo>
                    <a:pt x="2388" y="479"/>
                    <a:pt x="2383" y="473"/>
                    <a:pt x="2376" y="473"/>
                  </a:cubicBezTo>
                  <a:cubicBezTo>
                    <a:pt x="2369" y="473"/>
                    <a:pt x="2363" y="479"/>
                    <a:pt x="2363" y="486"/>
                  </a:cubicBezTo>
                  <a:cubicBezTo>
                    <a:pt x="2363" y="493"/>
                    <a:pt x="2369" y="499"/>
                    <a:pt x="2376" y="499"/>
                  </a:cubicBezTo>
                  <a:close/>
                  <a:moveTo>
                    <a:pt x="2415" y="499"/>
                  </a:moveTo>
                  <a:cubicBezTo>
                    <a:pt x="2422" y="499"/>
                    <a:pt x="2428" y="493"/>
                    <a:pt x="2428" y="486"/>
                  </a:cubicBezTo>
                  <a:cubicBezTo>
                    <a:pt x="2428" y="479"/>
                    <a:pt x="2422" y="473"/>
                    <a:pt x="2415" y="473"/>
                  </a:cubicBezTo>
                  <a:cubicBezTo>
                    <a:pt x="2408" y="473"/>
                    <a:pt x="2402" y="479"/>
                    <a:pt x="2402" y="486"/>
                  </a:cubicBezTo>
                  <a:cubicBezTo>
                    <a:pt x="2402" y="493"/>
                    <a:pt x="2408" y="499"/>
                    <a:pt x="2415" y="499"/>
                  </a:cubicBezTo>
                  <a:close/>
                  <a:moveTo>
                    <a:pt x="2454" y="499"/>
                  </a:moveTo>
                  <a:cubicBezTo>
                    <a:pt x="2462" y="499"/>
                    <a:pt x="2467" y="493"/>
                    <a:pt x="2467" y="486"/>
                  </a:cubicBezTo>
                  <a:cubicBezTo>
                    <a:pt x="2467" y="479"/>
                    <a:pt x="2462" y="473"/>
                    <a:pt x="2454" y="473"/>
                  </a:cubicBezTo>
                  <a:cubicBezTo>
                    <a:pt x="2447" y="473"/>
                    <a:pt x="2442" y="479"/>
                    <a:pt x="2442" y="486"/>
                  </a:cubicBezTo>
                  <a:cubicBezTo>
                    <a:pt x="2442" y="493"/>
                    <a:pt x="2447" y="499"/>
                    <a:pt x="2454" y="499"/>
                  </a:cubicBezTo>
                  <a:close/>
                  <a:moveTo>
                    <a:pt x="2494" y="499"/>
                  </a:moveTo>
                  <a:cubicBezTo>
                    <a:pt x="2501" y="499"/>
                    <a:pt x="2507" y="493"/>
                    <a:pt x="2507" y="486"/>
                  </a:cubicBezTo>
                  <a:cubicBezTo>
                    <a:pt x="2507" y="479"/>
                    <a:pt x="2501" y="473"/>
                    <a:pt x="2494" y="473"/>
                  </a:cubicBezTo>
                  <a:cubicBezTo>
                    <a:pt x="2487" y="473"/>
                    <a:pt x="2481" y="479"/>
                    <a:pt x="2481" y="486"/>
                  </a:cubicBezTo>
                  <a:cubicBezTo>
                    <a:pt x="2481" y="493"/>
                    <a:pt x="2487" y="499"/>
                    <a:pt x="2494" y="499"/>
                  </a:cubicBezTo>
                  <a:close/>
                  <a:moveTo>
                    <a:pt x="2533" y="499"/>
                  </a:moveTo>
                  <a:cubicBezTo>
                    <a:pt x="2540" y="499"/>
                    <a:pt x="2546" y="493"/>
                    <a:pt x="2546" y="486"/>
                  </a:cubicBezTo>
                  <a:cubicBezTo>
                    <a:pt x="2546" y="479"/>
                    <a:pt x="2540" y="473"/>
                    <a:pt x="2533" y="473"/>
                  </a:cubicBezTo>
                  <a:cubicBezTo>
                    <a:pt x="2526" y="473"/>
                    <a:pt x="2521" y="479"/>
                    <a:pt x="2521" y="486"/>
                  </a:cubicBezTo>
                  <a:cubicBezTo>
                    <a:pt x="2521" y="493"/>
                    <a:pt x="2526" y="499"/>
                    <a:pt x="2533" y="499"/>
                  </a:cubicBezTo>
                  <a:close/>
                  <a:moveTo>
                    <a:pt x="2573" y="499"/>
                  </a:moveTo>
                  <a:cubicBezTo>
                    <a:pt x="2580" y="499"/>
                    <a:pt x="2586" y="493"/>
                    <a:pt x="2586" y="486"/>
                  </a:cubicBezTo>
                  <a:cubicBezTo>
                    <a:pt x="2586" y="479"/>
                    <a:pt x="2580" y="473"/>
                    <a:pt x="2573" y="473"/>
                  </a:cubicBezTo>
                  <a:cubicBezTo>
                    <a:pt x="2566" y="473"/>
                    <a:pt x="2560" y="479"/>
                    <a:pt x="2560" y="486"/>
                  </a:cubicBezTo>
                  <a:cubicBezTo>
                    <a:pt x="2560" y="493"/>
                    <a:pt x="2566" y="499"/>
                    <a:pt x="2573" y="499"/>
                  </a:cubicBezTo>
                  <a:close/>
                  <a:moveTo>
                    <a:pt x="2612" y="499"/>
                  </a:moveTo>
                  <a:cubicBezTo>
                    <a:pt x="2619" y="499"/>
                    <a:pt x="2625" y="493"/>
                    <a:pt x="2625" y="486"/>
                  </a:cubicBezTo>
                  <a:cubicBezTo>
                    <a:pt x="2625" y="479"/>
                    <a:pt x="2619" y="473"/>
                    <a:pt x="2612" y="473"/>
                  </a:cubicBezTo>
                  <a:cubicBezTo>
                    <a:pt x="2605" y="473"/>
                    <a:pt x="2599" y="479"/>
                    <a:pt x="2599" y="486"/>
                  </a:cubicBezTo>
                  <a:cubicBezTo>
                    <a:pt x="2599" y="493"/>
                    <a:pt x="2605" y="499"/>
                    <a:pt x="2612" y="499"/>
                  </a:cubicBezTo>
                  <a:close/>
                  <a:moveTo>
                    <a:pt x="2652" y="499"/>
                  </a:moveTo>
                  <a:cubicBezTo>
                    <a:pt x="2659" y="499"/>
                    <a:pt x="2664" y="493"/>
                    <a:pt x="2664" y="486"/>
                  </a:cubicBezTo>
                  <a:cubicBezTo>
                    <a:pt x="2664" y="479"/>
                    <a:pt x="2659" y="473"/>
                    <a:pt x="2652" y="473"/>
                  </a:cubicBezTo>
                  <a:cubicBezTo>
                    <a:pt x="2645" y="473"/>
                    <a:pt x="2639" y="479"/>
                    <a:pt x="2639" y="486"/>
                  </a:cubicBezTo>
                  <a:cubicBezTo>
                    <a:pt x="2639" y="493"/>
                    <a:pt x="2645" y="499"/>
                    <a:pt x="2652" y="499"/>
                  </a:cubicBezTo>
                  <a:close/>
                  <a:moveTo>
                    <a:pt x="2691" y="499"/>
                  </a:moveTo>
                  <a:cubicBezTo>
                    <a:pt x="2698" y="499"/>
                    <a:pt x="2704" y="493"/>
                    <a:pt x="2704" y="486"/>
                  </a:cubicBezTo>
                  <a:cubicBezTo>
                    <a:pt x="2704" y="479"/>
                    <a:pt x="2698" y="473"/>
                    <a:pt x="2691" y="473"/>
                  </a:cubicBezTo>
                  <a:cubicBezTo>
                    <a:pt x="2684" y="473"/>
                    <a:pt x="2678" y="479"/>
                    <a:pt x="2678" y="486"/>
                  </a:cubicBezTo>
                  <a:cubicBezTo>
                    <a:pt x="2678" y="493"/>
                    <a:pt x="2684" y="499"/>
                    <a:pt x="2691" y="499"/>
                  </a:cubicBezTo>
                  <a:close/>
                  <a:moveTo>
                    <a:pt x="2730" y="499"/>
                  </a:moveTo>
                  <a:cubicBezTo>
                    <a:pt x="2738" y="499"/>
                    <a:pt x="2743" y="493"/>
                    <a:pt x="2743" y="486"/>
                  </a:cubicBezTo>
                  <a:cubicBezTo>
                    <a:pt x="2743" y="479"/>
                    <a:pt x="2738" y="473"/>
                    <a:pt x="2730" y="473"/>
                  </a:cubicBezTo>
                  <a:cubicBezTo>
                    <a:pt x="2723" y="473"/>
                    <a:pt x="2718" y="479"/>
                    <a:pt x="2718" y="486"/>
                  </a:cubicBezTo>
                  <a:cubicBezTo>
                    <a:pt x="2718" y="493"/>
                    <a:pt x="2723" y="499"/>
                    <a:pt x="2730" y="499"/>
                  </a:cubicBezTo>
                  <a:close/>
                  <a:moveTo>
                    <a:pt x="2770" y="499"/>
                  </a:moveTo>
                  <a:cubicBezTo>
                    <a:pt x="2777" y="499"/>
                    <a:pt x="2783" y="493"/>
                    <a:pt x="2783" y="486"/>
                  </a:cubicBezTo>
                  <a:cubicBezTo>
                    <a:pt x="2783" y="479"/>
                    <a:pt x="2777" y="473"/>
                    <a:pt x="2770" y="473"/>
                  </a:cubicBezTo>
                  <a:cubicBezTo>
                    <a:pt x="2763" y="473"/>
                    <a:pt x="2757" y="479"/>
                    <a:pt x="2757" y="486"/>
                  </a:cubicBezTo>
                  <a:cubicBezTo>
                    <a:pt x="2757" y="493"/>
                    <a:pt x="2763" y="499"/>
                    <a:pt x="2770" y="499"/>
                  </a:cubicBezTo>
                  <a:close/>
                  <a:moveTo>
                    <a:pt x="2809" y="499"/>
                  </a:moveTo>
                  <a:cubicBezTo>
                    <a:pt x="2816" y="499"/>
                    <a:pt x="2822" y="493"/>
                    <a:pt x="2822" y="486"/>
                  </a:cubicBezTo>
                  <a:cubicBezTo>
                    <a:pt x="2822" y="479"/>
                    <a:pt x="2816" y="473"/>
                    <a:pt x="2809" y="473"/>
                  </a:cubicBezTo>
                  <a:cubicBezTo>
                    <a:pt x="2802" y="473"/>
                    <a:pt x="2797" y="479"/>
                    <a:pt x="2797" y="486"/>
                  </a:cubicBezTo>
                  <a:cubicBezTo>
                    <a:pt x="2797" y="493"/>
                    <a:pt x="2802" y="499"/>
                    <a:pt x="2809" y="499"/>
                  </a:cubicBezTo>
                  <a:close/>
                  <a:moveTo>
                    <a:pt x="2849" y="499"/>
                  </a:moveTo>
                  <a:cubicBezTo>
                    <a:pt x="2856" y="499"/>
                    <a:pt x="2861" y="493"/>
                    <a:pt x="2861" y="486"/>
                  </a:cubicBezTo>
                  <a:cubicBezTo>
                    <a:pt x="2861" y="479"/>
                    <a:pt x="2856" y="473"/>
                    <a:pt x="2849" y="473"/>
                  </a:cubicBezTo>
                  <a:cubicBezTo>
                    <a:pt x="2842" y="473"/>
                    <a:pt x="2836" y="479"/>
                    <a:pt x="2836" y="486"/>
                  </a:cubicBezTo>
                  <a:cubicBezTo>
                    <a:pt x="2836" y="493"/>
                    <a:pt x="2842" y="499"/>
                    <a:pt x="2849" y="499"/>
                  </a:cubicBezTo>
                  <a:close/>
                  <a:moveTo>
                    <a:pt x="2888" y="499"/>
                  </a:moveTo>
                  <a:cubicBezTo>
                    <a:pt x="2895" y="499"/>
                    <a:pt x="2901" y="493"/>
                    <a:pt x="2901" y="486"/>
                  </a:cubicBezTo>
                  <a:cubicBezTo>
                    <a:pt x="2901" y="479"/>
                    <a:pt x="2895" y="473"/>
                    <a:pt x="2888" y="473"/>
                  </a:cubicBezTo>
                  <a:cubicBezTo>
                    <a:pt x="2881" y="473"/>
                    <a:pt x="2875" y="479"/>
                    <a:pt x="2875" y="486"/>
                  </a:cubicBezTo>
                  <a:cubicBezTo>
                    <a:pt x="2875" y="493"/>
                    <a:pt x="2881" y="499"/>
                    <a:pt x="2888" y="499"/>
                  </a:cubicBezTo>
                  <a:close/>
                  <a:moveTo>
                    <a:pt x="2928" y="499"/>
                  </a:moveTo>
                  <a:cubicBezTo>
                    <a:pt x="2935" y="499"/>
                    <a:pt x="2940" y="493"/>
                    <a:pt x="2940" y="486"/>
                  </a:cubicBezTo>
                  <a:cubicBezTo>
                    <a:pt x="2940" y="479"/>
                    <a:pt x="2935" y="473"/>
                    <a:pt x="2928" y="473"/>
                  </a:cubicBezTo>
                  <a:cubicBezTo>
                    <a:pt x="2921" y="473"/>
                    <a:pt x="2915" y="479"/>
                    <a:pt x="2915" y="486"/>
                  </a:cubicBezTo>
                  <a:cubicBezTo>
                    <a:pt x="2915" y="493"/>
                    <a:pt x="2921" y="499"/>
                    <a:pt x="2928" y="499"/>
                  </a:cubicBezTo>
                  <a:close/>
                  <a:moveTo>
                    <a:pt x="2967" y="499"/>
                  </a:moveTo>
                  <a:cubicBezTo>
                    <a:pt x="2974" y="499"/>
                    <a:pt x="2980" y="493"/>
                    <a:pt x="2980" y="486"/>
                  </a:cubicBezTo>
                  <a:cubicBezTo>
                    <a:pt x="2980" y="479"/>
                    <a:pt x="2974" y="473"/>
                    <a:pt x="2967" y="473"/>
                  </a:cubicBezTo>
                  <a:cubicBezTo>
                    <a:pt x="2960" y="473"/>
                    <a:pt x="2954" y="479"/>
                    <a:pt x="2954" y="486"/>
                  </a:cubicBezTo>
                  <a:cubicBezTo>
                    <a:pt x="2954" y="493"/>
                    <a:pt x="2960" y="499"/>
                    <a:pt x="2967" y="499"/>
                  </a:cubicBezTo>
                  <a:close/>
                  <a:moveTo>
                    <a:pt x="3006" y="499"/>
                  </a:moveTo>
                  <a:cubicBezTo>
                    <a:pt x="3013" y="499"/>
                    <a:pt x="3019" y="493"/>
                    <a:pt x="3019" y="486"/>
                  </a:cubicBezTo>
                  <a:cubicBezTo>
                    <a:pt x="3019" y="479"/>
                    <a:pt x="3013" y="473"/>
                    <a:pt x="3006" y="473"/>
                  </a:cubicBezTo>
                  <a:cubicBezTo>
                    <a:pt x="2999" y="473"/>
                    <a:pt x="2994" y="479"/>
                    <a:pt x="2994" y="486"/>
                  </a:cubicBezTo>
                  <a:cubicBezTo>
                    <a:pt x="2994" y="493"/>
                    <a:pt x="2999" y="499"/>
                    <a:pt x="3006" y="499"/>
                  </a:cubicBezTo>
                  <a:close/>
                  <a:moveTo>
                    <a:pt x="3046" y="499"/>
                  </a:moveTo>
                  <a:cubicBezTo>
                    <a:pt x="3053" y="499"/>
                    <a:pt x="3059" y="493"/>
                    <a:pt x="3059" y="486"/>
                  </a:cubicBezTo>
                  <a:cubicBezTo>
                    <a:pt x="3059" y="479"/>
                    <a:pt x="3053" y="473"/>
                    <a:pt x="3046" y="473"/>
                  </a:cubicBezTo>
                  <a:cubicBezTo>
                    <a:pt x="3039" y="473"/>
                    <a:pt x="3033" y="479"/>
                    <a:pt x="3033" y="486"/>
                  </a:cubicBezTo>
                  <a:cubicBezTo>
                    <a:pt x="3033" y="493"/>
                    <a:pt x="3039" y="499"/>
                    <a:pt x="3046" y="499"/>
                  </a:cubicBezTo>
                  <a:close/>
                  <a:moveTo>
                    <a:pt x="3085" y="499"/>
                  </a:moveTo>
                  <a:cubicBezTo>
                    <a:pt x="3092" y="499"/>
                    <a:pt x="3098" y="493"/>
                    <a:pt x="3098" y="486"/>
                  </a:cubicBezTo>
                  <a:cubicBezTo>
                    <a:pt x="3098" y="479"/>
                    <a:pt x="3092" y="473"/>
                    <a:pt x="3085" y="473"/>
                  </a:cubicBezTo>
                  <a:cubicBezTo>
                    <a:pt x="3078" y="473"/>
                    <a:pt x="3073" y="479"/>
                    <a:pt x="3073" y="486"/>
                  </a:cubicBezTo>
                  <a:cubicBezTo>
                    <a:pt x="3073" y="493"/>
                    <a:pt x="3078" y="499"/>
                    <a:pt x="3085" y="499"/>
                  </a:cubicBezTo>
                  <a:close/>
                  <a:moveTo>
                    <a:pt x="3282" y="499"/>
                  </a:moveTo>
                  <a:cubicBezTo>
                    <a:pt x="3289" y="499"/>
                    <a:pt x="3295" y="493"/>
                    <a:pt x="3295" y="486"/>
                  </a:cubicBezTo>
                  <a:cubicBezTo>
                    <a:pt x="3295" y="479"/>
                    <a:pt x="3289" y="473"/>
                    <a:pt x="3282" y="473"/>
                  </a:cubicBezTo>
                  <a:cubicBezTo>
                    <a:pt x="3275" y="473"/>
                    <a:pt x="3270" y="479"/>
                    <a:pt x="3270" y="486"/>
                  </a:cubicBezTo>
                  <a:cubicBezTo>
                    <a:pt x="3270" y="493"/>
                    <a:pt x="3275" y="499"/>
                    <a:pt x="3282" y="499"/>
                  </a:cubicBezTo>
                  <a:close/>
                  <a:moveTo>
                    <a:pt x="3322" y="473"/>
                  </a:moveTo>
                  <a:cubicBezTo>
                    <a:pt x="3315" y="473"/>
                    <a:pt x="3309" y="479"/>
                    <a:pt x="3309" y="486"/>
                  </a:cubicBezTo>
                  <a:cubicBezTo>
                    <a:pt x="3309" y="493"/>
                    <a:pt x="3315" y="499"/>
                    <a:pt x="3322" y="499"/>
                  </a:cubicBezTo>
                  <a:cubicBezTo>
                    <a:pt x="3329" y="499"/>
                    <a:pt x="3335" y="493"/>
                    <a:pt x="3335" y="486"/>
                  </a:cubicBezTo>
                  <a:cubicBezTo>
                    <a:pt x="3335" y="479"/>
                    <a:pt x="3329" y="473"/>
                    <a:pt x="3322" y="473"/>
                  </a:cubicBezTo>
                  <a:close/>
                  <a:moveTo>
                    <a:pt x="404" y="512"/>
                  </a:moveTo>
                  <a:cubicBezTo>
                    <a:pt x="397" y="512"/>
                    <a:pt x="392" y="518"/>
                    <a:pt x="392" y="525"/>
                  </a:cubicBezTo>
                  <a:cubicBezTo>
                    <a:pt x="392" y="532"/>
                    <a:pt x="397" y="538"/>
                    <a:pt x="404" y="538"/>
                  </a:cubicBezTo>
                  <a:cubicBezTo>
                    <a:pt x="411" y="538"/>
                    <a:pt x="417" y="532"/>
                    <a:pt x="417" y="525"/>
                  </a:cubicBezTo>
                  <a:cubicBezTo>
                    <a:pt x="417" y="518"/>
                    <a:pt x="411" y="512"/>
                    <a:pt x="404" y="512"/>
                  </a:cubicBezTo>
                  <a:close/>
                  <a:moveTo>
                    <a:pt x="444" y="538"/>
                  </a:moveTo>
                  <a:cubicBezTo>
                    <a:pt x="451" y="538"/>
                    <a:pt x="457" y="532"/>
                    <a:pt x="457" y="525"/>
                  </a:cubicBezTo>
                  <a:cubicBezTo>
                    <a:pt x="457" y="518"/>
                    <a:pt x="451" y="512"/>
                    <a:pt x="444" y="512"/>
                  </a:cubicBezTo>
                  <a:cubicBezTo>
                    <a:pt x="437" y="512"/>
                    <a:pt x="431" y="518"/>
                    <a:pt x="431" y="525"/>
                  </a:cubicBezTo>
                  <a:cubicBezTo>
                    <a:pt x="431" y="532"/>
                    <a:pt x="437" y="538"/>
                    <a:pt x="444" y="538"/>
                  </a:cubicBezTo>
                  <a:close/>
                  <a:moveTo>
                    <a:pt x="483" y="538"/>
                  </a:moveTo>
                  <a:cubicBezTo>
                    <a:pt x="490" y="538"/>
                    <a:pt x="496" y="532"/>
                    <a:pt x="496" y="525"/>
                  </a:cubicBezTo>
                  <a:cubicBezTo>
                    <a:pt x="496" y="518"/>
                    <a:pt x="490" y="512"/>
                    <a:pt x="483" y="512"/>
                  </a:cubicBezTo>
                  <a:cubicBezTo>
                    <a:pt x="476" y="512"/>
                    <a:pt x="471" y="518"/>
                    <a:pt x="471" y="525"/>
                  </a:cubicBezTo>
                  <a:cubicBezTo>
                    <a:pt x="471" y="532"/>
                    <a:pt x="476" y="538"/>
                    <a:pt x="483" y="538"/>
                  </a:cubicBezTo>
                  <a:close/>
                  <a:moveTo>
                    <a:pt x="523" y="538"/>
                  </a:moveTo>
                  <a:cubicBezTo>
                    <a:pt x="530" y="538"/>
                    <a:pt x="535" y="532"/>
                    <a:pt x="535" y="525"/>
                  </a:cubicBezTo>
                  <a:cubicBezTo>
                    <a:pt x="535" y="518"/>
                    <a:pt x="530" y="512"/>
                    <a:pt x="523" y="512"/>
                  </a:cubicBezTo>
                  <a:cubicBezTo>
                    <a:pt x="516" y="512"/>
                    <a:pt x="510" y="518"/>
                    <a:pt x="510" y="525"/>
                  </a:cubicBezTo>
                  <a:cubicBezTo>
                    <a:pt x="510" y="532"/>
                    <a:pt x="516" y="538"/>
                    <a:pt x="523" y="538"/>
                  </a:cubicBezTo>
                  <a:close/>
                  <a:moveTo>
                    <a:pt x="562" y="538"/>
                  </a:moveTo>
                  <a:cubicBezTo>
                    <a:pt x="569" y="538"/>
                    <a:pt x="575" y="532"/>
                    <a:pt x="575" y="525"/>
                  </a:cubicBezTo>
                  <a:cubicBezTo>
                    <a:pt x="575" y="518"/>
                    <a:pt x="569" y="512"/>
                    <a:pt x="562" y="512"/>
                  </a:cubicBezTo>
                  <a:cubicBezTo>
                    <a:pt x="555" y="512"/>
                    <a:pt x="549" y="518"/>
                    <a:pt x="549" y="525"/>
                  </a:cubicBezTo>
                  <a:cubicBezTo>
                    <a:pt x="549" y="532"/>
                    <a:pt x="555" y="538"/>
                    <a:pt x="562" y="538"/>
                  </a:cubicBezTo>
                  <a:close/>
                  <a:moveTo>
                    <a:pt x="602" y="538"/>
                  </a:moveTo>
                  <a:cubicBezTo>
                    <a:pt x="609" y="538"/>
                    <a:pt x="614" y="532"/>
                    <a:pt x="614" y="525"/>
                  </a:cubicBezTo>
                  <a:cubicBezTo>
                    <a:pt x="614" y="518"/>
                    <a:pt x="609" y="512"/>
                    <a:pt x="602" y="512"/>
                  </a:cubicBezTo>
                  <a:cubicBezTo>
                    <a:pt x="595" y="512"/>
                    <a:pt x="589" y="518"/>
                    <a:pt x="589" y="525"/>
                  </a:cubicBezTo>
                  <a:cubicBezTo>
                    <a:pt x="589" y="532"/>
                    <a:pt x="595" y="538"/>
                    <a:pt x="602" y="538"/>
                  </a:cubicBezTo>
                  <a:close/>
                  <a:moveTo>
                    <a:pt x="641" y="538"/>
                  </a:moveTo>
                  <a:cubicBezTo>
                    <a:pt x="648" y="538"/>
                    <a:pt x="654" y="532"/>
                    <a:pt x="654" y="525"/>
                  </a:cubicBezTo>
                  <a:cubicBezTo>
                    <a:pt x="654" y="518"/>
                    <a:pt x="648" y="512"/>
                    <a:pt x="641" y="512"/>
                  </a:cubicBezTo>
                  <a:cubicBezTo>
                    <a:pt x="634" y="512"/>
                    <a:pt x="628" y="518"/>
                    <a:pt x="628" y="525"/>
                  </a:cubicBezTo>
                  <a:cubicBezTo>
                    <a:pt x="628" y="532"/>
                    <a:pt x="634" y="538"/>
                    <a:pt x="641" y="538"/>
                  </a:cubicBezTo>
                  <a:close/>
                  <a:moveTo>
                    <a:pt x="680" y="538"/>
                  </a:moveTo>
                  <a:cubicBezTo>
                    <a:pt x="687" y="538"/>
                    <a:pt x="693" y="532"/>
                    <a:pt x="693" y="525"/>
                  </a:cubicBezTo>
                  <a:cubicBezTo>
                    <a:pt x="693" y="518"/>
                    <a:pt x="687" y="512"/>
                    <a:pt x="680" y="512"/>
                  </a:cubicBezTo>
                  <a:cubicBezTo>
                    <a:pt x="673" y="512"/>
                    <a:pt x="668" y="518"/>
                    <a:pt x="668" y="525"/>
                  </a:cubicBezTo>
                  <a:cubicBezTo>
                    <a:pt x="668" y="532"/>
                    <a:pt x="673" y="538"/>
                    <a:pt x="680" y="538"/>
                  </a:cubicBezTo>
                  <a:close/>
                  <a:moveTo>
                    <a:pt x="720" y="538"/>
                  </a:moveTo>
                  <a:cubicBezTo>
                    <a:pt x="727" y="538"/>
                    <a:pt x="733" y="532"/>
                    <a:pt x="733" y="525"/>
                  </a:cubicBezTo>
                  <a:cubicBezTo>
                    <a:pt x="733" y="518"/>
                    <a:pt x="727" y="512"/>
                    <a:pt x="720" y="512"/>
                  </a:cubicBezTo>
                  <a:cubicBezTo>
                    <a:pt x="713" y="512"/>
                    <a:pt x="707" y="518"/>
                    <a:pt x="707" y="525"/>
                  </a:cubicBezTo>
                  <a:cubicBezTo>
                    <a:pt x="707" y="532"/>
                    <a:pt x="713" y="538"/>
                    <a:pt x="720" y="538"/>
                  </a:cubicBezTo>
                  <a:close/>
                  <a:moveTo>
                    <a:pt x="759" y="538"/>
                  </a:moveTo>
                  <a:cubicBezTo>
                    <a:pt x="766" y="538"/>
                    <a:pt x="772" y="532"/>
                    <a:pt x="772" y="525"/>
                  </a:cubicBezTo>
                  <a:cubicBezTo>
                    <a:pt x="772" y="518"/>
                    <a:pt x="766" y="512"/>
                    <a:pt x="759" y="512"/>
                  </a:cubicBezTo>
                  <a:cubicBezTo>
                    <a:pt x="752" y="512"/>
                    <a:pt x="747" y="518"/>
                    <a:pt x="747" y="525"/>
                  </a:cubicBezTo>
                  <a:cubicBezTo>
                    <a:pt x="747" y="532"/>
                    <a:pt x="752" y="538"/>
                    <a:pt x="759" y="538"/>
                  </a:cubicBezTo>
                  <a:close/>
                  <a:moveTo>
                    <a:pt x="799" y="538"/>
                  </a:moveTo>
                  <a:cubicBezTo>
                    <a:pt x="806" y="538"/>
                    <a:pt x="811" y="532"/>
                    <a:pt x="811" y="525"/>
                  </a:cubicBezTo>
                  <a:cubicBezTo>
                    <a:pt x="811" y="518"/>
                    <a:pt x="806" y="512"/>
                    <a:pt x="799" y="512"/>
                  </a:cubicBezTo>
                  <a:cubicBezTo>
                    <a:pt x="792" y="512"/>
                    <a:pt x="786" y="518"/>
                    <a:pt x="786" y="525"/>
                  </a:cubicBezTo>
                  <a:cubicBezTo>
                    <a:pt x="786" y="532"/>
                    <a:pt x="792" y="538"/>
                    <a:pt x="799" y="538"/>
                  </a:cubicBezTo>
                  <a:close/>
                  <a:moveTo>
                    <a:pt x="838" y="538"/>
                  </a:moveTo>
                  <a:cubicBezTo>
                    <a:pt x="845" y="538"/>
                    <a:pt x="851" y="532"/>
                    <a:pt x="851" y="525"/>
                  </a:cubicBezTo>
                  <a:cubicBezTo>
                    <a:pt x="851" y="518"/>
                    <a:pt x="845" y="512"/>
                    <a:pt x="838" y="512"/>
                  </a:cubicBezTo>
                  <a:cubicBezTo>
                    <a:pt x="831" y="512"/>
                    <a:pt x="825" y="518"/>
                    <a:pt x="825" y="525"/>
                  </a:cubicBezTo>
                  <a:cubicBezTo>
                    <a:pt x="825" y="532"/>
                    <a:pt x="831" y="538"/>
                    <a:pt x="838" y="538"/>
                  </a:cubicBezTo>
                  <a:close/>
                  <a:moveTo>
                    <a:pt x="917" y="538"/>
                  </a:moveTo>
                  <a:cubicBezTo>
                    <a:pt x="924" y="538"/>
                    <a:pt x="930" y="532"/>
                    <a:pt x="930" y="525"/>
                  </a:cubicBezTo>
                  <a:cubicBezTo>
                    <a:pt x="930" y="518"/>
                    <a:pt x="924" y="512"/>
                    <a:pt x="917" y="512"/>
                  </a:cubicBezTo>
                  <a:cubicBezTo>
                    <a:pt x="910" y="512"/>
                    <a:pt x="904" y="518"/>
                    <a:pt x="904" y="525"/>
                  </a:cubicBezTo>
                  <a:cubicBezTo>
                    <a:pt x="904" y="532"/>
                    <a:pt x="910" y="538"/>
                    <a:pt x="917" y="538"/>
                  </a:cubicBezTo>
                  <a:close/>
                  <a:moveTo>
                    <a:pt x="956" y="538"/>
                  </a:moveTo>
                  <a:cubicBezTo>
                    <a:pt x="963" y="538"/>
                    <a:pt x="969" y="532"/>
                    <a:pt x="969" y="525"/>
                  </a:cubicBezTo>
                  <a:cubicBezTo>
                    <a:pt x="969" y="518"/>
                    <a:pt x="963" y="512"/>
                    <a:pt x="956" y="512"/>
                  </a:cubicBezTo>
                  <a:cubicBezTo>
                    <a:pt x="949" y="512"/>
                    <a:pt x="944" y="518"/>
                    <a:pt x="944" y="525"/>
                  </a:cubicBezTo>
                  <a:cubicBezTo>
                    <a:pt x="944" y="532"/>
                    <a:pt x="949" y="538"/>
                    <a:pt x="956" y="538"/>
                  </a:cubicBezTo>
                  <a:close/>
                  <a:moveTo>
                    <a:pt x="996" y="538"/>
                  </a:moveTo>
                  <a:cubicBezTo>
                    <a:pt x="1003" y="538"/>
                    <a:pt x="1009" y="532"/>
                    <a:pt x="1009" y="525"/>
                  </a:cubicBezTo>
                  <a:cubicBezTo>
                    <a:pt x="1009" y="518"/>
                    <a:pt x="1003" y="512"/>
                    <a:pt x="996" y="512"/>
                  </a:cubicBezTo>
                  <a:cubicBezTo>
                    <a:pt x="989" y="512"/>
                    <a:pt x="983" y="518"/>
                    <a:pt x="983" y="525"/>
                  </a:cubicBezTo>
                  <a:cubicBezTo>
                    <a:pt x="983" y="532"/>
                    <a:pt x="989" y="538"/>
                    <a:pt x="996" y="538"/>
                  </a:cubicBezTo>
                  <a:close/>
                  <a:moveTo>
                    <a:pt x="1035" y="538"/>
                  </a:moveTo>
                  <a:cubicBezTo>
                    <a:pt x="1042" y="538"/>
                    <a:pt x="1048" y="532"/>
                    <a:pt x="1048" y="525"/>
                  </a:cubicBezTo>
                  <a:cubicBezTo>
                    <a:pt x="1048" y="518"/>
                    <a:pt x="1042" y="512"/>
                    <a:pt x="1035" y="512"/>
                  </a:cubicBezTo>
                  <a:cubicBezTo>
                    <a:pt x="1028" y="512"/>
                    <a:pt x="1022" y="518"/>
                    <a:pt x="1022" y="525"/>
                  </a:cubicBezTo>
                  <a:cubicBezTo>
                    <a:pt x="1022" y="532"/>
                    <a:pt x="1028" y="538"/>
                    <a:pt x="1035" y="538"/>
                  </a:cubicBezTo>
                  <a:close/>
                  <a:moveTo>
                    <a:pt x="1062" y="525"/>
                  </a:moveTo>
                  <a:cubicBezTo>
                    <a:pt x="1062" y="532"/>
                    <a:pt x="1068" y="538"/>
                    <a:pt x="1075" y="538"/>
                  </a:cubicBezTo>
                  <a:cubicBezTo>
                    <a:pt x="1082" y="538"/>
                    <a:pt x="1087" y="532"/>
                    <a:pt x="1087" y="525"/>
                  </a:cubicBezTo>
                  <a:cubicBezTo>
                    <a:pt x="1087" y="518"/>
                    <a:pt x="1082" y="512"/>
                    <a:pt x="1075" y="512"/>
                  </a:cubicBezTo>
                  <a:cubicBezTo>
                    <a:pt x="1068" y="512"/>
                    <a:pt x="1062" y="518"/>
                    <a:pt x="1062" y="525"/>
                  </a:cubicBezTo>
                  <a:close/>
                  <a:moveTo>
                    <a:pt x="1627" y="538"/>
                  </a:moveTo>
                  <a:cubicBezTo>
                    <a:pt x="1634" y="538"/>
                    <a:pt x="1639" y="532"/>
                    <a:pt x="1639" y="525"/>
                  </a:cubicBezTo>
                  <a:cubicBezTo>
                    <a:pt x="1639" y="518"/>
                    <a:pt x="1634" y="512"/>
                    <a:pt x="1627" y="512"/>
                  </a:cubicBezTo>
                  <a:cubicBezTo>
                    <a:pt x="1620" y="512"/>
                    <a:pt x="1614" y="518"/>
                    <a:pt x="1614" y="525"/>
                  </a:cubicBezTo>
                  <a:cubicBezTo>
                    <a:pt x="1614" y="532"/>
                    <a:pt x="1620" y="538"/>
                    <a:pt x="1627" y="538"/>
                  </a:cubicBezTo>
                  <a:close/>
                  <a:moveTo>
                    <a:pt x="1666" y="537"/>
                  </a:moveTo>
                  <a:cubicBezTo>
                    <a:pt x="1673" y="537"/>
                    <a:pt x="1678" y="532"/>
                    <a:pt x="1678" y="525"/>
                  </a:cubicBezTo>
                  <a:cubicBezTo>
                    <a:pt x="1678" y="519"/>
                    <a:pt x="1673" y="513"/>
                    <a:pt x="1666" y="513"/>
                  </a:cubicBezTo>
                  <a:cubicBezTo>
                    <a:pt x="1659" y="513"/>
                    <a:pt x="1654" y="519"/>
                    <a:pt x="1654" y="525"/>
                  </a:cubicBezTo>
                  <a:cubicBezTo>
                    <a:pt x="1654" y="532"/>
                    <a:pt x="1659" y="537"/>
                    <a:pt x="1666" y="537"/>
                  </a:cubicBezTo>
                  <a:close/>
                  <a:moveTo>
                    <a:pt x="1784" y="538"/>
                  </a:moveTo>
                  <a:cubicBezTo>
                    <a:pt x="1791" y="538"/>
                    <a:pt x="1797" y="532"/>
                    <a:pt x="1797" y="525"/>
                  </a:cubicBezTo>
                  <a:cubicBezTo>
                    <a:pt x="1797" y="518"/>
                    <a:pt x="1791" y="512"/>
                    <a:pt x="1784" y="512"/>
                  </a:cubicBezTo>
                  <a:cubicBezTo>
                    <a:pt x="1777" y="512"/>
                    <a:pt x="1772" y="518"/>
                    <a:pt x="1772" y="525"/>
                  </a:cubicBezTo>
                  <a:cubicBezTo>
                    <a:pt x="1772" y="532"/>
                    <a:pt x="1777" y="538"/>
                    <a:pt x="1784" y="538"/>
                  </a:cubicBezTo>
                  <a:close/>
                  <a:moveTo>
                    <a:pt x="1824" y="538"/>
                  </a:moveTo>
                  <a:cubicBezTo>
                    <a:pt x="1831" y="538"/>
                    <a:pt x="1836" y="532"/>
                    <a:pt x="1836" y="525"/>
                  </a:cubicBezTo>
                  <a:cubicBezTo>
                    <a:pt x="1836" y="518"/>
                    <a:pt x="1831" y="512"/>
                    <a:pt x="1824" y="512"/>
                  </a:cubicBezTo>
                  <a:cubicBezTo>
                    <a:pt x="1817" y="512"/>
                    <a:pt x="1811" y="518"/>
                    <a:pt x="1811" y="525"/>
                  </a:cubicBezTo>
                  <a:cubicBezTo>
                    <a:pt x="1811" y="532"/>
                    <a:pt x="1817" y="538"/>
                    <a:pt x="1824" y="538"/>
                  </a:cubicBezTo>
                  <a:close/>
                  <a:moveTo>
                    <a:pt x="1863" y="538"/>
                  </a:moveTo>
                  <a:cubicBezTo>
                    <a:pt x="1870" y="538"/>
                    <a:pt x="1876" y="532"/>
                    <a:pt x="1876" y="525"/>
                  </a:cubicBezTo>
                  <a:cubicBezTo>
                    <a:pt x="1876" y="518"/>
                    <a:pt x="1870" y="512"/>
                    <a:pt x="1863" y="512"/>
                  </a:cubicBezTo>
                  <a:cubicBezTo>
                    <a:pt x="1856" y="512"/>
                    <a:pt x="1850" y="518"/>
                    <a:pt x="1850" y="525"/>
                  </a:cubicBezTo>
                  <a:cubicBezTo>
                    <a:pt x="1850" y="532"/>
                    <a:pt x="1856" y="538"/>
                    <a:pt x="1863" y="538"/>
                  </a:cubicBezTo>
                  <a:close/>
                  <a:moveTo>
                    <a:pt x="1903" y="538"/>
                  </a:moveTo>
                  <a:cubicBezTo>
                    <a:pt x="1910" y="538"/>
                    <a:pt x="1915" y="532"/>
                    <a:pt x="1915" y="525"/>
                  </a:cubicBezTo>
                  <a:cubicBezTo>
                    <a:pt x="1915" y="518"/>
                    <a:pt x="1910" y="512"/>
                    <a:pt x="1903" y="512"/>
                  </a:cubicBezTo>
                  <a:cubicBezTo>
                    <a:pt x="1896" y="512"/>
                    <a:pt x="1890" y="518"/>
                    <a:pt x="1890" y="525"/>
                  </a:cubicBezTo>
                  <a:cubicBezTo>
                    <a:pt x="1890" y="532"/>
                    <a:pt x="1896" y="538"/>
                    <a:pt x="1903" y="538"/>
                  </a:cubicBezTo>
                  <a:close/>
                  <a:moveTo>
                    <a:pt x="1942" y="538"/>
                  </a:moveTo>
                  <a:cubicBezTo>
                    <a:pt x="1949" y="538"/>
                    <a:pt x="1955" y="532"/>
                    <a:pt x="1955" y="525"/>
                  </a:cubicBezTo>
                  <a:cubicBezTo>
                    <a:pt x="1955" y="518"/>
                    <a:pt x="1949" y="512"/>
                    <a:pt x="1942" y="512"/>
                  </a:cubicBezTo>
                  <a:cubicBezTo>
                    <a:pt x="1935" y="512"/>
                    <a:pt x="1929" y="518"/>
                    <a:pt x="1929" y="525"/>
                  </a:cubicBezTo>
                  <a:cubicBezTo>
                    <a:pt x="1929" y="532"/>
                    <a:pt x="1935" y="538"/>
                    <a:pt x="1942" y="538"/>
                  </a:cubicBezTo>
                  <a:close/>
                  <a:moveTo>
                    <a:pt x="1981" y="538"/>
                  </a:moveTo>
                  <a:cubicBezTo>
                    <a:pt x="1988" y="538"/>
                    <a:pt x="1994" y="532"/>
                    <a:pt x="1994" y="525"/>
                  </a:cubicBezTo>
                  <a:cubicBezTo>
                    <a:pt x="1994" y="518"/>
                    <a:pt x="1988" y="512"/>
                    <a:pt x="1981" y="512"/>
                  </a:cubicBezTo>
                  <a:cubicBezTo>
                    <a:pt x="1974" y="512"/>
                    <a:pt x="1969" y="518"/>
                    <a:pt x="1969" y="525"/>
                  </a:cubicBezTo>
                  <a:cubicBezTo>
                    <a:pt x="1969" y="532"/>
                    <a:pt x="1974" y="538"/>
                    <a:pt x="1981" y="538"/>
                  </a:cubicBezTo>
                  <a:close/>
                  <a:moveTo>
                    <a:pt x="2021" y="538"/>
                  </a:moveTo>
                  <a:cubicBezTo>
                    <a:pt x="2028" y="538"/>
                    <a:pt x="2034" y="532"/>
                    <a:pt x="2034" y="525"/>
                  </a:cubicBezTo>
                  <a:cubicBezTo>
                    <a:pt x="2034" y="518"/>
                    <a:pt x="2028" y="512"/>
                    <a:pt x="2021" y="512"/>
                  </a:cubicBezTo>
                  <a:cubicBezTo>
                    <a:pt x="2014" y="512"/>
                    <a:pt x="2008" y="518"/>
                    <a:pt x="2008" y="525"/>
                  </a:cubicBezTo>
                  <a:cubicBezTo>
                    <a:pt x="2008" y="532"/>
                    <a:pt x="2014" y="538"/>
                    <a:pt x="2021" y="538"/>
                  </a:cubicBezTo>
                  <a:close/>
                  <a:moveTo>
                    <a:pt x="2060" y="538"/>
                  </a:moveTo>
                  <a:cubicBezTo>
                    <a:pt x="2067" y="538"/>
                    <a:pt x="2073" y="532"/>
                    <a:pt x="2073" y="525"/>
                  </a:cubicBezTo>
                  <a:cubicBezTo>
                    <a:pt x="2073" y="518"/>
                    <a:pt x="2067" y="512"/>
                    <a:pt x="2060" y="512"/>
                  </a:cubicBezTo>
                  <a:cubicBezTo>
                    <a:pt x="2053" y="512"/>
                    <a:pt x="2048" y="518"/>
                    <a:pt x="2048" y="525"/>
                  </a:cubicBezTo>
                  <a:cubicBezTo>
                    <a:pt x="2048" y="532"/>
                    <a:pt x="2053" y="538"/>
                    <a:pt x="2060" y="538"/>
                  </a:cubicBezTo>
                  <a:close/>
                  <a:moveTo>
                    <a:pt x="2100" y="538"/>
                  </a:moveTo>
                  <a:cubicBezTo>
                    <a:pt x="2107" y="538"/>
                    <a:pt x="2112" y="532"/>
                    <a:pt x="2112" y="525"/>
                  </a:cubicBezTo>
                  <a:cubicBezTo>
                    <a:pt x="2112" y="518"/>
                    <a:pt x="2107" y="512"/>
                    <a:pt x="2100" y="512"/>
                  </a:cubicBezTo>
                  <a:cubicBezTo>
                    <a:pt x="2093" y="512"/>
                    <a:pt x="2087" y="518"/>
                    <a:pt x="2087" y="525"/>
                  </a:cubicBezTo>
                  <a:cubicBezTo>
                    <a:pt x="2087" y="532"/>
                    <a:pt x="2093" y="538"/>
                    <a:pt x="2100" y="538"/>
                  </a:cubicBezTo>
                  <a:close/>
                  <a:moveTo>
                    <a:pt x="2139" y="538"/>
                  </a:moveTo>
                  <a:cubicBezTo>
                    <a:pt x="2146" y="538"/>
                    <a:pt x="2152" y="532"/>
                    <a:pt x="2152" y="525"/>
                  </a:cubicBezTo>
                  <a:cubicBezTo>
                    <a:pt x="2152" y="518"/>
                    <a:pt x="2146" y="512"/>
                    <a:pt x="2139" y="512"/>
                  </a:cubicBezTo>
                  <a:cubicBezTo>
                    <a:pt x="2132" y="512"/>
                    <a:pt x="2126" y="518"/>
                    <a:pt x="2126" y="525"/>
                  </a:cubicBezTo>
                  <a:cubicBezTo>
                    <a:pt x="2126" y="532"/>
                    <a:pt x="2132" y="538"/>
                    <a:pt x="2139" y="538"/>
                  </a:cubicBezTo>
                  <a:close/>
                  <a:moveTo>
                    <a:pt x="2179" y="538"/>
                  </a:moveTo>
                  <a:cubicBezTo>
                    <a:pt x="2186" y="538"/>
                    <a:pt x="2191" y="532"/>
                    <a:pt x="2191" y="525"/>
                  </a:cubicBezTo>
                  <a:cubicBezTo>
                    <a:pt x="2191" y="518"/>
                    <a:pt x="2186" y="512"/>
                    <a:pt x="2179" y="512"/>
                  </a:cubicBezTo>
                  <a:cubicBezTo>
                    <a:pt x="2171" y="512"/>
                    <a:pt x="2166" y="518"/>
                    <a:pt x="2166" y="525"/>
                  </a:cubicBezTo>
                  <a:cubicBezTo>
                    <a:pt x="2166" y="532"/>
                    <a:pt x="2171" y="538"/>
                    <a:pt x="2179" y="538"/>
                  </a:cubicBezTo>
                  <a:close/>
                  <a:moveTo>
                    <a:pt x="2218" y="538"/>
                  </a:moveTo>
                  <a:cubicBezTo>
                    <a:pt x="2225" y="538"/>
                    <a:pt x="2231" y="532"/>
                    <a:pt x="2231" y="525"/>
                  </a:cubicBezTo>
                  <a:cubicBezTo>
                    <a:pt x="2231" y="518"/>
                    <a:pt x="2225" y="512"/>
                    <a:pt x="2218" y="512"/>
                  </a:cubicBezTo>
                  <a:cubicBezTo>
                    <a:pt x="2211" y="512"/>
                    <a:pt x="2205" y="518"/>
                    <a:pt x="2205" y="525"/>
                  </a:cubicBezTo>
                  <a:cubicBezTo>
                    <a:pt x="2205" y="532"/>
                    <a:pt x="2211" y="538"/>
                    <a:pt x="2218" y="538"/>
                  </a:cubicBezTo>
                  <a:close/>
                  <a:moveTo>
                    <a:pt x="2257" y="538"/>
                  </a:moveTo>
                  <a:cubicBezTo>
                    <a:pt x="2264" y="538"/>
                    <a:pt x="2270" y="532"/>
                    <a:pt x="2270" y="525"/>
                  </a:cubicBezTo>
                  <a:cubicBezTo>
                    <a:pt x="2270" y="518"/>
                    <a:pt x="2264" y="512"/>
                    <a:pt x="2257" y="512"/>
                  </a:cubicBezTo>
                  <a:cubicBezTo>
                    <a:pt x="2250" y="512"/>
                    <a:pt x="2245" y="518"/>
                    <a:pt x="2245" y="525"/>
                  </a:cubicBezTo>
                  <a:cubicBezTo>
                    <a:pt x="2245" y="532"/>
                    <a:pt x="2250" y="538"/>
                    <a:pt x="2257" y="538"/>
                  </a:cubicBezTo>
                  <a:close/>
                  <a:moveTo>
                    <a:pt x="2297" y="538"/>
                  </a:moveTo>
                  <a:cubicBezTo>
                    <a:pt x="2304" y="538"/>
                    <a:pt x="2310" y="532"/>
                    <a:pt x="2310" y="525"/>
                  </a:cubicBezTo>
                  <a:cubicBezTo>
                    <a:pt x="2310" y="518"/>
                    <a:pt x="2304" y="512"/>
                    <a:pt x="2297" y="512"/>
                  </a:cubicBezTo>
                  <a:cubicBezTo>
                    <a:pt x="2290" y="512"/>
                    <a:pt x="2284" y="518"/>
                    <a:pt x="2284" y="525"/>
                  </a:cubicBezTo>
                  <a:cubicBezTo>
                    <a:pt x="2284" y="532"/>
                    <a:pt x="2290" y="538"/>
                    <a:pt x="2297" y="538"/>
                  </a:cubicBezTo>
                  <a:close/>
                  <a:moveTo>
                    <a:pt x="2336" y="538"/>
                  </a:moveTo>
                  <a:cubicBezTo>
                    <a:pt x="2343" y="538"/>
                    <a:pt x="2349" y="532"/>
                    <a:pt x="2349" y="525"/>
                  </a:cubicBezTo>
                  <a:cubicBezTo>
                    <a:pt x="2349" y="518"/>
                    <a:pt x="2343" y="512"/>
                    <a:pt x="2336" y="512"/>
                  </a:cubicBezTo>
                  <a:cubicBezTo>
                    <a:pt x="2329" y="512"/>
                    <a:pt x="2323" y="518"/>
                    <a:pt x="2323" y="525"/>
                  </a:cubicBezTo>
                  <a:cubicBezTo>
                    <a:pt x="2323" y="532"/>
                    <a:pt x="2329" y="538"/>
                    <a:pt x="2336" y="538"/>
                  </a:cubicBezTo>
                  <a:close/>
                  <a:moveTo>
                    <a:pt x="2376" y="538"/>
                  </a:moveTo>
                  <a:cubicBezTo>
                    <a:pt x="2383" y="538"/>
                    <a:pt x="2388" y="532"/>
                    <a:pt x="2388" y="525"/>
                  </a:cubicBezTo>
                  <a:cubicBezTo>
                    <a:pt x="2388" y="518"/>
                    <a:pt x="2383" y="512"/>
                    <a:pt x="2376" y="512"/>
                  </a:cubicBezTo>
                  <a:cubicBezTo>
                    <a:pt x="2369" y="512"/>
                    <a:pt x="2363" y="518"/>
                    <a:pt x="2363" y="525"/>
                  </a:cubicBezTo>
                  <a:cubicBezTo>
                    <a:pt x="2363" y="532"/>
                    <a:pt x="2369" y="538"/>
                    <a:pt x="2376" y="538"/>
                  </a:cubicBezTo>
                  <a:close/>
                  <a:moveTo>
                    <a:pt x="2415" y="538"/>
                  </a:moveTo>
                  <a:cubicBezTo>
                    <a:pt x="2422" y="538"/>
                    <a:pt x="2428" y="532"/>
                    <a:pt x="2428" y="525"/>
                  </a:cubicBezTo>
                  <a:cubicBezTo>
                    <a:pt x="2428" y="518"/>
                    <a:pt x="2422" y="512"/>
                    <a:pt x="2415" y="512"/>
                  </a:cubicBezTo>
                  <a:cubicBezTo>
                    <a:pt x="2408" y="512"/>
                    <a:pt x="2402" y="518"/>
                    <a:pt x="2402" y="525"/>
                  </a:cubicBezTo>
                  <a:cubicBezTo>
                    <a:pt x="2402" y="532"/>
                    <a:pt x="2408" y="538"/>
                    <a:pt x="2415" y="538"/>
                  </a:cubicBezTo>
                  <a:close/>
                  <a:moveTo>
                    <a:pt x="2455" y="538"/>
                  </a:moveTo>
                  <a:cubicBezTo>
                    <a:pt x="2462" y="538"/>
                    <a:pt x="2467" y="532"/>
                    <a:pt x="2467" y="525"/>
                  </a:cubicBezTo>
                  <a:cubicBezTo>
                    <a:pt x="2467" y="518"/>
                    <a:pt x="2462" y="512"/>
                    <a:pt x="2455" y="512"/>
                  </a:cubicBezTo>
                  <a:cubicBezTo>
                    <a:pt x="2447" y="512"/>
                    <a:pt x="2442" y="518"/>
                    <a:pt x="2442" y="525"/>
                  </a:cubicBezTo>
                  <a:cubicBezTo>
                    <a:pt x="2442" y="532"/>
                    <a:pt x="2447" y="538"/>
                    <a:pt x="2455" y="538"/>
                  </a:cubicBezTo>
                  <a:close/>
                  <a:moveTo>
                    <a:pt x="2494" y="538"/>
                  </a:moveTo>
                  <a:cubicBezTo>
                    <a:pt x="2501" y="538"/>
                    <a:pt x="2507" y="532"/>
                    <a:pt x="2507" y="525"/>
                  </a:cubicBezTo>
                  <a:cubicBezTo>
                    <a:pt x="2507" y="518"/>
                    <a:pt x="2501" y="512"/>
                    <a:pt x="2494" y="512"/>
                  </a:cubicBezTo>
                  <a:cubicBezTo>
                    <a:pt x="2487" y="512"/>
                    <a:pt x="2481" y="518"/>
                    <a:pt x="2481" y="525"/>
                  </a:cubicBezTo>
                  <a:cubicBezTo>
                    <a:pt x="2481" y="532"/>
                    <a:pt x="2487" y="538"/>
                    <a:pt x="2494" y="538"/>
                  </a:cubicBezTo>
                  <a:close/>
                  <a:moveTo>
                    <a:pt x="2533" y="538"/>
                  </a:moveTo>
                  <a:cubicBezTo>
                    <a:pt x="2540" y="538"/>
                    <a:pt x="2546" y="532"/>
                    <a:pt x="2546" y="525"/>
                  </a:cubicBezTo>
                  <a:cubicBezTo>
                    <a:pt x="2546" y="518"/>
                    <a:pt x="2540" y="512"/>
                    <a:pt x="2533" y="512"/>
                  </a:cubicBezTo>
                  <a:cubicBezTo>
                    <a:pt x="2526" y="512"/>
                    <a:pt x="2521" y="518"/>
                    <a:pt x="2521" y="525"/>
                  </a:cubicBezTo>
                  <a:cubicBezTo>
                    <a:pt x="2521" y="532"/>
                    <a:pt x="2526" y="538"/>
                    <a:pt x="2533" y="538"/>
                  </a:cubicBezTo>
                  <a:close/>
                  <a:moveTo>
                    <a:pt x="2573" y="538"/>
                  </a:moveTo>
                  <a:cubicBezTo>
                    <a:pt x="2580" y="538"/>
                    <a:pt x="2586" y="532"/>
                    <a:pt x="2586" y="525"/>
                  </a:cubicBezTo>
                  <a:cubicBezTo>
                    <a:pt x="2586" y="518"/>
                    <a:pt x="2580" y="512"/>
                    <a:pt x="2573" y="512"/>
                  </a:cubicBezTo>
                  <a:cubicBezTo>
                    <a:pt x="2566" y="512"/>
                    <a:pt x="2560" y="518"/>
                    <a:pt x="2560" y="525"/>
                  </a:cubicBezTo>
                  <a:cubicBezTo>
                    <a:pt x="2560" y="532"/>
                    <a:pt x="2566" y="538"/>
                    <a:pt x="2573" y="538"/>
                  </a:cubicBezTo>
                  <a:close/>
                  <a:moveTo>
                    <a:pt x="2612" y="538"/>
                  </a:moveTo>
                  <a:cubicBezTo>
                    <a:pt x="2619" y="538"/>
                    <a:pt x="2625" y="532"/>
                    <a:pt x="2625" y="525"/>
                  </a:cubicBezTo>
                  <a:cubicBezTo>
                    <a:pt x="2625" y="518"/>
                    <a:pt x="2619" y="512"/>
                    <a:pt x="2612" y="512"/>
                  </a:cubicBezTo>
                  <a:cubicBezTo>
                    <a:pt x="2605" y="512"/>
                    <a:pt x="2599" y="518"/>
                    <a:pt x="2599" y="525"/>
                  </a:cubicBezTo>
                  <a:cubicBezTo>
                    <a:pt x="2599" y="532"/>
                    <a:pt x="2605" y="538"/>
                    <a:pt x="2612" y="538"/>
                  </a:cubicBezTo>
                  <a:close/>
                  <a:moveTo>
                    <a:pt x="2652" y="538"/>
                  </a:moveTo>
                  <a:cubicBezTo>
                    <a:pt x="2659" y="538"/>
                    <a:pt x="2664" y="532"/>
                    <a:pt x="2664" y="525"/>
                  </a:cubicBezTo>
                  <a:cubicBezTo>
                    <a:pt x="2664" y="518"/>
                    <a:pt x="2659" y="512"/>
                    <a:pt x="2652" y="512"/>
                  </a:cubicBezTo>
                  <a:cubicBezTo>
                    <a:pt x="2645" y="512"/>
                    <a:pt x="2639" y="518"/>
                    <a:pt x="2639" y="525"/>
                  </a:cubicBezTo>
                  <a:cubicBezTo>
                    <a:pt x="2639" y="532"/>
                    <a:pt x="2645" y="538"/>
                    <a:pt x="2652" y="538"/>
                  </a:cubicBezTo>
                  <a:close/>
                  <a:moveTo>
                    <a:pt x="2691" y="538"/>
                  </a:moveTo>
                  <a:cubicBezTo>
                    <a:pt x="2698" y="538"/>
                    <a:pt x="2704" y="532"/>
                    <a:pt x="2704" y="525"/>
                  </a:cubicBezTo>
                  <a:cubicBezTo>
                    <a:pt x="2704" y="518"/>
                    <a:pt x="2698" y="512"/>
                    <a:pt x="2691" y="512"/>
                  </a:cubicBezTo>
                  <a:cubicBezTo>
                    <a:pt x="2684" y="512"/>
                    <a:pt x="2678" y="518"/>
                    <a:pt x="2678" y="525"/>
                  </a:cubicBezTo>
                  <a:cubicBezTo>
                    <a:pt x="2678" y="532"/>
                    <a:pt x="2684" y="538"/>
                    <a:pt x="2691" y="538"/>
                  </a:cubicBezTo>
                  <a:close/>
                  <a:moveTo>
                    <a:pt x="2730" y="538"/>
                  </a:moveTo>
                  <a:cubicBezTo>
                    <a:pt x="2738" y="538"/>
                    <a:pt x="2743" y="532"/>
                    <a:pt x="2743" y="525"/>
                  </a:cubicBezTo>
                  <a:cubicBezTo>
                    <a:pt x="2743" y="518"/>
                    <a:pt x="2738" y="512"/>
                    <a:pt x="2730" y="512"/>
                  </a:cubicBezTo>
                  <a:cubicBezTo>
                    <a:pt x="2723" y="512"/>
                    <a:pt x="2718" y="518"/>
                    <a:pt x="2718" y="525"/>
                  </a:cubicBezTo>
                  <a:cubicBezTo>
                    <a:pt x="2718" y="532"/>
                    <a:pt x="2723" y="538"/>
                    <a:pt x="2730" y="538"/>
                  </a:cubicBezTo>
                  <a:close/>
                  <a:moveTo>
                    <a:pt x="2770" y="538"/>
                  </a:moveTo>
                  <a:cubicBezTo>
                    <a:pt x="2777" y="538"/>
                    <a:pt x="2783" y="532"/>
                    <a:pt x="2783" y="525"/>
                  </a:cubicBezTo>
                  <a:cubicBezTo>
                    <a:pt x="2783" y="518"/>
                    <a:pt x="2777" y="512"/>
                    <a:pt x="2770" y="512"/>
                  </a:cubicBezTo>
                  <a:cubicBezTo>
                    <a:pt x="2763" y="512"/>
                    <a:pt x="2757" y="518"/>
                    <a:pt x="2757" y="525"/>
                  </a:cubicBezTo>
                  <a:cubicBezTo>
                    <a:pt x="2757" y="532"/>
                    <a:pt x="2763" y="538"/>
                    <a:pt x="2770" y="538"/>
                  </a:cubicBezTo>
                  <a:close/>
                  <a:moveTo>
                    <a:pt x="2809" y="538"/>
                  </a:moveTo>
                  <a:cubicBezTo>
                    <a:pt x="2816" y="538"/>
                    <a:pt x="2822" y="532"/>
                    <a:pt x="2822" y="525"/>
                  </a:cubicBezTo>
                  <a:cubicBezTo>
                    <a:pt x="2822" y="518"/>
                    <a:pt x="2816" y="512"/>
                    <a:pt x="2809" y="512"/>
                  </a:cubicBezTo>
                  <a:cubicBezTo>
                    <a:pt x="2802" y="512"/>
                    <a:pt x="2797" y="518"/>
                    <a:pt x="2797" y="525"/>
                  </a:cubicBezTo>
                  <a:cubicBezTo>
                    <a:pt x="2797" y="532"/>
                    <a:pt x="2802" y="538"/>
                    <a:pt x="2809" y="538"/>
                  </a:cubicBezTo>
                  <a:close/>
                  <a:moveTo>
                    <a:pt x="2849" y="538"/>
                  </a:moveTo>
                  <a:cubicBezTo>
                    <a:pt x="2856" y="538"/>
                    <a:pt x="2861" y="532"/>
                    <a:pt x="2861" y="525"/>
                  </a:cubicBezTo>
                  <a:cubicBezTo>
                    <a:pt x="2861" y="518"/>
                    <a:pt x="2856" y="512"/>
                    <a:pt x="2849" y="512"/>
                  </a:cubicBezTo>
                  <a:cubicBezTo>
                    <a:pt x="2842" y="512"/>
                    <a:pt x="2836" y="518"/>
                    <a:pt x="2836" y="525"/>
                  </a:cubicBezTo>
                  <a:cubicBezTo>
                    <a:pt x="2836" y="532"/>
                    <a:pt x="2842" y="538"/>
                    <a:pt x="2849" y="538"/>
                  </a:cubicBezTo>
                  <a:close/>
                  <a:moveTo>
                    <a:pt x="2888" y="538"/>
                  </a:moveTo>
                  <a:cubicBezTo>
                    <a:pt x="2895" y="538"/>
                    <a:pt x="2901" y="532"/>
                    <a:pt x="2901" y="525"/>
                  </a:cubicBezTo>
                  <a:cubicBezTo>
                    <a:pt x="2901" y="518"/>
                    <a:pt x="2895" y="512"/>
                    <a:pt x="2888" y="512"/>
                  </a:cubicBezTo>
                  <a:cubicBezTo>
                    <a:pt x="2881" y="512"/>
                    <a:pt x="2875" y="518"/>
                    <a:pt x="2875" y="525"/>
                  </a:cubicBezTo>
                  <a:cubicBezTo>
                    <a:pt x="2875" y="532"/>
                    <a:pt x="2881" y="538"/>
                    <a:pt x="2888" y="538"/>
                  </a:cubicBezTo>
                  <a:close/>
                  <a:moveTo>
                    <a:pt x="2928" y="538"/>
                  </a:moveTo>
                  <a:cubicBezTo>
                    <a:pt x="2935" y="538"/>
                    <a:pt x="2940" y="532"/>
                    <a:pt x="2940" y="525"/>
                  </a:cubicBezTo>
                  <a:cubicBezTo>
                    <a:pt x="2940" y="518"/>
                    <a:pt x="2935" y="512"/>
                    <a:pt x="2928" y="512"/>
                  </a:cubicBezTo>
                  <a:cubicBezTo>
                    <a:pt x="2921" y="512"/>
                    <a:pt x="2915" y="518"/>
                    <a:pt x="2915" y="525"/>
                  </a:cubicBezTo>
                  <a:cubicBezTo>
                    <a:pt x="2915" y="532"/>
                    <a:pt x="2921" y="538"/>
                    <a:pt x="2928" y="538"/>
                  </a:cubicBezTo>
                  <a:close/>
                  <a:moveTo>
                    <a:pt x="2967" y="538"/>
                  </a:moveTo>
                  <a:cubicBezTo>
                    <a:pt x="2974" y="538"/>
                    <a:pt x="2980" y="532"/>
                    <a:pt x="2980" y="525"/>
                  </a:cubicBezTo>
                  <a:cubicBezTo>
                    <a:pt x="2980" y="518"/>
                    <a:pt x="2974" y="512"/>
                    <a:pt x="2967" y="512"/>
                  </a:cubicBezTo>
                  <a:cubicBezTo>
                    <a:pt x="2960" y="512"/>
                    <a:pt x="2954" y="518"/>
                    <a:pt x="2954" y="525"/>
                  </a:cubicBezTo>
                  <a:cubicBezTo>
                    <a:pt x="2954" y="532"/>
                    <a:pt x="2960" y="538"/>
                    <a:pt x="2967" y="538"/>
                  </a:cubicBezTo>
                  <a:close/>
                  <a:moveTo>
                    <a:pt x="3006" y="538"/>
                  </a:moveTo>
                  <a:cubicBezTo>
                    <a:pt x="3013" y="538"/>
                    <a:pt x="3019" y="532"/>
                    <a:pt x="3019" y="525"/>
                  </a:cubicBezTo>
                  <a:cubicBezTo>
                    <a:pt x="3019" y="518"/>
                    <a:pt x="3013" y="512"/>
                    <a:pt x="3006" y="512"/>
                  </a:cubicBezTo>
                  <a:cubicBezTo>
                    <a:pt x="2999" y="512"/>
                    <a:pt x="2994" y="518"/>
                    <a:pt x="2994" y="525"/>
                  </a:cubicBezTo>
                  <a:cubicBezTo>
                    <a:pt x="2994" y="532"/>
                    <a:pt x="2999" y="538"/>
                    <a:pt x="3006" y="538"/>
                  </a:cubicBezTo>
                  <a:close/>
                  <a:moveTo>
                    <a:pt x="3046" y="538"/>
                  </a:moveTo>
                  <a:cubicBezTo>
                    <a:pt x="3053" y="538"/>
                    <a:pt x="3059" y="532"/>
                    <a:pt x="3059" y="525"/>
                  </a:cubicBezTo>
                  <a:cubicBezTo>
                    <a:pt x="3059" y="518"/>
                    <a:pt x="3053" y="512"/>
                    <a:pt x="3046" y="512"/>
                  </a:cubicBezTo>
                  <a:cubicBezTo>
                    <a:pt x="3039" y="512"/>
                    <a:pt x="3033" y="518"/>
                    <a:pt x="3033" y="525"/>
                  </a:cubicBezTo>
                  <a:cubicBezTo>
                    <a:pt x="3033" y="532"/>
                    <a:pt x="3039" y="538"/>
                    <a:pt x="3046" y="538"/>
                  </a:cubicBezTo>
                  <a:close/>
                  <a:moveTo>
                    <a:pt x="3085" y="538"/>
                  </a:moveTo>
                  <a:cubicBezTo>
                    <a:pt x="3092" y="538"/>
                    <a:pt x="3098" y="532"/>
                    <a:pt x="3098" y="525"/>
                  </a:cubicBezTo>
                  <a:cubicBezTo>
                    <a:pt x="3098" y="518"/>
                    <a:pt x="3092" y="512"/>
                    <a:pt x="3085" y="512"/>
                  </a:cubicBezTo>
                  <a:cubicBezTo>
                    <a:pt x="3078" y="512"/>
                    <a:pt x="3073" y="518"/>
                    <a:pt x="3073" y="525"/>
                  </a:cubicBezTo>
                  <a:cubicBezTo>
                    <a:pt x="3073" y="532"/>
                    <a:pt x="3078" y="538"/>
                    <a:pt x="3085" y="538"/>
                  </a:cubicBezTo>
                  <a:close/>
                  <a:moveTo>
                    <a:pt x="3282" y="512"/>
                  </a:moveTo>
                  <a:cubicBezTo>
                    <a:pt x="3275" y="512"/>
                    <a:pt x="3270" y="518"/>
                    <a:pt x="3270" y="525"/>
                  </a:cubicBezTo>
                  <a:cubicBezTo>
                    <a:pt x="3270" y="532"/>
                    <a:pt x="3275" y="538"/>
                    <a:pt x="3282" y="538"/>
                  </a:cubicBezTo>
                  <a:cubicBezTo>
                    <a:pt x="3289" y="538"/>
                    <a:pt x="3295" y="532"/>
                    <a:pt x="3295" y="525"/>
                  </a:cubicBezTo>
                  <a:cubicBezTo>
                    <a:pt x="3295" y="518"/>
                    <a:pt x="3289" y="512"/>
                    <a:pt x="3282" y="512"/>
                  </a:cubicBezTo>
                  <a:close/>
                  <a:moveTo>
                    <a:pt x="444" y="577"/>
                  </a:moveTo>
                  <a:cubicBezTo>
                    <a:pt x="451" y="577"/>
                    <a:pt x="457" y="572"/>
                    <a:pt x="457" y="565"/>
                  </a:cubicBezTo>
                  <a:cubicBezTo>
                    <a:pt x="457" y="558"/>
                    <a:pt x="451" y="552"/>
                    <a:pt x="444" y="552"/>
                  </a:cubicBezTo>
                  <a:cubicBezTo>
                    <a:pt x="437" y="552"/>
                    <a:pt x="431" y="558"/>
                    <a:pt x="431" y="565"/>
                  </a:cubicBezTo>
                  <a:cubicBezTo>
                    <a:pt x="431" y="572"/>
                    <a:pt x="437" y="577"/>
                    <a:pt x="444" y="577"/>
                  </a:cubicBezTo>
                  <a:close/>
                  <a:moveTo>
                    <a:pt x="483" y="577"/>
                  </a:moveTo>
                  <a:cubicBezTo>
                    <a:pt x="490" y="577"/>
                    <a:pt x="496" y="572"/>
                    <a:pt x="496" y="565"/>
                  </a:cubicBezTo>
                  <a:cubicBezTo>
                    <a:pt x="496" y="558"/>
                    <a:pt x="490" y="552"/>
                    <a:pt x="483" y="552"/>
                  </a:cubicBezTo>
                  <a:cubicBezTo>
                    <a:pt x="476" y="552"/>
                    <a:pt x="471" y="558"/>
                    <a:pt x="471" y="565"/>
                  </a:cubicBezTo>
                  <a:cubicBezTo>
                    <a:pt x="471" y="572"/>
                    <a:pt x="476" y="577"/>
                    <a:pt x="483" y="577"/>
                  </a:cubicBezTo>
                  <a:close/>
                  <a:moveTo>
                    <a:pt x="523" y="577"/>
                  </a:moveTo>
                  <a:cubicBezTo>
                    <a:pt x="530" y="577"/>
                    <a:pt x="535" y="572"/>
                    <a:pt x="535" y="565"/>
                  </a:cubicBezTo>
                  <a:cubicBezTo>
                    <a:pt x="535" y="558"/>
                    <a:pt x="530" y="552"/>
                    <a:pt x="523" y="552"/>
                  </a:cubicBezTo>
                  <a:cubicBezTo>
                    <a:pt x="516" y="552"/>
                    <a:pt x="510" y="558"/>
                    <a:pt x="510" y="565"/>
                  </a:cubicBezTo>
                  <a:cubicBezTo>
                    <a:pt x="510" y="572"/>
                    <a:pt x="516" y="577"/>
                    <a:pt x="523" y="577"/>
                  </a:cubicBezTo>
                  <a:close/>
                  <a:moveTo>
                    <a:pt x="562" y="577"/>
                  </a:moveTo>
                  <a:cubicBezTo>
                    <a:pt x="569" y="577"/>
                    <a:pt x="575" y="572"/>
                    <a:pt x="575" y="565"/>
                  </a:cubicBezTo>
                  <a:cubicBezTo>
                    <a:pt x="575" y="558"/>
                    <a:pt x="569" y="552"/>
                    <a:pt x="562" y="552"/>
                  </a:cubicBezTo>
                  <a:cubicBezTo>
                    <a:pt x="555" y="552"/>
                    <a:pt x="549" y="558"/>
                    <a:pt x="549" y="565"/>
                  </a:cubicBezTo>
                  <a:cubicBezTo>
                    <a:pt x="549" y="572"/>
                    <a:pt x="555" y="577"/>
                    <a:pt x="562" y="577"/>
                  </a:cubicBezTo>
                  <a:close/>
                  <a:moveTo>
                    <a:pt x="602" y="577"/>
                  </a:moveTo>
                  <a:cubicBezTo>
                    <a:pt x="609" y="577"/>
                    <a:pt x="614" y="572"/>
                    <a:pt x="614" y="565"/>
                  </a:cubicBezTo>
                  <a:cubicBezTo>
                    <a:pt x="614" y="558"/>
                    <a:pt x="609" y="552"/>
                    <a:pt x="602" y="552"/>
                  </a:cubicBezTo>
                  <a:cubicBezTo>
                    <a:pt x="595" y="552"/>
                    <a:pt x="589" y="558"/>
                    <a:pt x="589" y="565"/>
                  </a:cubicBezTo>
                  <a:cubicBezTo>
                    <a:pt x="589" y="572"/>
                    <a:pt x="595" y="577"/>
                    <a:pt x="602" y="577"/>
                  </a:cubicBezTo>
                  <a:close/>
                  <a:moveTo>
                    <a:pt x="641" y="577"/>
                  </a:moveTo>
                  <a:cubicBezTo>
                    <a:pt x="648" y="577"/>
                    <a:pt x="654" y="572"/>
                    <a:pt x="654" y="565"/>
                  </a:cubicBezTo>
                  <a:cubicBezTo>
                    <a:pt x="654" y="558"/>
                    <a:pt x="648" y="552"/>
                    <a:pt x="641" y="552"/>
                  </a:cubicBezTo>
                  <a:cubicBezTo>
                    <a:pt x="634" y="552"/>
                    <a:pt x="628" y="558"/>
                    <a:pt x="628" y="565"/>
                  </a:cubicBezTo>
                  <a:cubicBezTo>
                    <a:pt x="628" y="572"/>
                    <a:pt x="634" y="577"/>
                    <a:pt x="641" y="577"/>
                  </a:cubicBezTo>
                  <a:close/>
                  <a:moveTo>
                    <a:pt x="680" y="577"/>
                  </a:moveTo>
                  <a:cubicBezTo>
                    <a:pt x="687" y="577"/>
                    <a:pt x="693" y="572"/>
                    <a:pt x="693" y="565"/>
                  </a:cubicBezTo>
                  <a:cubicBezTo>
                    <a:pt x="693" y="558"/>
                    <a:pt x="687" y="552"/>
                    <a:pt x="680" y="552"/>
                  </a:cubicBezTo>
                  <a:cubicBezTo>
                    <a:pt x="673" y="552"/>
                    <a:pt x="668" y="558"/>
                    <a:pt x="668" y="565"/>
                  </a:cubicBezTo>
                  <a:cubicBezTo>
                    <a:pt x="668" y="572"/>
                    <a:pt x="673" y="577"/>
                    <a:pt x="680" y="577"/>
                  </a:cubicBezTo>
                  <a:close/>
                  <a:moveTo>
                    <a:pt x="720" y="577"/>
                  </a:moveTo>
                  <a:cubicBezTo>
                    <a:pt x="727" y="577"/>
                    <a:pt x="733" y="572"/>
                    <a:pt x="733" y="565"/>
                  </a:cubicBezTo>
                  <a:cubicBezTo>
                    <a:pt x="733" y="558"/>
                    <a:pt x="727" y="552"/>
                    <a:pt x="720" y="552"/>
                  </a:cubicBezTo>
                  <a:cubicBezTo>
                    <a:pt x="713" y="552"/>
                    <a:pt x="707" y="558"/>
                    <a:pt x="707" y="565"/>
                  </a:cubicBezTo>
                  <a:cubicBezTo>
                    <a:pt x="707" y="572"/>
                    <a:pt x="713" y="577"/>
                    <a:pt x="720" y="577"/>
                  </a:cubicBezTo>
                  <a:close/>
                  <a:moveTo>
                    <a:pt x="759" y="577"/>
                  </a:moveTo>
                  <a:cubicBezTo>
                    <a:pt x="766" y="577"/>
                    <a:pt x="772" y="572"/>
                    <a:pt x="772" y="565"/>
                  </a:cubicBezTo>
                  <a:cubicBezTo>
                    <a:pt x="772" y="558"/>
                    <a:pt x="766" y="552"/>
                    <a:pt x="759" y="552"/>
                  </a:cubicBezTo>
                  <a:cubicBezTo>
                    <a:pt x="752" y="552"/>
                    <a:pt x="747" y="558"/>
                    <a:pt x="747" y="565"/>
                  </a:cubicBezTo>
                  <a:cubicBezTo>
                    <a:pt x="747" y="572"/>
                    <a:pt x="752" y="577"/>
                    <a:pt x="759" y="577"/>
                  </a:cubicBezTo>
                  <a:close/>
                  <a:moveTo>
                    <a:pt x="799" y="577"/>
                  </a:moveTo>
                  <a:cubicBezTo>
                    <a:pt x="806" y="577"/>
                    <a:pt x="811" y="572"/>
                    <a:pt x="811" y="565"/>
                  </a:cubicBezTo>
                  <a:cubicBezTo>
                    <a:pt x="811" y="558"/>
                    <a:pt x="806" y="552"/>
                    <a:pt x="799" y="552"/>
                  </a:cubicBezTo>
                  <a:cubicBezTo>
                    <a:pt x="792" y="552"/>
                    <a:pt x="786" y="558"/>
                    <a:pt x="786" y="565"/>
                  </a:cubicBezTo>
                  <a:cubicBezTo>
                    <a:pt x="786" y="572"/>
                    <a:pt x="792" y="577"/>
                    <a:pt x="799" y="577"/>
                  </a:cubicBezTo>
                  <a:close/>
                  <a:moveTo>
                    <a:pt x="838" y="577"/>
                  </a:moveTo>
                  <a:cubicBezTo>
                    <a:pt x="845" y="577"/>
                    <a:pt x="851" y="572"/>
                    <a:pt x="851" y="565"/>
                  </a:cubicBezTo>
                  <a:cubicBezTo>
                    <a:pt x="851" y="558"/>
                    <a:pt x="845" y="552"/>
                    <a:pt x="838" y="552"/>
                  </a:cubicBezTo>
                  <a:cubicBezTo>
                    <a:pt x="831" y="552"/>
                    <a:pt x="825" y="558"/>
                    <a:pt x="825" y="565"/>
                  </a:cubicBezTo>
                  <a:cubicBezTo>
                    <a:pt x="825" y="572"/>
                    <a:pt x="831" y="577"/>
                    <a:pt x="838" y="577"/>
                  </a:cubicBezTo>
                  <a:close/>
                  <a:moveTo>
                    <a:pt x="878" y="577"/>
                  </a:moveTo>
                  <a:cubicBezTo>
                    <a:pt x="885" y="577"/>
                    <a:pt x="890" y="572"/>
                    <a:pt x="890" y="565"/>
                  </a:cubicBezTo>
                  <a:cubicBezTo>
                    <a:pt x="890" y="558"/>
                    <a:pt x="885" y="552"/>
                    <a:pt x="878" y="552"/>
                  </a:cubicBezTo>
                  <a:cubicBezTo>
                    <a:pt x="871" y="552"/>
                    <a:pt x="865" y="558"/>
                    <a:pt x="865" y="565"/>
                  </a:cubicBezTo>
                  <a:cubicBezTo>
                    <a:pt x="865" y="572"/>
                    <a:pt x="871" y="577"/>
                    <a:pt x="878" y="577"/>
                  </a:cubicBezTo>
                  <a:close/>
                  <a:moveTo>
                    <a:pt x="917" y="577"/>
                  </a:moveTo>
                  <a:cubicBezTo>
                    <a:pt x="924" y="577"/>
                    <a:pt x="930" y="572"/>
                    <a:pt x="930" y="565"/>
                  </a:cubicBezTo>
                  <a:cubicBezTo>
                    <a:pt x="930" y="558"/>
                    <a:pt x="924" y="552"/>
                    <a:pt x="917" y="552"/>
                  </a:cubicBezTo>
                  <a:cubicBezTo>
                    <a:pt x="910" y="552"/>
                    <a:pt x="904" y="558"/>
                    <a:pt x="904" y="565"/>
                  </a:cubicBezTo>
                  <a:cubicBezTo>
                    <a:pt x="904" y="572"/>
                    <a:pt x="910" y="577"/>
                    <a:pt x="917" y="577"/>
                  </a:cubicBezTo>
                  <a:close/>
                  <a:moveTo>
                    <a:pt x="956" y="577"/>
                  </a:moveTo>
                  <a:cubicBezTo>
                    <a:pt x="963" y="577"/>
                    <a:pt x="969" y="572"/>
                    <a:pt x="969" y="565"/>
                  </a:cubicBezTo>
                  <a:cubicBezTo>
                    <a:pt x="969" y="558"/>
                    <a:pt x="963" y="552"/>
                    <a:pt x="956" y="552"/>
                  </a:cubicBezTo>
                  <a:cubicBezTo>
                    <a:pt x="949" y="552"/>
                    <a:pt x="944" y="558"/>
                    <a:pt x="944" y="565"/>
                  </a:cubicBezTo>
                  <a:cubicBezTo>
                    <a:pt x="944" y="572"/>
                    <a:pt x="949" y="577"/>
                    <a:pt x="956" y="577"/>
                  </a:cubicBezTo>
                  <a:close/>
                  <a:moveTo>
                    <a:pt x="996" y="577"/>
                  </a:moveTo>
                  <a:cubicBezTo>
                    <a:pt x="1003" y="577"/>
                    <a:pt x="1009" y="572"/>
                    <a:pt x="1009" y="565"/>
                  </a:cubicBezTo>
                  <a:cubicBezTo>
                    <a:pt x="1009" y="558"/>
                    <a:pt x="1003" y="552"/>
                    <a:pt x="996" y="552"/>
                  </a:cubicBezTo>
                  <a:cubicBezTo>
                    <a:pt x="989" y="552"/>
                    <a:pt x="983" y="558"/>
                    <a:pt x="983" y="565"/>
                  </a:cubicBezTo>
                  <a:cubicBezTo>
                    <a:pt x="983" y="572"/>
                    <a:pt x="989" y="577"/>
                    <a:pt x="996" y="577"/>
                  </a:cubicBezTo>
                  <a:close/>
                  <a:moveTo>
                    <a:pt x="1035" y="577"/>
                  </a:moveTo>
                  <a:cubicBezTo>
                    <a:pt x="1042" y="577"/>
                    <a:pt x="1048" y="572"/>
                    <a:pt x="1048" y="565"/>
                  </a:cubicBezTo>
                  <a:cubicBezTo>
                    <a:pt x="1048" y="558"/>
                    <a:pt x="1042" y="552"/>
                    <a:pt x="1035" y="552"/>
                  </a:cubicBezTo>
                  <a:cubicBezTo>
                    <a:pt x="1028" y="552"/>
                    <a:pt x="1022" y="558"/>
                    <a:pt x="1022" y="565"/>
                  </a:cubicBezTo>
                  <a:cubicBezTo>
                    <a:pt x="1022" y="572"/>
                    <a:pt x="1028" y="577"/>
                    <a:pt x="1035" y="577"/>
                  </a:cubicBezTo>
                  <a:close/>
                  <a:moveTo>
                    <a:pt x="1075" y="577"/>
                  </a:moveTo>
                  <a:cubicBezTo>
                    <a:pt x="1082" y="577"/>
                    <a:pt x="1087" y="572"/>
                    <a:pt x="1087" y="565"/>
                  </a:cubicBezTo>
                  <a:cubicBezTo>
                    <a:pt x="1087" y="558"/>
                    <a:pt x="1082" y="552"/>
                    <a:pt x="1075" y="552"/>
                  </a:cubicBezTo>
                  <a:cubicBezTo>
                    <a:pt x="1068" y="552"/>
                    <a:pt x="1062" y="558"/>
                    <a:pt x="1062" y="565"/>
                  </a:cubicBezTo>
                  <a:cubicBezTo>
                    <a:pt x="1062" y="572"/>
                    <a:pt x="1068" y="577"/>
                    <a:pt x="1075" y="577"/>
                  </a:cubicBezTo>
                  <a:close/>
                  <a:moveTo>
                    <a:pt x="1666" y="577"/>
                  </a:moveTo>
                  <a:cubicBezTo>
                    <a:pt x="1673" y="577"/>
                    <a:pt x="1679" y="572"/>
                    <a:pt x="1679" y="565"/>
                  </a:cubicBezTo>
                  <a:cubicBezTo>
                    <a:pt x="1679" y="558"/>
                    <a:pt x="1673" y="552"/>
                    <a:pt x="1666" y="552"/>
                  </a:cubicBezTo>
                  <a:cubicBezTo>
                    <a:pt x="1659" y="552"/>
                    <a:pt x="1653" y="558"/>
                    <a:pt x="1653" y="565"/>
                  </a:cubicBezTo>
                  <a:cubicBezTo>
                    <a:pt x="1653" y="572"/>
                    <a:pt x="1659" y="577"/>
                    <a:pt x="1666" y="577"/>
                  </a:cubicBezTo>
                  <a:close/>
                  <a:moveTo>
                    <a:pt x="1745" y="577"/>
                  </a:moveTo>
                  <a:cubicBezTo>
                    <a:pt x="1752" y="577"/>
                    <a:pt x="1758" y="572"/>
                    <a:pt x="1758" y="565"/>
                  </a:cubicBezTo>
                  <a:cubicBezTo>
                    <a:pt x="1758" y="558"/>
                    <a:pt x="1752" y="552"/>
                    <a:pt x="1745" y="552"/>
                  </a:cubicBezTo>
                  <a:cubicBezTo>
                    <a:pt x="1738" y="552"/>
                    <a:pt x="1732" y="558"/>
                    <a:pt x="1732" y="565"/>
                  </a:cubicBezTo>
                  <a:cubicBezTo>
                    <a:pt x="1732" y="572"/>
                    <a:pt x="1738" y="577"/>
                    <a:pt x="1745" y="577"/>
                  </a:cubicBezTo>
                  <a:close/>
                  <a:moveTo>
                    <a:pt x="1784" y="577"/>
                  </a:moveTo>
                  <a:cubicBezTo>
                    <a:pt x="1791" y="577"/>
                    <a:pt x="1797" y="572"/>
                    <a:pt x="1797" y="565"/>
                  </a:cubicBezTo>
                  <a:cubicBezTo>
                    <a:pt x="1797" y="558"/>
                    <a:pt x="1791" y="552"/>
                    <a:pt x="1784" y="552"/>
                  </a:cubicBezTo>
                  <a:cubicBezTo>
                    <a:pt x="1777" y="552"/>
                    <a:pt x="1772" y="558"/>
                    <a:pt x="1772" y="565"/>
                  </a:cubicBezTo>
                  <a:cubicBezTo>
                    <a:pt x="1772" y="572"/>
                    <a:pt x="1777" y="577"/>
                    <a:pt x="1784" y="577"/>
                  </a:cubicBezTo>
                  <a:close/>
                  <a:moveTo>
                    <a:pt x="1824" y="577"/>
                  </a:moveTo>
                  <a:cubicBezTo>
                    <a:pt x="1831" y="577"/>
                    <a:pt x="1836" y="572"/>
                    <a:pt x="1836" y="565"/>
                  </a:cubicBezTo>
                  <a:cubicBezTo>
                    <a:pt x="1836" y="558"/>
                    <a:pt x="1831" y="552"/>
                    <a:pt x="1824" y="552"/>
                  </a:cubicBezTo>
                  <a:cubicBezTo>
                    <a:pt x="1817" y="552"/>
                    <a:pt x="1811" y="558"/>
                    <a:pt x="1811" y="565"/>
                  </a:cubicBezTo>
                  <a:cubicBezTo>
                    <a:pt x="1811" y="572"/>
                    <a:pt x="1817" y="577"/>
                    <a:pt x="1824" y="577"/>
                  </a:cubicBezTo>
                  <a:close/>
                  <a:moveTo>
                    <a:pt x="1863" y="577"/>
                  </a:moveTo>
                  <a:cubicBezTo>
                    <a:pt x="1870" y="577"/>
                    <a:pt x="1876" y="572"/>
                    <a:pt x="1876" y="565"/>
                  </a:cubicBezTo>
                  <a:cubicBezTo>
                    <a:pt x="1876" y="558"/>
                    <a:pt x="1870" y="552"/>
                    <a:pt x="1863" y="552"/>
                  </a:cubicBezTo>
                  <a:cubicBezTo>
                    <a:pt x="1856" y="552"/>
                    <a:pt x="1850" y="558"/>
                    <a:pt x="1850" y="565"/>
                  </a:cubicBezTo>
                  <a:cubicBezTo>
                    <a:pt x="1850" y="572"/>
                    <a:pt x="1856" y="577"/>
                    <a:pt x="1863" y="577"/>
                  </a:cubicBezTo>
                  <a:close/>
                  <a:moveTo>
                    <a:pt x="1903" y="577"/>
                  </a:moveTo>
                  <a:cubicBezTo>
                    <a:pt x="1910" y="577"/>
                    <a:pt x="1915" y="572"/>
                    <a:pt x="1915" y="565"/>
                  </a:cubicBezTo>
                  <a:cubicBezTo>
                    <a:pt x="1915" y="558"/>
                    <a:pt x="1910" y="552"/>
                    <a:pt x="1903" y="552"/>
                  </a:cubicBezTo>
                  <a:cubicBezTo>
                    <a:pt x="1896" y="552"/>
                    <a:pt x="1890" y="558"/>
                    <a:pt x="1890" y="565"/>
                  </a:cubicBezTo>
                  <a:cubicBezTo>
                    <a:pt x="1890" y="572"/>
                    <a:pt x="1896" y="577"/>
                    <a:pt x="1903" y="577"/>
                  </a:cubicBezTo>
                  <a:close/>
                  <a:moveTo>
                    <a:pt x="1942" y="577"/>
                  </a:moveTo>
                  <a:cubicBezTo>
                    <a:pt x="1949" y="577"/>
                    <a:pt x="1955" y="572"/>
                    <a:pt x="1955" y="565"/>
                  </a:cubicBezTo>
                  <a:cubicBezTo>
                    <a:pt x="1955" y="558"/>
                    <a:pt x="1949" y="552"/>
                    <a:pt x="1942" y="552"/>
                  </a:cubicBezTo>
                  <a:cubicBezTo>
                    <a:pt x="1935" y="552"/>
                    <a:pt x="1929" y="558"/>
                    <a:pt x="1929" y="565"/>
                  </a:cubicBezTo>
                  <a:cubicBezTo>
                    <a:pt x="1929" y="572"/>
                    <a:pt x="1935" y="577"/>
                    <a:pt x="1942" y="577"/>
                  </a:cubicBezTo>
                  <a:close/>
                  <a:moveTo>
                    <a:pt x="1981" y="577"/>
                  </a:moveTo>
                  <a:cubicBezTo>
                    <a:pt x="1988" y="577"/>
                    <a:pt x="1994" y="572"/>
                    <a:pt x="1994" y="565"/>
                  </a:cubicBezTo>
                  <a:cubicBezTo>
                    <a:pt x="1994" y="558"/>
                    <a:pt x="1988" y="552"/>
                    <a:pt x="1981" y="552"/>
                  </a:cubicBezTo>
                  <a:cubicBezTo>
                    <a:pt x="1974" y="552"/>
                    <a:pt x="1969" y="558"/>
                    <a:pt x="1969" y="565"/>
                  </a:cubicBezTo>
                  <a:cubicBezTo>
                    <a:pt x="1969" y="572"/>
                    <a:pt x="1974" y="577"/>
                    <a:pt x="1981" y="577"/>
                  </a:cubicBezTo>
                  <a:close/>
                  <a:moveTo>
                    <a:pt x="2021" y="577"/>
                  </a:moveTo>
                  <a:cubicBezTo>
                    <a:pt x="2028" y="577"/>
                    <a:pt x="2034" y="572"/>
                    <a:pt x="2034" y="565"/>
                  </a:cubicBezTo>
                  <a:cubicBezTo>
                    <a:pt x="2034" y="558"/>
                    <a:pt x="2028" y="552"/>
                    <a:pt x="2021" y="552"/>
                  </a:cubicBezTo>
                  <a:cubicBezTo>
                    <a:pt x="2014" y="552"/>
                    <a:pt x="2008" y="558"/>
                    <a:pt x="2008" y="565"/>
                  </a:cubicBezTo>
                  <a:cubicBezTo>
                    <a:pt x="2008" y="572"/>
                    <a:pt x="2014" y="577"/>
                    <a:pt x="2021" y="577"/>
                  </a:cubicBezTo>
                  <a:close/>
                  <a:moveTo>
                    <a:pt x="2060" y="577"/>
                  </a:moveTo>
                  <a:cubicBezTo>
                    <a:pt x="2067" y="577"/>
                    <a:pt x="2073" y="572"/>
                    <a:pt x="2073" y="565"/>
                  </a:cubicBezTo>
                  <a:cubicBezTo>
                    <a:pt x="2073" y="558"/>
                    <a:pt x="2067" y="552"/>
                    <a:pt x="2060" y="552"/>
                  </a:cubicBezTo>
                  <a:cubicBezTo>
                    <a:pt x="2053" y="552"/>
                    <a:pt x="2048" y="558"/>
                    <a:pt x="2048" y="565"/>
                  </a:cubicBezTo>
                  <a:cubicBezTo>
                    <a:pt x="2048" y="572"/>
                    <a:pt x="2053" y="577"/>
                    <a:pt x="2060" y="577"/>
                  </a:cubicBezTo>
                  <a:close/>
                  <a:moveTo>
                    <a:pt x="2100" y="577"/>
                  </a:moveTo>
                  <a:cubicBezTo>
                    <a:pt x="2107" y="577"/>
                    <a:pt x="2112" y="572"/>
                    <a:pt x="2112" y="565"/>
                  </a:cubicBezTo>
                  <a:cubicBezTo>
                    <a:pt x="2112" y="558"/>
                    <a:pt x="2107" y="552"/>
                    <a:pt x="2100" y="552"/>
                  </a:cubicBezTo>
                  <a:cubicBezTo>
                    <a:pt x="2093" y="552"/>
                    <a:pt x="2087" y="558"/>
                    <a:pt x="2087" y="565"/>
                  </a:cubicBezTo>
                  <a:cubicBezTo>
                    <a:pt x="2087" y="572"/>
                    <a:pt x="2093" y="577"/>
                    <a:pt x="2100" y="577"/>
                  </a:cubicBezTo>
                  <a:close/>
                  <a:moveTo>
                    <a:pt x="2139" y="577"/>
                  </a:moveTo>
                  <a:cubicBezTo>
                    <a:pt x="2146" y="577"/>
                    <a:pt x="2152" y="572"/>
                    <a:pt x="2152" y="565"/>
                  </a:cubicBezTo>
                  <a:cubicBezTo>
                    <a:pt x="2152" y="558"/>
                    <a:pt x="2146" y="552"/>
                    <a:pt x="2139" y="552"/>
                  </a:cubicBezTo>
                  <a:cubicBezTo>
                    <a:pt x="2132" y="552"/>
                    <a:pt x="2126" y="558"/>
                    <a:pt x="2126" y="565"/>
                  </a:cubicBezTo>
                  <a:cubicBezTo>
                    <a:pt x="2126" y="572"/>
                    <a:pt x="2132" y="577"/>
                    <a:pt x="2139" y="577"/>
                  </a:cubicBezTo>
                  <a:close/>
                  <a:moveTo>
                    <a:pt x="2179" y="577"/>
                  </a:moveTo>
                  <a:cubicBezTo>
                    <a:pt x="2186" y="577"/>
                    <a:pt x="2191" y="572"/>
                    <a:pt x="2191" y="565"/>
                  </a:cubicBezTo>
                  <a:cubicBezTo>
                    <a:pt x="2191" y="558"/>
                    <a:pt x="2186" y="552"/>
                    <a:pt x="2179" y="552"/>
                  </a:cubicBezTo>
                  <a:cubicBezTo>
                    <a:pt x="2171" y="552"/>
                    <a:pt x="2166" y="558"/>
                    <a:pt x="2166" y="565"/>
                  </a:cubicBezTo>
                  <a:cubicBezTo>
                    <a:pt x="2166" y="572"/>
                    <a:pt x="2171" y="577"/>
                    <a:pt x="2179" y="577"/>
                  </a:cubicBezTo>
                  <a:close/>
                  <a:moveTo>
                    <a:pt x="2218" y="577"/>
                  </a:moveTo>
                  <a:cubicBezTo>
                    <a:pt x="2225" y="577"/>
                    <a:pt x="2231" y="572"/>
                    <a:pt x="2231" y="565"/>
                  </a:cubicBezTo>
                  <a:cubicBezTo>
                    <a:pt x="2231" y="558"/>
                    <a:pt x="2225" y="552"/>
                    <a:pt x="2218" y="552"/>
                  </a:cubicBezTo>
                  <a:cubicBezTo>
                    <a:pt x="2211" y="552"/>
                    <a:pt x="2205" y="558"/>
                    <a:pt x="2205" y="565"/>
                  </a:cubicBezTo>
                  <a:cubicBezTo>
                    <a:pt x="2205" y="572"/>
                    <a:pt x="2211" y="577"/>
                    <a:pt x="2218" y="577"/>
                  </a:cubicBezTo>
                  <a:close/>
                  <a:moveTo>
                    <a:pt x="2257" y="577"/>
                  </a:moveTo>
                  <a:cubicBezTo>
                    <a:pt x="2264" y="577"/>
                    <a:pt x="2270" y="572"/>
                    <a:pt x="2270" y="565"/>
                  </a:cubicBezTo>
                  <a:cubicBezTo>
                    <a:pt x="2270" y="558"/>
                    <a:pt x="2264" y="552"/>
                    <a:pt x="2257" y="552"/>
                  </a:cubicBezTo>
                  <a:cubicBezTo>
                    <a:pt x="2250" y="552"/>
                    <a:pt x="2245" y="558"/>
                    <a:pt x="2245" y="565"/>
                  </a:cubicBezTo>
                  <a:cubicBezTo>
                    <a:pt x="2245" y="572"/>
                    <a:pt x="2250" y="577"/>
                    <a:pt x="2257" y="577"/>
                  </a:cubicBezTo>
                  <a:close/>
                  <a:moveTo>
                    <a:pt x="2297" y="577"/>
                  </a:moveTo>
                  <a:cubicBezTo>
                    <a:pt x="2304" y="577"/>
                    <a:pt x="2310" y="572"/>
                    <a:pt x="2310" y="565"/>
                  </a:cubicBezTo>
                  <a:cubicBezTo>
                    <a:pt x="2310" y="558"/>
                    <a:pt x="2304" y="552"/>
                    <a:pt x="2297" y="552"/>
                  </a:cubicBezTo>
                  <a:cubicBezTo>
                    <a:pt x="2290" y="552"/>
                    <a:pt x="2284" y="558"/>
                    <a:pt x="2284" y="565"/>
                  </a:cubicBezTo>
                  <a:cubicBezTo>
                    <a:pt x="2284" y="572"/>
                    <a:pt x="2290" y="577"/>
                    <a:pt x="2297" y="577"/>
                  </a:cubicBezTo>
                  <a:close/>
                  <a:moveTo>
                    <a:pt x="2336" y="577"/>
                  </a:moveTo>
                  <a:cubicBezTo>
                    <a:pt x="2343" y="577"/>
                    <a:pt x="2349" y="572"/>
                    <a:pt x="2349" y="565"/>
                  </a:cubicBezTo>
                  <a:cubicBezTo>
                    <a:pt x="2349" y="558"/>
                    <a:pt x="2343" y="552"/>
                    <a:pt x="2336" y="552"/>
                  </a:cubicBezTo>
                  <a:cubicBezTo>
                    <a:pt x="2329" y="552"/>
                    <a:pt x="2323" y="558"/>
                    <a:pt x="2323" y="565"/>
                  </a:cubicBezTo>
                  <a:cubicBezTo>
                    <a:pt x="2323" y="572"/>
                    <a:pt x="2329" y="577"/>
                    <a:pt x="2336" y="577"/>
                  </a:cubicBezTo>
                  <a:close/>
                  <a:moveTo>
                    <a:pt x="2376" y="577"/>
                  </a:moveTo>
                  <a:cubicBezTo>
                    <a:pt x="2383" y="577"/>
                    <a:pt x="2388" y="572"/>
                    <a:pt x="2388" y="565"/>
                  </a:cubicBezTo>
                  <a:cubicBezTo>
                    <a:pt x="2388" y="558"/>
                    <a:pt x="2383" y="552"/>
                    <a:pt x="2376" y="552"/>
                  </a:cubicBezTo>
                  <a:cubicBezTo>
                    <a:pt x="2369" y="552"/>
                    <a:pt x="2363" y="558"/>
                    <a:pt x="2363" y="565"/>
                  </a:cubicBezTo>
                  <a:cubicBezTo>
                    <a:pt x="2363" y="572"/>
                    <a:pt x="2369" y="577"/>
                    <a:pt x="2376" y="577"/>
                  </a:cubicBezTo>
                  <a:close/>
                  <a:moveTo>
                    <a:pt x="2415" y="577"/>
                  </a:moveTo>
                  <a:cubicBezTo>
                    <a:pt x="2422" y="577"/>
                    <a:pt x="2428" y="572"/>
                    <a:pt x="2428" y="565"/>
                  </a:cubicBezTo>
                  <a:cubicBezTo>
                    <a:pt x="2428" y="558"/>
                    <a:pt x="2422" y="552"/>
                    <a:pt x="2415" y="552"/>
                  </a:cubicBezTo>
                  <a:cubicBezTo>
                    <a:pt x="2408" y="552"/>
                    <a:pt x="2402" y="558"/>
                    <a:pt x="2402" y="565"/>
                  </a:cubicBezTo>
                  <a:cubicBezTo>
                    <a:pt x="2402" y="572"/>
                    <a:pt x="2408" y="577"/>
                    <a:pt x="2415" y="577"/>
                  </a:cubicBezTo>
                  <a:close/>
                  <a:moveTo>
                    <a:pt x="2455" y="577"/>
                  </a:moveTo>
                  <a:cubicBezTo>
                    <a:pt x="2462" y="577"/>
                    <a:pt x="2467" y="572"/>
                    <a:pt x="2467" y="565"/>
                  </a:cubicBezTo>
                  <a:cubicBezTo>
                    <a:pt x="2467" y="558"/>
                    <a:pt x="2462" y="552"/>
                    <a:pt x="2455" y="552"/>
                  </a:cubicBezTo>
                  <a:cubicBezTo>
                    <a:pt x="2447" y="552"/>
                    <a:pt x="2442" y="558"/>
                    <a:pt x="2442" y="565"/>
                  </a:cubicBezTo>
                  <a:cubicBezTo>
                    <a:pt x="2442" y="572"/>
                    <a:pt x="2447" y="577"/>
                    <a:pt x="2455" y="577"/>
                  </a:cubicBezTo>
                  <a:close/>
                  <a:moveTo>
                    <a:pt x="2494" y="577"/>
                  </a:moveTo>
                  <a:cubicBezTo>
                    <a:pt x="2501" y="577"/>
                    <a:pt x="2507" y="572"/>
                    <a:pt x="2507" y="565"/>
                  </a:cubicBezTo>
                  <a:cubicBezTo>
                    <a:pt x="2507" y="558"/>
                    <a:pt x="2501" y="552"/>
                    <a:pt x="2494" y="552"/>
                  </a:cubicBezTo>
                  <a:cubicBezTo>
                    <a:pt x="2487" y="552"/>
                    <a:pt x="2481" y="558"/>
                    <a:pt x="2481" y="565"/>
                  </a:cubicBezTo>
                  <a:cubicBezTo>
                    <a:pt x="2481" y="572"/>
                    <a:pt x="2487" y="577"/>
                    <a:pt x="2494" y="577"/>
                  </a:cubicBezTo>
                  <a:close/>
                  <a:moveTo>
                    <a:pt x="2533" y="577"/>
                  </a:moveTo>
                  <a:cubicBezTo>
                    <a:pt x="2540" y="577"/>
                    <a:pt x="2546" y="572"/>
                    <a:pt x="2546" y="565"/>
                  </a:cubicBezTo>
                  <a:cubicBezTo>
                    <a:pt x="2546" y="558"/>
                    <a:pt x="2540" y="552"/>
                    <a:pt x="2533" y="552"/>
                  </a:cubicBezTo>
                  <a:cubicBezTo>
                    <a:pt x="2526" y="552"/>
                    <a:pt x="2521" y="558"/>
                    <a:pt x="2521" y="565"/>
                  </a:cubicBezTo>
                  <a:cubicBezTo>
                    <a:pt x="2521" y="572"/>
                    <a:pt x="2526" y="577"/>
                    <a:pt x="2533" y="577"/>
                  </a:cubicBezTo>
                  <a:close/>
                  <a:moveTo>
                    <a:pt x="2573" y="577"/>
                  </a:moveTo>
                  <a:cubicBezTo>
                    <a:pt x="2580" y="577"/>
                    <a:pt x="2586" y="572"/>
                    <a:pt x="2586" y="565"/>
                  </a:cubicBezTo>
                  <a:cubicBezTo>
                    <a:pt x="2586" y="558"/>
                    <a:pt x="2580" y="552"/>
                    <a:pt x="2573" y="552"/>
                  </a:cubicBezTo>
                  <a:cubicBezTo>
                    <a:pt x="2566" y="552"/>
                    <a:pt x="2560" y="558"/>
                    <a:pt x="2560" y="565"/>
                  </a:cubicBezTo>
                  <a:cubicBezTo>
                    <a:pt x="2560" y="572"/>
                    <a:pt x="2566" y="577"/>
                    <a:pt x="2573" y="577"/>
                  </a:cubicBezTo>
                  <a:close/>
                  <a:moveTo>
                    <a:pt x="2612" y="577"/>
                  </a:moveTo>
                  <a:cubicBezTo>
                    <a:pt x="2619" y="577"/>
                    <a:pt x="2625" y="572"/>
                    <a:pt x="2625" y="565"/>
                  </a:cubicBezTo>
                  <a:cubicBezTo>
                    <a:pt x="2625" y="558"/>
                    <a:pt x="2619" y="552"/>
                    <a:pt x="2612" y="552"/>
                  </a:cubicBezTo>
                  <a:cubicBezTo>
                    <a:pt x="2605" y="552"/>
                    <a:pt x="2599" y="558"/>
                    <a:pt x="2599" y="565"/>
                  </a:cubicBezTo>
                  <a:cubicBezTo>
                    <a:pt x="2599" y="572"/>
                    <a:pt x="2605" y="577"/>
                    <a:pt x="2612" y="577"/>
                  </a:cubicBezTo>
                  <a:close/>
                  <a:moveTo>
                    <a:pt x="2652" y="577"/>
                  </a:moveTo>
                  <a:cubicBezTo>
                    <a:pt x="2659" y="577"/>
                    <a:pt x="2664" y="572"/>
                    <a:pt x="2664" y="565"/>
                  </a:cubicBezTo>
                  <a:cubicBezTo>
                    <a:pt x="2664" y="558"/>
                    <a:pt x="2659" y="552"/>
                    <a:pt x="2652" y="552"/>
                  </a:cubicBezTo>
                  <a:cubicBezTo>
                    <a:pt x="2645" y="552"/>
                    <a:pt x="2639" y="558"/>
                    <a:pt x="2639" y="565"/>
                  </a:cubicBezTo>
                  <a:cubicBezTo>
                    <a:pt x="2639" y="572"/>
                    <a:pt x="2645" y="577"/>
                    <a:pt x="2652" y="577"/>
                  </a:cubicBezTo>
                  <a:close/>
                  <a:moveTo>
                    <a:pt x="2691" y="577"/>
                  </a:moveTo>
                  <a:cubicBezTo>
                    <a:pt x="2698" y="577"/>
                    <a:pt x="2704" y="572"/>
                    <a:pt x="2704" y="565"/>
                  </a:cubicBezTo>
                  <a:cubicBezTo>
                    <a:pt x="2704" y="558"/>
                    <a:pt x="2698" y="552"/>
                    <a:pt x="2691" y="552"/>
                  </a:cubicBezTo>
                  <a:cubicBezTo>
                    <a:pt x="2684" y="552"/>
                    <a:pt x="2678" y="558"/>
                    <a:pt x="2678" y="565"/>
                  </a:cubicBezTo>
                  <a:cubicBezTo>
                    <a:pt x="2678" y="572"/>
                    <a:pt x="2684" y="577"/>
                    <a:pt x="2691" y="577"/>
                  </a:cubicBezTo>
                  <a:close/>
                  <a:moveTo>
                    <a:pt x="2730" y="577"/>
                  </a:moveTo>
                  <a:cubicBezTo>
                    <a:pt x="2738" y="577"/>
                    <a:pt x="2743" y="572"/>
                    <a:pt x="2743" y="565"/>
                  </a:cubicBezTo>
                  <a:cubicBezTo>
                    <a:pt x="2743" y="558"/>
                    <a:pt x="2738" y="552"/>
                    <a:pt x="2730" y="552"/>
                  </a:cubicBezTo>
                  <a:cubicBezTo>
                    <a:pt x="2723" y="552"/>
                    <a:pt x="2718" y="558"/>
                    <a:pt x="2718" y="565"/>
                  </a:cubicBezTo>
                  <a:cubicBezTo>
                    <a:pt x="2718" y="572"/>
                    <a:pt x="2723" y="577"/>
                    <a:pt x="2730" y="577"/>
                  </a:cubicBezTo>
                  <a:close/>
                  <a:moveTo>
                    <a:pt x="2770" y="577"/>
                  </a:moveTo>
                  <a:cubicBezTo>
                    <a:pt x="2777" y="577"/>
                    <a:pt x="2783" y="572"/>
                    <a:pt x="2783" y="565"/>
                  </a:cubicBezTo>
                  <a:cubicBezTo>
                    <a:pt x="2783" y="558"/>
                    <a:pt x="2777" y="552"/>
                    <a:pt x="2770" y="552"/>
                  </a:cubicBezTo>
                  <a:cubicBezTo>
                    <a:pt x="2763" y="552"/>
                    <a:pt x="2757" y="558"/>
                    <a:pt x="2757" y="565"/>
                  </a:cubicBezTo>
                  <a:cubicBezTo>
                    <a:pt x="2757" y="572"/>
                    <a:pt x="2763" y="577"/>
                    <a:pt x="2770" y="577"/>
                  </a:cubicBezTo>
                  <a:close/>
                  <a:moveTo>
                    <a:pt x="2809" y="577"/>
                  </a:moveTo>
                  <a:cubicBezTo>
                    <a:pt x="2816" y="577"/>
                    <a:pt x="2822" y="572"/>
                    <a:pt x="2822" y="565"/>
                  </a:cubicBezTo>
                  <a:cubicBezTo>
                    <a:pt x="2822" y="558"/>
                    <a:pt x="2816" y="552"/>
                    <a:pt x="2809" y="552"/>
                  </a:cubicBezTo>
                  <a:cubicBezTo>
                    <a:pt x="2802" y="552"/>
                    <a:pt x="2797" y="558"/>
                    <a:pt x="2797" y="565"/>
                  </a:cubicBezTo>
                  <a:cubicBezTo>
                    <a:pt x="2797" y="572"/>
                    <a:pt x="2802" y="577"/>
                    <a:pt x="2809" y="577"/>
                  </a:cubicBezTo>
                  <a:close/>
                  <a:moveTo>
                    <a:pt x="2849" y="577"/>
                  </a:moveTo>
                  <a:cubicBezTo>
                    <a:pt x="2856" y="577"/>
                    <a:pt x="2861" y="572"/>
                    <a:pt x="2861" y="565"/>
                  </a:cubicBezTo>
                  <a:cubicBezTo>
                    <a:pt x="2861" y="558"/>
                    <a:pt x="2856" y="552"/>
                    <a:pt x="2849" y="552"/>
                  </a:cubicBezTo>
                  <a:cubicBezTo>
                    <a:pt x="2842" y="552"/>
                    <a:pt x="2836" y="558"/>
                    <a:pt x="2836" y="565"/>
                  </a:cubicBezTo>
                  <a:cubicBezTo>
                    <a:pt x="2836" y="572"/>
                    <a:pt x="2842" y="577"/>
                    <a:pt x="2849" y="577"/>
                  </a:cubicBezTo>
                  <a:close/>
                  <a:moveTo>
                    <a:pt x="2888" y="577"/>
                  </a:moveTo>
                  <a:cubicBezTo>
                    <a:pt x="2895" y="577"/>
                    <a:pt x="2901" y="572"/>
                    <a:pt x="2901" y="565"/>
                  </a:cubicBezTo>
                  <a:cubicBezTo>
                    <a:pt x="2901" y="558"/>
                    <a:pt x="2895" y="552"/>
                    <a:pt x="2888" y="552"/>
                  </a:cubicBezTo>
                  <a:cubicBezTo>
                    <a:pt x="2881" y="552"/>
                    <a:pt x="2875" y="558"/>
                    <a:pt x="2875" y="565"/>
                  </a:cubicBezTo>
                  <a:cubicBezTo>
                    <a:pt x="2875" y="572"/>
                    <a:pt x="2881" y="577"/>
                    <a:pt x="2888" y="577"/>
                  </a:cubicBezTo>
                  <a:close/>
                  <a:moveTo>
                    <a:pt x="2928" y="577"/>
                  </a:moveTo>
                  <a:cubicBezTo>
                    <a:pt x="2935" y="577"/>
                    <a:pt x="2940" y="572"/>
                    <a:pt x="2940" y="565"/>
                  </a:cubicBezTo>
                  <a:cubicBezTo>
                    <a:pt x="2940" y="558"/>
                    <a:pt x="2935" y="552"/>
                    <a:pt x="2928" y="552"/>
                  </a:cubicBezTo>
                  <a:cubicBezTo>
                    <a:pt x="2921" y="552"/>
                    <a:pt x="2915" y="558"/>
                    <a:pt x="2915" y="565"/>
                  </a:cubicBezTo>
                  <a:cubicBezTo>
                    <a:pt x="2915" y="572"/>
                    <a:pt x="2921" y="577"/>
                    <a:pt x="2928" y="577"/>
                  </a:cubicBezTo>
                  <a:close/>
                  <a:moveTo>
                    <a:pt x="2967" y="577"/>
                  </a:moveTo>
                  <a:cubicBezTo>
                    <a:pt x="2974" y="577"/>
                    <a:pt x="2980" y="572"/>
                    <a:pt x="2980" y="565"/>
                  </a:cubicBezTo>
                  <a:cubicBezTo>
                    <a:pt x="2980" y="558"/>
                    <a:pt x="2974" y="552"/>
                    <a:pt x="2967" y="552"/>
                  </a:cubicBezTo>
                  <a:cubicBezTo>
                    <a:pt x="2960" y="552"/>
                    <a:pt x="2954" y="558"/>
                    <a:pt x="2954" y="565"/>
                  </a:cubicBezTo>
                  <a:cubicBezTo>
                    <a:pt x="2954" y="572"/>
                    <a:pt x="2960" y="577"/>
                    <a:pt x="2967" y="577"/>
                  </a:cubicBezTo>
                  <a:close/>
                  <a:moveTo>
                    <a:pt x="3006" y="577"/>
                  </a:moveTo>
                  <a:cubicBezTo>
                    <a:pt x="3013" y="577"/>
                    <a:pt x="3019" y="572"/>
                    <a:pt x="3019" y="565"/>
                  </a:cubicBezTo>
                  <a:cubicBezTo>
                    <a:pt x="3019" y="558"/>
                    <a:pt x="3013" y="552"/>
                    <a:pt x="3006" y="552"/>
                  </a:cubicBezTo>
                  <a:cubicBezTo>
                    <a:pt x="2999" y="552"/>
                    <a:pt x="2994" y="558"/>
                    <a:pt x="2994" y="565"/>
                  </a:cubicBezTo>
                  <a:cubicBezTo>
                    <a:pt x="2994" y="572"/>
                    <a:pt x="2999" y="577"/>
                    <a:pt x="3006" y="577"/>
                  </a:cubicBezTo>
                  <a:close/>
                  <a:moveTo>
                    <a:pt x="3046" y="577"/>
                  </a:moveTo>
                  <a:cubicBezTo>
                    <a:pt x="3053" y="577"/>
                    <a:pt x="3059" y="572"/>
                    <a:pt x="3059" y="565"/>
                  </a:cubicBezTo>
                  <a:cubicBezTo>
                    <a:pt x="3059" y="558"/>
                    <a:pt x="3053" y="552"/>
                    <a:pt x="3046" y="552"/>
                  </a:cubicBezTo>
                  <a:cubicBezTo>
                    <a:pt x="3039" y="552"/>
                    <a:pt x="3033" y="558"/>
                    <a:pt x="3033" y="565"/>
                  </a:cubicBezTo>
                  <a:cubicBezTo>
                    <a:pt x="3033" y="572"/>
                    <a:pt x="3039" y="577"/>
                    <a:pt x="3046" y="577"/>
                  </a:cubicBezTo>
                  <a:close/>
                  <a:moveTo>
                    <a:pt x="3085" y="577"/>
                  </a:moveTo>
                  <a:cubicBezTo>
                    <a:pt x="3092" y="577"/>
                    <a:pt x="3098" y="572"/>
                    <a:pt x="3098" y="565"/>
                  </a:cubicBezTo>
                  <a:cubicBezTo>
                    <a:pt x="3098" y="558"/>
                    <a:pt x="3092" y="552"/>
                    <a:pt x="3085" y="552"/>
                  </a:cubicBezTo>
                  <a:cubicBezTo>
                    <a:pt x="3078" y="552"/>
                    <a:pt x="3073" y="558"/>
                    <a:pt x="3073" y="565"/>
                  </a:cubicBezTo>
                  <a:cubicBezTo>
                    <a:pt x="3073" y="572"/>
                    <a:pt x="3078" y="577"/>
                    <a:pt x="3085" y="577"/>
                  </a:cubicBezTo>
                  <a:close/>
                  <a:moveTo>
                    <a:pt x="3282" y="554"/>
                  </a:moveTo>
                  <a:cubicBezTo>
                    <a:pt x="3276" y="554"/>
                    <a:pt x="3272" y="559"/>
                    <a:pt x="3272" y="565"/>
                  </a:cubicBezTo>
                  <a:cubicBezTo>
                    <a:pt x="3272" y="571"/>
                    <a:pt x="3276" y="575"/>
                    <a:pt x="3282" y="575"/>
                  </a:cubicBezTo>
                  <a:cubicBezTo>
                    <a:pt x="3288" y="575"/>
                    <a:pt x="3293" y="571"/>
                    <a:pt x="3293" y="565"/>
                  </a:cubicBezTo>
                  <a:cubicBezTo>
                    <a:pt x="3293" y="559"/>
                    <a:pt x="3288" y="554"/>
                    <a:pt x="3282" y="554"/>
                  </a:cubicBezTo>
                  <a:close/>
                  <a:moveTo>
                    <a:pt x="444" y="617"/>
                  </a:moveTo>
                  <a:cubicBezTo>
                    <a:pt x="451" y="617"/>
                    <a:pt x="457" y="611"/>
                    <a:pt x="457" y="604"/>
                  </a:cubicBezTo>
                  <a:cubicBezTo>
                    <a:pt x="457" y="597"/>
                    <a:pt x="451" y="591"/>
                    <a:pt x="444" y="591"/>
                  </a:cubicBezTo>
                  <a:cubicBezTo>
                    <a:pt x="437" y="591"/>
                    <a:pt x="431" y="597"/>
                    <a:pt x="431" y="604"/>
                  </a:cubicBezTo>
                  <a:cubicBezTo>
                    <a:pt x="431" y="611"/>
                    <a:pt x="437" y="617"/>
                    <a:pt x="444" y="617"/>
                  </a:cubicBezTo>
                  <a:close/>
                  <a:moveTo>
                    <a:pt x="483" y="617"/>
                  </a:moveTo>
                  <a:cubicBezTo>
                    <a:pt x="490" y="617"/>
                    <a:pt x="496" y="611"/>
                    <a:pt x="496" y="604"/>
                  </a:cubicBezTo>
                  <a:cubicBezTo>
                    <a:pt x="496" y="597"/>
                    <a:pt x="490" y="591"/>
                    <a:pt x="483" y="591"/>
                  </a:cubicBezTo>
                  <a:cubicBezTo>
                    <a:pt x="476" y="591"/>
                    <a:pt x="471" y="597"/>
                    <a:pt x="471" y="604"/>
                  </a:cubicBezTo>
                  <a:cubicBezTo>
                    <a:pt x="471" y="611"/>
                    <a:pt x="476" y="617"/>
                    <a:pt x="483" y="617"/>
                  </a:cubicBezTo>
                  <a:close/>
                  <a:moveTo>
                    <a:pt x="523" y="617"/>
                  </a:moveTo>
                  <a:cubicBezTo>
                    <a:pt x="530" y="617"/>
                    <a:pt x="535" y="611"/>
                    <a:pt x="535" y="604"/>
                  </a:cubicBezTo>
                  <a:cubicBezTo>
                    <a:pt x="535" y="597"/>
                    <a:pt x="530" y="591"/>
                    <a:pt x="523" y="591"/>
                  </a:cubicBezTo>
                  <a:cubicBezTo>
                    <a:pt x="516" y="591"/>
                    <a:pt x="510" y="597"/>
                    <a:pt x="510" y="604"/>
                  </a:cubicBezTo>
                  <a:cubicBezTo>
                    <a:pt x="510" y="611"/>
                    <a:pt x="516" y="617"/>
                    <a:pt x="523" y="617"/>
                  </a:cubicBezTo>
                  <a:close/>
                  <a:moveTo>
                    <a:pt x="562" y="617"/>
                  </a:moveTo>
                  <a:cubicBezTo>
                    <a:pt x="569" y="617"/>
                    <a:pt x="575" y="611"/>
                    <a:pt x="575" y="604"/>
                  </a:cubicBezTo>
                  <a:cubicBezTo>
                    <a:pt x="575" y="597"/>
                    <a:pt x="569" y="591"/>
                    <a:pt x="562" y="591"/>
                  </a:cubicBezTo>
                  <a:cubicBezTo>
                    <a:pt x="555" y="591"/>
                    <a:pt x="549" y="597"/>
                    <a:pt x="549" y="604"/>
                  </a:cubicBezTo>
                  <a:cubicBezTo>
                    <a:pt x="549" y="611"/>
                    <a:pt x="555" y="617"/>
                    <a:pt x="562" y="617"/>
                  </a:cubicBezTo>
                  <a:close/>
                  <a:moveTo>
                    <a:pt x="602" y="617"/>
                  </a:moveTo>
                  <a:cubicBezTo>
                    <a:pt x="609" y="617"/>
                    <a:pt x="614" y="611"/>
                    <a:pt x="614" y="604"/>
                  </a:cubicBezTo>
                  <a:cubicBezTo>
                    <a:pt x="614" y="597"/>
                    <a:pt x="609" y="591"/>
                    <a:pt x="602" y="591"/>
                  </a:cubicBezTo>
                  <a:cubicBezTo>
                    <a:pt x="595" y="591"/>
                    <a:pt x="589" y="597"/>
                    <a:pt x="589" y="604"/>
                  </a:cubicBezTo>
                  <a:cubicBezTo>
                    <a:pt x="589" y="611"/>
                    <a:pt x="595" y="617"/>
                    <a:pt x="602" y="617"/>
                  </a:cubicBezTo>
                  <a:close/>
                  <a:moveTo>
                    <a:pt x="641" y="617"/>
                  </a:moveTo>
                  <a:cubicBezTo>
                    <a:pt x="648" y="617"/>
                    <a:pt x="654" y="611"/>
                    <a:pt x="654" y="604"/>
                  </a:cubicBezTo>
                  <a:cubicBezTo>
                    <a:pt x="654" y="597"/>
                    <a:pt x="648" y="591"/>
                    <a:pt x="641" y="591"/>
                  </a:cubicBezTo>
                  <a:cubicBezTo>
                    <a:pt x="634" y="591"/>
                    <a:pt x="628" y="597"/>
                    <a:pt x="628" y="604"/>
                  </a:cubicBezTo>
                  <a:cubicBezTo>
                    <a:pt x="628" y="611"/>
                    <a:pt x="634" y="617"/>
                    <a:pt x="641" y="617"/>
                  </a:cubicBezTo>
                  <a:close/>
                  <a:moveTo>
                    <a:pt x="680" y="617"/>
                  </a:moveTo>
                  <a:cubicBezTo>
                    <a:pt x="687" y="617"/>
                    <a:pt x="693" y="611"/>
                    <a:pt x="693" y="604"/>
                  </a:cubicBezTo>
                  <a:cubicBezTo>
                    <a:pt x="693" y="597"/>
                    <a:pt x="687" y="591"/>
                    <a:pt x="680" y="591"/>
                  </a:cubicBezTo>
                  <a:cubicBezTo>
                    <a:pt x="673" y="591"/>
                    <a:pt x="668" y="597"/>
                    <a:pt x="668" y="604"/>
                  </a:cubicBezTo>
                  <a:cubicBezTo>
                    <a:pt x="668" y="611"/>
                    <a:pt x="673" y="617"/>
                    <a:pt x="680" y="617"/>
                  </a:cubicBezTo>
                  <a:close/>
                  <a:moveTo>
                    <a:pt x="720" y="617"/>
                  </a:moveTo>
                  <a:cubicBezTo>
                    <a:pt x="727" y="617"/>
                    <a:pt x="733" y="611"/>
                    <a:pt x="733" y="604"/>
                  </a:cubicBezTo>
                  <a:cubicBezTo>
                    <a:pt x="733" y="597"/>
                    <a:pt x="727" y="591"/>
                    <a:pt x="720" y="591"/>
                  </a:cubicBezTo>
                  <a:cubicBezTo>
                    <a:pt x="713" y="591"/>
                    <a:pt x="707" y="597"/>
                    <a:pt x="707" y="604"/>
                  </a:cubicBezTo>
                  <a:cubicBezTo>
                    <a:pt x="707" y="611"/>
                    <a:pt x="713" y="617"/>
                    <a:pt x="720" y="617"/>
                  </a:cubicBezTo>
                  <a:close/>
                  <a:moveTo>
                    <a:pt x="759" y="617"/>
                  </a:moveTo>
                  <a:cubicBezTo>
                    <a:pt x="766" y="617"/>
                    <a:pt x="772" y="611"/>
                    <a:pt x="772" y="604"/>
                  </a:cubicBezTo>
                  <a:cubicBezTo>
                    <a:pt x="772" y="597"/>
                    <a:pt x="766" y="591"/>
                    <a:pt x="759" y="591"/>
                  </a:cubicBezTo>
                  <a:cubicBezTo>
                    <a:pt x="752" y="591"/>
                    <a:pt x="747" y="597"/>
                    <a:pt x="747" y="604"/>
                  </a:cubicBezTo>
                  <a:cubicBezTo>
                    <a:pt x="747" y="611"/>
                    <a:pt x="752" y="617"/>
                    <a:pt x="759" y="617"/>
                  </a:cubicBezTo>
                  <a:close/>
                  <a:moveTo>
                    <a:pt x="838" y="617"/>
                  </a:moveTo>
                  <a:cubicBezTo>
                    <a:pt x="845" y="617"/>
                    <a:pt x="851" y="611"/>
                    <a:pt x="851" y="604"/>
                  </a:cubicBezTo>
                  <a:cubicBezTo>
                    <a:pt x="851" y="597"/>
                    <a:pt x="845" y="591"/>
                    <a:pt x="838" y="591"/>
                  </a:cubicBezTo>
                  <a:cubicBezTo>
                    <a:pt x="831" y="591"/>
                    <a:pt x="825" y="597"/>
                    <a:pt x="825" y="604"/>
                  </a:cubicBezTo>
                  <a:cubicBezTo>
                    <a:pt x="825" y="611"/>
                    <a:pt x="831" y="617"/>
                    <a:pt x="838" y="617"/>
                  </a:cubicBezTo>
                  <a:close/>
                  <a:moveTo>
                    <a:pt x="878" y="617"/>
                  </a:moveTo>
                  <a:cubicBezTo>
                    <a:pt x="885" y="617"/>
                    <a:pt x="890" y="611"/>
                    <a:pt x="890" y="604"/>
                  </a:cubicBezTo>
                  <a:cubicBezTo>
                    <a:pt x="890" y="597"/>
                    <a:pt x="885" y="591"/>
                    <a:pt x="878" y="591"/>
                  </a:cubicBezTo>
                  <a:cubicBezTo>
                    <a:pt x="871" y="591"/>
                    <a:pt x="865" y="597"/>
                    <a:pt x="865" y="604"/>
                  </a:cubicBezTo>
                  <a:cubicBezTo>
                    <a:pt x="865" y="611"/>
                    <a:pt x="871" y="617"/>
                    <a:pt x="878" y="617"/>
                  </a:cubicBezTo>
                  <a:close/>
                  <a:moveTo>
                    <a:pt x="917" y="617"/>
                  </a:moveTo>
                  <a:cubicBezTo>
                    <a:pt x="924" y="617"/>
                    <a:pt x="930" y="611"/>
                    <a:pt x="930" y="604"/>
                  </a:cubicBezTo>
                  <a:cubicBezTo>
                    <a:pt x="930" y="597"/>
                    <a:pt x="924" y="591"/>
                    <a:pt x="917" y="591"/>
                  </a:cubicBezTo>
                  <a:cubicBezTo>
                    <a:pt x="910" y="591"/>
                    <a:pt x="904" y="597"/>
                    <a:pt x="904" y="604"/>
                  </a:cubicBezTo>
                  <a:cubicBezTo>
                    <a:pt x="904" y="611"/>
                    <a:pt x="910" y="617"/>
                    <a:pt x="917" y="617"/>
                  </a:cubicBezTo>
                  <a:close/>
                  <a:moveTo>
                    <a:pt x="956" y="617"/>
                  </a:moveTo>
                  <a:cubicBezTo>
                    <a:pt x="963" y="617"/>
                    <a:pt x="969" y="611"/>
                    <a:pt x="969" y="604"/>
                  </a:cubicBezTo>
                  <a:cubicBezTo>
                    <a:pt x="969" y="597"/>
                    <a:pt x="963" y="591"/>
                    <a:pt x="956" y="591"/>
                  </a:cubicBezTo>
                  <a:cubicBezTo>
                    <a:pt x="949" y="591"/>
                    <a:pt x="944" y="597"/>
                    <a:pt x="944" y="604"/>
                  </a:cubicBezTo>
                  <a:cubicBezTo>
                    <a:pt x="944" y="611"/>
                    <a:pt x="949" y="617"/>
                    <a:pt x="956" y="617"/>
                  </a:cubicBezTo>
                  <a:close/>
                  <a:moveTo>
                    <a:pt x="996" y="617"/>
                  </a:moveTo>
                  <a:cubicBezTo>
                    <a:pt x="1003" y="617"/>
                    <a:pt x="1009" y="611"/>
                    <a:pt x="1009" y="604"/>
                  </a:cubicBezTo>
                  <a:cubicBezTo>
                    <a:pt x="1009" y="597"/>
                    <a:pt x="1003" y="591"/>
                    <a:pt x="996" y="591"/>
                  </a:cubicBezTo>
                  <a:cubicBezTo>
                    <a:pt x="989" y="591"/>
                    <a:pt x="983" y="597"/>
                    <a:pt x="983" y="604"/>
                  </a:cubicBezTo>
                  <a:cubicBezTo>
                    <a:pt x="983" y="611"/>
                    <a:pt x="989" y="617"/>
                    <a:pt x="996" y="617"/>
                  </a:cubicBezTo>
                  <a:close/>
                  <a:moveTo>
                    <a:pt x="1035" y="595"/>
                  </a:moveTo>
                  <a:cubicBezTo>
                    <a:pt x="1030" y="595"/>
                    <a:pt x="1026" y="599"/>
                    <a:pt x="1026" y="604"/>
                  </a:cubicBezTo>
                  <a:cubicBezTo>
                    <a:pt x="1026" y="609"/>
                    <a:pt x="1030" y="613"/>
                    <a:pt x="1035" y="613"/>
                  </a:cubicBezTo>
                  <a:cubicBezTo>
                    <a:pt x="1040" y="613"/>
                    <a:pt x="1045" y="609"/>
                    <a:pt x="1045" y="604"/>
                  </a:cubicBezTo>
                  <a:cubicBezTo>
                    <a:pt x="1045" y="599"/>
                    <a:pt x="1040" y="595"/>
                    <a:pt x="1035" y="595"/>
                  </a:cubicBezTo>
                  <a:close/>
                  <a:moveTo>
                    <a:pt x="1101" y="604"/>
                  </a:moveTo>
                  <a:cubicBezTo>
                    <a:pt x="1101" y="611"/>
                    <a:pt x="1107" y="617"/>
                    <a:pt x="1114" y="617"/>
                  </a:cubicBezTo>
                  <a:cubicBezTo>
                    <a:pt x="1121" y="617"/>
                    <a:pt x="1127" y="611"/>
                    <a:pt x="1127" y="604"/>
                  </a:cubicBezTo>
                  <a:cubicBezTo>
                    <a:pt x="1127" y="597"/>
                    <a:pt x="1121" y="591"/>
                    <a:pt x="1114" y="591"/>
                  </a:cubicBezTo>
                  <a:cubicBezTo>
                    <a:pt x="1107" y="591"/>
                    <a:pt x="1101" y="597"/>
                    <a:pt x="1101" y="604"/>
                  </a:cubicBezTo>
                  <a:close/>
                  <a:moveTo>
                    <a:pt x="1144" y="604"/>
                  </a:moveTo>
                  <a:cubicBezTo>
                    <a:pt x="1144" y="609"/>
                    <a:pt x="1148" y="613"/>
                    <a:pt x="1154" y="613"/>
                  </a:cubicBezTo>
                  <a:cubicBezTo>
                    <a:pt x="1159" y="613"/>
                    <a:pt x="1163" y="609"/>
                    <a:pt x="1163" y="604"/>
                  </a:cubicBezTo>
                  <a:cubicBezTo>
                    <a:pt x="1163" y="599"/>
                    <a:pt x="1159" y="595"/>
                    <a:pt x="1154" y="595"/>
                  </a:cubicBezTo>
                  <a:cubicBezTo>
                    <a:pt x="1148" y="595"/>
                    <a:pt x="1144" y="599"/>
                    <a:pt x="1144" y="604"/>
                  </a:cubicBezTo>
                  <a:close/>
                  <a:moveTo>
                    <a:pt x="1666" y="591"/>
                  </a:moveTo>
                  <a:cubicBezTo>
                    <a:pt x="1659" y="591"/>
                    <a:pt x="1653" y="597"/>
                    <a:pt x="1653" y="604"/>
                  </a:cubicBezTo>
                  <a:cubicBezTo>
                    <a:pt x="1653" y="611"/>
                    <a:pt x="1659" y="617"/>
                    <a:pt x="1666" y="617"/>
                  </a:cubicBezTo>
                  <a:cubicBezTo>
                    <a:pt x="1673" y="617"/>
                    <a:pt x="1679" y="611"/>
                    <a:pt x="1679" y="604"/>
                  </a:cubicBezTo>
                  <a:cubicBezTo>
                    <a:pt x="1679" y="597"/>
                    <a:pt x="1673" y="591"/>
                    <a:pt x="1666" y="591"/>
                  </a:cubicBezTo>
                  <a:close/>
                  <a:moveTo>
                    <a:pt x="1705" y="617"/>
                  </a:moveTo>
                  <a:cubicBezTo>
                    <a:pt x="1712" y="617"/>
                    <a:pt x="1718" y="611"/>
                    <a:pt x="1718" y="604"/>
                  </a:cubicBezTo>
                  <a:cubicBezTo>
                    <a:pt x="1718" y="597"/>
                    <a:pt x="1712" y="591"/>
                    <a:pt x="1705" y="591"/>
                  </a:cubicBezTo>
                  <a:cubicBezTo>
                    <a:pt x="1698" y="591"/>
                    <a:pt x="1693" y="597"/>
                    <a:pt x="1693" y="604"/>
                  </a:cubicBezTo>
                  <a:cubicBezTo>
                    <a:pt x="1693" y="611"/>
                    <a:pt x="1698" y="617"/>
                    <a:pt x="1705" y="617"/>
                  </a:cubicBezTo>
                  <a:close/>
                  <a:moveTo>
                    <a:pt x="1745" y="617"/>
                  </a:moveTo>
                  <a:cubicBezTo>
                    <a:pt x="1752" y="617"/>
                    <a:pt x="1758" y="611"/>
                    <a:pt x="1758" y="604"/>
                  </a:cubicBezTo>
                  <a:cubicBezTo>
                    <a:pt x="1758" y="597"/>
                    <a:pt x="1752" y="591"/>
                    <a:pt x="1745" y="591"/>
                  </a:cubicBezTo>
                  <a:cubicBezTo>
                    <a:pt x="1738" y="591"/>
                    <a:pt x="1732" y="597"/>
                    <a:pt x="1732" y="604"/>
                  </a:cubicBezTo>
                  <a:cubicBezTo>
                    <a:pt x="1732" y="611"/>
                    <a:pt x="1738" y="617"/>
                    <a:pt x="1745" y="617"/>
                  </a:cubicBezTo>
                  <a:close/>
                  <a:moveTo>
                    <a:pt x="1784" y="617"/>
                  </a:moveTo>
                  <a:cubicBezTo>
                    <a:pt x="1791" y="617"/>
                    <a:pt x="1797" y="611"/>
                    <a:pt x="1797" y="604"/>
                  </a:cubicBezTo>
                  <a:cubicBezTo>
                    <a:pt x="1797" y="597"/>
                    <a:pt x="1791" y="591"/>
                    <a:pt x="1784" y="591"/>
                  </a:cubicBezTo>
                  <a:cubicBezTo>
                    <a:pt x="1777" y="591"/>
                    <a:pt x="1772" y="597"/>
                    <a:pt x="1772" y="604"/>
                  </a:cubicBezTo>
                  <a:cubicBezTo>
                    <a:pt x="1772" y="611"/>
                    <a:pt x="1777" y="617"/>
                    <a:pt x="1784" y="617"/>
                  </a:cubicBezTo>
                  <a:close/>
                  <a:moveTo>
                    <a:pt x="1824" y="617"/>
                  </a:moveTo>
                  <a:cubicBezTo>
                    <a:pt x="1831" y="617"/>
                    <a:pt x="1836" y="611"/>
                    <a:pt x="1836" y="604"/>
                  </a:cubicBezTo>
                  <a:cubicBezTo>
                    <a:pt x="1836" y="597"/>
                    <a:pt x="1831" y="591"/>
                    <a:pt x="1824" y="591"/>
                  </a:cubicBezTo>
                  <a:cubicBezTo>
                    <a:pt x="1817" y="591"/>
                    <a:pt x="1811" y="597"/>
                    <a:pt x="1811" y="604"/>
                  </a:cubicBezTo>
                  <a:cubicBezTo>
                    <a:pt x="1811" y="611"/>
                    <a:pt x="1817" y="617"/>
                    <a:pt x="1824" y="617"/>
                  </a:cubicBezTo>
                  <a:close/>
                  <a:moveTo>
                    <a:pt x="1863" y="617"/>
                  </a:moveTo>
                  <a:cubicBezTo>
                    <a:pt x="1870" y="617"/>
                    <a:pt x="1876" y="611"/>
                    <a:pt x="1876" y="604"/>
                  </a:cubicBezTo>
                  <a:cubicBezTo>
                    <a:pt x="1876" y="597"/>
                    <a:pt x="1870" y="591"/>
                    <a:pt x="1863" y="591"/>
                  </a:cubicBezTo>
                  <a:cubicBezTo>
                    <a:pt x="1856" y="591"/>
                    <a:pt x="1850" y="597"/>
                    <a:pt x="1850" y="604"/>
                  </a:cubicBezTo>
                  <a:cubicBezTo>
                    <a:pt x="1850" y="611"/>
                    <a:pt x="1856" y="617"/>
                    <a:pt x="1863" y="617"/>
                  </a:cubicBezTo>
                  <a:close/>
                  <a:moveTo>
                    <a:pt x="1903" y="617"/>
                  </a:moveTo>
                  <a:cubicBezTo>
                    <a:pt x="1910" y="617"/>
                    <a:pt x="1915" y="611"/>
                    <a:pt x="1915" y="604"/>
                  </a:cubicBezTo>
                  <a:cubicBezTo>
                    <a:pt x="1915" y="597"/>
                    <a:pt x="1910" y="591"/>
                    <a:pt x="1903" y="591"/>
                  </a:cubicBezTo>
                  <a:cubicBezTo>
                    <a:pt x="1896" y="591"/>
                    <a:pt x="1890" y="597"/>
                    <a:pt x="1890" y="604"/>
                  </a:cubicBezTo>
                  <a:cubicBezTo>
                    <a:pt x="1890" y="611"/>
                    <a:pt x="1896" y="617"/>
                    <a:pt x="1903" y="617"/>
                  </a:cubicBezTo>
                  <a:close/>
                  <a:moveTo>
                    <a:pt x="1942" y="617"/>
                  </a:moveTo>
                  <a:cubicBezTo>
                    <a:pt x="1949" y="617"/>
                    <a:pt x="1955" y="611"/>
                    <a:pt x="1955" y="604"/>
                  </a:cubicBezTo>
                  <a:cubicBezTo>
                    <a:pt x="1955" y="597"/>
                    <a:pt x="1949" y="591"/>
                    <a:pt x="1942" y="591"/>
                  </a:cubicBezTo>
                  <a:cubicBezTo>
                    <a:pt x="1935" y="591"/>
                    <a:pt x="1929" y="597"/>
                    <a:pt x="1929" y="604"/>
                  </a:cubicBezTo>
                  <a:cubicBezTo>
                    <a:pt x="1929" y="611"/>
                    <a:pt x="1935" y="617"/>
                    <a:pt x="1942" y="617"/>
                  </a:cubicBezTo>
                  <a:close/>
                  <a:moveTo>
                    <a:pt x="1981" y="617"/>
                  </a:moveTo>
                  <a:cubicBezTo>
                    <a:pt x="1988" y="617"/>
                    <a:pt x="1994" y="611"/>
                    <a:pt x="1994" y="604"/>
                  </a:cubicBezTo>
                  <a:cubicBezTo>
                    <a:pt x="1994" y="597"/>
                    <a:pt x="1988" y="591"/>
                    <a:pt x="1981" y="591"/>
                  </a:cubicBezTo>
                  <a:cubicBezTo>
                    <a:pt x="1974" y="591"/>
                    <a:pt x="1969" y="597"/>
                    <a:pt x="1969" y="604"/>
                  </a:cubicBezTo>
                  <a:cubicBezTo>
                    <a:pt x="1969" y="611"/>
                    <a:pt x="1974" y="617"/>
                    <a:pt x="1981" y="617"/>
                  </a:cubicBezTo>
                  <a:close/>
                  <a:moveTo>
                    <a:pt x="2021" y="617"/>
                  </a:moveTo>
                  <a:cubicBezTo>
                    <a:pt x="2028" y="617"/>
                    <a:pt x="2034" y="611"/>
                    <a:pt x="2034" y="604"/>
                  </a:cubicBezTo>
                  <a:cubicBezTo>
                    <a:pt x="2034" y="597"/>
                    <a:pt x="2028" y="591"/>
                    <a:pt x="2021" y="591"/>
                  </a:cubicBezTo>
                  <a:cubicBezTo>
                    <a:pt x="2014" y="591"/>
                    <a:pt x="2008" y="597"/>
                    <a:pt x="2008" y="604"/>
                  </a:cubicBezTo>
                  <a:cubicBezTo>
                    <a:pt x="2008" y="611"/>
                    <a:pt x="2014" y="617"/>
                    <a:pt x="2021" y="617"/>
                  </a:cubicBezTo>
                  <a:close/>
                  <a:moveTo>
                    <a:pt x="2060" y="617"/>
                  </a:moveTo>
                  <a:cubicBezTo>
                    <a:pt x="2067" y="617"/>
                    <a:pt x="2073" y="611"/>
                    <a:pt x="2073" y="604"/>
                  </a:cubicBezTo>
                  <a:cubicBezTo>
                    <a:pt x="2073" y="597"/>
                    <a:pt x="2067" y="591"/>
                    <a:pt x="2060" y="591"/>
                  </a:cubicBezTo>
                  <a:cubicBezTo>
                    <a:pt x="2053" y="591"/>
                    <a:pt x="2048" y="597"/>
                    <a:pt x="2048" y="604"/>
                  </a:cubicBezTo>
                  <a:cubicBezTo>
                    <a:pt x="2048" y="611"/>
                    <a:pt x="2053" y="617"/>
                    <a:pt x="2060" y="617"/>
                  </a:cubicBezTo>
                  <a:close/>
                  <a:moveTo>
                    <a:pt x="2100" y="617"/>
                  </a:moveTo>
                  <a:cubicBezTo>
                    <a:pt x="2107" y="617"/>
                    <a:pt x="2112" y="611"/>
                    <a:pt x="2112" y="604"/>
                  </a:cubicBezTo>
                  <a:cubicBezTo>
                    <a:pt x="2112" y="597"/>
                    <a:pt x="2107" y="591"/>
                    <a:pt x="2100" y="591"/>
                  </a:cubicBezTo>
                  <a:cubicBezTo>
                    <a:pt x="2093" y="591"/>
                    <a:pt x="2087" y="597"/>
                    <a:pt x="2087" y="604"/>
                  </a:cubicBezTo>
                  <a:cubicBezTo>
                    <a:pt x="2087" y="611"/>
                    <a:pt x="2093" y="617"/>
                    <a:pt x="2100" y="617"/>
                  </a:cubicBezTo>
                  <a:close/>
                  <a:moveTo>
                    <a:pt x="2139" y="617"/>
                  </a:moveTo>
                  <a:cubicBezTo>
                    <a:pt x="2146" y="617"/>
                    <a:pt x="2152" y="611"/>
                    <a:pt x="2152" y="604"/>
                  </a:cubicBezTo>
                  <a:cubicBezTo>
                    <a:pt x="2152" y="597"/>
                    <a:pt x="2146" y="591"/>
                    <a:pt x="2139" y="591"/>
                  </a:cubicBezTo>
                  <a:cubicBezTo>
                    <a:pt x="2132" y="591"/>
                    <a:pt x="2126" y="597"/>
                    <a:pt x="2126" y="604"/>
                  </a:cubicBezTo>
                  <a:cubicBezTo>
                    <a:pt x="2126" y="611"/>
                    <a:pt x="2132" y="617"/>
                    <a:pt x="2139" y="617"/>
                  </a:cubicBezTo>
                  <a:close/>
                  <a:moveTo>
                    <a:pt x="2179" y="617"/>
                  </a:moveTo>
                  <a:cubicBezTo>
                    <a:pt x="2186" y="617"/>
                    <a:pt x="2191" y="611"/>
                    <a:pt x="2191" y="604"/>
                  </a:cubicBezTo>
                  <a:cubicBezTo>
                    <a:pt x="2191" y="597"/>
                    <a:pt x="2186" y="591"/>
                    <a:pt x="2179" y="591"/>
                  </a:cubicBezTo>
                  <a:cubicBezTo>
                    <a:pt x="2171" y="591"/>
                    <a:pt x="2166" y="597"/>
                    <a:pt x="2166" y="604"/>
                  </a:cubicBezTo>
                  <a:cubicBezTo>
                    <a:pt x="2166" y="611"/>
                    <a:pt x="2171" y="617"/>
                    <a:pt x="2179" y="617"/>
                  </a:cubicBezTo>
                  <a:close/>
                  <a:moveTo>
                    <a:pt x="2218" y="617"/>
                  </a:moveTo>
                  <a:cubicBezTo>
                    <a:pt x="2225" y="617"/>
                    <a:pt x="2231" y="611"/>
                    <a:pt x="2231" y="604"/>
                  </a:cubicBezTo>
                  <a:cubicBezTo>
                    <a:pt x="2231" y="597"/>
                    <a:pt x="2225" y="591"/>
                    <a:pt x="2218" y="591"/>
                  </a:cubicBezTo>
                  <a:cubicBezTo>
                    <a:pt x="2211" y="591"/>
                    <a:pt x="2205" y="597"/>
                    <a:pt x="2205" y="604"/>
                  </a:cubicBezTo>
                  <a:cubicBezTo>
                    <a:pt x="2205" y="611"/>
                    <a:pt x="2211" y="617"/>
                    <a:pt x="2218" y="617"/>
                  </a:cubicBezTo>
                  <a:close/>
                  <a:moveTo>
                    <a:pt x="2257" y="617"/>
                  </a:moveTo>
                  <a:cubicBezTo>
                    <a:pt x="2264" y="617"/>
                    <a:pt x="2270" y="611"/>
                    <a:pt x="2270" y="604"/>
                  </a:cubicBezTo>
                  <a:cubicBezTo>
                    <a:pt x="2270" y="597"/>
                    <a:pt x="2264" y="591"/>
                    <a:pt x="2257" y="591"/>
                  </a:cubicBezTo>
                  <a:cubicBezTo>
                    <a:pt x="2250" y="591"/>
                    <a:pt x="2245" y="597"/>
                    <a:pt x="2245" y="604"/>
                  </a:cubicBezTo>
                  <a:cubicBezTo>
                    <a:pt x="2245" y="611"/>
                    <a:pt x="2250" y="617"/>
                    <a:pt x="2257" y="617"/>
                  </a:cubicBezTo>
                  <a:close/>
                  <a:moveTo>
                    <a:pt x="2297" y="617"/>
                  </a:moveTo>
                  <a:cubicBezTo>
                    <a:pt x="2304" y="617"/>
                    <a:pt x="2310" y="611"/>
                    <a:pt x="2310" y="604"/>
                  </a:cubicBezTo>
                  <a:cubicBezTo>
                    <a:pt x="2310" y="597"/>
                    <a:pt x="2304" y="591"/>
                    <a:pt x="2297" y="591"/>
                  </a:cubicBezTo>
                  <a:cubicBezTo>
                    <a:pt x="2290" y="591"/>
                    <a:pt x="2284" y="597"/>
                    <a:pt x="2284" y="604"/>
                  </a:cubicBezTo>
                  <a:cubicBezTo>
                    <a:pt x="2284" y="611"/>
                    <a:pt x="2290" y="617"/>
                    <a:pt x="2297" y="617"/>
                  </a:cubicBezTo>
                  <a:close/>
                  <a:moveTo>
                    <a:pt x="2336" y="617"/>
                  </a:moveTo>
                  <a:cubicBezTo>
                    <a:pt x="2343" y="617"/>
                    <a:pt x="2349" y="611"/>
                    <a:pt x="2349" y="604"/>
                  </a:cubicBezTo>
                  <a:cubicBezTo>
                    <a:pt x="2349" y="597"/>
                    <a:pt x="2343" y="591"/>
                    <a:pt x="2336" y="591"/>
                  </a:cubicBezTo>
                  <a:cubicBezTo>
                    <a:pt x="2329" y="591"/>
                    <a:pt x="2323" y="597"/>
                    <a:pt x="2323" y="604"/>
                  </a:cubicBezTo>
                  <a:cubicBezTo>
                    <a:pt x="2323" y="611"/>
                    <a:pt x="2329" y="617"/>
                    <a:pt x="2336" y="617"/>
                  </a:cubicBezTo>
                  <a:close/>
                  <a:moveTo>
                    <a:pt x="2376" y="617"/>
                  </a:moveTo>
                  <a:cubicBezTo>
                    <a:pt x="2383" y="617"/>
                    <a:pt x="2388" y="611"/>
                    <a:pt x="2388" y="604"/>
                  </a:cubicBezTo>
                  <a:cubicBezTo>
                    <a:pt x="2388" y="597"/>
                    <a:pt x="2383" y="591"/>
                    <a:pt x="2376" y="591"/>
                  </a:cubicBezTo>
                  <a:cubicBezTo>
                    <a:pt x="2369" y="591"/>
                    <a:pt x="2363" y="597"/>
                    <a:pt x="2363" y="604"/>
                  </a:cubicBezTo>
                  <a:cubicBezTo>
                    <a:pt x="2363" y="611"/>
                    <a:pt x="2369" y="617"/>
                    <a:pt x="2376" y="617"/>
                  </a:cubicBezTo>
                  <a:close/>
                  <a:moveTo>
                    <a:pt x="2415" y="617"/>
                  </a:moveTo>
                  <a:cubicBezTo>
                    <a:pt x="2422" y="617"/>
                    <a:pt x="2428" y="611"/>
                    <a:pt x="2428" y="604"/>
                  </a:cubicBezTo>
                  <a:cubicBezTo>
                    <a:pt x="2428" y="597"/>
                    <a:pt x="2422" y="591"/>
                    <a:pt x="2415" y="591"/>
                  </a:cubicBezTo>
                  <a:cubicBezTo>
                    <a:pt x="2408" y="591"/>
                    <a:pt x="2402" y="597"/>
                    <a:pt x="2402" y="604"/>
                  </a:cubicBezTo>
                  <a:cubicBezTo>
                    <a:pt x="2402" y="611"/>
                    <a:pt x="2408" y="617"/>
                    <a:pt x="2415" y="617"/>
                  </a:cubicBezTo>
                  <a:close/>
                  <a:moveTo>
                    <a:pt x="2455" y="617"/>
                  </a:moveTo>
                  <a:cubicBezTo>
                    <a:pt x="2462" y="617"/>
                    <a:pt x="2467" y="611"/>
                    <a:pt x="2467" y="604"/>
                  </a:cubicBezTo>
                  <a:cubicBezTo>
                    <a:pt x="2467" y="597"/>
                    <a:pt x="2462" y="591"/>
                    <a:pt x="2455" y="591"/>
                  </a:cubicBezTo>
                  <a:cubicBezTo>
                    <a:pt x="2447" y="591"/>
                    <a:pt x="2442" y="597"/>
                    <a:pt x="2442" y="604"/>
                  </a:cubicBezTo>
                  <a:cubicBezTo>
                    <a:pt x="2442" y="611"/>
                    <a:pt x="2447" y="617"/>
                    <a:pt x="2455" y="617"/>
                  </a:cubicBezTo>
                  <a:close/>
                  <a:moveTo>
                    <a:pt x="2494" y="617"/>
                  </a:moveTo>
                  <a:cubicBezTo>
                    <a:pt x="2501" y="617"/>
                    <a:pt x="2507" y="611"/>
                    <a:pt x="2507" y="604"/>
                  </a:cubicBezTo>
                  <a:cubicBezTo>
                    <a:pt x="2507" y="597"/>
                    <a:pt x="2501" y="591"/>
                    <a:pt x="2494" y="591"/>
                  </a:cubicBezTo>
                  <a:cubicBezTo>
                    <a:pt x="2487" y="591"/>
                    <a:pt x="2481" y="597"/>
                    <a:pt x="2481" y="604"/>
                  </a:cubicBezTo>
                  <a:cubicBezTo>
                    <a:pt x="2481" y="611"/>
                    <a:pt x="2487" y="617"/>
                    <a:pt x="2494" y="617"/>
                  </a:cubicBezTo>
                  <a:close/>
                  <a:moveTo>
                    <a:pt x="2533" y="617"/>
                  </a:moveTo>
                  <a:cubicBezTo>
                    <a:pt x="2540" y="617"/>
                    <a:pt x="2546" y="611"/>
                    <a:pt x="2546" y="604"/>
                  </a:cubicBezTo>
                  <a:cubicBezTo>
                    <a:pt x="2546" y="597"/>
                    <a:pt x="2540" y="591"/>
                    <a:pt x="2533" y="591"/>
                  </a:cubicBezTo>
                  <a:cubicBezTo>
                    <a:pt x="2526" y="591"/>
                    <a:pt x="2521" y="597"/>
                    <a:pt x="2521" y="604"/>
                  </a:cubicBezTo>
                  <a:cubicBezTo>
                    <a:pt x="2521" y="611"/>
                    <a:pt x="2526" y="617"/>
                    <a:pt x="2533" y="617"/>
                  </a:cubicBezTo>
                  <a:close/>
                  <a:moveTo>
                    <a:pt x="2573" y="617"/>
                  </a:moveTo>
                  <a:cubicBezTo>
                    <a:pt x="2580" y="617"/>
                    <a:pt x="2586" y="611"/>
                    <a:pt x="2586" y="604"/>
                  </a:cubicBezTo>
                  <a:cubicBezTo>
                    <a:pt x="2586" y="597"/>
                    <a:pt x="2580" y="591"/>
                    <a:pt x="2573" y="591"/>
                  </a:cubicBezTo>
                  <a:cubicBezTo>
                    <a:pt x="2566" y="591"/>
                    <a:pt x="2560" y="597"/>
                    <a:pt x="2560" y="604"/>
                  </a:cubicBezTo>
                  <a:cubicBezTo>
                    <a:pt x="2560" y="611"/>
                    <a:pt x="2566" y="617"/>
                    <a:pt x="2573" y="617"/>
                  </a:cubicBezTo>
                  <a:close/>
                  <a:moveTo>
                    <a:pt x="2612" y="617"/>
                  </a:moveTo>
                  <a:cubicBezTo>
                    <a:pt x="2619" y="617"/>
                    <a:pt x="2625" y="611"/>
                    <a:pt x="2625" y="604"/>
                  </a:cubicBezTo>
                  <a:cubicBezTo>
                    <a:pt x="2625" y="597"/>
                    <a:pt x="2619" y="591"/>
                    <a:pt x="2612" y="591"/>
                  </a:cubicBezTo>
                  <a:cubicBezTo>
                    <a:pt x="2605" y="591"/>
                    <a:pt x="2599" y="597"/>
                    <a:pt x="2599" y="604"/>
                  </a:cubicBezTo>
                  <a:cubicBezTo>
                    <a:pt x="2599" y="611"/>
                    <a:pt x="2605" y="617"/>
                    <a:pt x="2612" y="617"/>
                  </a:cubicBezTo>
                  <a:close/>
                  <a:moveTo>
                    <a:pt x="2652" y="617"/>
                  </a:moveTo>
                  <a:cubicBezTo>
                    <a:pt x="2659" y="617"/>
                    <a:pt x="2664" y="611"/>
                    <a:pt x="2664" y="604"/>
                  </a:cubicBezTo>
                  <a:cubicBezTo>
                    <a:pt x="2664" y="597"/>
                    <a:pt x="2659" y="591"/>
                    <a:pt x="2652" y="591"/>
                  </a:cubicBezTo>
                  <a:cubicBezTo>
                    <a:pt x="2645" y="591"/>
                    <a:pt x="2639" y="597"/>
                    <a:pt x="2639" y="604"/>
                  </a:cubicBezTo>
                  <a:cubicBezTo>
                    <a:pt x="2639" y="611"/>
                    <a:pt x="2645" y="617"/>
                    <a:pt x="2652" y="617"/>
                  </a:cubicBezTo>
                  <a:close/>
                  <a:moveTo>
                    <a:pt x="2691" y="617"/>
                  </a:moveTo>
                  <a:cubicBezTo>
                    <a:pt x="2698" y="617"/>
                    <a:pt x="2704" y="611"/>
                    <a:pt x="2704" y="604"/>
                  </a:cubicBezTo>
                  <a:cubicBezTo>
                    <a:pt x="2704" y="597"/>
                    <a:pt x="2698" y="591"/>
                    <a:pt x="2691" y="591"/>
                  </a:cubicBezTo>
                  <a:cubicBezTo>
                    <a:pt x="2684" y="591"/>
                    <a:pt x="2678" y="597"/>
                    <a:pt x="2678" y="604"/>
                  </a:cubicBezTo>
                  <a:cubicBezTo>
                    <a:pt x="2678" y="611"/>
                    <a:pt x="2684" y="617"/>
                    <a:pt x="2691" y="617"/>
                  </a:cubicBezTo>
                  <a:close/>
                  <a:moveTo>
                    <a:pt x="2730" y="617"/>
                  </a:moveTo>
                  <a:cubicBezTo>
                    <a:pt x="2738" y="617"/>
                    <a:pt x="2743" y="611"/>
                    <a:pt x="2743" y="604"/>
                  </a:cubicBezTo>
                  <a:cubicBezTo>
                    <a:pt x="2743" y="597"/>
                    <a:pt x="2738" y="591"/>
                    <a:pt x="2730" y="591"/>
                  </a:cubicBezTo>
                  <a:cubicBezTo>
                    <a:pt x="2723" y="591"/>
                    <a:pt x="2718" y="597"/>
                    <a:pt x="2718" y="604"/>
                  </a:cubicBezTo>
                  <a:cubicBezTo>
                    <a:pt x="2718" y="611"/>
                    <a:pt x="2723" y="617"/>
                    <a:pt x="2730" y="617"/>
                  </a:cubicBezTo>
                  <a:close/>
                  <a:moveTo>
                    <a:pt x="2770" y="617"/>
                  </a:moveTo>
                  <a:cubicBezTo>
                    <a:pt x="2777" y="617"/>
                    <a:pt x="2783" y="611"/>
                    <a:pt x="2783" y="604"/>
                  </a:cubicBezTo>
                  <a:cubicBezTo>
                    <a:pt x="2783" y="597"/>
                    <a:pt x="2777" y="591"/>
                    <a:pt x="2770" y="591"/>
                  </a:cubicBezTo>
                  <a:cubicBezTo>
                    <a:pt x="2763" y="591"/>
                    <a:pt x="2757" y="597"/>
                    <a:pt x="2757" y="604"/>
                  </a:cubicBezTo>
                  <a:cubicBezTo>
                    <a:pt x="2757" y="611"/>
                    <a:pt x="2763" y="617"/>
                    <a:pt x="2770" y="617"/>
                  </a:cubicBezTo>
                  <a:close/>
                  <a:moveTo>
                    <a:pt x="2809" y="617"/>
                  </a:moveTo>
                  <a:cubicBezTo>
                    <a:pt x="2816" y="617"/>
                    <a:pt x="2822" y="611"/>
                    <a:pt x="2822" y="604"/>
                  </a:cubicBezTo>
                  <a:cubicBezTo>
                    <a:pt x="2822" y="597"/>
                    <a:pt x="2816" y="591"/>
                    <a:pt x="2809" y="591"/>
                  </a:cubicBezTo>
                  <a:cubicBezTo>
                    <a:pt x="2802" y="591"/>
                    <a:pt x="2797" y="597"/>
                    <a:pt x="2797" y="604"/>
                  </a:cubicBezTo>
                  <a:cubicBezTo>
                    <a:pt x="2797" y="611"/>
                    <a:pt x="2802" y="617"/>
                    <a:pt x="2809" y="617"/>
                  </a:cubicBezTo>
                  <a:close/>
                  <a:moveTo>
                    <a:pt x="2849" y="617"/>
                  </a:moveTo>
                  <a:cubicBezTo>
                    <a:pt x="2856" y="617"/>
                    <a:pt x="2861" y="611"/>
                    <a:pt x="2861" y="604"/>
                  </a:cubicBezTo>
                  <a:cubicBezTo>
                    <a:pt x="2861" y="597"/>
                    <a:pt x="2856" y="591"/>
                    <a:pt x="2849" y="591"/>
                  </a:cubicBezTo>
                  <a:cubicBezTo>
                    <a:pt x="2842" y="591"/>
                    <a:pt x="2836" y="597"/>
                    <a:pt x="2836" y="604"/>
                  </a:cubicBezTo>
                  <a:cubicBezTo>
                    <a:pt x="2836" y="611"/>
                    <a:pt x="2842" y="617"/>
                    <a:pt x="2849" y="617"/>
                  </a:cubicBezTo>
                  <a:close/>
                  <a:moveTo>
                    <a:pt x="2888" y="617"/>
                  </a:moveTo>
                  <a:cubicBezTo>
                    <a:pt x="2895" y="617"/>
                    <a:pt x="2901" y="611"/>
                    <a:pt x="2901" y="604"/>
                  </a:cubicBezTo>
                  <a:cubicBezTo>
                    <a:pt x="2901" y="597"/>
                    <a:pt x="2895" y="591"/>
                    <a:pt x="2888" y="591"/>
                  </a:cubicBezTo>
                  <a:cubicBezTo>
                    <a:pt x="2881" y="591"/>
                    <a:pt x="2875" y="597"/>
                    <a:pt x="2875" y="604"/>
                  </a:cubicBezTo>
                  <a:cubicBezTo>
                    <a:pt x="2875" y="611"/>
                    <a:pt x="2881" y="617"/>
                    <a:pt x="2888" y="617"/>
                  </a:cubicBezTo>
                  <a:close/>
                  <a:moveTo>
                    <a:pt x="2928" y="617"/>
                  </a:moveTo>
                  <a:cubicBezTo>
                    <a:pt x="2935" y="617"/>
                    <a:pt x="2940" y="611"/>
                    <a:pt x="2940" y="604"/>
                  </a:cubicBezTo>
                  <a:cubicBezTo>
                    <a:pt x="2940" y="597"/>
                    <a:pt x="2935" y="591"/>
                    <a:pt x="2928" y="591"/>
                  </a:cubicBezTo>
                  <a:cubicBezTo>
                    <a:pt x="2921" y="591"/>
                    <a:pt x="2915" y="597"/>
                    <a:pt x="2915" y="604"/>
                  </a:cubicBezTo>
                  <a:cubicBezTo>
                    <a:pt x="2915" y="611"/>
                    <a:pt x="2921" y="617"/>
                    <a:pt x="2928" y="617"/>
                  </a:cubicBezTo>
                  <a:close/>
                  <a:moveTo>
                    <a:pt x="2967" y="617"/>
                  </a:moveTo>
                  <a:cubicBezTo>
                    <a:pt x="2974" y="617"/>
                    <a:pt x="2980" y="611"/>
                    <a:pt x="2980" y="604"/>
                  </a:cubicBezTo>
                  <a:cubicBezTo>
                    <a:pt x="2980" y="597"/>
                    <a:pt x="2974" y="591"/>
                    <a:pt x="2967" y="591"/>
                  </a:cubicBezTo>
                  <a:cubicBezTo>
                    <a:pt x="2960" y="591"/>
                    <a:pt x="2954" y="597"/>
                    <a:pt x="2954" y="604"/>
                  </a:cubicBezTo>
                  <a:cubicBezTo>
                    <a:pt x="2954" y="611"/>
                    <a:pt x="2960" y="617"/>
                    <a:pt x="2967" y="617"/>
                  </a:cubicBezTo>
                  <a:close/>
                  <a:moveTo>
                    <a:pt x="3006" y="617"/>
                  </a:moveTo>
                  <a:cubicBezTo>
                    <a:pt x="3013" y="617"/>
                    <a:pt x="3019" y="611"/>
                    <a:pt x="3019" y="604"/>
                  </a:cubicBezTo>
                  <a:cubicBezTo>
                    <a:pt x="3019" y="597"/>
                    <a:pt x="3013" y="591"/>
                    <a:pt x="3006" y="591"/>
                  </a:cubicBezTo>
                  <a:cubicBezTo>
                    <a:pt x="2999" y="591"/>
                    <a:pt x="2994" y="597"/>
                    <a:pt x="2994" y="604"/>
                  </a:cubicBezTo>
                  <a:cubicBezTo>
                    <a:pt x="2994" y="611"/>
                    <a:pt x="2999" y="617"/>
                    <a:pt x="3006" y="617"/>
                  </a:cubicBezTo>
                  <a:close/>
                  <a:moveTo>
                    <a:pt x="3046" y="617"/>
                  </a:moveTo>
                  <a:cubicBezTo>
                    <a:pt x="3053" y="617"/>
                    <a:pt x="3059" y="611"/>
                    <a:pt x="3059" y="604"/>
                  </a:cubicBezTo>
                  <a:cubicBezTo>
                    <a:pt x="3059" y="597"/>
                    <a:pt x="3053" y="591"/>
                    <a:pt x="3046" y="591"/>
                  </a:cubicBezTo>
                  <a:cubicBezTo>
                    <a:pt x="3039" y="591"/>
                    <a:pt x="3033" y="597"/>
                    <a:pt x="3033" y="604"/>
                  </a:cubicBezTo>
                  <a:cubicBezTo>
                    <a:pt x="3033" y="611"/>
                    <a:pt x="3039" y="617"/>
                    <a:pt x="3046" y="617"/>
                  </a:cubicBezTo>
                  <a:close/>
                  <a:moveTo>
                    <a:pt x="3085" y="617"/>
                  </a:moveTo>
                  <a:cubicBezTo>
                    <a:pt x="3092" y="617"/>
                    <a:pt x="3098" y="611"/>
                    <a:pt x="3098" y="604"/>
                  </a:cubicBezTo>
                  <a:cubicBezTo>
                    <a:pt x="3098" y="597"/>
                    <a:pt x="3092" y="591"/>
                    <a:pt x="3085" y="591"/>
                  </a:cubicBezTo>
                  <a:cubicBezTo>
                    <a:pt x="3078" y="591"/>
                    <a:pt x="3073" y="597"/>
                    <a:pt x="3073" y="604"/>
                  </a:cubicBezTo>
                  <a:cubicBezTo>
                    <a:pt x="3073" y="611"/>
                    <a:pt x="3078" y="617"/>
                    <a:pt x="3085" y="617"/>
                  </a:cubicBezTo>
                  <a:close/>
                  <a:moveTo>
                    <a:pt x="444" y="656"/>
                  </a:moveTo>
                  <a:cubicBezTo>
                    <a:pt x="451" y="656"/>
                    <a:pt x="457" y="651"/>
                    <a:pt x="457" y="643"/>
                  </a:cubicBezTo>
                  <a:cubicBezTo>
                    <a:pt x="457" y="636"/>
                    <a:pt x="451" y="631"/>
                    <a:pt x="444" y="631"/>
                  </a:cubicBezTo>
                  <a:cubicBezTo>
                    <a:pt x="437" y="631"/>
                    <a:pt x="431" y="636"/>
                    <a:pt x="431" y="643"/>
                  </a:cubicBezTo>
                  <a:cubicBezTo>
                    <a:pt x="431" y="651"/>
                    <a:pt x="437" y="656"/>
                    <a:pt x="444" y="656"/>
                  </a:cubicBezTo>
                  <a:close/>
                  <a:moveTo>
                    <a:pt x="483" y="656"/>
                  </a:moveTo>
                  <a:cubicBezTo>
                    <a:pt x="490" y="656"/>
                    <a:pt x="496" y="651"/>
                    <a:pt x="496" y="643"/>
                  </a:cubicBezTo>
                  <a:cubicBezTo>
                    <a:pt x="496" y="636"/>
                    <a:pt x="490" y="631"/>
                    <a:pt x="483" y="631"/>
                  </a:cubicBezTo>
                  <a:cubicBezTo>
                    <a:pt x="476" y="631"/>
                    <a:pt x="471" y="636"/>
                    <a:pt x="471" y="643"/>
                  </a:cubicBezTo>
                  <a:cubicBezTo>
                    <a:pt x="471" y="651"/>
                    <a:pt x="476" y="656"/>
                    <a:pt x="483" y="656"/>
                  </a:cubicBezTo>
                  <a:close/>
                  <a:moveTo>
                    <a:pt x="523" y="656"/>
                  </a:moveTo>
                  <a:cubicBezTo>
                    <a:pt x="530" y="656"/>
                    <a:pt x="535" y="651"/>
                    <a:pt x="535" y="643"/>
                  </a:cubicBezTo>
                  <a:cubicBezTo>
                    <a:pt x="535" y="636"/>
                    <a:pt x="530" y="631"/>
                    <a:pt x="523" y="631"/>
                  </a:cubicBezTo>
                  <a:cubicBezTo>
                    <a:pt x="516" y="631"/>
                    <a:pt x="510" y="636"/>
                    <a:pt x="510" y="643"/>
                  </a:cubicBezTo>
                  <a:cubicBezTo>
                    <a:pt x="510" y="651"/>
                    <a:pt x="516" y="656"/>
                    <a:pt x="523" y="656"/>
                  </a:cubicBezTo>
                  <a:close/>
                  <a:moveTo>
                    <a:pt x="562" y="656"/>
                  </a:moveTo>
                  <a:cubicBezTo>
                    <a:pt x="569" y="656"/>
                    <a:pt x="575" y="651"/>
                    <a:pt x="575" y="643"/>
                  </a:cubicBezTo>
                  <a:cubicBezTo>
                    <a:pt x="575" y="636"/>
                    <a:pt x="569" y="631"/>
                    <a:pt x="562" y="631"/>
                  </a:cubicBezTo>
                  <a:cubicBezTo>
                    <a:pt x="555" y="631"/>
                    <a:pt x="549" y="636"/>
                    <a:pt x="549" y="643"/>
                  </a:cubicBezTo>
                  <a:cubicBezTo>
                    <a:pt x="549" y="651"/>
                    <a:pt x="555" y="656"/>
                    <a:pt x="562" y="656"/>
                  </a:cubicBezTo>
                  <a:close/>
                  <a:moveTo>
                    <a:pt x="602" y="656"/>
                  </a:moveTo>
                  <a:cubicBezTo>
                    <a:pt x="609" y="656"/>
                    <a:pt x="614" y="651"/>
                    <a:pt x="614" y="643"/>
                  </a:cubicBezTo>
                  <a:cubicBezTo>
                    <a:pt x="614" y="636"/>
                    <a:pt x="609" y="631"/>
                    <a:pt x="602" y="631"/>
                  </a:cubicBezTo>
                  <a:cubicBezTo>
                    <a:pt x="595" y="631"/>
                    <a:pt x="589" y="636"/>
                    <a:pt x="589" y="643"/>
                  </a:cubicBezTo>
                  <a:cubicBezTo>
                    <a:pt x="589" y="651"/>
                    <a:pt x="595" y="656"/>
                    <a:pt x="602" y="656"/>
                  </a:cubicBezTo>
                  <a:close/>
                  <a:moveTo>
                    <a:pt x="641" y="656"/>
                  </a:moveTo>
                  <a:cubicBezTo>
                    <a:pt x="648" y="656"/>
                    <a:pt x="654" y="651"/>
                    <a:pt x="654" y="643"/>
                  </a:cubicBezTo>
                  <a:cubicBezTo>
                    <a:pt x="654" y="636"/>
                    <a:pt x="648" y="631"/>
                    <a:pt x="641" y="631"/>
                  </a:cubicBezTo>
                  <a:cubicBezTo>
                    <a:pt x="634" y="631"/>
                    <a:pt x="628" y="636"/>
                    <a:pt x="628" y="643"/>
                  </a:cubicBezTo>
                  <a:cubicBezTo>
                    <a:pt x="628" y="651"/>
                    <a:pt x="634" y="656"/>
                    <a:pt x="641" y="656"/>
                  </a:cubicBezTo>
                  <a:close/>
                  <a:moveTo>
                    <a:pt x="680" y="656"/>
                  </a:moveTo>
                  <a:cubicBezTo>
                    <a:pt x="687" y="656"/>
                    <a:pt x="693" y="651"/>
                    <a:pt x="693" y="643"/>
                  </a:cubicBezTo>
                  <a:cubicBezTo>
                    <a:pt x="693" y="636"/>
                    <a:pt x="687" y="631"/>
                    <a:pt x="680" y="631"/>
                  </a:cubicBezTo>
                  <a:cubicBezTo>
                    <a:pt x="673" y="631"/>
                    <a:pt x="668" y="636"/>
                    <a:pt x="668" y="643"/>
                  </a:cubicBezTo>
                  <a:cubicBezTo>
                    <a:pt x="668" y="651"/>
                    <a:pt x="673" y="656"/>
                    <a:pt x="680" y="656"/>
                  </a:cubicBezTo>
                  <a:close/>
                  <a:moveTo>
                    <a:pt x="720" y="656"/>
                  </a:moveTo>
                  <a:cubicBezTo>
                    <a:pt x="727" y="656"/>
                    <a:pt x="733" y="651"/>
                    <a:pt x="733" y="643"/>
                  </a:cubicBezTo>
                  <a:cubicBezTo>
                    <a:pt x="733" y="636"/>
                    <a:pt x="727" y="631"/>
                    <a:pt x="720" y="631"/>
                  </a:cubicBezTo>
                  <a:cubicBezTo>
                    <a:pt x="713" y="631"/>
                    <a:pt x="707" y="636"/>
                    <a:pt x="707" y="643"/>
                  </a:cubicBezTo>
                  <a:cubicBezTo>
                    <a:pt x="707" y="651"/>
                    <a:pt x="713" y="656"/>
                    <a:pt x="720" y="656"/>
                  </a:cubicBezTo>
                  <a:close/>
                  <a:moveTo>
                    <a:pt x="759" y="656"/>
                  </a:moveTo>
                  <a:cubicBezTo>
                    <a:pt x="766" y="656"/>
                    <a:pt x="772" y="651"/>
                    <a:pt x="772" y="643"/>
                  </a:cubicBezTo>
                  <a:cubicBezTo>
                    <a:pt x="772" y="636"/>
                    <a:pt x="766" y="631"/>
                    <a:pt x="759" y="631"/>
                  </a:cubicBezTo>
                  <a:cubicBezTo>
                    <a:pt x="752" y="631"/>
                    <a:pt x="747" y="636"/>
                    <a:pt x="747" y="643"/>
                  </a:cubicBezTo>
                  <a:cubicBezTo>
                    <a:pt x="747" y="651"/>
                    <a:pt x="752" y="656"/>
                    <a:pt x="759" y="656"/>
                  </a:cubicBezTo>
                  <a:close/>
                  <a:moveTo>
                    <a:pt x="799" y="656"/>
                  </a:moveTo>
                  <a:cubicBezTo>
                    <a:pt x="806" y="656"/>
                    <a:pt x="811" y="651"/>
                    <a:pt x="811" y="643"/>
                  </a:cubicBezTo>
                  <a:cubicBezTo>
                    <a:pt x="811" y="636"/>
                    <a:pt x="806" y="631"/>
                    <a:pt x="799" y="631"/>
                  </a:cubicBezTo>
                  <a:cubicBezTo>
                    <a:pt x="792" y="631"/>
                    <a:pt x="786" y="636"/>
                    <a:pt x="786" y="643"/>
                  </a:cubicBezTo>
                  <a:cubicBezTo>
                    <a:pt x="786" y="651"/>
                    <a:pt x="792" y="656"/>
                    <a:pt x="799" y="656"/>
                  </a:cubicBezTo>
                  <a:close/>
                  <a:moveTo>
                    <a:pt x="838" y="656"/>
                  </a:moveTo>
                  <a:cubicBezTo>
                    <a:pt x="845" y="656"/>
                    <a:pt x="851" y="651"/>
                    <a:pt x="851" y="643"/>
                  </a:cubicBezTo>
                  <a:cubicBezTo>
                    <a:pt x="851" y="636"/>
                    <a:pt x="845" y="631"/>
                    <a:pt x="838" y="631"/>
                  </a:cubicBezTo>
                  <a:cubicBezTo>
                    <a:pt x="831" y="631"/>
                    <a:pt x="825" y="636"/>
                    <a:pt x="825" y="643"/>
                  </a:cubicBezTo>
                  <a:cubicBezTo>
                    <a:pt x="825" y="651"/>
                    <a:pt x="831" y="656"/>
                    <a:pt x="838" y="656"/>
                  </a:cubicBezTo>
                  <a:close/>
                  <a:moveTo>
                    <a:pt x="917" y="656"/>
                  </a:moveTo>
                  <a:cubicBezTo>
                    <a:pt x="924" y="656"/>
                    <a:pt x="930" y="651"/>
                    <a:pt x="930" y="643"/>
                  </a:cubicBezTo>
                  <a:cubicBezTo>
                    <a:pt x="930" y="636"/>
                    <a:pt x="924" y="631"/>
                    <a:pt x="917" y="631"/>
                  </a:cubicBezTo>
                  <a:cubicBezTo>
                    <a:pt x="910" y="631"/>
                    <a:pt x="904" y="636"/>
                    <a:pt x="904" y="643"/>
                  </a:cubicBezTo>
                  <a:cubicBezTo>
                    <a:pt x="904" y="651"/>
                    <a:pt x="910" y="656"/>
                    <a:pt x="917" y="656"/>
                  </a:cubicBezTo>
                  <a:close/>
                  <a:moveTo>
                    <a:pt x="956" y="656"/>
                  </a:moveTo>
                  <a:cubicBezTo>
                    <a:pt x="963" y="656"/>
                    <a:pt x="969" y="651"/>
                    <a:pt x="969" y="643"/>
                  </a:cubicBezTo>
                  <a:cubicBezTo>
                    <a:pt x="969" y="636"/>
                    <a:pt x="963" y="631"/>
                    <a:pt x="956" y="631"/>
                  </a:cubicBezTo>
                  <a:cubicBezTo>
                    <a:pt x="949" y="631"/>
                    <a:pt x="944" y="636"/>
                    <a:pt x="944" y="643"/>
                  </a:cubicBezTo>
                  <a:cubicBezTo>
                    <a:pt x="944" y="651"/>
                    <a:pt x="949" y="656"/>
                    <a:pt x="956" y="656"/>
                  </a:cubicBezTo>
                  <a:close/>
                  <a:moveTo>
                    <a:pt x="996" y="656"/>
                  </a:moveTo>
                  <a:cubicBezTo>
                    <a:pt x="1003" y="656"/>
                    <a:pt x="1009" y="651"/>
                    <a:pt x="1009" y="643"/>
                  </a:cubicBezTo>
                  <a:cubicBezTo>
                    <a:pt x="1009" y="636"/>
                    <a:pt x="1003" y="631"/>
                    <a:pt x="996" y="631"/>
                  </a:cubicBezTo>
                  <a:cubicBezTo>
                    <a:pt x="989" y="631"/>
                    <a:pt x="983" y="636"/>
                    <a:pt x="983" y="643"/>
                  </a:cubicBezTo>
                  <a:cubicBezTo>
                    <a:pt x="983" y="651"/>
                    <a:pt x="989" y="656"/>
                    <a:pt x="996" y="656"/>
                  </a:cubicBezTo>
                  <a:close/>
                  <a:moveTo>
                    <a:pt x="1035" y="656"/>
                  </a:moveTo>
                  <a:cubicBezTo>
                    <a:pt x="1042" y="656"/>
                    <a:pt x="1048" y="651"/>
                    <a:pt x="1048" y="643"/>
                  </a:cubicBezTo>
                  <a:cubicBezTo>
                    <a:pt x="1048" y="636"/>
                    <a:pt x="1042" y="631"/>
                    <a:pt x="1035" y="631"/>
                  </a:cubicBezTo>
                  <a:cubicBezTo>
                    <a:pt x="1028" y="631"/>
                    <a:pt x="1022" y="636"/>
                    <a:pt x="1022" y="643"/>
                  </a:cubicBezTo>
                  <a:cubicBezTo>
                    <a:pt x="1022" y="651"/>
                    <a:pt x="1028" y="656"/>
                    <a:pt x="1035" y="656"/>
                  </a:cubicBezTo>
                  <a:close/>
                  <a:moveTo>
                    <a:pt x="1705" y="656"/>
                  </a:moveTo>
                  <a:cubicBezTo>
                    <a:pt x="1712" y="656"/>
                    <a:pt x="1718" y="651"/>
                    <a:pt x="1718" y="643"/>
                  </a:cubicBezTo>
                  <a:cubicBezTo>
                    <a:pt x="1718" y="636"/>
                    <a:pt x="1712" y="631"/>
                    <a:pt x="1705" y="631"/>
                  </a:cubicBezTo>
                  <a:cubicBezTo>
                    <a:pt x="1698" y="631"/>
                    <a:pt x="1693" y="636"/>
                    <a:pt x="1693" y="643"/>
                  </a:cubicBezTo>
                  <a:cubicBezTo>
                    <a:pt x="1693" y="651"/>
                    <a:pt x="1698" y="656"/>
                    <a:pt x="1705" y="656"/>
                  </a:cubicBezTo>
                  <a:close/>
                  <a:moveTo>
                    <a:pt x="1745" y="656"/>
                  </a:moveTo>
                  <a:cubicBezTo>
                    <a:pt x="1752" y="656"/>
                    <a:pt x="1758" y="651"/>
                    <a:pt x="1758" y="643"/>
                  </a:cubicBezTo>
                  <a:cubicBezTo>
                    <a:pt x="1758" y="636"/>
                    <a:pt x="1752" y="631"/>
                    <a:pt x="1745" y="631"/>
                  </a:cubicBezTo>
                  <a:cubicBezTo>
                    <a:pt x="1738" y="631"/>
                    <a:pt x="1732" y="636"/>
                    <a:pt x="1732" y="643"/>
                  </a:cubicBezTo>
                  <a:cubicBezTo>
                    <a:pt x="1732" y="651"/>
                    <a:pt x="1738" y="656"/>
                    <a:pt x="1745" y="656"/>
                  </a:cubicBezTo>
                  <a:close/>
                  <a:moveTo>
                    <a:pt x="1784" y="656"/>
                  </a:moveTo>
                  <a:cubicBezTo>
                    <a:pt x="1791" y="656"/>
                    <a:pt x="1797" y="651"/>
                    <a:pt x="1797" y="643"/>
                  </a:cubicBezTo>
                  <a:cubicBezTo>
                    <a:pt x="1797" y="636"/>
                    <a:pt x="1791" y="631"/>
                    <a:pt x="1784" y="631"/>
                  </a:cubicBezTo>
                  <a:cubicBezTo>
                    <a:pt x="1777" y="631"/>
                    <a:pt x="1772" y="636"/>
                    <a:pt x="1772" y="643"/>
                  </a:cubicBezTo>
                  <a:cubicBezTo>
                    <a:pt x="1772" y="651"/>
                    <a:pt x="1777" y="656"/>
                    <a:pt x="1784" y="656"/>
                  </a:cubicBezTo>
                  <a:close/>
                  <a:moveTo>
                    <a:pt x="1863" y="656"/>
                  </a:moveTo>
                  <a:cubicBezTo>
                    <a:pt x="1870" y="656"/>
                    <a:pt x="1876" y="651"/>
                    <a:pt x="1876" y="643"/>
                  </a:cubicBezTo>
                  <a:cubicBezTo>
                    <a:pt x="1876" y="636"/>
                    <a:pt x="1870" y="631"/>
                    <a:pt x="1863" y="631"/>
                  </a:cubicBezTo>
                  <a:cubicBezTo>
                    <a:pt x="1856" y="631"/>
                    <a:pt x="1850" y="636"/>
                    <a:pt x="1850" y="643"/>
                  </a:cubicBezTo>
                  <a:cubicBezTo>
                    <a:pt x="1850" y="651"/>
                    <a:pt x="1856" y="656"/>
                    <a:pt x="1863" y="656"/>
                  </a:cubicBezTo>
                  <a:close/>
                  <a:moveTo>
                    <a:pt x="1903" y="656"/>
                  </a:moveTo>
                  <a:cubicBezTo>
                    <a:pt x="1910" y="656"/>
                    <a:pt x="1915" y="651"/>
                    <a:pt x="1915" y="643"/>
                  </a:cubicBezTo>
                  <a:cubicBezTo>
                    <a:pt x="1915" y="636"/>
                    <a:pt x="1910" y="631"/>
                    <a:pt x="1903" y="631"/>
                  </a:cubicBezTo>
                  <a:cubicBezTo>
                    <a:pt x="1896" y="631"/>
                    <a:pt x="1890" y="636"/>
                    <a:pt x="1890" y="643"/>
                  </a:cubicBezTo>
                  <a:cubicBezTo>
                    <a:pt x="1890" y="651"/>
                    <a:pt x="1896" y="656"/>
                    <a:pt x="1903" y="656"/>
                  </a:cubicBezTo>
                  <a:close/>
                  <a:moveTo>
                    <a:pt x="1942" y="656"/>
                  </a:moveTo>
                  <a:cubicBezTo>
                    <a:pt x="1949" y="656"/>
                    <a:pt x="1955" y="651"/>
                    <a:pt x="1955" y="643"/>
                  </a:cubicBezTo>
                  <a:cubicBezTo>
                    <a:pt x="1955" y="636"/>
                    <a:pt x="1949" y="631"/>
                    <a:pt x="1942" y="631"/>
                  </a:cubicBezTo>
                  <a:cubicBezTo>
                    <a:pt x="1935" y="631"/>
                    <a:pt x="1929" y="636"/>
                    <a:pt x="1929" y="643"/>
                  </a:cubicBezTo>
                  <a:cubicBezTo>
                    <a:pt x="1929" y="651"/>
                    <a:pt x="1935" y="656"/>
                    <a:pt x="1942" y="656"/>
                  </a:cubicBezTo>
                  <a:close/>
                  <a:moveTo>
                    <a:pt x="1994" y="643"/>
                  </a:moveTo>
                  <a:cubicBezTo>
                    <a:pt x="1994" y="636"/>
                    <a:pt x="1988" y="631"/>
                    <a:pt x="1981" y="631"/>
                  </a:cubicBezTo>
                  <a:cubicBezTo>
                    <a:pt x="1974" y="631"/>
                    <a:pt x="1969" y="636"/>
                    <a:pt x="1969" y="643"/>
                  </a:cubicBezTo>
                  <a:cubicBezTo>
                    <a:pt x="1969" y="650"/>
                    <a:pt x="1974" y="656"/>
                    <a:pt x="1981" y="656"/>
                  </a:cubicBezTo>
                  <a:cubicBezTo>
                    <a:pt x="1988" y="656"/>
                    <a:pt x="1994" y="650"/>
                    <a:pt x="1994" y="643"/>
                  </a:cubicBezTo>
                  <a:close/>
                  <a:moveTo>
                    <a:pt x="2100" y="656"/>
                  </a:moveTo>
                  <a:cubicBezTo>
                    <a:pt x="2107" y="656"/>
                    <a:pt x="2112" y="651"/>
                    <a:pt x="2112" y="643"/>
                  </a:cubicBezTo>
                  <a:cubicBezTo>
                    <a:pt x="2112" y="636"/>
                    <a:pt x="2107" y="631"/>
                    <a:pt x="2100" y="631"/>
                  </a:cubicBezTo>
                  <a:cubicBezTo>
                    <a:pt x="2093" y="631"/>
                    <a:pt x="2087" y="636"/>
                    <a:pt x="2087" y="643"/>
                  </a:cubicBezTo>
                  <a:cubicBezTo>
                    <a:pt x="2087" y="651"/>
                    <a:pt x="2093" y="656"/>
                    <a:pt x="2100" y="656"/>
                  </a:cubicBezTo>
                  <a:close/>
                  <a:moveTo>
                    <a:pt x="2139" y="656"/>
                  </a:moveTo>
                  <a:cubicBezTo>
                    <a:pt x="2146" y="656"/>
                    <a:pt x="2152" y="651"/>
                    <a:pt x="2152" y="643"/>
                  </a:cubicBezTo>
                  <a:cubicBezTo>
                    <a:pt x="2152" y="636"/>
                    <a:pt x="2146" y="631"/>
                    <a:pt x="2139" y="631"/>
                  </a:cubicBezTo>
                  <a:cubicBezTo>
                    <a:pt x="2132" y="631"/>
                    <a:pt x="2126" y="636"/>
                    <a:pt x="2126" y="643"/>
                  </a:cubicBezTo>
                  <a:cubicBezTo>
                    <a:pt x="2126" y="651"/>
                    <a:pt x="2132" y="656"/>
                    <a:pt x="2139" y="656"/>
                  </a:cubicBezTo>
                  <a:close/>
                  <a:moveTo>
                    <a:pt x="2218" y="631"/>
                  </a:moveTo>
                  <a:cubicBezTo>
                    <a:pt x="2211" y="631"/>
                    <a:pt x="2205" y="636"/>
                    <a:pt x="2205" y="643"/>
                  </a:cubicBezTo>
                  <a:cubicBezTo>
                    <a:pt x="2205" y="650"/>
                    <a:pt x="2211" y="656"/>
                    <a:pt x="2218" y="656"/>
                  </a:cubicBezTo>
                  <a:cubicBezTo>
                    <a:pt x="2225" y="656"/>
                    <a:pt x="2231" y="650"/>
                    <a:pt x="2231" y="643"/>
                  </a:cubicBezTo>
                  <a:cubicBezTo>
                    <a:pt x="2231" y="636"/>
                    <a:pt x="2225" y="631"/>
                    <a:pt x="2218" y="631"/>
                  </a:cubicBezTo>
                  <a:close/>
                  <a:moveTo>
                    <a:pt x="2257" y="656"/>
                  </a:moveTo>
                  <a:cubicBezTo>
                    <a:pt x="2264" y="656"/>
                    <a:pt x="2270" y="651"/>
                    <a:pt x="2270" y="643"/>
                  </a:cubicBezTo>
                  <a:cubicBezTo>
                    <a:pt x="2270" y="636"/>
                    <a:pt x="2264" y="631"/>
                    <a:pt x="2257" y="631"/>
                  </a:cubicBezTo>
                  <a:cubicBezTo>
                    <a:pt x="2250" y="631"/>
                    <a:pt x="2245" y="636"/>
                    <a:pt x="2245" y="643"/>
                  </a:cubicBezTo>
                  <a:cubicBezTo>
                    <a:pt x="2245" y="651"/>
                    <a:pt x="2250" y="656"/>
                    <a:pt x="2257" y="656"/>
                  </a:cubicBezTo>
                  <a:close/>
                  <a:moveTo>
                    <a:pt x="2297" y="631"/>
                  </a:moveTo>
                  <a:cubicBezTo>
                    <a:pt x="2290" y="631"/>
                    <a:pt x="2284" y="636"/>
                    <a:pt x="2284" y="643"/>
                  </a:cubicBezTo>
                  <a:cubicBezTo>
                    <a:pt x="2284" y="650"/>
                    <a:pt x="2290" y="656"/>
                    <a:pt x="2297" y="656"/>
                  </a:cubicBezTo>
                  <a:cubicBezTo>
                    <a:pt x="2304" y="656"/>
                    <a:pt x="2310" y="650"/>
                    <a:pt x="2310" y="643"/>
                  </a:cubicBezTo>
                  <a:cubicBezTo>
                    <a:pt x="2310" y="636"/>
                    <a:pt x="2304" y="631"/>
                    <a:pt x="2297" y="631"/>
                  </a:cubicBezTo>
                  <a:close/>
                  <a:moveTo>
                    <a:pt x="2336" y="656"/>
                  </a:moveTo>
                  <a:cubicBezTo>
                    <a:pt x="2343" y="656"/>
                    <a:pt x="2349" y="651"/>
                    <a:pt x="2349" y="643"/>
                  </a:cubicBezTo>
                  <a:cubicBezTo>
                    <a:pt x="2349" y="636"/>
                    <a:pt x="2343" y="631"/>
                    <a:pt x="2336" y="631"/>
                  </a:cubicBezTo>
                  <a:cubicBezTo>
                    <a:pt x="2329" y="631"/>
                    <a:pt x="2323" y="636"/>
                    <a:pt x="2323" y="643"/>
                  </a:cubicBezTo>
                  <a:cubicBezTo>
                    <a:pt x="2323" y="651"/>
                    <a:pt x="2329" y="656"/>
                    <a:pt x="2336" y="656"/>
                  </a:cubicBezTo>
                  <a:close/>
                  <a:moveTo>
                    <a:pt x="2376" y="656"/>
                  </a:moveTo>
                  <a:cubicBezTo>
                    <a:pt x="2383" y="656"/>
                    <a:pt x="2388" y="651"/>
                    <a:pt x="2388" y="643"/>
                  </a:cubicBezTo>
                  <a:cubicBezTo>
                    <a:pt x="2388" y="636"/>
                    <a:pt x="2383" y="631"/>
                    <a:pt x="2376" y="631"/>
                  </a:cubicBezTo>
                  <a:cubicBezTo>
                    <a:pt x="2369" y="631"/>
                    <a:pt x="2363" y="636"/>
                    <a:pt x="2363" y="643"/>
                  </a:cubicBezTo>
                  <a:cubicBezTo>
                    <a:pt x="2363" y="651"/>
                    <a:pt x="2369" y="656"/>
                    <a:pt x="2376" y="656"/>
                  </a:cubicBezTo>
                  <a:close/>
                  <a:moveTo>
                    <a:pt x="2415" y="656"/>
                  </a:moveTo>
                  <a:cubicBezTo>
                    <a:pt x="2422" y="656"/>
                    <a:pt x="2428" y="651"/>
                    <a:pt x="2428" y="643"/>
                  </a:cubicBezTo>
                  <a:cubicBezTo>
                    <a:pt x="2428" y="636"/>
                    <a:pt x="2422" y="631"/>
                    <a:pt x="2415" y="631"/>
                  </a:cubicBezTo>
                  <a:cubicBezTo>
                    <a:pt x="2408" y="631"/>
                    <a:pt x="2402" y="636"/>
                    <a:pt x="2402" y="643"/>
                  </a:cubicBezTo>
                  <a:cubicBezTo>
                    <a:pt x="2402" y="651"/>
                    <a:pt x="2408" y="656"/>
                    <a:pt x="2415" y="656"/>
                  </a:cubicBezTo>
                  <a:close/>
                  <a:moveTo>
                    <a:pt x="2455" y="656"/>
                  </a:moveTo>
                  <a:cubicBezTo>
                    <a:pt x="2462" y="656"/>
                    <a:pt x="2467" y="651"/>
                    <a:pt x="2467" y="643"/>
                  </a:cubicBezTo>
                  <a:cubicBezTo>
                    <a:pt x="2467" y="636"/>
                    <a:pt x="2462" y="631"/>
                    <a:pt x="2455" y="631"/>
                  </a:cubicBezTo>
                  <a:cubicBezTo>
                    <a:pt x="2447" y="631"/>
                    <a:pt x="2442" y="636"/>
                    <a:pt x="2442" y="643"/>
                  </a:cubicBezTo>
                  <a:cubicBezTo>
                    <a:pt x="2442" y="651"/>
                    <a:pt x="2447" y="656"/>
                    <a:pt x="2455" y="656"/>
                  </a:cubicBezTo>
                  <a:close/>
                  <a:moveTo>
                    <a:pt x="2494" y="656"/>
                  </a:moveTo>
                  <a:cubicBezTo>
                    <a:pt x="2501" y="656"/>
                    <a:pt x="2507" y="651"/>
                    <a:pt x="2507" y="643"/>
                  </a:cubicBezTo>
                  <a:cubicBezTo>
                    <a:pt x="2507" y="636"/>
                    <a:pt x="2501" y="631"/>
                    <a:pt x="2494" y="631"/>
                  </a:cubicBezTo>
                  <a:cubicBezTo>
                    <a:pt x="2487" y="631"/>
                    <a:pt x="2481" y="636"/>
                    <a:pt x="2481" y="643"/>
                  </a:cubicBezTo>
                  <a:cubicBezTo>
                    <a:pt x="2481" y="651"/>
                    <a:pt x="2487" y="656"/>
                    <a:pt x="2494" y="656"/>
                  </a:cubicBezTo>
                  <a:close/>
                  <a:moveTo>
                    <a:pt x="2533" y="656"/>
                  </a:moveTo>
                  <a:cubicBezTo>
                    <a:pt x="2540" y="656"/>
                    <a:pt x="2546" y="651"/>
                    <a:pt x="2546" y="643"/>
                  </a:cubicBezTo>
                  <a:cubicBezTo>
                    <a:pt x="2546" y="636"/>
                    <a:pt x="2540" y="631"/>
                    <a:pt x="2533" y="631"/>
                  </a:cubicBezTo>
                  <a:cubicBezTo>
                    <a:pt x="2526" y="631"/>
                    <a:pt x="2521" y="636"/>
                    <a:pt x="2521" y="643"/>
                  </a:cubicBezTo>
                  <a:cubicBezTo>
                    <a:pt x="2521" y="651"/>
                    <a:pt x="2526" y="656"/>
                    <a:pt x="2533" y="656"/>
                  </a:cubicBezTo>
                  <a:close/>
                  <a:moveTo>
                    <a:pt x="2573" y="656"/>
                  </a:moveTo>
                  <a:cubicBezTo>
                    <a:pt x="2580" y="656"/>
                    <a:pt x="2586" y="651"/>
                    <a:pt x="2586" y="643"/>
                  </a:cubicBezTo>
                  <a:cubicBezTo>
                    <a:pt x="2586" y="636"/>
                    <a:pt x="2580" y="631"/>
                    <a:pt x="2573" y="631"/>
                  </a:cubicBezTo>
                  <a:cubicBezTo>
                    <a:pt x="2566" y="631"/>
                    <a:pt x="2560" y="636"/>
                    <a:pt x="2560" y="643"/>
                  </a:cubicBezTo>
                  <a:cubicBezTo>
                    <a:pt x="2560" y="651"/>
                    <a:pt x="2566" y="656"/>
                    <a:pt x="2573" y="656"/>
                  </a:cubicBezTo>
                  <a:close/>
                  <a:moveTo>
                    <a:pt x="2612" y="656"/>
                  </a:moveTo>
                  <a:cubicBezTo>
                    <a:pt x="2619" y="656"/>
                    <a:pt x="2625" y="651"/>
                    <a:pt x="2625" y="643"/>
                  </a:cubicBezTo>
                  <a:cubicBezTo>
                    <a:pt x="2625" y="636"/>
                    <a:pt x="2619" y="631"/>
                    <a:pt x="2612" y="631"/>
                  </a:cubicBezTo>
                  <a:cubicBezTo>
                    <a:pt x="2605" y="631"/>
                    <a:pt x="2599" y="636"/>
                    <a:pt x="2599" y="643"/>
                  </a:cubicBezTo>
                  <a:cubicBezTo>
                    <a:pt x="2599" y="651"/>
                    <a:pt x="2605" y="656"/>
                    <a:pt x="2612" y="656"/>
                  </a:cubicBezTo>
                  <a:close/>
                  <a:moveTo>
                    <a:pt x="2652" y="656"/>
                  </a:moveTo>
                  <a:cubicBezTo>
                    <a:pt x="2659" y="656"/>
                    <a:pt x="2664" y="651"/>
                    <a:pt x="2664" y="643"/>
                  </a:cubicBezTo>
                  <a:cubicBezTo>
                    <a:pt x="2664" y="636"/>
                    <a:pt x="2659" y="631"/>
                    <a:pt x="2652" y="631"/>
                  </a:cubicBezTo>
                  <a:cubicBezTo>
                    <a:pt x="2645" y="631"/>
                    <a:pt x="2639" y="636"/>
                    <a:pt x="2639" y="643"/>
                  </a:cubicBezTo>
                  <a:cubicBezTo>
                    <a:pt x="2639" y="651"/>
                    <a:pt x="2645" y="656"/>
                    <a:pt x="2652" y="656"/>
                  </a:cubicBezTo>
                  <a:close/>
                  <a:moveTo>
                    <a:pt x="2691" y="656"/>
                  </a:moveTo>
                  <a:cubicBezTo>
                    <a:pt x="2698" y="656"/>
                    <a:pt x="2704" y="651"/>
                    <a:pt x="2704" y="643"/>
                  </a:cubicBezTo>
                  <a:cubicBezTo>
                    <a:pt x="2704" y="636"/>
                    <a:pt x="2698" y="631"/>
                    <a:pt x="2691" y="631"/>
                  </a:cubicBezTo>
                  <a:cubicBezTo>
                    <a:pt x="2684" y="631"/>
                    <a:pt x="2678" y="636"/>
                    <a:pt x="2678" y="643"/>
                  </a:cubicBezTo>
                  <a:cubicBezTo>
                    <a:pt x="2678" y="651"/>
                    <a:pt x="2684" y="656"/>
                    <a:pt x="2691" y="656"/>
                  </a:cubicBezTo>
                  <a:close/>
                  <a:moveTo>
                    <a:pt x="2730" y="656"/>
                  </a:moveTo>
                  <a:cubicBezTo>
                    <a:pt x="2738" y="656"/>
                    <a:pt x="2743" y="651"/>
                    <a:pt x="2743" y="643"/>
                  </a:cubicBezTo>
                  <a:cubicBezTo>
                    <a:pt x="2743" y="636"/>
                    <a:pt x="2738" y="631"/>
                    <a:pt x="2730" y="631"/>
                  </a:cubicBezTo>
                  <a:cubicBezTo>
                    <a:pt x="2723" y="631"/>
                    <a:pt x="2718" y="636"/>
                    <a:pt x="2718" y="643"/>
                  </a:cubicBezTo>
                  <a:cubicBezTo>
                    <a:pt x="2718" y="651"/>
                    <a:pt x="2723" y="656"/>
                    <a:pt x="2730" y="656"/>
                  </a:cubicBezTo>
                  <a:close/>
                  <a:moveTo>
                    <a:pt x="2770" y="656"/>
                  </a:moveTo>
                  <a:cubicBezTo>
                    <a:pt x="2777" y="656"/>
                    <a:pt x="2783" y="651"/>
                    <a:pt x="2783" y="643"/>
                  </a:cubicBezTo>
                  <a:cubicBezTo>
                    <a:pt x="2783" y="636"/>
                    <a:pt x="2777" y="631"/>
                    <a:pt x="2770" y="631"/>
                  </a:cubicBezTo>
                  <a:cubicBezTo>
                    <a:pt x="2763" y="631"/>
                    <a:pt x="2757" y="636"/>
                    <a:pt x="2757" y="643"/>
                  </a:cubicBezTo>
                  <a:cubicBezTo>
                    <a:pt x="2757" y="651"/>
                    <a:pt x="2763" y="656"/>
                    <a:pt x="2770" y="656"/>
                  </a:cubicBezTo>
                  <a:close/>
                  <a:moveTo>
                    <a:pt x="2809" y="656"/>
                  </a:moveTo>
                  <a:cubicBezTo>
                    <a:pt x="2816" y="656"/>
                    <a:pt x="2822" y="651"/>
                    <a:pt x="2822" y="643"/>
                  </a:cubicBezTo>
                  <a:cubicBezTo>
                    <a:pt x="2822" y="636"/>
                    <a:pt x="2816" y="631"/>
                    <a:pt x="2809" y="631"/>
                  </a:cubicBezTo>
                  <a:cubicBezTo>
                    <a:pt x="2802" y="631"/>
                    <a:pt x="2797" y="636"/>
                    <a:pt x="2797" y="643"/>
                  </a:cubicBezTo>
                  <a:cubicBezTo>
                    <a:pt x="2797" y="651"/>
                    <a:pt x="2802" y="656"/>
                    <a:pt x="2809" y="656"/>
                  </a:cubicBezTo>
                  <a:close/>
                  <a:moveTo>
                    <a:pt x="2849" y="656"/>
                  </a:moveTo>
                  <a:cubicBezTo>
                    <a:pt x="2856" y="656"/>
                    <a:pt x="2862" y="651"/>
                    <a:pt x="2862" y="643"/>
                  </a:cubicBezTo>
                  <a:cubicBezTo>
                    <a:pt x="2862" y="636"/>
                    <a:pt x="2856" y="631"/>
                    <a:pt x="2849" y="631"/>
                  </a:cubicBezTo>
                  <a:cubicBezTo>
                    <a:pt x="2842" y="631"/>
                    <a:pt x="2836" y="636"/>
                    <a:pt x="2836" y="643"/>
                  </a:cubicBezTo>
                  <a:cubicBezTo>
                    <a:pt x="2836" y="651"/>
                    <a:pt x="2842" y="656"/>
                    <a:pt x="2849" y="656"/>
                  </a:cubicBezTo>
                  <a:close/>
                  <a:moveTo>
                    <a:pt x="2888" y="656"/>
                  </a:moveTo>
                  <a:cubicBezTo>
                    <a:pt x="2895" y="656"/>
                    <a:pt x="2901" y="651"/>
                    <a:pt x="2901" y="643"/>
                  </a:cubicBezTo>
                  <a:cubicBezTo>
                    <a:pt x="2901" y="636"/>
                    <a:pt x="2895" y="631"/>
                    <a:pt x="2888" y="631"/>
                  </a:cubicBezTo>
                  <a:cubicBezTo>
                    <a:pt x="2881" y="631"/>
                    <a:pt x="2875" y="636"/>
                    <a:pt x="2875" y="643"/>
                  </a:cubicBezTo>
                  <a:cubicBezTo>
                    <a:pt x="2875" y="651"/>
                    <a:pt x="2881" y="656"/>
                    <a:pt x="2888" y="656"/>
                  </a:cubicBezTo>
                  <a:close/>
                  <a:moveTo>
                    <a:pt x="2928" y="656"/>
                  </a:moveTo>
                  <a:cubicBezTo>
                    <a:pt x="2935" y="656"/>
                    <a:pt x="2940" y="651"/>
                    <a:pt x="2940" y="643"/>
                  </a:cubicBezTo>
                  <a:cubicBezTo>
                    <a:pt x="2940" y="636"/>
                    <a:pt x="2935" y="631"/>
                    <a:pt x="2928" y="631"/>
                  </a:cubicBezTo>
                  <a:cubicBezTo>
                    <a:pt x="2921" y="631"/>
                    <a:pt x="2915" y="636"/>
                    <a:pt x="2915" y="643"/>
                  </a:cubicBezTo>
                  <a:cubicBezTo>
                    <a:pt x="2915" y="651"/>
                    <a:pt x="2921" y="656"/>
                    <a:pt x="2928" y="656"/>
                  </a:cubicBezTo>
                  <a:close/>
                  <a:moveTo>
                    <a:pt x="2967" y="656"/>
                  </a:moveTo>
                  <a:cubicBezTo>
                    <a:pt x="2974" y="656"/>
                    <a:pt x="2980" y="651"/>
                    <a:pt x="2980" y="643"/>
                  </a:cubicBezTo>
                  <a:cubicBezTo>
                    <a:pt x="2980" y="636"/>
                    <a:pt x="2974" y="631"/>
                    <a:pt x="2967" y="631"/>
                  </a:cubicBezTo>
                  <a:cubicBezTo>
                    <a:pt x="2960" y="631"/>
                    <a:pt x="2954" y="636"/>
                    <a:pt x="2954" y="643"/>
                  </a:cubicBezTo>
                  <a:cubicBezTo>
                    <a:pt x="2954" y="651"/>
                    <a:pt x="2960" y="656"/>
                    <a:pt x="2967" y="656"/>
                  </a:cubicBezTo>
                  <a:close/>
                  <a:moveTo>
                    <a:pt x="3006" y="656"/>
                  </a:moveTo>
                  <a:cubicBezTo>
                    <a:pt x="3013" y="656"/>
                    <a:pt x="3019" y="651"/>
                    <a:pt x="3019" y="643"/>
                  </a:cubicBezTo>
                  <a:cubicBezTo>
                    <a:pt x="3019" y="636"/>
                    <a:pt x="3013" y="631"/>
                    <a:pt x="3006" y="631"/>
                  </a:cubicBezTo>
                  <a:cubicBezTo>
                    <a:pt x="2999" y="631"/>
                    <a:pt x="2994" y="636"/>
                    <a:pt x="2994" y="643"/>
                  </a:cubicBezTo>
                  <a:cubicBezTo>
                    <a:pt x="2994" y="651"/>
                    <a:pt x="2999" y="656"/>
                    <a:pt x="3006" y="656"/>
                  </a:cubicBezTo>
                  <a:close/>
                  <a:moveTo>
                    <a:pt x="3046" y="656"/>
                  </a:moveTo>
                  <a:cubicBezTo>
                    <a:pt x="3053" y="656"/>
                    <a:pt x="3059" y="651"/>
                    <a:pt x="3059" y="643"/>
                  </a:cubicBezTo>
                  <a:cubicBezTo>
                    <a:pt x="3059" y="636"/>
                    <a:pt x="3053" y="631"/>
                    <a:pt x="3046" y="631"/>
                  </a:cubicBezTo>
                  <a:cubicBezTo>
                    <a:pt x="3039" y="631"/>
                    <a:pt x="3033" y="636"/>
                    <a:pt x="3033" y="643"/>
                  </a:cubicBezTo>
                  <a:cubicBezTo>
                    <a:pt x="3033" y="651"/>
                    <a:pt x="3039" y="656"/>
                    <a:pt x="3046" y="656"/>
                  </a:cubicBezTo>
                  <a:close/>
                  <a:moveTo>
                    <a:pt x="444" y="670"/>
                  </a:moveTo>
                  <a:cubicBezTo>
                    <a:pt x="437" y="670"/>
                    <a:pt x="431" y="676"/>
                    <a:pt x="431" y="683"/>
                  </a:cubicBezTo>
                  <a:cubicBezTo>
                    <a:pt x="431" y="690"/>
                    <a:pt x="437" y="696"/>
                    <a:pt x="444" y="696"/>
                  </a:cubicBezTo>
                  <a:cubicBezTo>
                    <a:pt x="451" y="696"/>
                    <a:pt x="457" y="690"/>
                    <a:pt x="457" y="683"/>
                  </a:cubicBezTo>
                  <a:cubicBezTo>
                    <a:pt x="457" y="676"/>
                    <a:pt x="451" y="670"/>
                    <a:pt x="444" y="670"/>
                  </a:cubicBezTo>
                  <a:close/>
                  <a:moveTo>
                    <a:pt x="483" y="696"/>
                  </a:moveTo>
                  <a:cubicBezTo>
                    <a:pt x="490" y="696"/>
                    <a:pt x="496" y="690"/>
                    <a:pt x="496" y="683"/>
                  </a:cubicBezTo>
                  <a:cubicBezTo>
                    <a:pt x="496" y="676"/>
                    <a:pt x="490" y="670"/>
                    <a:pt x="483" y="670"/>
                  </a:cubicBezTo>
                  <a:cubicBezTo>
                    <a:pt x="476" y="670"/>
                    <a:pt x="471" y="676"/>
                    <a:pt x="471" y="683"/>
                  </a:cubicBezTo>
                  <a:cubicBezTo>
                    <a:pt x="471" y="690"/>
                    <a:pt x="476" y="696"/>
                    <a:pt x="483" y="696"/>
                  </a:cubicBezTo>
                  <a:close/>
                  <a:moveTo>
                    <a:pt x="523" y="696"/>
                  </a:moveTo>
                  <a:cubicBezTo>
                    <a:pt x="530" y="696"/>
                    <a:pt x="535" y="690"/>
                    <a:pt x="535" y="683"/>
                  </a:cubicBezTo>
                  <a:cubicBezTo>
                    <a:pt x="535" y="676"/>
                    <a:pt x="530" y="670"/>
                    <a:pt x="523" y="670"/>
                  </a:cubicBezTo>
                  <a:cubicBezTo>
                    <a:pt x="516" y="670"/>
                    <a:pt x="510" y="676"/>
                    <a:pt x="510" y="683"/>
                  </a:cubicBezTo>
                  <a:cubicBezTo>
                    <a:pt x="510" y="690"/>
                    <a:pt x="516" y="696"/>
                    <a:pt x="523" y="696"/>
                  </a:cubicBezTo>
                  <a:close/>
                  <a:moveTo>
                    <a:pt x="562" y="696"/>
                  </a:moveTo>
                  <a:cubicBezTo>
                    <a:pt x="569" y="696"/>
                    <a:pt x="575" y="690"/>
                    <a:pt x="575" y="683"/>
                  </a:cubicBezTo>
                  <a:cubicBezTo>
                    <a:pt x="575" y="676"/>
                    <a:pt x="569" y="670"/>
                    <a:pt x="562" y="670"/>
                  </a:cubicBezTo>
                  <a:cubicBezTo>
                    <a:pt x="555" y="670"/>
                    <a:pt x="549" y="676"/>
                    <a:pt x="549" y="683"/>
                  </a:cubicBezTo>
                  <a:cubicBezTo>
                    <a:pt x="549" y="690"/>
                    <a:pt x="555" y="696"/>
                    <a:pt x="562" y="696"/>
                  </a:cubicBezTo>
                  <a:close/>
                  <a:moveTo>
                    <a:pt x="602" y="696"/>
                  </a:moveTo>
                  <a:cubicBezTo>
                    <a:pt x="609" y="696"/>
                    <a:pt x="614" y="690"/>
                    <a:pt x="614" y="683"/>
                  </a:cubicBezTo>
                  <a:cubicBezTo>
                    <a:pt x="614" y="676"/>
                    <a:pt x="609" y="670"/>
                    <a:pt x="602" y="670"/>
                  </a:cubicBezTo>
                  <a:cubicBezTo>
                    <a:pt x="595" y="670"/>
                    <a:pt x="589" y="676"/>
                    <a:pt x="589" y="683"/>
                  </a:cubicBezTo>
                  <a:cubicBezTo>
                    <a:pt x="589" y="690"/>
                    <a:pt x="595" y="696"/>
                    <a:pt x="602" y="696"/>
                  </a:cubicBezTo>
                  <a:close/>
                  <a:moveTo>
                    <a:pt x="641" y="696"/>
                  </a:moveTo>
                  <a:cubicBezTo>
                    <a:pt x="648" y="696"/>
                    <a:pt x="654" y="690"/>
                    <a:pt x="654" y="683"/>
                  </a:cubicBezTo>
                  <a:cubicBezTo>
                    <a:pt x="654" y="676"/>
                    <a:pt x="648" y="670"/>
                    <a:pt x="641" y="670"/>
                  </a:cubicBezTo>
                  <a:cubicBezTo>
                    <a:pt x="634" y="670"/>
                    <a:pt x="628" y="676"/>
                    <a:pt x="628" y="683"/>
                  </a:cubicBezTo>
                  <a:cubicBezTo>
                    <a:pt x="628" y="690"/>
                    <a:pt x="634" y="696"/>
                    <a:pt x="641" y="696"/>
                  </a:cubicBezTo>
                  <a:close/>
                  <a:moveTo>
                    <a:pt x="680" y="696"/>
                  </a:moveTo>
                  <a:cubicBezTo>
                    <a:pt x="687" y="696"/>
                    <a:pt x="693" y="690"/>
                    <a:pt x="693" y="683"/>
                  </a:cubicBezTo>
                  <a:cubicBezTo>
                    <a:pt x="693" y="676"/>
                    <a:pt x="687" y="670"/>
                    <a:pt x="680" y="670"/>
                  </a:cubicBezTo>
                  <a:cubicBezTo>
                    <a:pt x="673" y="670"/>
                    <a:pt x="668" y="676"/>
                    <a:pt x="668" y="683"/>
                  </a:cubicBezTo>
                  <a:cubicBezTo>
                    <a:pt x="668" y="690"/>
                    <a:pt x="673" y="696"/>
                    <a:pt x="680" y="696"/>
                  </a:cubicBezTo>
                  <a:close/>
                  <a:moveTo>
                    <a:pt x="720" y="696"/>
                  </a:moveTo>
                  <a:cubicBezTo>
                    <a:pt x="727" y="696"/>
                    <a:pt x="733" y="690"/>
                    <a:pt x="733" y="683"/>
                  </a:cubicBezTo>
                  <a:cubicBezTo>
                    <a:pt x="733" y="676"/>
                    <a:pt x="727" y="670"/>
                    <a:pt x="720" y="670"/>
                  </a:cubicBezTo>
                  <a:cubicBezTo>
                    <a:pt x="713" y="670"/>
                    <a:pt x="707" y="676"/>
                    <a:pt x="707" y="683"/>
                  </a:cubicBezTo>
                  <a:cubicBezTo>
                    <a:pt x="707" y="690"/>
                    <a:pt x="713" y="696"/>
                    <a:pt x="720" y="696"/>
                  </a:cubicBezTo>
                  <a:close/>
                  <a:moveTo>
                    <a:pt x="759" y="696"/>
                  </a:moveTo>
                  <a:cubicBezTo>
                    <a:pt x="766" y="696"/>
                    <a:pt x="772" y="690"/>
                    <a:pt x="772" y="683"/>
                  </a:cubicBezTo>
                  <a:cubicBezTo>
                    <a:pt x="772" y="676"/>
                    <a:pt x="766" y="670"/>
                    <a:pt x="759" y="670"/>
                  </a:cubicBezTo>
                  <a:cubicBezTo>
                    <a:pt x="752" y="670"/>
                    <a:pt x="747" y="676"/>
                    <a:pt x="747" y="683"/>
                  </a:cubicBezTo>
                  <a:cubicBezTo>
                    <a:pt x="747" y="690"/>
                    <a:pt x="752" y="696"/>
                    <a:pt x="759" y="696"/>
                  </a:cubicBezTo>
                  <a:close/>
                  <a:moveTo>
                    <a:pt x="799" y="696"/>
                  </a:moveTo>
                  <a:cubicBezTo>
                    <a:pt x="806" y="696"/>
                    <a:pt x="811" y="690"/>
                    <a:pt x="811" y="683"/>
                  </a:cubicBezTo>
                  <a:cubicBezTo>
                    <a:pt x="811" y="676"/>
                    <a:pt x="806" y="670"/>
                    <a:pt x="799" y="670"/>
                  </a:cubicBezTo>
                  <a:cubicBezTo>
                    <a:pt x="792" y="670"/>
                    <a:pt x="786" y="676"/>
                    <a:pt x="786" y="683"/>
                  </a:cubicBezTo>
                  <a:cubicBezTo>
                    <a:pt x="786" y="690"/>
                    <a:pt x="792" y="696"/>
                    <a:pt x="799" y="696"/>
                  </a:cubicBezTo>
                  <a:close/>
                  <a:moveTo>
                    <a:pt x="838" y="696"/>
                  </a:moveTo>
                  <a:cubicBezTo>
                    <a:pt x="845" y="696"/>
                    <a:pt x="851" y="690"/>
                    <a:pt x="851" y="683"/>
                  </a:cubicBezTo>
                  <a:cubicBezTo>
                    <a:pt x="851" y="676"/>
                    <a:pt x="845" y="670"/>
                    <a:pt x="838" y="670"/>
                  </a:cubicBezTo>
                  <a:cubicBezTo>
                    <a:pt x="831" y="670"/>
                    <a:pt x="825" y="676"/>
                    <a:pt x="825" y="683"/>
                  </a:cubicBezTo>
                  <a:cubicBezTo>
                    <a:pt x="825" y="690"/>
                    <a:pt x="831" y="696"/>
                    <a:pt x="838" y="696"/>
                  </a:cubicBezTo>
                  <a:close/>
                  <a:moveTo>
                    <a:pt x="878" y="696"/>
                  </a:moveTo>
                  <a:cubicBezTo>
                    <a:pt x="885" y="696"/>
                    <a:pt x="890" y="690"/>
                    <a:pt x="890" y="683"/>
                  </a:cubicBezTo>
                  <a:cubicBezTo>
                    <a:pt x="890" y="676"/>
                    <a:pt x="885" y="670"/>
                    <a:pt x="878" y="670"/>
                  </a:cubicBezTo>
                  <a:cubicBezTo>
                    <a:pt x="871" y="670"/>
                    <a:pt x="865" y="676"/>
                    <a:pt x="865" y="683"/>
                  </a:cubicBezTo>
                  <a:cubicBezTo>
                    <a:pt x="865" y="690"/>
                    <a:pt x="871" y="696"/>
                    <a:pt x="878" y="696"/>
                  </a:cubicBezTo>
                  <a:close/>
                  <a:moveTo>
                    <a:pt x="917" y="696"/>
                  </a:moveTo>
                  <a:cubicBezTo>
                    <a:pt x="924" y="696"/>
                    <a:pt x="930" y="690"/>
                    <a:pt x="930" y="683"/>
                  </a:cubicBezTo>
                  <a:cubicBezTo>
                    <a:pt x="930" y="676"/>
                    <a:pt x="924" y="670"/>
                    <a:pt x="917" y="670"/>
                  </a:cubicBezTo>
                  <a:cubicBezTo>
                    <a:pt x="910" y="670"/>
                    <a:pt x="904" y="676"/>
                    <a:pt x="904" y="683"/>
                  </a:cubicBezTo>
                  <a:cubicBezTo>
                    <a:pt x="904" y="690"/>
                    <a:pt x="910" y="696"/>
                    <a:pt x="917" y="696"/>
                  </a:cubicBezTo>
                  <a:close/>
                  <a:moveTo>
                    <a:pt x="956" y="696"/>
                  </a:moveTo>
                  <a:cubicBezTo>
                    <a:pt x="963" y="696"/>
                    <a:pt x="969" y="690"/>
                    <a:pt x="969" y="683"/>
                  </a:cubicBezTo>
                  <a:cubicBezTo>
                    <a:pt x="969" y="676"/>
                    <a:pt x="963" y="670"/>
                    <a:pt x="956" y="670"/>
                  </a:cubicBezTo>
                  <a:cubicBezTo>
                    <a:pt x="949" y="670"/>
                    <a:pt x="944" y="676"/>
                    <a:pt x="944" y="683"/>
                  </a:cubicBezTo>
                  <a:cubicBezTo>
                    <a:pt x="944" y="690"/>
                    <a:pt x="949" y="696"/>
                    <a:pt x="956" y="696"/>
                  </a:cubicBezTo>
                  <a:close/>
                  <a:moveTo>
                    <a:pt x="1627" y="696"/>
                  </a:moveTo>
                  <a:cubicBezTo>
                    <a:pt x="1634" y="696"/>
                    <a:pt x="1639" y="690"/>
                    <a:pt x="1639" y="683"/>
                  </a:cubicBezTo>
                  <a:cubicBezTo>
                    <a:pt x="1639" y="676"/>
                    <a:pt x="1634" y="670"/>
                    <a:pt x="1627" y="670"/>
                  </a:cubicBezTo>
                  <a:cubicBezTo>
                    <a:pt x="1620" y="670"/>
                    <a:pt x="1614" y="676"/>
                    <a:pt x="1614" y="683"/>
                  </a:cubicBezTo>
                  <a:cubicBezTo>
                    <a:pt x="1614" y="690"/>
                    <a:pt x="1620" y="696"/>
                    <a:pt x="1627" y="696"/>
                  </a:cubicBezTo>
                  <a:close/>
                  <a:moveTo>
                    <a:pt x="1666" y="696"/>
                  </a:moveTo>
                  <a:cubicBezTo>
                    <a:pt x="1673" y="696"/>
                    <a:pt x="1679" y="690"/>
                    <a:pt x="1679" y="683"/>
                  </a:cubicBezTo>
                  <a:cubicBezTo>
                    <a:pt x="1679" y="676"/>
                    <a:pt x="1673" y="670"/>
                    <a:pt x="1666" y="670"/>
                  </a:cubicBezTo>
                  <a:cubicBezTo>
                    <a:pt x="1659" y="670"/>
                    <a:pt x="1653" y="676"/>
                    <a:pt x="1653" y="683"/>
                  </a:cubicBezTo>
                  <a:cubicBezTo>
                    <a:pt x="1653" y="690"/>
                    <a:pt x="1659" y="696"/>
                    <a:pt x="1666" y="696"/>
                  </a:cubicBezTo>
                  <a:close/>
                  <a:moveTo>
                    <a:pt x="1705" y="696"/>
                  </a:moveTo>
                  <a:cubicBezTo>
                    <a:pt x="1712" y="696"/>
                    <a:pt x="1718" y="690"/>
                    <a:pt x="1718" y="683"/>
                  </a:cubicBezTo>
                  <a:cubicBezTo>
                    <a:pt x="1718" y="676"/>
                    <a:pt x="1712" y="670"/>
                    <a:pt x="1705" y="670"/>
                  </a:cubicBezTo>
                  <a:cubicBezTo>
                    <a:pt x="1698" y="670"/>
                    <a:pt x="1693" y="676"/>
                    <a:pt x="1693" y="683"/>
                  </a:cubicBezTo>
                  <a:cubicBezTo>
                    <a:pt x="1693" y="690"/>
                    <a:pt x="1698" y="696"/>
                    <a:pt x="1705" y="696"/>
                  </a:cubicBezTo>
                  <a:close/>
                  <a:moveTo>
                    <a:pt x="1817" y="683"/>
                  </a:moveTo>
                  <a:cubicBezTo>
                    <a:pt x="1817" y="686"/>
                    <a:pt x="1820" y="689"/>
                    <a:pt x="1824" y="689"/>
                  </a:cubicBezTo>
                  <a:cubicBezTo>
                    <a:pt x="1827" y="689"/>
                    <a:pt x="1830" y="686"/>
                    <a:pt x="1830" y="683"/>
                  </a:cubicBezTo>
                  <a:cubicBezTo>
                    <a:pt x="1830" y="679"/>
                    <a:pt x="1827" y="676"/>
                    <a:pt x="1824" y="676"/>
                  </a:cubicBezTo>
                  <a:cubicBezTo>
                    <a:pt x="1820" y="676"/>
                    <a:pt x="1817" y="679"/>
                    <a:pt x="1817" y="683"/>
                  </a:cubicBezTo>
                  <a:close/>
                  <a:moveTo>
                    <a:pt x="1903" y="696"/>
                  </a:moveTo>
                  <a:cubicBezTo>
                    <a:pt x="1910" y="696"/>
                    <a:pt x="1915" y="690"/>
                    <a:pt x="1915" y="683"/>
                  </a:cubicBezTo>
                  <a:cubicBezTo>
                    <a:pt x="1915" y="676"/>
                    <a:pt x="1910" y="670"/>
                    <a:pt x="1903" y="670"/>
                  </a:cubicBezTo>
                  <a:cubicBezTo>
                    <a:pt x="1896" y="670"/>
                    <a:pt x="1890" y="676"/>
                    <a:pt x="1890" y="683"/>
                  </a:cubicBezTo>
                  <a:cubicBezTo>
                    <a:pt x="1890" y="690"/>
                    <a:pt x="1896" y="696"/>
                    <a:pt x="1903" y="696"/>
                  </a:cubicBezTo>
                  <a:close/>
                  <a:moveTo>
                    <a:pt x="1955" y="683"/>
                  </a:moveTo>
                  <a:cubicBezTo>
                    <a:pt x="1955" y="676"/>
                    <a:pt x="1949" y="670"/>
                    <a:pt x="1942" y="670"/>
                  </a:cubicBezTo>
                  <a:cubicBezTo>
                    <a:pt x="1935" y="670"/>
                    <a:pt x="1929" y="676"/>
                    <a:pt x="1929" y="683"/>
                  </a:cubicBezTo>
                  <a:cubicBezTo>
                    <a:pt x="1929" y="690"/>
                    <a:pt x="1935" y="696"/>
                    <a:pt x="1942" y="696"/>
                  </a:cubicBezTo>
                  <a:cubicBezTo>
                    <a:pt x="1949" y="696"/>
                    <a:pt x="1955" y="690"/>
                    <a:pt x="1955" y="683"/>
                  </a:cubicBezTo>
                  <a:close/>
                  <a:moveTo>
                    <a:pt x="1981" y="696"/>
                  </a:moveTo>
                  <a:cubicBezTo>
                    <a:pt x="1988" y="696"/>
                    <a:pt x="1994" y="690"/>
                    <a:pt x="1994" y="683"/>
                  </a:cubicBezTo>
                  <a:cubicBezTo>
                    <a:pt x="1994" y="676"/>
                    <a:pt x="1988" y="670"/>
                    <a:pt x="1981" y="670"/>
                  </a:cubicBezTo>
                  <a:cubicBezTo>
                    <a:pt x="1974" y="670"/>
                    <a:pt x="1969" y="676"/>
                    <a:pt x="1969" y="683"/>
                  </a:cubicBezTo>
                  <a:cubicBezTo>
                    <a:pt x="1969" y="690"/>
                    <a:pt x="1974" y="696"/>
                    <a:pt x="1981" y="696"/>
                  </a:cubicBezTo>
                  <a:close/>
                  <a:moveTo>
                    <a:pt x="2021" y="696"/>
                  </a:moveTo>
                  <a:cubicBezTo>
                    <a:pt x="2028" y="696"/>
                    <a:pt x="2034" y="690"/>
                    <a:pt x="2034" y="683"/>
                  </a:cubicBezTo>
                  <a:cubicBezTo>
                    <a:pt x="2034" y="676"/>
                    <a:pt x="2028" y="670"/>
                    <a:pt x="2021" y="670"/>
                  </a:cubicBezTo>
                  <a:cubicBezTo>
                    <a:pt x="2014" y="670"/>
                    <a:pt x="2008" y="676"/>
                    <a:pt x="2008" y="683"/>
                  </a:cubicBezTo>
                  <a:cubicBezTo>
                    <a:pt x="2008" y="690"/>
                    <a:pt x="2014" y="696"/>
                    <a:pt x="2021" y="696"/>
                  </a:cubicBezTo>
                  <a:close/>
                  <a:moveTo>
                    <a:pt x="2060" y="670"/>
                  </a:moveTo>
                  <a:cubicBezTo>
                    <a:pt x="2053" y="670"/>
                    <a:pt x="2048" y="676"/>
                    <a:pt x="2048" y="683"/>
                  </a:cubicBezTo>
                  <a:cubicBezTo>
                    <a:pt x="2048" y="690"/>
                    <a:pt x="2053" y="696"/>
                    <a:pt x="2060" y="696"/>
                  </a:cubicBezTo>
                  <a:cubicBezTo>
                    <a:pt x="2067" y="696"/>
                    <a:pt x="2073" y="690"/>
                    <a:pt x="2073" y="683"/>
                  </a:cubicBezTo>
                  <a:cubicBezTo>
                    <a:pt x="2073" y="676"/>
                    <a:pt x="2067" y="670"/>
                    <a:pt x="2060" y="670"/>
                  </a:cubicBezTo>
                  <a:close/>
                  <a:moveTo>
                    <a:pt x="2139" y="696"/>
                  </a:moveTo>
                  <a:cubicBezTo>
                    <a:pt x="2146" y="696"/>
                    <a:pt x="2152" y="690"/>
                    <a:pt x="2152" y="683"/>
                  </a:cubicBezTo>
                  <a:cubicBezTo>
                    <a:pt x="2152" y="676"/>
                    <a:pt x="2146" y="670"/>
                    <a:pt x="2139" y="670"/>
                  </a:cubicBezTo>
                  <a:cubicBezTo>
                    <a:pt x="2132" y="670"/>
                    <a:pt x="2126" y="676"/>
                    <a:pt x="2126" y="683"/>
                  </a:cubicBezTo>
                  <a:cubicBezTo>
                    <a:pt x="2126" y="690"/>
                    <a:pt x="2132" y="696"/>
                    <a:pt x="2139" y="696"/>
                  </a:cubicBezTo>
                  <a:close/>
                  <a:moveTo>
                    <a:pt x="2179" y="696"/>
                  </a:moveTo>
                  <a:cubicBezTo>
                    <a:pt x="2186" y="696"/>
                    <a:pt x="2191" y="690"/>
                    <a:pt x="2191" y="683"/>
                  </a:cubicBezTo>
                  <a:cubicBezTo>
                    <a:pt x="2191" y="676"/>
                    <a:pt x="2186" y="670"/>
                    <a:pt x="2179" y="670"/>
                  </a:cubicBezTo>
                  <a:cubicBezTo>
                    <a:pt x="2172" y="670"/>
                    <a:pt x="2166" y="676"/>
                    <a:pt x="2166" y="683"/>
                  </a:cubicBezTo>
                  <a:cubicBezTo>
                    <a:pt x="2166" y="690"/>
                    <a:pt x="2172" y="696"/>
                    <a:pt x="2179" y="696"/>
                  </a:cubicBezTo>
                  <a:close/>
                  <a:moveTo>
                    <a:pt x="2257" y="696"/>
                  </a:moveTo>
                  <a:cubicBezTo>
                    <a:pt x="2264" y="696"/>
                    <a:pt x="2270" y="690"/>
                    <a:pt x="2270" y="683"/>
                  </a:cubicBezTo>
                  <a:cubicBezTo>
                    <a:pt x="2270" y="676"/>
                    <a:pt x="2264" y="670"/>
                    <a:pt x="2257" y="670"/>
                  </a:cubicBezTo>
                  <a:cubicBezTo>
                    <a:pt x="2250" y="670"/>
                    <a:pt x="2245" y="676"/>
                    <a:pt x="2245" y="683"/>
                  </a:cubicBezTo>
                  <a:cubicBezTo>
                    <a:pt x="2245" y="690"/>
                    <a:pt x="2250" y="696"/>
                    <a:pt x="2257" y="696"/>
                  </a:cubicBezTo>
                  <a:close/>
                  <a:moveTo>
                    <a:pt x="2297" y="696"/>
                  </a:moveTo>
                  <a:cubicBezTo>
                    <a:pt x="2304" y="696"/>
                    <a:pt x="2310" y="690"/>
                    <a:pt x="2310" y="683"/>
                  </a:cubicBezTo>
                  <a:cubicBezTo>
                    <a:pt x="2310" y="676"/>
                    <a:pt x="2304" y="670"/>
                    <a:pt x="2297" y="670"/>
                  </a:cubicBezTo>
                  <a:cubicBezTo>
                    <a:pt x="2290" y="670"/>
                    <a:pt x="2284" y="676"/>
                    <a:pt x="2284" y="683"/>
                  </a:cubicBezTo>
                  <a:cubicBezTo>
                    <a:pt x="2284" y="690"/>
                    <a:pt x="2290" y="696"/>
                    <a:pt x="2297" y="696"/>
                  </a:cubicBezTo>
                  <a:close/>
                  <a:moveTo>
                    <a:pt x="2336" y="696"/>
                  </a:moveTo>
                  <a:cubicBezTo>
                    <a:pt x="2343" y="696"/>
                    <a:pt x="2349" y="690"/>
                    <a:pt x="2349" y="683"/>
                  </a:cubicBezTo>
                  <a:cubicBezTo>
                    <a:pt x="2349" y="676"/>
                    <a:pt x="2343" y="670"/>
                    <a:pt x="2336" y="670"/>
                  </a:cubicBezTo>
                  <a:cubicBezTo>
                    <a:pt x="2329" y="670"/>
                    <a:pt x="2323" y="676"/>
                    <a:pt x="2323" y="683"/>
                  </a:cubicBezTo>
                  <a:cubicBezTo>
                    <a:pt x="2323" y="690"/>
                    <a:pt x="2329" y="696"/>
                    <a:pt x="2336" y="696"/>
                  </a:cubicBezTo>
                  <a:close/>
                  <a:moveTo>
                    <a:pt x="2376" y="696"/>
                  </a:moveTo>
                  <a:cubicBezTo>
                    <a:pt x="2383" y="696"/>
                    <a:pt x="2388" y="690"/>
                    <a:pt x="2388" y="683"/>
                  </a:cubicBezTo>
                  <a:cubicBezTo>
                    <a:pt x="2388" y="676"/>
                    <a:pt x="2383" y="670"/>
                    <a:pt x="2376" y="670"/>
                  </a:cubicBezTo>
                  <a:cubicBezTo>
                    <a:pt x="2369" y="670"/>
                    <a:pt x="2363" y="676"/>
                    <a:pt x="2363" y="683"/>
                  </a:cubicBezTo>
                  <a:cubicBezTo>
                    <a:pt x="2363" y="690"/>
                    <a:pt x="2369" y="696"/>
                    <a:pt x="2376" y="696"/>
                  </a:cubicBezTo>
                  <a:close/>
                  <a:moveTo>
                    <a:pt x="2415" y="696"/>
                  </a:moveTo>
                  <a:cubicBezTo>
                    <a:pt x="2422" y="696"/>
                    <a:pt x="2428" y="690"/>
                    <a:pt x="2428" y="683"/>
                  </a:cubicBezTo>
                  <a:cubicBezTo>
                    <a:pt x="2428" y="676"/>
                    <a:pt x="2422" y="670"/>
                    <a:pt x="2415" y="670"/>
                  </a:cubicBezTo>
                  <a:cubicBezTo>
                    <a:pt x="2408" y="670"/>
                    <a:pt x="2402" y="676"/>
                    <a:pt x="2402" y="683"/>
                  </a:cubicBezTo>
                  <a:cubicBezTo>
                    <a:pt x="2402" y="690"/>
                    <a:pt x="2408" y="696"/>
                    <a:pt x="2415" y="696"/>
                  </a:cubicBezTo>
                  <a:close/>
                  <a:moveTo>
                    <a:pt x="2455" y="696"/>
                  </a:moveTo>
                  <a:cubicBezTo>
                    <a:pt x="2462" y="696"/>
                    <a:pt x="2467" y="690"/>
                    <a:pt x="2467" y="683"/>
                  </a:cubicBezTo>
                  <a:cubicBezTo>
                    <a:pt x="2467" y="676"/>
                    <a:pt x="2462" y="670"/>
                    <a:pt x="2455" y="670"/>
                  </a:cubicBezTo>
                  <a:cubicBezTo>
                    <a:pt x="2447" y="670"/>
                    <a:pt x="2442" y="676"/>
                    <a:pt x="2442" y="683"/>
                  </a:cubicBezTo>
                  <a:cubicBezTo>
                    <a:pt x="2442" y="690"/>
                    <a:pt x="2447" y="696"/>
                    <a:pt x="2455" y="696"/>
                  </a:cubicBezTo>
                  <a:close/>
                  <a:moveTo>
                    <a:pt x="2494" y="696"/>
                  </a:moveTo>
                  <a:cubicBezTo>
                    <a:pt x="2501" y="696"/>
                    <a:pt x="2507" y="690"/>
                    <a:pt x="2507" y="683"/>
                  </a:cubicBezTo>
                  <a:cubicBezTo>
                    <a:pt x="2507" y="676"/>
                    <a:pt x="2501" y="670"/>
                    <a:pt x="2494" y="670"/>
                  </a:cubicBezTo>
                  <a:cubicBezTo>
                    <a:pt x="2487" y="670"/>
                    <a:pt x="2481" y="676"/>
                    <a:pt x="2481" y="683"/>
                  </a:cubicBezTo>
                  <a:cubicBezTo>
                    <a:pt x="2481" y="690"/>
                    <a:pt x="2487" y="696"/>
                    <a:pt x="2494" y="696"/>
                  </a:cubicBezTo>
                  <a:close/>
                  <a:moveTo>
                    <a:pt x="2533" y="696"/>
                  </a:moveTo>
                  <a:cubicBezTo>
                    <a:pt x="2540" y="696"/>
                    <a:pt x="2546" y="690"/>
                    <a:pt x="2546" y="683"/>
                  </a:cubicBezTo>
                  <a:cubicBezTo>
                    <a:pt x="2546" y="676"/>
                    <a:pt x="2540" y="670"/>
                    <a:pt x="2533" y="670"/>
                  </a:cubicBezTo>
                  <a:cubicBezTo>
                    <a:pt x="2526" y="670"/>
                    <a:pt x="2521" y="676"/>
                    <a:pt x="2521" y="683"/>
                  </a:cubicBezTo>
                  <a:cubicBezTo>
                    <a:pt x="2521" y="690"/>
                    <a:pt x="2526" y="696"/>
                    <a:pt x="2533" y="696"/>
                  </a:cubicBezTo>
                  <a:close/>
                  <a:moveTo>
                    <a:pt x="2573" y="696"/>
                  </a:moveTo>
                  <a:cubicBezTo>
                    <a:pt x="2580" y="696"/>
                    <a:pt x="2586" y="690"/>
                    <a:pt x="2586" y="683"/>
                  </a:cubicBezTo>
                  <a:cubicBezTo>
                    <a:pt x="2586" y="676"/>
                    <a:pt x="2580" y="670"/>
                    <a:pt x="2573" y="670"/>
                  </a:cubicBezTo>
                  <a:cubicBezTo>
                    <a:pt x="2566" y="670"/>
                    <a:pt x="2560" y="676"/>
                    <a:pt x="2560" y="683"/>
                  </a:cubicBezTo>
                  <a:cubicBezTo>
                    <a:pt x="2560" y="690"/>
                    <a:pt x="2566" y="696"/>
                    <a:pt x="2573" y="696"/>
                  </a:cubicBezTo>
                  <a:close/>
                  <a:moveTo>
                    <a:pt x="2612" y="696"/>
                  </a:moveTo>
                  <a:cubicBezTo>
                    <a:pt x="2619" y="696"/>
                    <a:pt x="2625" y="690"/>
                    <a:pt x="2625" y="683"/>
                  </a:cubicBezTo>
                  <a:cubicBezTo>
                    <a:pt x="2625" y="676"/>
                    <a:pt x="2619" y="670"/>
                    <a:pt x="2612" y="670"/>
                  </a:cubicBezTo>
                  <a:cubicBezTo>
                    <a:pt x="2605" y="670"/>
                    <a:pt x="2599" y="676"/>
                    <a:pt x="2599" y="683"/>
                  </a:cubicBezTo>
                  <a:cubicBezTo>
                    <a:pt x="2599" y="690"/>
                    <a:pt x="2605" y="696"/>
                    <a:pt x="2612" y="696"/>
                  </a:cubicBezTo>
                  <a:close/>
                  <a:moveTo>
                    <a:pt x="2652" y="696"/>
                  </a:moveTo>
                  <a:cubicBezTo>
                    <a:pt x="2659" y="696"/>
                    <a:pt x="2664" y="690"/>
                    <a:pt x="2664" y="683"/>
                  </a:cubicBezTo>
                  <a:cubicBezTo>
                    <a:pt x="2664" y="676"/>
                    <a:pt x="2659" y="670"/>
                    <a:pt x="2652" y="670"/>
                  </a:cubicBezTo>
                  <a:cubicBezTo>
                    <a:pt x="2645" y="670"/>
                    <a:pt x="2639" y="676"/>
                    <a:pt x="2639" y="683"/>
                  </a:cubicBezTo>
                  <a:cubicBezTo>
                    <a:pt x="2639" y="690"/>
                    <a:pt x="2645" y="696"/>
                    <a:pt x="2652" y="696"/>
                  </a:cubicBezTo>
                  <a:close/>
                  <a:moveTo>
                    <a:pt x="2691" y="696"/>
                  </a:moveTo>
                  <a:cubicBezTo>
                    <a:pt x="2698" y="696"/>
                    <a:pt x="2704" y="690"/>
                    <a:pt x="2704" y="683"/>
                  </a:cubicBezTo>
                  <a:cubicBezTo>
                    <a:pt x="2704" y="676"/>
                    <a:pt x="2698" y="670"/>
                    <a:pt x="2691" y="670"/>
                  </a:cubicBezTo>
                  <a:cubicBezTo>
                    <a:pt x="2684" y="670"/>
                    <a:pt x="2678" y="676"/>
                    <a:pt x="2678" y="683"/>
                  </a:cubicBezTo>
                  <a:cubicBezTo>
                    <a:pt x="2678" y="690"/>
                    <a:pt x="2684" y="696"/>
                    <a:pt x="2691" y="696"/>
                  </a:cubicBezTo>
                  <a:close/>
                  <a:moveTo>
                    <a:pt x="2730" y="696"/>
                  </a:moveTo>
                  <a:cubicBezTo>
                    <a:pt x="2738" y="696"/>
                    <a:pt x="2743" y="690"/>
                    <a:pt x="2743" y="683"/>
                  </a:cubicBezTo>
                  <a:cubicBezTo>
                    <a:pt x="2743" y="676"/>
                    <a:pt x="2738" y="670"/>
                    <a:pt x="2730" y="670"/>
                  </a:cubicBezTo>
                  <a:cubicBezTo>
                    <a:pt x="2723" y="670"/>
                    <a:pt x="2718" y="676"/>
                    <a:pt x="2718" y="683"/>
                  </a:cubicBezTo>
                  <a:cubicBezTo>
                    <a:pt x="2718" y="690"/>
                    <a:pt x="2723" y="696"/>
                    <a:pt x="2730" y="696"/>
                  </a:cubicBezTo>
                  <a:close/>
                  <a:moveTo>
                    <a:pt x="2770" y="696"/>
                  </a:moveTo>
                  <a:cubicBezTo>
                    <a:pt x="2777" y="696"/>
                    <a:pt x="2783" y="690"/>
                    <a:pt x="2783" y="683"/>
                  </a:cubicBezTo>
                  <a:cubicBezTo>
                    <a:pt x="2783" y="676"/>
                    <a:pt x="2777" y="670"/>
                    <a:pt x="2770" y="670"/>
                  </a:cubicBezTo>
                  <a:cubicBezTo>
                    <a:pt x="2763" y="670"/>
                    <a:pt x="2757" y="676"/>
                    <a:pt x="2757" y="683"/>
                  </a:cubicBezTo>
                  <a:cubicBezTo>
                    <a:pt x="2757" y="690"/>
                    <a:pt x="2763" y="696"/>
                    <a:pt x="2770" y="696"/>
                  </a:cubicBezTo>
                  <a:close/>
                  <a:moveTo>
                    <a:pt x="2809" y="696"/>
                  </a:moveTo>
                  <a:cubicBezTo>
                    <a:pt x="2816" y="696"/>
                    <a:pt x="2822" y="690"/>
                    <a:pt x="2822" y="683"/>
                  </a:cubicBezTo>
                  <a:cubicBezTo>
                    <a:pt x="2822" y="676"/>
                    <a:pt x="2816" y="670"/>
                    <a:pt x="2809" y="670"/>
                  </a:cubicBezTo>
                  <a:cubicBezTo>
                    <a:pt x="2802" y="670"/>
                    <a:pt x="2797" y="676"/>
                    <a:pt x="2797" y="683"/>
                  </a:cubicBezTo>
                  <a:cubicBezTo>
                    <a:pt x="2797" y="690"/>
                    <a:pt x="2802" y="696"/>
                    <a:pt x="2809" y="696"/>
                  </a:cubicBezTo>
                  <a:close/>
                  <a:moveTo>
                    <a:pt x="2849" y="696"/>
                  </a:moveTo>
                  <a:cubicBezTo>
                    <a:pt x="2856" y="696"/>
                    <a:pt x="2862" y="690"/>
                    <a:pt x="2862" y="683"/>
                  </a:cubicBezTo>
                  <a:cubicBezTo>
                    <a:pt x="2862" y="676"/>
                    <a:pt x="2856" y="670"/>
                    <a:pt x="2849" y="670"/>
                  </a:cubicBezTo>
                  <a:cubicBezTo>
                    <a:pt x="2842" y="670"/>
                    <a:pt x="2836" y="676"/>
                    <a:pt x="2836" y="683"/>
                  </a:cubicBezTo>
                  <a:cubicBezTo>
                    <a:pt x="2836" y="690"/>
                    <a:pt x="2842" y="696"/>
                    <a:pt x="2849" y="696"/>
                  </a:cubicBezTo>
                  <a:close/>
                  <a:moveTo>
                    <a:pt x="2888" y="696"/>
                  </a:moveTo>
                  <a:cubicBezTo>
                    <a:pt x="2895" y="696"/>
                    <a:pt x="2901" y="690"/>
                    <a:pt x="2901" y="683"/>
                  </a:cubicBezTo>
                  <a:cubicBezTo>
                    <a:pt x="2901" y="676"/>
                    <a:pt x="2895" y="670"/>
                    <a:pt x="2888" y="670"/>
                  </a:cubicBezTo>
                  <a:cubicBezTo>
                    <a:pt x="2881" y="670"/>
                    <a:pt x="2875" y="676"/>
                    <a:pt x="2875" y="683"/>
                  </a:cubicBezTo>
                  <a:cubicBezTo>
                    <a:pt x="2875" y="690"/>
                    <a:pt x="2881" y="696"/>
                    <a:pt x="2888" y="696"/>
                  </a:cubicBezTo>
                  <a:close/>
                  <a:moveTo>
                    <a:pt x="2928" y="670"/>
                  </a:moveTo>
                  <a:cubicBezTo>
                    <a:pt x="2921" y="670"/>
                    <a:pt x="2915" y="676"/>
                    <a:pt x="2915" y="683"/>
                  </a:cubicBezTo>
                  <a:cubicBezTo>
                    <a:pt x="2915" y="690"/>
                    <a:pt x="2921" y="696"/>
                    <a:pt x="2928" y="696"/>
                  </a:cubicBezTo>
                  <a:cubicBezTo>
                    <a:pt x="2935" y="696"/>
                    <a:pt x="2940" y="690"/>
                    <a:pt x="2940" y="683"/>
                  </a:cubicBezTo>
                  <a:cubicBezTo>
                    <a:pt x="2940" y="676"/>
                    <a:pt x="2935" y="670"/>
                    <a:pt x="2928" y="670"/>
                  </a:cubicBezTo>
                  <a:close/>
                  <a:moveTo>
                    <a:pt x="2967" y="696"/>
                  </a:moveTo>
                  <a:cubicBezTo>
                    <a:pt x="2974" y="696"/>
                    <a:pt x="2980" y="690"/>
                    <a:pt x="2980" y="683"/>
                  </a:cubicBezTo>
                  <a:cubicBezTo>
                    <a:pt x="2980" y="676"/>
                    <a:pt x="2974" y="670"/>
                    <a:pt x="2967" y="670"/>
                  </a:cubicBezTo>
                  <a:cubicBezTo>
                    <a:pt x="2960" y="670"/>
                    <a:pt x="2954" y="676"/>
                    <a:pt x="2954" y="683"/>
                  </a:cubicBezTo>
                  <a:cubicBezTo>
                    <a:pt x="2954" y="690"/>
                    <a:pt x="2960" y="696"/>
                    <a:pt x="2967" y="696"/>
                  </a:cubicBezTo>
                  <a:close/>
                  <a:moveTo>
                    <a:pt x="3006" y="696"/>
                  </a:moveTo>
                  <a:cubicBezTo>
                    <a:pt x="3013" y="696"/>
                    <a:pt x="3019" y="690"/>
                    <a:pt x="3019" y="683"/>
                  </a:cubicBezTo>
                  <a:cubicBezTo>
                    <a:pt x="3019" y="676"/>
                    <a:pt x="3013" y="670"/>
                    <a:pt x="3006" y="670"/>
                  </a:cubicBezTo>
                  <a:cubicBezTo>
                    <a:pt x="2999" y="670"/>
                    <a:pt x="2994" y="676"/>
                    <a:pt x="2994" y="683"/>
                  </a:cubicBezTo>
                  <a:cubicBezTo>
                    <a:pt x="2994" y="690"/>
                    <a:pt x="2999" y="696"/>
                    <a:pt x="3006" y="696"/>
                  </a:cubicBezTo>
                  <a:close/>
                  <a:moveTo>
                    <a:pt x="483" y="735"/>
                  </a:moveTo>
                  <a:cubicBezTo>
                    <a:pt x="490" y="735"/>
                    <a:pt x="496" y="729"/>
                    <a:pt x="496" y="722"/>
                  </a:cubicBezTo>
                  <a:cubicBezTo>
                    <a:pt x="496" y="715"/>
                    <a:pt x="490" y="710"/>
                    <a:pt x="483" y="710"/>
                  </a:cubicBezTo>
                  <a:cubicBezTo>
                    <a:pt x="476" y="710"/>
                    <a:pt x="471" y="715"/>
                    <a:pt x="471" y="722"/>
                  </a:cubicBezTo>
                  <a:cubicBezTo>
                    <a:pt x="471" y="729"/>
                    <a:pt x="476" y="735"/>
                    <a:pt x="483" y="735"/>
                  </a:cubicBezTo>
                  <a:close/>
                  <a:moveTo>
                    <a:pt x="523" y="735"/>
                  </a:moveTo>
                  <a:cubicBezTo>
                    <a:pt x="530" y="735"/>
                    <a:pt x="535" y="729"/>
                    <a:pt x="535" y="722"/>
                  </a:cubicBezTo>
                  <a:cubicBezTo>
                    <a:pt x="535" y="715"/>
                    <a:pt x="530" y="710"/>
                    <a:pt x="523" y="710"/>
                  </a:cubicBezTo>
                  <a:cubicBezTo>
                    <a:pt x="516" y="710"/>
                    <a:pt x="510" y="715"/>
                    <a:pt x="510" y="722"/>
                  </a:cubicBezTo>
                  <a:cubicBezTo>
                    <a:pt x="510" y="729"/>
                    <a:pt x="516" y="735"/>
                    <a:pt x="523" y="735"/>
                  </a:cubicBezTo>
                  <a:close/>
                  <a:moveTo>
                    <a:pt x="562" y="735"/>
                  </a:moveTo>
                  <a:cubicBezTo>
                    <a:pt x="569" y="735"/>
                    <a:pt x="575" y="729"/>
                    <a:pt x="575" y="722"/>
                  </a:cubicBezTo>
                  <a:cubicBezTo>
                    <a:pt x="575" y="715"/>
                    <a:pt x="569" y="710"/>
                    <a:pt x="562" y="710"/>
                  </a:cubicBezTo>
                  <a:cubicBezTo>
                    <a:pt x="555" y="710"/>
                    <a:pt x="549" y="715"/>
                    <a:pt x="549" y="722"/>
                  </a:cubicBezTo>
                  <a:cubicBezTo>
                    <a:pt x="549" y="729"/>
                    <a:pt x="555" y="735"/>
                    <a:pt x="562" y="735"/>
                  </a:cubicBezTo>
                  <a:close/>
                  <a:moveTo>
                    <a:pt x="602" y="735"/>
                  </a:moveTo>
                  <a:cubicBezTo>
                    <a:pt x="609" y="735"/>
                    <a:pt x="614" y="729"/>
                    <a:pt x="614" y="722"/>
                  </a:cubicBezTo>
                  <a:cubicBezTo>
                    <a:pt x="614" y="715"/>
                    <a:pt x="609" y="710"/>
                    <a:pt x="602" y="710"/>
                  </a:cubicBezTo>
                  <a:cubicBezTo>
                    <a:pt x="595" y="710"/>
                    <a:pt x="589" y="715"/>
                    <a:pt x="589" y="722"/>
                  </a:cubicBezTo>
                  <a:cubicBezTo>
                    <a:pt x="589" y="729"/>
                    <a:pt x="595" y="735"/>
                    <a:pt x="602" y="735"/>
                  </a:cubicBezTo>
                  <a:close/>
                  <a:moveTo>
                    <a:pt x="641" y="735"/>
                  </a:moveTo>
                  <a:cubicBezTo>
                    <a:pt x="648" y="735"/>
                    <a:pt x="654" y="729"/>
                    <a:pt x="654" y="722"/>
                  </a:cubicBezTo>
                  <a:cubicBezTo>
                    <a:pt x="654" y="715"/>
                    <a:pt x="648" y="710"/>
                    <a:pt x="641" y="710"/>
                  </a:cubicBezTo>
                  <a:cubicBezTo>
                    <a:pt x="634" y="710"/>
                    <a:pt x="628" y="715"/>
                    <a:pt x="628" y="722"/>
                  </a:cubicBezTo>
                  <a:cubicBezTo>
                    <a:pt x="628" y="729"/>
                    <a:pt x="634" y="735"/>
                    <a:pt x="641" y="735"/>
                  </a:cubicBezTo>
                  <a:close/>
                  <a:moveTo>
                    <a:pt x="680" y="735"/>
                  </a:moveTo>
                  <a:cubicBezTo>
                    <a:pt x="687" y="735"/>
                    <a:pt x="693" y="729"/>
                    <a:pt x="693" y="722"/>
                  </a:cubicBezTo>
                  <a:cubicBezTo>
                    <a:pt x="693" y="715"/>
                    <a:pt x="687" y="710"/>
                    <a:pt x="680" y="710"/>
                  </a:cubicBezTo>
                  <a:cubicBezTo>
                    <a:pt x="673" y="710"/>
                    <a:pt x="668" y="715"/>
                    <a:pt x="668" y="722"/>
                  </a:cubicBezTo>
                  <a:cubicBezTo>
                    <a:pt x="668" y="729"/>
                    <a:pt x="673" y="735"/>
                    <a:pt x="680" y="735"/>
                  </a:cubicBezTo>
                  <a:close/>
                  <a:moveTo>
                    <a:pt x="720" y="735"/>
                  </a:moveTo>
                  <a:cubicBezTo>
                    <a:pt x="727" y="735"/>
                    <a:pt x="733" y="729"/>
                    <a:pt x="733" y="722"/>
                  </a:cubicBezTo>
                  <a:cubicBezTo>
                    <a:pt x="733" y="715"/>
                    <a:pt x="727" y="710"/>
                    <a:pt x="720" y="710"/>
                  </a:cubicBezTo>
                  <a:cubicBezTo>
                    <a:pt x="713" y="710"/>
                    <a:pt x="707" y="715"/>
                    <a:pt x="707" y="722"/>
                  </a:cubicBezTo>
                  <a:cubicBezTo>
                    <a:pt x="707" y="729"/>
                    <a:pt x="713" y="735"/>
                    <a:pt x="720" y="735"/>
                  </a:cubicBezTo>
                  <a:close/>
                  <a:moveTo>
                    <a:pt x="759" y="735"/>
                  </a:moveTo>
                  <a:cubicBezTo>
                    <a:pt x="766" y="735"/>
                    <a:pt x="772" y="729"/>
                    <a:pt x="772" y="722"/>
                  </a:cubicBezTo>
                  <a:cubicBezTo>
                    <a:pt x="772" y="715"/>
                    <a:pt x="766" y="710"/>
                    <a:pt x="759" y="710"/>
                  </a:cubicBezTo>
                  <a:cubicBezTo>
                    <a:pt x="752" y="710"/>
                    <a:pt x="747" y="715"/>
                    <a:pt x="747" y="722"/>
                  </a:cubicBezTo>
                  <a:cubicBezTo>
                    <a:pt x="747" y="729"/>
                    <a:pt x="752" y="735"/>
                    <a:pt x="759" y="735"/>
                  </a:cubicBezTo>
                  <a:close/>
                  <a:moveTo>
                    <a:pt x="799" y="735"/>
                  </a:moveTo>
                  <a:cubicBezTo>
                    <a:pt x="806" y="735"/>
                    <a:pt x="811" y="729"/>
                    <a:pt x="811" y="722"/>
                  </a:cubicBezTo>
                  <a:cubicBezTo>
                    <a:pt x="811" y="715"/>
                    <a:pt x="806" y="710"/>
                    <a:pt x="799" y="710"/>
                  </a:cubicBezTo>
                  <a:cubicBezTo>
                    <a:pt x="792" y="710"/>
                    <a:pt x="786" y="715"/>
                    <a:pt x="786" y="722"/>
                  </a:cubicBezTo>
                  <a:cubicBezTo>
                    <a:pt x="786" y="729"/>
                    <a:pt x="792" y="735"/>
                    <a:pt x="799" y="735"/>
                  </a:cubicBezTo>
                  <a:close/>
                  <a:moveTo>
                    <a:pt x="838" y="735"/>
                  </a:moveTo>
                  <a:cubicBezTo>
                    <a:pt x="845" y="735"/>
                    <a:pt x="851" y="729"/>
                    <a:pt x="851" y="722"/>
                  </a:cubicBezTo>
                  <a:cubicBezTo>
                    <a:pt x="851" y="715"/>
                    <a:pt x="845" y="710"/>
                    <a:pt x="838" y="710"/>
                  </a:cubicBezTo>
                  <a:cubicBezTo>
                    <a:pt x="831" y="710"/>
                    <a:pt x="825" y="715"/>
                    <a:pt x="825" y="722"/>
                  </a:cubicBezTo>
                  <a:cubicBezTo>
                    <a:pt x="825" y="729"/>
                    <a:pt x="831" y="735"/>
                    <a:pt x="838" y="735"/>
                  </a:cubicBezTo>
                  <a:close/>
                  <a:moveTo>
                    <a:pt x="878" y="735"/>
                  </a:moveTo>
                  <a:cubicBezTo>
                    <a:pt x="885" y="735"/>
                    <a:pt x="890" y="729"/>
                    <a:pt x="890" y="722"/>
                  </a:cubicBezTo>
                  <a:cubicBezTo>
                    <a:pt x="890" y="715"/>
                    <a:pt x="885" y="710"/>
                    <a:pt x="878" y="710"/>
                  </a:cubicBezTo>
                  <a:cubicBezTo>
                    <a:pt x="871" y="710"/>
                    <a:pt x="865" y="715"/>
                    <a:pt x="865" y="722"/>
                  </a:cubicBezTo>
                  <a:cubicBezTo>
                    <a:pt x="865" y="729"/>
                    <a:pt x="871" y="735"/>
                    <a:pt x="878" y="735"/>
                  </a:cubicBezTo>
                  <a:close/>
                  <a:moveTo>
                    <a:pt x="1627" y="735"/>
                  </a:moveTo>
                  <a:cubicBezTo>
                    <a:pt x="1634" y="735"/>
                    <a:pt x="1639" y="729"/>
                    <a:pt x="1639" y="722"/>
                  </a:cubicBezTo>
                  <a:cubicBezTo>
                    <a:pt x="1639" y="715"/>
                    <a:pt x="1634" y="710"/>
                    <a:pt x="1627" y="710"/>
                  </a:cubicBezTo>
                  <a:cubicBezTo>
                    <a:pt x="1620" y="710"/>
                    <a:pt x="1614" y="715"/>
                    <a:pt x="1614" y="722"/>
                  </a:cubicBezTo>
                  <a:cubicBezTo>
                    <a:pt x="1614" y="729"/>
                    <a:pt x="1620" y="735"/>
                    <a:pt x="1627" y="735"/>
                  </a:cubicBezTo>
                  <a:close/>
                  <a:moveTo>
                    <a:pt x="1666" y="735"/>
                  </a:moveTo>
                  <a:cubicBezTo>
                    <a:pt x="1673" y="735"/>
                    <a:pt x="1679" y="729"/>
                    <a:pt x="1679" y="722"/>
                  </a:cubicBezTo>
                  <a:cubicBezTo>
                    <a:pt x="1679" y="715"/>
                    <a:pt x="1673" y="710"/>
                    <a:pt x="1666" y="710"/>
                  </a:cubicBezTo>
                  <a:cubicBezTo>
                    <a:pt x="1659" y="710"/>
                    <a:pt x="1653" y="715"/>
                    <a:pt x="1653" y="722"/>
                  </a:cubicBezTo>
                  <a:cubicBezTo>
                    <a:pt x="1653" y="729"/>
                    <a:pt x="1659" y="735"/>
                    <a:pt x="1666" y="735"/>
                  </a:cubicBezTo>
                  <a:close/>
                  <a:moveTo>
                    <a:pt x="1907" y="722"/>
                  </a:moveTo>
                  <a:cubicBezTo>
                    <a:pt x="1907" y="720"/>
                    <a:pt x="1905" y="718"/>
                    <a:pt x="1903" y="718"/>
                  </a:cubicBezTo>
                  <a:cubicBezTo>
                    <a:pt x="1900" y="718"/>
                    <a:pt x="1898" y="720"/>
                    <a:pt x="1898" y="722"/>
                  </a:cubicBezTo>
                  <a:cubicBezTo>
                    <a:pt x="1898" y="725"/>
                    <a:pt x="1900" y="726"/>
                    <a:pt x="1903" y="726"/>
                  </a:cubicBezTo>
                  <a:cubicBezTo>
                    <a:pt x="1905" y="726"/>
                    <a:pt x="1907" y="725"/>
                    <a:pt x="1907" y="722"/>
                  </a:cubicBezTo>
                  <a:close/>
                  <a:moveTo>
                    <a:pt x="1942" y="735"/>
                  </a:moveTo>
                  <a:cubicBezTo>
                    <a:pt x="1949" y="735"/>
                    <a:pt x="1955" y="729"/>
                    <a:pt x="1955" y="722"/>
                  </a:cubicBezTo>
                  <a:cubicBezTo>
                    <a:pt x="1955" y="715"/>
                    <a:pt x="1949" y="710"/>
                    <a:pt x="1942" y="710"/>
                  </a:cubicBezTo>
                  <a:cubicBezTo>
                    <a:pt x="1935" y="710"/>
                    <a:pt x="1929" y="715"/>
                    <a:pt x="1929" y="722"/>
                  </a:cubicBezTo>
                  <a:cubicBezTo>
                    <a:pt x="1929" y="729"/>
                    <a:pt x="1935" y="735"/>
                    <a:pt x="1942" y="735"/>
                  </a:cubicBezTo>
                  <a:close/>
                  <a:moveTo>
                    <a:pt x="1981" y="735"/>
                  </a:moveTo>
                  <a:cubicBezTo>
                    <a:pt x="1988" y="735"/>
                    <a:pt x="1994" y="729"/>
                    <a:pt x="1994" y="722"/>
                  </a:cubicBezTo>
                  <a:cubicBezTo>
                    <a:pt x="1994" y="715"/>
                    <a:pt x="1988" y="710"/>
                    <a:pt x="1981" y="710"/>
                  </a:cubicBezTo>
                  <a:cubicBezTo>
                    <a:pt x="1974" y="710"/>
                    <a:pt x="1969" y="715"/>
                    <a:pt x="1969" y="722"/>
                  </a:cubicBezTo>
                  <a:cubicBezTo>
                    <a:pt x="1969" y="729"/>
                    <a:pt x="1974" y="735"/>
                    <a:pt x="1981" y="735"/>
                  </a:cubicBezTo>
                  <a:close/>
                  <a:moveTo>
                    <a:pt x="2021" y="735"/>
                  </a:moveTo>
                  <a:cubicBezTo>
                    <a:pt x="2028" y="735"/>
                    <a:pt x="2034" y="729"/>
                    <a:pt x="2034" y="722"/>
                  </a:cubicBezTo>
                  <a:cubicBezTo>
                    <a:pt x="2034" y="715"/>
                    <a:pt x="2028" y="710"/>
                    <a:pt x="2021" y="710"/>
                  </a:cubicBezTo>
                  <a:cubicBezTo>
                    <a:pt x="2014" y="710"/>
                    <a:pt x="2008" y="715"/>
                    <a:pt x="2008" y="722"/>
                  </a:cubicBezTo>
                  <a:cubicBezTo>
                    <a:pt x="2008" y="729"/>
                    <a:pt x="2014" y="735"/>
                    <a:pt x="2021" y="735"/>
                  </a:cubicBezTo>
                  <a:close/>
                  <a:moveTo>
                    <a:pt x="2060" y="735"/>
                  </a:moveTo>
                  <a:cubicBezTo>
                    <a:pt x="2067" y="735"/>
                    <a:pt x="2073" y="729"/>
                    <a:pt x="2073" y="722"/>
                  </a:cubicBezTo>
                  <a:cubicBezTo>
                    <a:pt x="2073" y="715"/>
                    <a:pt x="2067" y="710"/>
                    <a:pt x="2060" y="710"/>
                  </a:cubicBezTo>
                  <a:cubicBezTo>
                    <a:pt x="2053" y="710"/>
                    <a:pt x="2048" y="715"/>
                    <a:pt x="2048" y="722"/>
                  </a:cubicBezTo>
                  <a:cubicBezTo>
                    <a:pt x="2048" y="729"/>
                    <a:pt x="2053" y="735"/>
                    <a:pt x="2060" y="735"/>
                  </a:cubicBezTo>
                  <a:close/>
                  <a:moveTo>
                    <a:pt x="2100" y="735"/>
                  </a:moveTo>
                  <a:cubicBezTo>
                    <a:pt x="2107" y="735"/>
                    <a:pt x="2112" y="729"/>
                    <a:pt x="2112" y="722"/>
                  </a:cubicBezTo>
                  <a:cubicBezTo>
                    <a:pt x="2112" y="715"/>
                    <a:pt x="2107" y="710"/>
                    <a:pt x="2100" y="710"/>
                  </a:cubicBezTo>
                  <a:cubicBezTo>
                    <a:pt x="2093" y="710"/>
                    <a:pt x="2087" y="715"/>
                    <a:pt x="2087" y="722"/>
                  </a:cubicBezTo>
                  <a:cubicBezTo>
                    <a:pt x="2087" y="729"/>
                    <a:pt x="2093" y="735"/>
                    <a:pt x="2100" y="735"/>
                  </a:cubicBezTo>
                  <a:close/>
                  <a:moveTo>
                    <a:pt x="2139" y="735"/>
                  </a:moveTo>
                  <a:cubicBezTo>
                    <a:pt x="2146" y="735"/>
                    <a:pt x="2152" y="729"/>
                    <a:pt x="2152" y="722"/>
                  </a:cubicBezTo>
                  <a:cubicBezTo>
                    <a:pt x="2152" y="715"/>
                    <a:pt x="2146" y="710"/>
                    <a:pt x="2139" y="710"/>
                  </a:cubicBezTo>
                  <a:cubicBezTo>
                    <a:pt x="2132" y="710"/>
                    <a:pt x="2126" y="715"/>
                    <a:pt x="2126" y="722"/>
                  </a:cubicBezTo>
                  <a:cubicBezTo>
                    <a:pt x="2126" y="729"/>
                    <a:pt x="2132" y="735"/>
                    <a:pt x="2139" y="735"/>
                  </a:cubicBezTo>
                  <a:close/>
                  <a:moveTo>
                    <a:pt x="2179" y="735"/>
                  </a:moveTo>
                  <a:cubicBezTo>
                    <a:pt x="2186" y="735"/>
                    <a:pt x="2191" y="729"/>
                    <a:pt x="2191" y="722"/>
                  </a:cubicBezTo>
                  <a:cubicBezTo>
                    <a:pt x="2191" y="715"/>
                    <a:pt x="2186" y="710"/>
                    <a:pt x="2179" y="710"/>
                  </a:cubicBezTo>
                  <a:cubicBezTo>
                    <a:pt x="2172" y="710"/>
                    <a:pt x="2166" y="715"/>
                    <a:pt x="2166" y="722"/>
                  </a:cubicBezTo>
                  <a:cubicBezTo>
                    <a:pt x="2166" y="729"/>
                    <a:pt x="2172" y="735"/>
                    <a:pt x="2179" y="735"/>
                  </a:cubicBezTo>
                  <a:close/>
                  <a:moveTo>
                    <a:pt x="2257" y="735"/>
                  </a:moveTo>
                  <a:cubicBezTo>
                    <a:pt x="2264" y="735"/>
                    <a:pt x="2270" y="729"/>
                    <a:pt x="2270" y="722"/>
                  </a:cubicBezTo>
                  <a:cubicBezTo>
                    <a:pt x="2270" y="715"/>
                    <a:pt x="2264" y="710"/>
                    <a:pt x="2257" y="710"/>
                  </a:cubicBezTo>
                  <a:cubicBezTo>
                    <a:pt x="2250" y="710"/>
                    <a:pt x="2245" y="715"/>
                    <a:pt x="2245" y="722"/>
                  </a:cubicBezTo>
                  <a:cubicBezTo>
                    <a:pt x="2245" y="729"/>
                    <a:pt x="2250" y="735"/>
                    <a:pt x="2257" y="735"/>
                  </a:cubicBezTo>
                  <a:close/>
                  <a:moveTo>
                    <a:pt x="2297" y="735"/>
                  </a:moveTo>
                  <a:cubicBezTo>
                    <a:pt x="2304" y="735"/>
                    <a:pt x="2310" y="729"/>
                    <a:pt x="2310" y="722"/>
                  </a:cubicBezTo>
                  <a:cubicBezTo>
                    <a:pt x="2310" y="715"/>
                    <a:pt x="2304" y="710"/>
                    <a:pt x="2297" y="710"/>
                  </a:cubicBezTo>
                  <a:cubicBezTo>
                    <a:pt x="2290" y="710"/>
                    <a:pt x="2284" y="715"/>
                    <a:pt x="2284" y="722"/>
                  </a:cubicBezTo>
                  <a:cubicBezTo>
                    <a:pt x="2284" y="729"/>
                    <a:pt x="2290" y="735"/>
                    <a:pt x="2297" y="735"/>
                  </a:cubicBezTo>
                  <a:close/>
                  <a:moveTo>
                    <a:pt x="2336" y="735"/>
                  </a:moveTo>
                  <a:cubicBezTo>
                    <a:pt x="2343" y="735"/>
                    <a:pt x="2349" y="729"/>
                    <a:pt x="2349" y="722"/>
                  </a:cubicBezTo>
                  <a:cubicBezTo>
                    <a:pt x="2349" y="715"/>
                    <a:pt x="2343" y="710"/>
                    <a:pt x="2336" y="710"/>
                  </a:cubicBezTo>
                  <a:cubicBezTo>
                    <a:pt x="2329" y="710"/>
                    <a:pt x="2323" y="715"/>
                    <a:pt x="2323" y="722"/>
                  </a:cubicBezTo>
                  <a:cubicBezTo>
                    <a:pt x="2323" y="729"/>
                    <a:pt x="2329" y="735"/>
                    <a:pt x="2336" y="735"/>
                  </a:cubicBezTo>
                  <a:close/>
                  <a:moveTo>
                    <a:pt x="2376" y="735"/>
                  </a:moveTo>
                  <a:cubicBezTo>
                    <a:pt x="2383" y="735"/>
                    <a:pt x="2388" y="729"/>
                    <a:pt x="2388" y="722"/>
                  </a:cubicBezTo>
                  <a:cubicBezTo>
                    <a:pt x="2388" y="715"/>
                    <a:pt x="2383" y="710"/>
                    <a:pt x="2376" y="710"/>
                  </a:cubicBezTo>
                  <a:cubicBezTo>
                    <a:pt x="2369" y="710"/>
                    <a:pt x="2363" y="715"/>
                    <a:pt x="2363" y="722"/>
                  </a:cubicBezTo>
                  <a:cubicBezTo>
                    <a:pt x="2363" y="729"/>
                    <a:pt x="2369" y="735"/>
                    <a:pt x="2376" y="735"/>
                  </a:cubicBezTo>
                  <a:close/>
                  <a:moveTo>
                    <a:pt x="2415" y="735"/>
                  </a:moveTo>
                  <a:cubicBezTo>
                    <a:pt x="2422" y="735"/>
                    <a:pt x="2428" y="729"/>
                    <a:pt x="2428" y="722"/>
                  </a:cubicBezTo>
                  <a:cubicBezTo>
                    <a:pt x="2428" y="715"/>
                    <a:pt x="2422" y="710"/>
                    <a:pt x="2415" y="710"/>
                  </a:cubicBezTo>
                  <a:cubicBezTo>
                    <a:pt x="2408" y="710"/>
                    <a:pt x="2402" y="715"/>
                    <a:pt x="2402" y="722"/>
                  </a:cubicBezTo>
                  <a:cubicBezTo>
                    <a:pt x="2402" y="729"/>
                    <a:pt x="2408" y="735"/>
                    <a:pt x="2415" y="735"/>
                  </a:cubicBezTo>
                  <a:close/>
                  <a:moveTo>
                    <a:pt x="2455" y="735"/>
                  </a:moveTo>
                  <a:cubicBezTo>
                    <a:pt x="2462" y="735"/>
                    <a:pt x="2467" y="729"/>
                    <a:pt x="2467" y="722"/>
                  </a:cubicBezTo>
                  <a:cubicBezTo>
                    <a:pt x="2467" y="715"/>
                    <a:pt x="2462" y="710"/>
                    <a:pt x="2455" y="710"/>
                  </a:cubicBezTo>
                  <a:cubicBezTo>
                    <a:pt x="2447" y="710"/>
                    <a:pt x="2442" y="715"/>
                    <a:pt x="2442" y="722"/>
                  </a:cubicBezTo>
                  <a:cubicBezTo>
                    <a:pt x="2442" y="729"/>
                    <a:pt x="2447" y="735"/>
                    <a:pt x="2455" y="735"/>
                  </a:cubicBezTo>
                  <a:close/>
                  <a:moveTo>
                    <a:pt x="2494" y="735"/>
                  </a:moveTo>
                  <a:cubicBezTo>
                    <a:pt x="2501" y="735"/>
                    <a:pt x="2507" y="729"/>
                    <a:pt x="2507" y="722"/>
                  </a:cubicBezTo>
                  <a:cubicBezTo>
                    <a:pt x="2507" y="715"/>
                    <a:pt x="2501" y="710"/>
                    <a:pt x="2494" y="710"/>
                  </a:cubicBezTo>
                  <a:cubicBezTo>
                    <a:pt x="2487" y="710"/>
                    <a:pt x="2481" y="715"/>
                    <a:pt x="2481" y="722"/>
                  </a:cubicBezTo>
                  <a:cubicBezTo>
                    <a:pt x="2481" y="729"/>
                    <a:pt x="2487" y="735"/>
                    <a:pt x="2494" y="735"/>
                  </a:cubicBezTo>
                  <a:close/>
                  <a:moveTo>
                    <a:pt x="2533" y="735"/>
                  </a:moveTo>
                  <a:cubicBezTo>
                    <a:pt x="2540" y="735"/>
                    <a:pt x="2546" y="729"/>
                    <a:pt x="2546" y="722"/>
                  </a:cubicBezTo>
                  <a:cubicBezTo>
                    <a:pt x="2546" y="715"/>
                    <a:pt x="2540" y="710"/>
                    <a:pt x="2533" y="710"/>
                  </a:cubicBezTo>
                  <a:cubicBezTo>
                    <a:pt x="2526" y="710"/>
                    <a:pt x="2521" y="715"/>
                    <a:pt x="2521" y="722"/>
                  </a:cubicBezTo>
                  <a:cubicBezTo>
                    <a:pt x="2521" y="729"/>
                    <a:pt x="2526" y="735"/>
                    <a:pt x="2533" y="735"/>
                  </a:cubicBezTo>
                  <a:close/>
                  <a:moveTo>
                    <a:pt x="2573" y="735"/>
                  </a:moveTo>
                  <a:cubicBezTo>
                    <a:pt x="2580" y="735"/>
                    <a:pt x="2586" y="729"/>
                    <a:pt x="2586" y="722"/>
                  </a:cubicBezTo>
                  <a:cubicBezTo>
                    <a:pt x="2586" y="715"/>
                    <a:pt x="2580" y="710"/>
                    <a:pt x="2573" y="710"/>
                  </a:cubicBezTo>
                  <a:cubicBezTo>
                    <a:pt x="2566" y="710"/>
                    <a:pt x="2560" y="715"/>
                    <a:pt x="2560" y="722"/>
                  </a:cubicBezTo>
                  <a:cubicBezTo>
                    <a:pt x="2560" y="729"/>
                    <a:pt x="2566" y="735"/>
                    <a:pt x="2573" y="735"/>
                  </a:cubicBezTo>
                  <a:close/>
                  <a:moveTo>
                    <a:pt x="2612" y="735"/>
                  </a:moveTo>
                  <a:cubicBezTo>
                    <a:pt x="2619" y="735"/>
                    <a:pt x="2625" y="729"/>
                    <a:pt x="2625" y="722"/>
                  </a:cubicBezTo>
                  <a:cubicBezTo>
                    <a:pt x="2625" y="715"/>
                    <a:pt x="2619" y="710"/>
                    <a:pt x="2612" y="710"/>
                  </a:cubicBezTo>
                  <a:cubicBezTo>
                    <a:pt x="2605" y="710"/>
                    <a:pt x="2599" y="715"/>
                    <a:pt x="2599" y="722"/>
                  </a:cubicBezTo>
                  <a:cubicBezTo>
                    <a:pt x="2599" y="729"/>
                    <a:pt x="2605" y="735"/>
                    <a:pt x="2612" y="735"/>
                  </a:cubicBezTo>
                  <a:close/>
                  <a:moveTo>
                    <a:pt x="2652" y="735"/>
                  </a:moveTo>
                  <a:cubicBezTo>
                    <a:pt x="2659" y="735"/>
                    <a:pt x="2664" y="729"/>
                    <a:pt x="2664" y="722"/>
                  </a:cubicBezTo>
                  <a:cubicBezTo>
                    <a:pt x="2664" y="715"/>
                    <a:pt x="2659" y="710"/>
                    <a:pt x="2652" y="710"/>
                  </a:cubicBezTo>
                  <a:cubicBezTo>
                    <a:pt x="2645" y="710"/>
                    <a:pt x="2639" y="715"/>
                    <a:pt x="2639" y="722"/>
                  </a:cubicBezTo>
                  <a:cubicBezTo>
                    <a:pt x="2639" y="729"/>
                    <a:pt x="2645" y="735"/>
                    <a:pt x="2652" y="735"/>
                  </a:cubicBezTo>
                  <a:close/>
                  <a:moveTo>
                    <a:pt x="2691" y="735"/>
                  </a:moveTo>
                  <a:cubicBezTo>
                    <a:pt x="2698" y="735"/>
                    <a:pt x="2704" y="729"/>
                    <a:pt x="2704" y="722"/>
                  </a:cubicBezTo>
                  <a:cubicBezTo>
                    <a:pt x="2704" y="715"/>
                    <a:pt x="2698" y="710"/>
                    <a:pt x="2691" y="710"/>
                  </a:cubicBezTo>
                  <a:cubicBezTo>
                    <a:pt x="2684" y="710"/>
                    <a:pt x="2678" y="715"/>
                    <a:pt x="2678" y="722"/>
                  </a:cubicBezTo>
                  <a:cubicBezTo>
                    <a:pt x="2678" y="729"/>
                    <a:pt x="2684" y="735"/>
                    <a:pt x="2691" y="735"/>
                  </a:cubicBezTo>
                  <a:close/>
                  <a:moveTo>
                    <a:pt x="2730" y="735"/>
                  </a:moveTo>
                  <a:cubicBezTo>
                    <a:pt x="2738" y="735"/>
                    <a:pt x="2743" y="729"/>
                    <a:pt x="2743" y="722"/>
                  </a:cubicBezTo>
                  <a:cubicBezTo>
                    <a:pt x="2743" y="715"/>
                    <a:pt x="2738" y="710"/>
                    <a:pt x="2730" y="710"/>
                  </a:cubicBezTo>
                  <a:cubicBezTo>
                    <a:pt x="2723" y="710"/>
                    <a:pt x="2718" y="715"/>
                    <a:pt x="2718" y="722"/>
                  </a:cubicBezTo>
                  <a:cubicBezTo>
                    <a:pt x="2718" y="729"/>
                    <a:pt x="2723" y="735"/>
                    <a:pt x="2730" y="735"/>
                  </a:cubicBezTo>
                  <a:close/>
                  <a:moveTo>
                    <a:pt x="2770" y="735"/>
                  </a:moveTo>
                  <a:cubicBezTo>
                    <a:pt x="2777" y="735"/>
                    <a:pt x="2783" y="729"/>
                    <a:pt x="2783" y="722"/>
                  </a:cubicBezTo>
                  <a:cubicBezTo>
                    <a:pt x="2783" y="715"/>
                    <a:pt x="2777" y="710"/>
                    <a:pt x="2770" y="710"/>
                  </a:cubicBezTo>
                  <a:cubicBezTo>
                    <a:pt x="2763" y="710"/>
                    <a:pt x="2757" y="715"/>
                    <a:pt x="2757" y="722"/>
                  </a:cubicBezTo>
                  <a:cubicBezTo>
                    <a:pt x="2757" y="729"/>
                    <a:pt x="2763" y="735"/>
                    <a:pt x="2770" y="735"/>
                  </a:cubicBezTo>
                  <a:close/>
                  <a:moveTo>
                    <a:pt x="2809" y="735"/>
                  </a:moveTo>
                  <a:cubicBezTo>
                    <a:pt x="2816" y="735"/>
                    <a:pt x="2822" y="729"/>
                    <a:pt x="2822" y="722"/>
                  </a:cubicBezTo>
                  <a:cubicBezTo>
                    <a:pt x="2822" y="715"/>
                    <a:pt x="2816" y="710"/>
                    <a:pt x="2809" y="710"/>
                  </a:cubicBezTo>
                  <a:cubicBezTo>
                    <a:pt x="2802" y="710"/>
                    <a:pt x="2797" y="715"/>
                    <a:pt x="2797" y="722"/>
                  </a:cubicBezTo>
                  <a:cubicBezTo>
                    <a:pt x="2797" y="729"/>
                    <a:pt x="2802" y="735"/>
                    <a:pt x="2809" y="735"/>
                  </a:cubicBezTo>
                  <a:close/>
                  <a:moveTo>
                    <a:pt x="2849" y="735"/>
                  </a:moveTo>
                  <a:cubicBezTo>
                    <a:pt x="2856" y="735"/>
                    <a:pt x="2862" y="729"/>
                    <a:pt x="2862" y="722"/>
                  </a:cubicBezTo>
                  <a:cubicBezTo>
                    <a:pt x="2862" y="715"/>
                    <a:pt x="2856" y="710"/>
                    <a:pt x="2849" y="710"/>
                  </a:cubicBezTo>
                  <a:cubicBezTo>
                    <a:pt x="2842" y="710"/>
                    <a:pt x="2836" y="715"/>
                    <a:pt x="2836" y="722"/>
                  </a:cubicBezTo>
                  <a:cubicBezTo>
                    <a:pt x="2836" y="729"/>
                    <a:pt x="2842" y="735"/>
                    <a:pt x="2849" y="735"/>
                  </a:cubicBezTo>
                  <a:close/>
                  <a:moveTo>
                    <a:pt x="2888" y="735"/>
                  </a:moveTo>
                  <a:cubicBezTo>
                    <a:pt x="2895" y="735"/>
                    <a:pt x="2901" y="729"/>
                    <a:pt x="2901" y="722"/>
                  </a:cubicBezTo>
                  <a:cubicBezTo>
                    <a:pt x="2901" y="715"/>
                    <a:pt x="2895" y="710"/>
                    <a:pt x="2888" y="710"/>
                  </a:cubicBezTo>
                  <a:cubicBezTo>
                    <a:pt x="2881" y="710"/>
                    <a:pt x="2875" y="715"/>
                    <a:pt x="2875" y="722"/>
                  </a:cubicBezTo>
                  <a:cubicBezTo>
                    <a:pt x="2875" y="729"/>
                    <a:pt x="2881" y="735"/>
                    <a:pt x="2888" y="735"/>
                  </a:cubicBezTo>
                  <a:close/>
                  <a:moveTo>
                    <a:pt x="2967" y="735"/>
                  </a:moveTo>
                  <a:cubicBezTo>
                    <a:pt x="2974" y="735"/>
                    <a:pt x="2980" y="729"/>
                    <a:pt x="2980" y="722"/>
                  </a:cubicBezTo>
                  <a:cubicBezTo>
                    <a:pt x="2980" y="715"/>
                    <a:pt x="2974" y="710"/>
                    <a:pt x="2967" y="710"/>
                  </a:cubicBezTo>
                  <a:cubicBezTo>
                    <a:pt x="2960" y="710"/>
                    <a:pt x="2954" y="715"/>
                    <a:pt x="2954" y="722"/>
                  </a:cubicBezTo>
                  <a:cubicBezTo>
                    <a:pt x="2954" y="729"/>
                    <a:pt x="2960" y="735"/>
                    <a:pt x="2967" y="735"/>
                  </a:cubicBezTo>
                  <a:close/>
                  <a:moveTo>
                    <a:pt x="3125" y="735"/>
                  </a:moveTo>
                  <a:cubicBezTo>
                    <a:pt x="3132" y="735"/>
                    <a:pt x="3137" y="729"/>
                    <a:pt x="3137" y="722"/>
                  </a:cubicBezTo>
                  <a:cubicBezTo>
                    <a:pt x="3137" y="715"/>
                    <a:pt x="3132" y="710"/>
                    <a:pt x="3125" y="710"/>
                  </a:cubicBezTo>
                  <a:cubicBezTo>
                    <a:pt x="3118" y="710"/>
                    <a:pt x="3112" y="715"/>
                    <a:pt x="3112" y="722"/>
                  </a:cubicBezTo>
                  <a:cubicBezTo>
                    <a:pt x="3112" y="729"/>
                    <a:pt x="3118" y="735"/>
                    <a:pt x="3125" y="735"/>
                  </a:cubicBezTo>
                  <a:close/>
                  <a:moveTo>
                    <a:pt x="483" y="749"/>
                  </a:moveTo>
                  <a:cubicBezTo>
                    <a:pt x="476" y="749"/>
                    <a:pt x="471" y="755"/>
                    <a:pt x="471" y="762"/>
                  </a:cubicBezTo>
                  <a:cubicBezTo>
                    <a:pt x="471" y="769"/>
                    <a:pt x="476" y="774"/>
                    <a:pt x="483" y="774"/>
                  </a:cubicBezTo>
                  <a:cubicBezTo>
                    <a:pt x="490" y="774"/>
                    <a:pt x="496" y="769"/>
                    <a:pt x="496" y="762"/>
                  </a:cubicBezTo>
                  <a:cubicBezTo>
                    <a:pt x="496" y="755"/>
                    <a:pt x="490" y="749"/>
                    <a:pt x="483" y="749"/>
                  </a:cubicBezTo>
                  <a:close/>
                  <a:moveTo>
                    <a:pt x="523" y="774"/>
                  </a:moveTo>
                  <a:cubicBezTo>
                    <a:pt x="530" y="774"/>
                    <a:pt x="535" y="769"/>
                    <a:pt x="535" y="762"/>
                  </a:cubicBezTo>
                  <a:cubicBezTo>
                    <a:pt x="535" y="755"/>
                    <a:pt x="530" y="749"/>
                    <a:pt x="523" y="749"/>
                  </a:cubicBezTo>
                  <a:cubicBezTo>
                    <a:pt x="516" y="749"/>
                    <a:pt x="510" y="755"/>
                    <a:pt x="510" y="762"/>
                  </a:cubicBezTo>
                  <a:cubicBezTo>
                    <a:pt x="510" y="769"/>
                    <a:pt x="516" y="774"/>
                    <a:pt x="523" y="774"/>
                  </a:cubicBezTo>
                  <a:close/>
                  <a:moveTo>
                    <a:pt x="562" y="774"/>
                  </a:moveTo>
                  <a:cubicBezTo>
                    <a:pt x="569" y="774"/>
                    <a:pt x="575" y="769"/>
                    <a:pt x="575" y="762"/>
                  </a:cubicBezTo>
                  <a:cubicBezTo>
                    <a:pt x="575" y="755"/>
                    <a:pt x="569" y="749"/>
                    <a:pt x="562" y="749"/>
                  </a:cubicBezTo>
                  <a:cubicBezTo>
                    <a:pt x="555" y="749"/>
                    <a:pt x="549" y="755"/>
                    <a:pt x="549" y="762"/>
                  </a:cubicBezTo>
                  <a:cubicBezTo>
                    <a:pt x="549" y="769"/>
                    <a:pt x="555" y="774"/>
                    <a:pt x="562" y="774"/>
                  </a:cubicBezTo>
                  <a:close/>
                  <a:moveTo>
                    <a:pt x="602" y="774"/>
                  </a:moveTo>
                  <a:cubicBezTo>
                    <a:pt x="609" y="774"/>
                    <a:pt x="614" y="769"/>
                    <a:pt x="614" y="762"/>
                  </a:cubicBezTo>
                  <a:cubicBezTo>
                    <a:pt x="614" y="755"/>
                    <a:pt x="609" y="749"/>
                    <a:pt x="602" y="749"/>
                  </a:cubicBezTo>
                  <a:cubicBezTo>
                    <a:pt x="595" y="749"/>
                    <a:pt x="589" y="755"/>
                    <a:pt x="589" y="762"/>
                  </a:cubicBezTo>
                  <a:cubicBezTo>
                    <a:pt x="589" y="769"/>
                    <a:pt x="595" y="774"/>
                    <a:pt x="602" y="774"/>
                  </a:cubicBezTo>
                  <a:close/>
                  <a:moveTo>
                    <a:pt x="641" y="774"/>
                  </a:moveTo>
                  <a:cubicBezTo>
                    <a:pt x="648" y="774"/>
                    <a:pt x="654" y="769"/>
                    <a:pt x="654" y="762"/>
                  </a:cubicBezTo>
                  <a:cubicBezTo>
                    <a:pt x="654" y="755"/>
                    <a:pt x="648" y="749"/>
                    <a:pt x="641" y="749"/>
                  </a:cubicBezTo>
                  <a:cubicBezTo>
                    <a:pt x="634" y="749"/>
                    <a:pt x="628" y="755"/>
                    <a:pt x="628" y="762"/>
                  </a:cubicBezTo>
                  <a:cubicBezTo>
                    <a:pt x="628" y="769"/>
                    <a:pt x="634" y="774"/>
                    <a:pt x="641" y="774"/>
                  </a:cubicBezTo>
                  <a:close/>
                  <a:moveTo>
                    <a:pt x="680" y="774"/>
                  </a:moveTo>
                  <a:cubicBezTo>
                    <a:pt x="687" y="774"/>
                    <a:pt x="693" y="769"/>
                    <a:pt x="693" y="762"/>
                  </a:cubicBezTo>
                  <a:cubicBezTo>
                    <a:pt x="693" y="755"/>
                    <a:pt x="687" y="749"/>
                    <a:pt x="680" y="749"/>
                  </a:cubicBezTo>
                  <a:cubicBezTo>
                    <a:pt x="673" y="749"/>
                    <a:pt x="668" y="755"/>
                    <a:pt x="668" y="762"/>
                  </a:cubicBezTo>
                  <a:cubicBezTo>
                    <a:pt x="668" y="769"/>
                    <a:pt x="673" y="774"/>
                    <a:pt x="680" y="774"/>
                  </a:cubicBezTo>
                  <a:close/>
                  <a:moveTo>
                    <a:pt x="720" y="774"/>
                  </a:moveTo>
                  <a:cubicBezTo>
                    <a:pt x="727" y="774"/>
                    <a:pt x="733" y="769"/>
                    <a:pt x="733" y="762"/>
                  </a:cubicBezTo>
                  <a:cubicBezTo>
                    <a:pt x="733" y="755"/>
                    <a:pt x="727" y="749"/>
                    <a:pt x="720" y="749"/>
                  </a:cubicBezTo>
                  <a:cubicBezTo>
                    <a:pt x="713" y="749"/>
                    <a:pt x="707" y="755"/>
                    <a:pt x="707" y="762"/>
                  </a:cubicBezTo>
                  <a:cubicBezTo>
                    <a:pt x="707" y="769"/>
                    <a:pt x="713" y="774"/>
                    <a:pt x="720" y="774"/>
                  </a:cubicBezTo>
                  <a:close/>
                  <a:moveTo>
                    <a:pt x="759" y="774"/>
                  </a:moveTo>
                  <a:cubicBezTo>
                    <a:pt x="766" y="774"/>
                    <a:pt x="772" y="769"/>
                    <a:pt x="772" y="762"/>
                  </a:cubicBezTo>
                  <a:cubicBezTo>
                    <a:pt x="772" y="755"/>
                    <a:pt x="766" y="749"/>
                    <a:pt x="759" y="749"/>
                  </a:cubicBezTo>
                  <a:cubicBezTo>
                    <a:pt x="752" y="749"/>
                    <a:pt x="747" y="755"/>
                    <a:pt x="747" y="762"/>
                  </a:cubicBezTo>
                  <a:cubicBezTo>
                    <a:pt x="747" y="769"/>
                    <a:pt x="752" y="774"/>
                    <a:pt x="759" y="774"/>
                  </a:cubicBezTo>
                  <a:close/>
                  <a:moveTo>
                    <a:pt x="799" y="774"/>
                  </a:moveTo>
                  <a:cubicBezTo>
                    <a:pt x="806" y="774"/>
                    <a:pt x="811" y="769"/>
                    <a:pt x="811" y="762"/>
                  </a:cubicBezTo>
                  <a:cubicBezTo>
                    <a:pt x="811" y="755"/>
                    <a:pt x="806" y="749"/>
                    <a:pt x="799" y="749"/>
                  </a:cubicBezTo>
                  <a:cubicBezTo>
                    <a:pt x="792" y="749"/>
                    <a:pt x="786" y="755"/>
                    <a:pt x="786" y="762"/>
                  </a:cubicBezTo>
                  <a:cubicBezTo>
                    <a:pt x="786" y="769"/>
                    <a:pt x="792" y="774"/>
                    <a:pt x="799" y="774"/>
                  </a:cubicBezTo>
                  <a:close/>
                  <a:moveTo>
                    <a:pt x="838" y="774"/>
                  </a:moveTo>
                  <a:cubicBezTo>
                    <a:pt x="845" y="774"/>
                    <a:pt x="851" y="769"/>
                    <a:pt x="851" y="762"/>
                  </a:cubicBezTo>
                  <a:cubicBezTo>
                    <a:pt x="851" y="755"/>
                    <a:pt x="845" y="749"/>
                    <a:pt x="838" y="749"/>
                  </a:cubicBezTo>
                  <a:cubicBezTo>
                    <a:pt x="831" y="749"/>
                    <a:pt x="825" y="755"/>
                    <a:pt x="825" y="762"/>
                  </a:cubicBezTo>
                  <a:cubicBezTo>
                    <a:pt x="825" y="769"/>
                    <a:pt x="831" y="774"/>
                    <a:pt x="838" y="774"/>
                  </a:cubicBezTo>
                  <a:close/>
                  <a:moveTo>
                    <a:pt x="878" y="774"/>
                  </a:moveTo>
                  <a:cubicBezTo>
                    <a:pt x="885" y="774"/>
                    <a:pt x="890" y="769"/>
                    <a:pt x="890" y="762"/>
                  </a:cubicBezTo>
                  <a:cubicBezTo>
                    <a:pt x="890" y="755"/>
                    <a:pt x="885" y="749"/>
                    <a:pt x="878" y="749"/>
                  </a:cubicBezTo>
                  <a:cubicBezTo>
                    <a:pt x="871" y="749"/>
                    <a:pt x="865" y="755"/>
                    <a:pt x="865" y="762"/>
                  </a:cubicBezTo>
                  <a:cubicBezTo>
                    <a:pt x="865" y="769"/>
                    <a:pt x="871" y="774"/>
                    <a:pt x="878" y="774"/>
                  </a:cubicBezTo>
                  <a:close/>
                  <a:moveTo>
                    <a:pt x="930" y="762"/>
                  </a:moveTo>
                  <a:cubicBezTo>
                    <a:pt x="930" y="755"/>
                    <a:pt x="924" y="749"/>
                    <a:pt x="917" y="749"/>
                  </a:cubicBezTo>
                  <a:cubicBezTo>
                    <a:pt x="910" y="749"/>
                    <a:pt x="904" y="755"/>
                    <a:pt x="904" y="762"/>
                  </a:cubicBezTo>
                  <a:cubicBezTo>
                    <a:pt x="904" y="769"/>
                    <a:pt x="910" y="774"/>
                    <a:pt x="917" y="774"/>
                  </a:cubicBezTo>
                  <a:cubicBezTo>
                    <a:pt x="924" y="774"/>
                    <a:pt x="930" y="769"/>
                    <a:pt x="930" y="762"/>
                  </a:cubicBezTo>
                  <a:close/>
                  <a:moveTo>
                    <a:pt x="1666" y="774"/>
                  </a:moveTo>
                  <a:cubicBezTo>
                    <a:pt x="1673" y="774"/>
                    <a:pt x="1679" y="769"/>
                    <a:pt x="1679" y="762"/>
                  </a:cubicBezTo>
                  <a:cubicBezTo>
                    <a:pt x="1679" y="755"/>
                    <a:pt x="1673" y="749"/>
                    <a:pt x="1666" y="749"/>
                  </a:cubicBezTo>
                  <a:cubicBezTo>
                    <a:pt x="1659" y="749"/>
                    <a:pt x="1653" y="755"/>
                    <a:pt x="1653" y="762"/>
                  </a:cubicBezTo>
                  <a:cubicBezTo>
                    <a:pt x="1653" y="769"/>
                    <a:pt x="1659" y="774"/>
                    <a:pt x="1666" y="774"/>
                  </a:cubicBezTo>
                  <a:close/>
                  <a:moveTo>
                    <a:pt x="1705" y="774"/>
                  </a:moveTo>
                  <a:cubicBezTo>
                    <a:pt x="1713" y="774"/>
                    <a:pt x="1718" y="769"/>
                    <a:pt x="1718" y="762"/>
                  </a:cubicBezTo>
                  <a:cubicBezTo>
                    <a:pt x="1718" y="755"/>
                    <a:pt x="1713" y="749"/>
                    <a:pt x="1705" y="749"/>
                  </a:cubicBezTo>
                  <a:cubicBezTo>
                    <a:pt x="1698" y="749"/>
                    <a:pt x="1693" y="755"/>
                    <a:pt x="1693" y="762"/>
                  </a:cubicBezTo>
                  <a:cubicBezTo>
                    <a:pt x="1693" y="769"/>
                    <a:pt x="1698" y="774"/>
                    <a:pt x="1705" y="774"/>
                  </a:cubicBezTo>
                  <a:close/>
                  <a:moveTo>
                    <a:pt x="1745" y="774"/>
                  </a:moveTo>
                  <a:cubicBezTo>
                    <a:pt x="1752" y="774"/>
                    <a:pt x="1758" y="769"/>
                    <a:pt x="1758" y="762"/>
                  </a:cubicBezTo>
                  <a:cubicBezTo>
                    <a:pt x="1758" y="755"/>
                    <a:pt x="1752" y="749"/>
                    <a:pt x="1745" y="749"/>
                  </a:cubicBezTo>
                  <a:cubicBezTo>
                    <a:pt x="1738" y="749"/>
                    <a:pt x="1732" y="755"/>
                    <a:pt x="1732" y="762"/>
                  </a:cubicBezTo>
                  <a:cubicBezTo>
                    <a:pt x="1732" y="769"/>
                    <a:pt x="1738" y="774"/>
                    <a:pt x="1745" y="774"/>
                  </a:cubicBezTo>
                  <a:close/>
                  <a:moveTo>
                    <a:pt x="1784" y="774"/>
                  </a:moveTo>
                  <a:cubicBezTo>
                    <a:pt x="1791" y="774"/>
                    <a:pt x="1797" y="769"/>
                    <a:pt x="1797" y="762"/>
                  </a:cubicBezTo>
                  <a:cubicBezTo>
                    <a:pt x="1797" y="755"/>
                    <a:pt x="1791" y="749"/>
                    <a:pt x="1784" y="749"/>
                  </a:cubicBezTo>
                  <a:cubicBezTo>
                    <a:pt x="1777" y="749"/>
                    <a:pt x="1772" y="755"/>
                    <a:pt x="1772" y="762"/>
                  </a:cubicBezTo>
                  <a:cubicBezTo>
                    <a:pt x="1772" y="769"/>
                    <a:pt x="1777" y="774"/>
                    <a:pt x="1784" y="774"/>
                  </a:cubicBezTo>
                  <a:close/>
                  <a:moveTo>
                    <a:pt x="2060" y="752"/>
                  </a:moveTo>
                  <a:cubicBezTo>
                    <a:pt x="2055" y="752"/>
                    <a:pt x="2051" y="757"/>
                    <a:pt x="2051" y="762"/>
                  </a:cubicBezTo>
                  <a:cubicBezTo>
                    <a:pt x="2051" y="767"/>
                    <a:pt x="2055" y="771"/>
                    <a:pt x="2060" y="771"/>
                  </a:cubicBezTo>
                  <a:cubicBezTo>
                    <a:pt x="2065" y="771"/>
                    <a:pt x="2070" y="767"/>
                    <a:pt x="2070" y="762"/>
                  </a:cubicBezTo>
                  <a:cubicBezTo>
                    <a:pt x="2070" y="757"/>
                    <a:pt x="2065" y="752"/>
                    <a:pt x="2060" y="752"/>
                  </a:cubicBezTo>
                  <a:close/>
                  <a:moveTo>
                    <a:pt x="2100" y="774"/>
                  </a:moveTo>
                  <a:cubicBezTo>
                    <a:pt x="2107" y="774"/>
                    <a:pt x="2112" y="769"/>
                    <a:pt x="2112" y="762"/>
                  </a:cubicBezTo>
                  <a:cubicBezTo>
                    <a:pt x="2112" y="755"/>
                    <a:pt x="2107" y="749"/>
                    <a:pt x="2100" y="749"/>
                  </a:cubicBezTo>
                  <a:cubicBezTo>
                    <a:pt x="2093" y="749"/>
                    <a:pt x="2087" y="755"/>
                    <a:pt x="2087" y="762"/>
                  </a:cubicBezTo>
                  <a:cubicBezTo>
                    <a:pt x="2087" y="769"/>
                    <a:pt x="2093" y="774"/>
                    <a:pt x="2100" y="774"/>
                  </a:cubicBezTo>
                  <a:close/>
                  <a:moveTo>
                    <a:pt x="2139" y="774"/>
                  </a:moveTo>
                  <a:cubicBezTo>
                    <a:pt x="2146" y="774"/>
                    <a:pt x="2152" y="769"/>
                    <a:pt x="2152" y="762"/>
                  </a:cubicBezTo>
                  <a:cubicBezTo>
                    <a:pt x="2152" y="755"/>
                    <a:pt x="2146" y="749"/>
                    <a:pt x="2139" y="749"/>
                  </a:cubicBezTo>
                  <a:cubicBezTo>
                    <a:pt x="2132" y="749"/>
                    <a:pt x="2126" y="755"/>
                    <a:pt x="2126" y="762"/>
                  </a:cubicBezTo>
                  <a:cubicBezTo>
                    <a:pt x="2126" y="769"/>
                    <a:pt x="2132" y="774"/>
                    <a:pt x="2139" y="774"/>
                  </a:cubicBezTo>
                  <a:close/>
                  <a:moveTo>
                    <a:pt x="2179" y="774"/>
                  </a:moveTo>
                  <a:cubicBezTo>
                    <a:pt x="2186" y="774"/>
                    <a:pt x="2191" y="769"/>
                    <a:pt x="2191" y="762"/>
                  </a:cubicBezTo>
                  <a:cubicBezTo>
                    <a:pt x="2191" y="755"/>
                    <a:pt x="2186" y="749"/>
                    <a:pt x="2179" y="749"/>
                  </a:cubicBezTo>
                  <a:cubicBezTo>
                    <a:pt x="2172" y="749"/>
                    <a:pt x="2166" y="755"/>
                    <a:pt x="2166" y="762"/>
                  </a:cubicBezTo>
                  <a:cubicBezTo>
                    <a:pt x="2166" y="769"/>
                    <a:pt x="2172" y="774"/>
                    <a:pt x="2179" y="774"/>
                  </a:cubicBezTo>
                  <a:close/>
                  <a:moveTo>
                    <a:pt x="2218" y="774"/>
                  </a:moveTo>
                  <a:cubicBezTo>
                    <a:pt x="2225" y="774"/>
                    <a:pt x="2231" y="769"/>
                    <a:pt x="2231" y="762"/>
                  </a:cubicBezTo>
                  <a:cubicBezTo>
                    <a:pt x="2231" y="755"/>
                    <a:pt x="2225" y="749"/>
                    <a:pt x="2218" y="749"/>
                  </a:cubicBezTo>
                  <a:cubicBezTo>
                    <a:pt x="2211" y="749"/>
                    <a:pt x="2205" y="755"/>
                    <a:pt x="2205" y="762"/>
                  </a:cubicBezTo>
                  <a:cubicBezTo>
                    <a:pt x="2205" y="769"/>
                    <a:pt x="2211" y="774"/>
                    <a:pt x="2218" y="774"/>
                  </a:cubicBezTo>
                  <a:close/>
                  <a:moveTo>
                    <a:pt x="2257" y="774"/>
                  </a:moveTo>
                  <a:cubicBezTo>
                    <a:pt x="2264" y="774"/>
                    <a:pt x="2270" y="769"/>
                    <a:pt x="2270" y="762"/>
                  </a:cubicBezTo>
                  <a:cubicBezTo>
                    <a:pt x="2270" y="755"/>
                    <a:pt x="2264" y="749"/>
                    <a:pt x="2257" y="749"/>
                  </a:cubicBezTo>
                  <a:cubicBezTo>
                    <a:pt x="2250" y="749"/>
                    <a:pt x="2245" y="755"/>
                    <a:pt x="2245" y="762"/>
                  </a:cubicBezTo>
                  <a:cubicBezTo>
                    <a:pt x="2245" y="769"/>
                    <a:pt x="2250" y="774"/>
                    <a:pt x="2257" y="774"/>
                  </a:cubicBezTo>
                  <a:close/>
                  <a:moveTo>
                    <a:pt x="2297" y="774"/>
                  </a:moveTo>
                  <a:cubicBezTo>
                    <a:pt x="2304" y="774"/>
                    <a:pt x="2310" y="769"/>
                    <a:pt x="2310" y="762"/>
                  </a:cubicBezTo>
                  <a:cubicBezTo>
                    <a:pt x="2310" y="755"/>
                    <a:pt x="2304" y="749"/>
                    <a:pt x="2297" y="749"/>
                  </a:cubicBezTo>
                  <a:cubicBezTo>
                    <a:pt x="2290" y="749"/>
                    <a:pt x="2284" y="755"/>
                    <a:pt x="2284" y="762"/>
                  </a:cubicBezTo>
                  <a:cubicBezTo>
                    <a:pt x="2284" y="769"/>
                    <a:pt x="2290" y="774"/>
                    <a:pt x="2297" y="774"/>
                  </a:cubicBezTo>
                  <a:close/>
                  <a:moveTo>
                    <a:pt x="2336" y="774"/>
                  </a:moveTo>
                  <a:cubicBezTo>
                    <a:pt x="2343" y="774"/>
                    <a:pt x="2349" y="769"/>
                    <a:pt x="2349" y="762"/>
                  </a:cubicBezTo>
                  <a:cubicBezTo>
                    <a:pt x="2349" y="755"/>
                    <a:pt x="2343" y="749"/>
                    <a:pt x="2336" y="749"/>
                  </a:cubicBezTo>
                  <a:cubicBezTo>
                    <a:pt x="2329" y="749"/>
                    <a:pt x="2323" y="755"/>
                    <a:pt x="2323" y="762"/>
                  </a:cubicBezTo>
                  <a:cubicBezTo>
                    <a:pt x="2323" y="769"/>
                    <a:pt x="2329" y="774"/>
                    <a:pt x="2336" y="774"/>
                  </a:cubicBezTo>
                  <a:close/>
                  <a:moveTo>
                    <a:pt x="2376" y="774"/>
                  </a:moveTo>
                  <a:cubicBezTo>
                    <a:pt x="2383" y="774"/>
                    <a:pt x="2388" y="769"/>
                    <a:pt x="2388" y="762"/>
                  </a:cubicBezTo>
                  <a:cubicBezTo>
                    <a:pt x="2388" y="755"/>
                    <a:pt x="2383" y="749"/>
                    <a:pt x="2376" y="749"/>
                  </a:cubicBezTo>
                  <a:cubicBezTo>
                    <a:pt x="2369" y="749"/>
                    <a:pt x="2363" y="755"/>
                    <a:pt x="2363" y="762"/>
                  </a:cubicBezTo>
                  <a:cubicBezTo>
                    <a:pt x="2363" y="769"/>
                    <a:pt x="2369" y="774"/>
                    <a:pt x="2376" y="774"/>
                  </a:cubicBezTo>
                  <a:close/>
                  <a:moveTo>
                    <a:pt x="2415" y="774"/>
                  </a:moveTo>
                  <a:cubicBezTo>
                    <a:pt x="2422" y="774"/>
                    <a:pt x="2428" y="769"/>
                    <a:pt x="2428" y="762"/>
                  </a:cubicBezTo>
                  <a:cubicBezTo>
                    <a:pt x="2428" y="755"/>
                    <a:pt x="2422" y="749"/>
                    <a:pt x="2415" y="749"/>
                  </a:cubicBezTo>
                  <a:cubicBezTo>
                    <a:pt x="2408" y="749"/>
                    <a:pt x="2402" y="755"/>
                    <a:pt x="2402" y="762"/>
                  </a:cubicBezTo>
                  <a:cubicBezTo>
                    <a:pt x="2402" y="769"/>
                    <a:pt x="2408" y="774"/>
                    <a:pt x="2415" y="774"/>
                  </a:cubicBezTo>
                  <a:close/>
                  <a:moveTo>
                    <a:pt x="2455" y="774"/>
                  </a:moveTo>
                  <a:cubicBezTo>
                    <a:pt x="2462" y="774"/>
                    <a:pt x="2467" y="769"/>
                    <a:pt x="2467" y="762"/>
                  </a:cubicBezTo>
                  <a:cubicBezTo>
                    <a:pt x="2467" y="755"/>
                    <a:pt x="2462" y="749"/>
                    <a:pt x="2455" y="749"/>
                  </a:cubicBezTo>
                  <a:cubicBezTo>
                    <a:pt x="2447" y="749"/>
                    <a:pt x="2442" y="755"/>
                    <a:pt x="2442" y="762"/>
                  </a:cubicBezTo>
                  <a:cubicBezTo>
                    <a:pt x="2442" y="769"/>
                    <a:pt x="2447" y="774"/>
                    <a:pt x="2455" y="774"/>
                  </a:cubicBezTo>
                  <a:close/>
                  <a:moveTo>
                    <a:pt x="2494" y="774"/>
                  </a:moveTo>
                  <a:cubicBezTo>
                    <a:pt x="2501" y="774"/>
                    <a:pt x="2507" y="769"/>
                    <a:pt x="2507" y="762"/>
                  </a:cubicBezTo>
                  <a:cubicBezTo>
                    <a:pt x="2507" y="755"/>
                    <a:pt x="2501" y="749"/>
                    <a:pt x="2494" y="749"/>
                  </a:cubicBezTo>
                  <a:cubicBezTo>
                    <a:pt x="2487" y="749"/>
                    <a:pt x="2481" y="755"/>
                    <a:pt x="2481" y="762"/>
                  </a:cubicBezTo>
                  <a:cubicBezTo>
                    <a:pt x="2481" y="769"/>
                    <a:pt x="2487" y="774"/>
                    <a:pt x="2494" y="774"/>
                  </a:cubicBezTo>
                  <a:close/>
                  <a:moveTo>
                    <a:pt x="2533" y="774"/>
                  </a:moveTo>
                  <a:cubicBezTo>
                    <a:pt x="2540" y="774"/>
                    <a:pt x="2546" y="769"/>
                    <a:pt x="2546" y="762"/>
                  </a:cubicBezTo>
                  <a:cubicBezTo>
                    <a:pt x="2546" y="755"/>
                    <a:pt x="2540" y="749"/>
                    <a:pt x="2533" y="749"/>
                  </a:cubicBezTo>
                  <a:cubicBezTo>
                    <a:pt x="2526" y="749"/>
                    <a:pt x="2521" y="755"/>
                    <a:pt x="2521" y="762"/>
                  </a:cubicBezTo>
                  <a:cubicBezTo>
                    <a:pt x="2521" y="769"/>
                    <a:pt x="2526" y="774"/>
                    <a:pt x="2533" y="774"/>
                  </a:cubicBezTo>
                  <a:close/>
                  <a:moveTo>
                    <a:pt x="2573" y="774"/>
                  </a:moveTo>
                  <a:cubicBezTo>
                    <a:pt x="2580" y="774"/>
                    <a:pt x="2586" y="769"/>
                    <a:pt x="2586" y="762"/>
                  </a:cubicBezTo>
                  <a:cubicBezTo>
                    <a:pt x="2586" y="755"/>
                    <a:pt x="2580" y="749"/>
                    <a:pt x="2573" y="749"/>
                  </a:cubicBezTo>
                  <a:cubicBezTo>
                    <a:pt x="2566" y="749"/>
                    <a:pt x="2560" y="755"/>
                    <a:pt x="2560" y="762"/>
                  </a:cubicBezTo>
                  <a:cubicBezTo>
                    <a:pt x="2560" y="769"/>
                    <a:pt x="2566" y="774"/>
                    <a:pt x="2573" y="774"/>
                  </a:cubicBezTo>
                  <a:close/>
                  <a:moveTo>
                    <a:pt x="2612" y="774"/>
                  </a:moveTo>
                  <a:cubicBezTo>
                    <a:pt x="2619" y="774"/>
                    <a:pt x="2625" y="769"/>
                    <a:pt x="2625" y="762"/>
                  </a:cubicBezTo>
                  <a:cubicBezTo>
                    <a:pt x="2625" y="755"/>
                    <a:pt x="2619" y="749"/>
                    <a:pt x="2612" y="749"/>
                  </a:cubicBezTo>
                  <a:cubicBezTo>
                    <a:pt x="2605" y="749"/>
                    <a:pt x="2599" y="755"/>
                    <a:pt x="2599" y="762"/>
                  </a:cubicBezTo>
                  <a:cubicBezTo>
                    <a:pt x="2599" y="769"/>
                    <a:pt x="2605" y="774"/>
                    <a:pt x="2612" y="774"/>
                  </a:cubicBezTo>
                  <a:close/>
                  <a:moveTo>
                    <a:pt x="2652" y="774"/>
                  </a:moveTo>
                  <a:cubicBezTo>
                    <a:pt x="2659" y="774"/>
                    <a:pt x="2664" y="769"/>
                    <a:pt x="2664" y="762"/>
                  </a:cubicBezTo>
                  <a:cubicBezTo>
                    <a:pt x="2664" y="755"/>
                    <a:pt x="2659" y="749"/>
                    <a:pt x="2652" y="749"/>
                  </a:cubicBezTo>
                  <a:cubicBezTo>
                    <a:pt x="2645" y="749"/>
                    <a:pt x="2639" y="755"/>
                    <a:pt x="2639" y="762"/>
                  </a:cubicBezTo>
                  <a:cubicBezTo>
                    <a:pt x="2639" y="769"/>
                    <a:pt x="2645" y="774"/>
                    <a:pt x="2652" y="774"/>
                  </a:cubicBezTo>
                  <a:close/>
                  <a:moveTo>
                    <a:pt x="2691" y="774"/>
                  </a:moveTo>
                  <a:cubicBezTo>
                    <a:pt x="2698" y="774"/>
                    <a:pt x="2704" y="769"/>
                    <a:pt x="2704" y="762"/>
                  </a:cubicBezTo>
                  <a:cubicBezTo>
                    <a:pt x="2704" y="755"/>
                    <a:pt x="2698" y="749"/>
                    <a:pt x="2691" y="749"/>
                  </a:cubicBezTo>
                  <a:cubicBezTo>
                    <a:pt x="2684" y="749"/>
                    <a:pt x="2678" y="755"/>
                    <a:pt x="2678" y="762"/>
                  </a:cubicBezTo>
                  <a:cubicBezTo>
                    <a:pt x="2678" y="769"/>
                    <a:pt x="2684" y="774"/>
                    <a:pt x="2691" y="774"/>
                  </a:cubicBezTo>
                  <a:close/>
                  <a:moveTo>
                    <a:pt x="2730" y="774"/>
                  </a:moveTo>
                  <a:cubicBezTo>
                    <a:pt x="2738" y="774"/>
                    <a:pt x="2743" y="769"/>
                    <a:pt x="2743" y="762"/>
                  </a:cubicBezTo>
                  <a:cubicBezTo>
                    <a:pt x="2743" y="755"/>
                    <a:pt x="2738" y="749"/>
                    <a:pt x="2730" y="749"/>
                  </a:cubicBezTo>
                  <a:cubicBezTo>
                    <a:pt x="2723" y="749"/>
                    <a:pt x="2718" y="755"/>
                    <a:pt x="2718" y="762"/>
                  </a:cubicBezTo>
                  <a:cubicBezTo>
                    <a:pt x="2718" y="769"/>
                    <a:pt x="2723" y="774"/>
                    <a:pt x="2730" y="774"/>
                  </a:cubicBezTo>
                  <a:close/>
                  <a:moveTo>
                    <a:pt x="2770" y="774"/>
                  </a:moveTo>
                  <a:cubicBezTo>
                    <a:pt x="2777" y="774"/>
                    <a:pt x="2783" y="769"/>
                    <a:pt x="2783" y="762"/>
                  </a:cubicBezTo>
                  <a:cubicBezTo>
                    <a:pt x="2783" y="755"/>
                    <a:pt x="2777" y="749"/>
                    <a:pt x="2770" y="749"/>
                  </a:cubicBezTo>
                  <a:cubicBezTo>
                    <a:pt x="2763" y="749"/>
                    <a:pt x="2757" y="755"/>
                    <a:pt x="2757" y="762"/>
                  </a:cubicBezTo>
                  <a:cubicBezTo>
                    <a:pt x="2757" y="769"/>
                    <a:pt x="2763" y="774"/>
                    <a:pt x="2770" y="774"/>
                  </a:cubicBezTo>
                  <a:close/>
                  <a:moveTo>
                    <a:pt x="2809" y="774"/>
                  </a:moveTo>
                  <a:cubicBezTo>
                    <a:pt x="2816" y="774"/>
                    <a:pt x="2822" y="769"/>
                    <a:pt x="2822" y="762"/>
                  </a:cubicBezTo>
                  <a:cubicBezTo>
                    <a:pt x="2822" y="755"/>
                    <a:pt x="2816" y="749"/>
                    <a:pt x="2809" y="749"/>
                  </a:cubicBezTo>
                  <a:cubicBezTo>
                    <a:pt x="2802" y="749"/>
                    <a:pt x="2797" y="755"/>
                    <a:pt x="2797" y="762"/>
                  </a:cubicBezTo>
                  <a:cubicBezTo>
                    <a:pt x="2797" y="769"/>
                    <a:pt x="2802" y="774"/>
                    <a:pt x="2809" y="774"/>
                  </a:cubicBezTo>
                  <a:close/>
                  <a:moveTo>
                    <a:pt x="2849" y="774"/>
                  </a:moveTo>
                  <a:cubicBezTo>
                    <a:pt x="2856" y="774"/>
                    <a:pt x="2862" y="769"/>
                    <a:pt x="2862" y="762"/>
                  </a:cubicBezTo>
                  <a:cubicBezTo>
                    <a:pt x="2862" y="755"/>
                    <a:pt x="2856" y="749"/>
                    <a:pt x="2849" y="749"/>
                  </a:cubicBezTo>
                  <a:cubicBezTo>
                    <a:pt x="2842" y="749"/>
                    <a:pt x="2836" y="755"/>
                    <a:pt x="2836" y="762"/>
                  </a:cubicBezTo>
                  <a:cubicBezTo>
                    <a:pt x="2836" y="769"/>
                    <a:pt x="2842" y="774"/>
                    <a:pt x="2849" y="774"/>
                  </a:cubicBezTo>
                  <a:close/>
                  <a:moveTo>
                    <a:pt x="2888" y="774"/>
                  </a:moveTo>
                  <a:cubicBezTo>
                    <a:pt x="2895" y="774"/>
                    <a:pt x="2901" y="769"/>
                    <a:pt x="2901" y="762"/>
                  </a:cubicBezTo>
                  <a:cubicBezTo>
                    <a:pt x="2901" y="755"/>
                    <a:pt x="2895" y="749"/>
                    <a:pt x="2888" y="749"/>
                  </a:cubicBezTo>
                  <a:cubicBezTo>
                    <a:pt x="2881" y="749"/>
                    <a:pt x="2875" y="755"/>
                    <a:pt x="2875" y="762"/>
                  </a:cubicBezTo>
                  <a:cubicBezTo>
                    <a:pt x="2875" y="769"/>
                    <a:pt x="2881" y="774"/>
                    <a:pt x="2888" y="774"/>
                  </a:cubicBezTo>
                  <a:close/>
                  <a:moveTo>
                    <a:pt x="3046" y="749"/>
                  </a:moveTo>
                  <a:cubicBezTo>
                    <a:pt x="3039" y="749"/>
                    <a:pt x="3033" y="755"/>
                    <a:pt x="3033" y="762"/>
                  </a:cubicBezTo>
                  <a:cubicBezTo>
                    <a:pt x="3033" y="769"/>
                    <a:pt x="3039" y="774"/>
                    <a:pt x="3046" y="774"/>
                  </a:cubicBezTo>
                  <a:cubicBezTo>
                    <a:pt x="3053" y="774"/>
                    <a:pt x="3059" y="769"/>
                    <a:pt x="3059" y="762"/>
                  </a:cubicBezTo>
                  <a:cubicBezTo>
                    <a:pt x="3059" y="755"/>
                    <a:pt x="3053" y="749"/>
                    <a:pt x="3046" y="749"/>
                  </a:cubicBezTo>
                  <a:close/>
                  <a:moveTo>
                    <a:pt x="3077" y="762"/>
                  </a:moveTo>
                  <a:cubicBezTo>
                    <a:pt x="3077" y="766"/>
                    <a:pt x="3081" y="770"/>
                    <a:pt x="3085" y="770"/>
                  </a:cubicBezTo>
                  <a:cubicBezTo>
                    <a:pt x="3090" y="770"/>
                    <a:pt x="3093" y="766"/>
                    <a:pt x="3093" y="762"/>
                  </a:cubicBezTo>
                  <a:cubicBezTo>
                    <a:pt x="3093" y="757"/>
                    <a:pt x="3090" y="754"/>
                    <a:pt x="3085" y="754"/>
                  </a:cubicBezTo>
                  <a:cubicBezTo>
                    <a:pt x="3081" y="754"/>
                    <a:pt x="3077" y="757"/>
                    <a:pt x="3077" y="762"/>
                  </a:cubicBezTo>
                  <a:close/>
                  <a:moveTo>
                    <a:pt x="523" y="788"/>
                  </a:moveTo>
                  <a:cubicBezTo>
                    <a:pt x="516" y="788"/>
                    <a:pt x="510" y="794"/>
                    <a:pt x="510" y="801"/>
                  </a:cubicBezTo>
                  <a:cubicBezTo>
                    <a:pt x="510" y="808"/>
                    <a:pt x="516" y="814"/>
                    <a:pt x="523" y="814"/>
                  </a:cubicBezTo>
                  <a:cubicBezTo>
                    <a:pt x="530" y="814"/>
                    <a:pt x="535" y="808"/>
                    <a:pt x="535" y="801"/>
                  </a:cubicBezTo>
                  <a:cubicBezTo>
                    <a:pt x="535" y="794"/>
                    <a:pt x="530" y="788"/>
                    <a:pt x="523" y="788"/>
                  </a:cubicBezTo>
                  <a:close/>
                  <a:moveTo>
                    <a:pt x="562" y="788"/>
                  </a:moveTo>
                  <a:cubicBezTo>
                    <a:pt x="555" y="788"/>
                    <a:pt x="549" y="794"/>
                    <a:pt x="549" y="801"/>
                  </a:cubicBezTo>
                  <a:cubicBezTo>
                    <a:pt x="549" y="808"/>
                    <a:pt x="555" y="814"/>
                    <a:pt x="562" y="814"/>
                  </a:cubicBezTo>
                  <a:cubicBezTo>
                    <a:pt x="569" y="814"/>
                    <a:pt x="575" y="808"/>
                    <a:pt x="575" y="801"/>
                  </a:cubicBezTo>
                  <a:cubicBezTo>
                    <a:pt x="575" y="794"/>
                    <a:pt x="569" y="788"/>
                    <a:pt x="562" y="788"/>
                  </a:cubicBezTo>
                  <a:close/>
                  <a:moveTo>
                    <a:pt x="602" y="814"/>
                  </a:moveTo>
                  <a:cubicBezTo>
                    <a:pt x="609" y="814"/>
                    <a:pt x="614" y="808"/>
                    <a:pt x="614" y="801"/>
                  </a:cubicBezTo>
                  <a:cubicBezTo>
                    <a:pt x="614" y="794"/>
                    <a:pt x="609" y="788"/>
                    <a:pt x="602" y="788"/>
                  </a:cubicBezTo>
                  <a:cubicBezTo>
                    <a:pt x="595" y="788"/>
                    <a:pt x="589" y="794"/>
                    <a:pt x="589" y="801"/>
                  </a:cubicBezTo>
                  <a:cubicBezTo>
                    <a:pt x="589" y="808"/>
                    <a:pt x="595" y="814"/>
                    <a:pt x="602" y="814"/>
                  </a:cubicBezTo>
                  <a:close/>
                  <a:moveTo>
                    <a:pt x="641" y="814"/>
                  </a:moveTo>
                  <a:cubicBezTo>
                    <a:pt x="648" y="814"/>
                    <a:pt x="654" y="808"/>
                    <a:pt x="654" y="801"/>
                  </a:cubicBezTo>
                  <a:cubicBezTo>
                    <a:pt x="654" y="794"/>
                    <a:pt x="648" y="788"/>
                    <a:pt x="641" y="788"/>
                  </a:cubicBezTo>
                  <a:cubicBezTo>
                    <a:pt x="634" y="788"/>
                    <a:pt x="628" y="794"/>
                    <a:pt x="628" y="801"/>
                  </a:cubicBezTo>
                  <a:cubicBezTo>
                    <a:pt x="628" y="808"/>
                    <a:pt x="634" y="814"/>
                    <a:pt x="641" y="814"/>
                  </a:cubicBezTo>
                  <a:close/>
                  <a:moveTo>
                    <a:pt x="680" y="814"/>
                  </a:moveTo>
                  <a:cubicBezTo>
                    <a:pt x="687" y="814"/>
                    <a:pt x="693" y="808"/>
                    <a:pt x="693" y="801"/>
                  </a:cubicBezTo>
                  <a:cubicBezTo>
                    <a:pt x="693" y="794"/>
                    <a:pt x="687" y="788"/>
                    <a:pt x="680" y="788"/>
                  </a:cubicBezTo>
                  <a:cubicBezTo>
                    <a:pt x="673" y="788"/>
                    <a:pt x="668" y="794"/>
                    <a:pt x="668" y="801"/>
                  </a:cubicBezTo>
                  <a:cubicBezTo>
                    <a:pt x="668" y="808"/>
                    <a:pt x="673" y="814"/>
                    <a:pt x="680" y="814"/>
                  </a:cubicBezTo>
                  <a:close/>
                  <a:moveTo>
                    <a:pt x="720" y="814"/>
                  </a:moveTo>
                  <a:cubicBezTo>
                    <a:pt x="727" y="814"/>
                    <a:pt x="733" y="808"/>
                    <a:pt x="733" y="801"/>
                  </a:cubicBezTo>
                  <a:cubicBezTo>
                    <a:pt x="733" y="794"/>
                    <a:pt x="727" y="788"/>
                    <a:pt x="720" y="788"/>
                  </a:cubicBezTo>
                  <a:cubicBezTo>
                    <a:pt x="713" y="788"/>
                    <a:pt x="707" y="794"/>
                    <a:pt x="707" y="801"/>
                  </a:cubicBezTo>
                  <a:cubicBezTo>
                    <a:pt x="707" y="808"/>
                    <a:pt x="713" y="814"/>
                    <a:pt x="720" y="814"/>
                  </a:cubicBezTo>
                  <a:close/>
                  <a:moveTo>
                    <a:pt x="759" y="814"/>
                  </a:moveTo>
                  <a:cubicBezTo>
                    <a:pt x="766" y="814"/>
                    <a:pt x="772" y="808"/>
                    <a:pt x="772" y="801"/>
                  </a:cubicBezTo>
                  <a:cubicBezTo>
                    <a:pt x="772" y="794"/>
                    <a:pt x="766" y="788"/>
                    <a:pt x="759" y="788"/>
                  </a:cubicBezTo>
                  <a:cubicBezTo>
                    <a:pt x="752" y="788"/>
                    <a:pt x="747" y="794"/>
                    <a:pt x="747" y="801"/>
                  </a:cubicBezTo>
                  <a:cubicBezTo>
                    <a:pt x="747" y="808"/>
                    <a:pt x="752" y="814"/>
                    <a:pt x="759" y="814"/>
                  </a:cubicBezTo>
                  <a:close/>
                  <a:moveTo>
                    <a:pt x="799" y="814"/>
                  </a:moveTo>
                  <a:cubicBezTo>
                    <a:pt x="806" y="814"/>
                    <a:pt x="811" y="808"/>
                    <a:pt x="811" y="801"/>
                  </a:cubicBezTo>
                  <a:cubicBezTo>
                    <a:pt x="811" y="794"/>
                    <a:pt x="806" y="788"/>
                    <a:pt x="799" y="788"/>
                  </a:cubicBezTo>
                  <a:cubicBezTo>
                    <a:pt x="792" y="788"/>
                    <a:pt x="786" y="794"/>
                    <a:pt x="786" y="801"/>
                  </a:cubicBezTo>
                  <a:cubicBezTo>
                    <a:pt x="786" y="808"/>
                    <a:pt x="792" y="814"/>
                    <a:pt x="799" y="814"/>
                  </a:cubicBezTo>
                  <a:close/>
                  <a:moveTo>
                    <a:pt x="838" y="814"/>
                  </a:moveTo>
                  <a:cubicBezTo>
                    <a:pt x="845" y="814"/>
                    <a:pt x="851" y="808"/>
                    <a:pt x="851" y="801"/>
                  </a:cubicBezTo>
                  <a:cubicBezTo>
                    <a:pt x="851" y="794"/>
                    <a:pt x="845" y="788"/>
                    <a:pt x="838" y="788"/>
                  </a:cubicBezTo>
                  <a:cubicBezTo>
                    <a:pt x="831" y="788"/>
                    <a:pt x="825" y="794"/>
                    <a:pt x="825" y="801"/>
                  </a:cubicBezTo>
                  <a:cubicBezTo>
                    <a:pt x="825" y="808"/>
                    <a:pt x="831" y="814"/>
                    <a:pt x="838" y="814"/>
                  </a:cubicBezTo>
                  <a:close/>
                  <a:moveTo>
                    <a:pt x="1627" y="814"/>
                  </a:moveTo>
                  <a:cubicBezTo>
                    <a:pt x="1634" y="814"/>
                    <a:pt x="1639" y="808"/>
                    <a:pt x="1639" y="801"/>
                  </a:cubicBezTo>
                  <a:cubicBezTo>
                    <a:pt x="1639" y="794"/>
                    <a:pt x="1634" y="788"/>
                    <a:pt x="1627" y="788"/>
                  </a:cubicBezTo>
                  <a:cubicBezTo>
                    <a:pt x="1620" y="788"/>
                    <a:pt x="1614" y="794"/>
                    <a:pt x="1614" y="801"/>
                  </a:cubicBezTo>
                  <a:cubicBezTo>
                    <a:pt x="1614" y="808"/>
                    <a:pt x="1620" y="814"/>
                    <a:pt x="1627" y="814"/>
                  </a:cubicBezTo>
                  <a:close/>
                  <a:moveTo>
                    <a:pt x="1666" y="814"/>
                  </a:moveTo>
                  <a:cubicBezTo>
                    <a:pt x="1673" y="814"/>
                    <a:pt x="1679" y="808"/>
                    <a:pt x="1679" y="801"/>
                  </a:cubicBezTo>
                  <a:cubicBezTo>
                    <a:pt x="1679" y="794"/>
                    <a:pt x="1673" y="788"/>
                    <a:pt x="1666" y="788"/>
                  </a:cubicBezTo>
                  <a:cubicBezTo>
                    <a:pt x="1659" y="788"/>
                    <a:pt x="1653" y="794"/>
                    <a:pt x="1653" y="801"/>
                  </a:cubicBezTo>
                  <a:cubicBezTo>
                    <a:pt x="1653" y="808"/>
                    <a:pt x="1659" y="814"/>
                    <a:pt x="1666" y="814"/>
                  </a:cubicBezTo>
                  <a:close/>
                  <a:moveTo>
                    <a:pt x="1705" y="814"/>
                  </a:moveTo>
                  <a:cubicBezTo>
                    <a:pt x="1713" y="814"/>
                    <a:pt x="1718" y="808"/>
                    <a:pt x="1718" y="801"/>
                  </a:cubicBezTo>
                  <a:cubicBezTo>
                    <a:pt x="1718" y="794"/>
                    <a:pt x="1713" y="788"/>
                    <a:pt x="1705" y="788"/>
                  </a:cubicBezTo>
                  <a:cubicBezTo>
                    <a:pt x="1698" y="788"/>
                    <a:pt x="1693" y="794"/>
                    <a:pt x="1693" y="801"/>
                  </a:cubicBezTo>
                  <a:cubicBezTo>
                    <a:pt x="1693" y="808"/>
                    <a:pt x="1698" y="814"/>
                    <a:pt x="1705" y="814"/>
                  </a:cubicBezTo>
                  <a:close/>
                  <a:moveTo>
                    <a:pt x="1745" y="814"/>
                  </a:moveTo>
                  <a:cubicBezTo>
                    <a:pt x="1752" y="814"/>
                    <a:pt x="1758" y="808"/>
                    <a:pt x="1758" y="801"/>
                  </a:cubicBezTo>
                  <a:cubicBezTo>
                    <a:pt x="1758" y="794"/>
                    <a:pt x="1752" y="788"/>
                    <a:pt x="1745" y="788"/>
                  </a:cubicBezTo>
                  <a:cubicBezTo>
                    <a:pt x="1738" y="788"/>
                    <a:pt x="1732" y="794"/>
                    <a:pt x="1732" y="801"/>
                  </a:cubicBezTo>
                  <a:cubicBezTo>
                    <a:pt x="1732" y="808"/>
                    <a:pt x="1738" y="814"/>
                    <a:pt x="1745" y="814"/>
                  </a:cubicBezTo>
                  <a:close/>
                  <a:moveTo>
                    <a:pt x="1784" y="814"/>
                  </a:moveTo>
                  <a:cubicBezTo>
                    <a:pt x="1791" y="814"/>
                    <a:pt x="1797" y="808"/>
                    <a:pt x="1797" y="801"/>
                  </a:cubicBezTo>
                  <a:cubicBezTo>
                    <a:pt x="1797" y="794"/>
                    <a:pt x="1791" y="788"/>
                    <a:pt x="1784" y="788"/>
                  </a:cubicBezTo>
                  <a:cubicBezTo>
                    <a:pt x="1777" y="788"/>
                    <a:pt x="1772" y="794"/>
                    <a:pt x="1772" y="801"/>
                  </a:cubicBezTo>
                  <a:cubicBezTo>
                    <a:pt x="1772" y="808"/>
                    <a:pt x="1777" y="814"/>
                    <a:pt x="1784" y="814"/>
                  </a:cubicBezTo>
                  <a:close/>
                  <a:moveTo>
                    <a:pt x="1824" y="814"/>
                  </a:moveTo>
                  <a:cubicBezTo>
                    <a:pt x="1831" y="814"/>
                    <a:pt x="1836" y="808"/>
                    <a:pt x="1836" y="801"/>
                  </a:cubicBezTo>
                  <a:cubicBezTo>
                    <a:pt x="1836" y="794"/>
                    <a:pt x="1831" y="788"/>
                    <a:pt x="1824" y="788"/>
                  </a:cubicBezTo>
                  <a:cubicBezTo>
                    <a:pt x="1817" y="788"/>
                    <a:pt x="1811" y="794"/>
                    <a:pt x="1811" y="801"/>
                  </a:cubicBezTo>
                  <a:cubicBezTo>
                    <a:pt x="1811" y="808"/>
                    <a:pt x="1817" y="814"/>
                    <a:pt x="1824" y="814"/>
                  </a:cubicBezTo>
                  <a:close/>
                  <a:moveTo>
                    <a:pt x="1890" y="801"/>
                  </a:moveTo>
                  <a:cubicBezTo>
                    <a:pt x="1890" y="808"/>
                    <a:pt x="1896" y="814"/>
                    <a:pt x="1903" y="814"/>
                  </a:cubicBezTo>
                  <a:cubicBezTo>
                    <a:pt x="1910" y="814"/>
                    <a:pt x="1915" y="808"/>
                    <a:pt x="1915" y="801"/>
                  </a:cubicBezTo>
                  <a:cubicBezTo>
                    <a:pt x="1915" y="794"/>
                    <a:pt x="1910" y="788"/>
                    <a:pt x="1903" y="788"/>
                  </a:cubicBezTo>
                  <a:cubicBezTo>
                    <a:pt x="1896" y="788"/>
                    <a:pt x="1890" y="794"/>
                    <a:pt x="1890" y="801"/>
                  </a:cubicBezTo>
                  <a:close/>
                  <a:moveTo>
                    <a:pt x="1942" y="814"/>
                  </a:moveTo>
                  <a:cubicBezTo>
                    <a:pt x="1949" y="814"/>
                    <a:pt x="1955" y="808"/>
                    <a:pt x="1955" y="801"/>
                  </a:cubicBezTo>
                  <a:cubicBezTo>
                    <a:pt x="1955" y="794"/>
                    <a:pt x="1949" y="788"/>
                    <a:pt x="1942" y="788"/>
                  </a:cubicBezTo>
                  <a:cubicBezTo>
                    <a:pt x="1935" y="788"/>
                    <a:pt x="1929" y="794"/>
                    <a:pt x="1929" y="801"/>
                  </a:cubicBezTo>
                  <a:cubicBezTo>
                    <a:pt x="1929" y="808"/>
                    <a:pt x="1935" y="814"/>
                    <a:pt x="1942" y="814"/>
                  </a:cubicBezTo>
                  <a:close/>
                  <a:moveTo>
                    <a:pt x="2021" y="788"/>
                  </a:moveTo>
                  <a:cubicBezTo>
                    <a:pt x="2014" y="788"/>
                    <a:pt x="2008" y="794"/>
                    <a:pt x="2008" y="801"/>
                  </a:cubicBezTo>
                  <a:cubicBezTo>
                    <a:pt x="2008" y="808"/>
                    <a:pt x="2014" y="814"/>
                    <a:pt x="2021" y="814"/>
                  </a:cubicBezTo>
                  <a:cubicBezTo>
                    <a:pt x="2028" y="814"/>
                    <a:pt x="2034" y="808"/>
                    <a:pt x="2034" y="801"/>
                  </a:cubicBezTo>
                  <a:cubicBezTo>
                    <a:pt x="2034" y="794"/>
                    <a:pt x="2028" y="788"/>
                    <a:pt x="2021" y="788"/>
                  </a:cubicBezTo>
                  <a:close/>
                  <a:moveTo>
                    <a:pt x="2060" y="814"/>
                  </a:moveTo>
                  <a:cubicBezTo>
                    <a:pt x="2067" y="814"/>
                    <a:pt x="2073" y="808"/>
                    <a:pt x="2073" y="801"/>
                  </a:cubicBezTo>
                  <a:cubicBezTo>
                    <a:pt x="2073" y="794"/>
                    <a:pt x="2067" y="788"/>
                    <a:pt x="2060" y="788"/>
                  </a:cubicBezTo>
                  <a:cubicBezTo>
                    <a:pt x="2053" y="788"/>
                    <a:pt x="2048" y="794"/>
                    <a:pt x="2048" y="801"/>
                  </a:cubicBezTo>
                  <a:cubicBezTo>
                    <a:pt x="2048" y="808"/>
                    <a:pt x="2053" y="814"/>
                    <a:pt x="2060" y="814"/>
                  </a:cubicBezTo>
                  <a:close/>
                  <a:moveTo>
                    <a:pt x="2100" y="814"/>
                  </a:moveTo>
                  <a:cubicBezTo>
                    <a:pt x="2107" y="814"/>
                    <a:pt x="2112" y="808"/>
                    <a:pt x="2112" y="801"/>
                  </a:cubicBezTo>
                  <a:cubicBezTo>
                    <a:pt x="2112" y="794"/>
                    <a:pt x="2107" y="788"/>
                    <a:pt x="2100" y="788"/>
                  </a:cubicBezTo>
                  <a:cubicBezTo>
                    <a:pt x="2093" y="788"/>
                    <a:pt x="2087" y="794"/>
                    <a:pt x="2087" y="801"/>
                  </a:cubicBezTo>
                  <a:cubicBezTo>
                    <a:pt x="2087" y="808"/>
                    <a:pt x="2093" y="814"/>
                    <a:pt x="2100" y="814"/>
                  </a:cubicBezTo>
                  <a:close/>
                  <a:moveTo>
                    <a:pt x="2139" y="814"/>
                  </a:moveTo>
                  <a:cubicBezTo>
                    <a:pt x="2146" y="814"/>
                    <a:pt x="2152" y="808"/>
                    <a:pt x="2152" y="801"/>
                  </a:cubicBezTo>
                  <a:cubicBezTo>
                    <a:pt x="2152" y="794"/>
                    <a:pt x="2146" y="788"/>
                    <a:pt x="2139" y="788"/>
                  </a:cubicBezTo>
                  <a:cubicBezTo>
                    <a:pt x="2132" y="788"/>
                    <a:pt x="2126" y="794"/>
                    <a:pt x="2126" y="801"/>
                  </a:cubicBezTo>
                  <a:cubicBezTo>
                    <a:pt x="2126" y="808"/>
                    <a:pt x="2132" y="814"/>
                    <a:pt x="2139" y="814"/>
                  </a:cubicBezTo>
                  <a:close/>
                  <a:moveTo>
                    <a:pt x="2179" y="814"/>
                  </a:moveTo>
                  <a:cubicBezTo>
                    <a:pt x="2186" y="814"/>
                    <a:pt x="2191" y="808"/>
                    <a:pt x="2191" y="801"/>
                  </a:cubicBezTo>
                  <a:cubicBezTo>
                    <a:pt x="2191" y="794"/>
                    <a:pt x="2186" y="788"/>
                    <a:pt x="2179" y="788"/>
                  </a:cubicBezTo>
                  <a:cubicBezTo>
                    <a:pt x="2172" y="788"/>
                    <a:pt x="2166" y="794"/>
                    <a:pt x="2166" y="801"/>
                  </a:cubicBezTo>
                  <a:cubicBezTo>
                    <a:pt x="2166" y="808"/>
                    <a:pt x="2172" y="814"/>
                    <a:pt x="2179" y="814"/>
                  </a:cubicBezTo>
                  <a:close/>
                  <a:moveTo>
                    <a:pt x="2218" y="814"/>
                  </a:moveTo>
                  <a:cubicBezTo>
                    <a:pt x="2225" y="814"/>
                    <a:pt x="2231" y="808"/>
                    <a:pt x="2231" y="801"/>
                  </a:cubicBezTo>
                  <a:cubicBezTo>
                    <a:pt x="2231" y="794"/>
                    <a:pt x="2225" y="788"/>
                    <a:pt x="2218" y="788"/>
                  </a:cubicBezTo>
                  <a:cubicBezTo>
                    <a:pt x="2211" y="788"/>
                    <a:pt x="2205" y="794"/>
                    <a:pt x="2205" y="801"/>
                  </a:cubicBezTo>
                  <a:cubicBezTo>
                    <a:pt x="2205" y="808"/>
                    <a:pt x="2211" y="814"/>
                    <a:pt x="2218" y="814"/>
                  </a:cubicBezTo>
                  <a:close/>
                  <a:moveTo>
                    <a:pt x="2257" y="814"/>
                  </a:moveTo>
                  <a:cubicBezTo>
                    <a:pt x="2264" y="814"/>
                    <a:pt x="2270" y="808"/>
                    <a:pt x="2270" y="801"/>
                  </a:cubicBezTo>
                  <a:cubicBezTo>
                    <a:pt x="2270" y="794"/>
                    <a:pt x="2264" y="788"/>
                    <a:pt x="2257" y="788"/>
                  </a:cubicBezTo>
                  <a:cubicBezTo>
                    <a:pt x="2250" y="788"/>
                    <a:pt x="2245" y="794"/>
                    <a:pt x="2245" y="801"/>
                  </a:cubicBezTo>
                  <a:cubicBezTo>
                    <a:pt x="2245" y="808"/>
                    <a:pt x="2250" y="814"/>
                    <a:pt x="2257" y="814"/>
                  </a:cubicBezTo>
                  <a:close/>
                  <a:moveTo>
                    <a:pt x="2297" y="814"/>
                  </a:moveTo>
                  <a:cubicBezTo>
                    <a:pt x="2304" y="814"/>
                    <a:pt x="2310" y="808"/>
                    <a:pt x="2310" y="801"/>
                  </a:cubicBezTo>
                  <a:cubicBezTo>
                    <a:pt x="2310" y="794"/>
                    <a:pt x="2304" y="788"/>
                    <a:pt x="2297" y="788"/>
                  </a:cubicBezTo>
                  <a:cubicBezTo>
                    <a:pt x="2290" y="788"/>
                    <a:pt x="2284" y="794"/>
                    <a:pt x="2284" y="801"/>
                  </a:cubicBezTo>
                  <a:cubicBezTo>
                    <a:pt x="2284" y="808"/>
                    <a:pt x="2290" y="814"/>
                    <a:pt x="2297" y="814"/>
                  </a:cubicBezTo>
                  <a:close/>
                  <a:moveTo>
                    <a:pt x="2336" y="814"/>
                  </a:moveTo>
                  <a:cubicBezTo>
                    <a:pt x="2343" y="814"/>
                    <a:pt x="2349" y="808"/>
                    <a:pt x="2349" y="801"/>
                  </a:cubicBezTo>
                  <a:cubicBezTo>
                    <a:pt x="2349" y="794"/>
                    <a:pt x="2343" y="788"/>
                    <a:pt x="2336" y="788"/>
                  </a:cubicBezTo>
                  <a:cubicBezTo>
                    <a:pt x="2329" y="788"/>
                    <a:pt x="2323" y="794"/>
                    <a:pt x="2323" y="801"/>
                  </a:cubicBezTo>
                  <a:cubicBezTo>
                    <a:pt x="2323" y="808"/>
                    <a:pt x="2329" y="814"/>
                    <a:pt x="2336" y="814"/>
                  </a:cubicBezTo>
                  <a:close/>
                  <a:moveTo>
                    <a:pt x="2376" y="814"/>
                  </a:moveTo>
                  <a:cubicBezTo>
                    <a:pt x="2383" y="814"/>
                    <a:pt x="2388" y="808"/>
                    <a:pt x="2388" y="801"/>
                  </a:cubicBezTo>
                  <a:cubicBezTo>
                    <a:pt x="2388" y="794"/>
                    <a:pt x="2383" y="788"/>
                    <a:pt x="2376" y="788"/>
                  </a:cubicBezTo>
                  <a:cubicBezTo>
                    <a:pt x="2369" y="788"/>
                    <a:pt x="2363" y="794"/>
                    <a:pt x="2363" y="801"/>
                  </a:cubicBezTo>
                  <a:cubicBezTo>
                    <a:pt x="2363" y="808"/>
                    <a:pt x="2369" y="814"/>
                    <a:pt x="2376" y="814"/>
                  </a:cubicBezTo>
                  <a:close/>
                  <a:moveTo>
                    <a:pt x="2415" y="814"/>
                  </a:moveTo>
                  <a:cubicBezTo>
                    <a:pt x="2422" y="814"/>
                    <a:pt x="2428" y="808"/>
                    <a:pt x="2428" y="801"/>
                  </a:cubicBezTo>
                  <a:cubicBezTo>
                    <a:pt x="2428" y="794"/>
                    <a:pt x="2422" y="788"/>
                    <a:pt x="2415" y="788"/>
                  </a:cubicBezTo>
                  <a:cubicBezTo>
                    <a:pt x="2408" y="788"/>
                    <a:pt x="2402" y="794"/>
                    <a:pt x="2402" y="801"/>
                  </a:cubicBezTo>
                  <a:cubicBezTo>
                    <a:pt x="2402" y="808"/>
                    <a:pt x="2408" y="814"/>
                    <a:pt x="2415" y="814"/>
                  </a:cubicBezTo>
                  <a:close/>
                  <a:moveTo>
                    <a:pt x="2455" y="814"/>
                  </a:moveTo>
                  <a:cubicBezTo>
                    <a:pt x="2462" y="814"/>
                    <a:pt x="2467" y="808"/>
                    <a:pt x="2467" y="801"/>
                  </a:cubicBezTo>
                  <a:cubicBezTo>
                    <a:pt x="2467" y="794"/>
                    <a:pt x="2462" y="788"/>
                    <a:pt x="2455" y="788"/>
                  </a:cubicBezTo>
                  <a:cubicBezTo>
                    <a:pt x="2447" y="788"/>
                    <a:pt x="2442" y="794"/>
                    <a:pt x="2442" y="801"/>
                  </a:cubicBezTo>
                  <a:cubicBezTo>
                    <a:pt x="2442" y="808"/>
                    <a:pt x="2447" y="814"/>
                    <a:pt x="2455" y="814"/>
                  </a:cubicBezTo>
                  <a:close/>
                  <a:moveTo>
                    <a:pt x="2494" y="814"/>
                  </a:moveTo>
                  <a:cubicBezTo>
                    <a:pt x="2501" y="814"/>
                    <a:pt x="2507" y="808"/>
                    <a:pt x="2507" y="801"/>
                  </a:cubicBezTo>
                  <a:cubicBezTo>
                    <a:pt x="2507" y="794"/>
                    <a:pt x="2501" y="788"/>
                    <a:pt x="2494" y="788"/>
                  </a:cubicBezTo>
                  <a:cubicBezTo>
                    <a:pt x="2487" y="788"/>
                    <a:pt x="2481" y="794"/>
                    <a:pt x="2481" y="801"/>
                  </a:cubicBezTo>
                  <a:cubicBezTo>
                    <a:pt x="2481" y="808"/>
                    <a:pt x="2487" y="814"/>
                    <a:pt x="2494" y="814"/>
                  </a:cubicBezTo>
                  <a:close/>
                  <a:moveTo>
                    <a:pt x="2533" y="814"/>
                  </a:moveTo>
                  <a:cubicBezTo>
                    <a:pt x="2540" y="814"/>
                    <a:pt x="2546" y="808"/>
                    <a:pt x="2546" y="801"/>
                  </a:cubicBezTo>
                  <a:cubicBezTo>
                    <a:pt x="2546" y="794"/>
                    <a:pt x="2540" y="788"/>
                    <a:pt x="2533" y="788"/>
                  </a:cubicBezTo>
                  <a:cubicBezTo>
                    <a:pt x="2526" y="788"/>
                    <a:pt x="2521" y="794"/>
                    <a:pt x="2521" y="801"/>
                  </a:cubicBezTo>
                  <a:cubicBezTo>
                    <a:pt x="2521" y="808"/>
                    <a:pt x="2526" y="814"/>
                    <a:pt x="2533" y="814"/>
                  </a:cubicBezTo>
                  <a:close/>
                  <a:moveTo>
                    <a:pt x="2573" y="814"/>
                  </a:moveTo>
                  <a:cubicBezTo>
                    <a:pt x="2580" y="814"/>
                    <a:pt x="2586" y="808"/>
                    <a:pt x="2586" y="801"/>
                  </a:cubicBezTo>
                  <a:cubicBezTo>
                    <a:pt x="2586" y="794"/>
                    <a:pt x="2580" y="788"/>
                    <a:pt x="2573" y="788"/>
                  </a:cubicBezTo>
                  <a:cubicBezTo>
                    <a:pt x="2566" y="788"/>
                    <a:pt x="2560" y="794"/>
                    <a:pt x="2560" y="801"/>
                  </a:cubicBezTo>
                  <a:cubicBezTo>
                    <a:pt x="2560" y="808"/>
                    <a:pt x="2566" y="814"/>
                    <a:pt x="2573" y="814"/>
                  </a:cubicBezTo>
                  <a:close/>
                  <a:moveTo>
                    <a:pt x="2612" y="814"/>
                  </a:moveTo>
                  <a:cubicBezTo>
                    <a:pt x="2619" y="814"/>
                    <a:pt x="2625" y="808"/>
                    <a:pt x="2625" y="801"/>
                  </a:cubicBezTo>
                  <a:cubicBezTo>
                    <a:pt x="2625" y="794"/>
                    <a:pt x="2619" y="788"/>
                    <a:pt x="2612" y="788"/>
                  </a:cubicBezTo>
                  <a:cubicBezTo>
                    <a:pt x="2605" y="788"/>
                    <a:pt x="2599" y="794"/>
                    <a:pt x="2599" y="801"/>
                  </a:cubicBezTo>
                  <a:cubicBezTo>
                    <a:pt x="2599" y="808"/>
                    <a:pt x="2605" y="814"/>
                    <a:pt x="2612" y="814"/>
                  </a:cubicBezTo>
                  <a:close/>
                  <a:moveTo>
                    <a:pt x="2652" y="814"/>
                  </a:moveTo>
                  <a:cubicBezTo>
                    <a:pt x="2659" y="814"/>
                    <a:pt x="2664" y="808"/>
                    <a:pt x="2664" y="801"/>
                  </a:cubicBezTo>
                  <a:cubicBezTo>
                    <a:pt x="2664" y="794"/>
                    <a:pt x="2659" y="788"/>
                    <a:pt x="2652" y="788"/>
                  </a:cubicBezTo>
                  <a:cubicBezTo>
                    <a:pt x="2645" y="788"/>
                    <a:pt x="2639" y="794"/>
                    <a:pt x="2639" y="801"/>
                  </a:cubicBezTo>
                  <a:cubicBezTo>
                    <a:pt x="2639" y="808"/>
                    <a:pt x="2645" y="814"/>
                    <a:pt x="2652" y="814"/>
                  </a:cubicBezTo>
                  <a:close/>
                  <a:moveTo>
                    <a:pt x="2691" y="814"/>
                  </a:moveTo>
                  <a:cubicBezTo>
                    <a:pt x="2698" y="814"/>
                    <a:pt x="2704" y="808"/>
                    <a:pt x="2704" y="801"/>
                  </a:cubicBezTo>
                  <a:cubicBezTo>
                    <a:pt x="2704" y="794"/>
                    <a:pt x="2698" y="788"/>
                    <a:pt x="2691" y="788"/>
                  </a:cubicBezTo>
                  <a:cubicBezTo>
                    <a:pt x="2684" y="788"/>
                    <a:pt x="2678" y="794"/>
                    <a:pt x="2678" y="801"/>
                  </a:cubicBezTo>
                  <a:cubicBezTo>
                    <a:pt x="2678" y="808"/>
                    <a:pt x="2684" y="814"/>
                    <a:pt x="2691" y="814"/>
                  </a:cubicBezTo>
                  <a:close/>
                  <a:moveTo>
                    <a:pt x="2730" y="814"/>
                  </a:moveTo>
                  <a:cubicBezTo>
                    <a:pt x="2738" y="814"/>
                    <a:pt x="2743" y="808"/>
                    <a:pt x="2743" y="801"/>
                  </a:cubicBezTo>
                  <a:cubicBezTo>
                    <a:pt x="2743" y="794"/>
                    <a:pt x="2738" y="788"/>
                    <a:pt x="2730" y="788"/>
                  </a:cubicBezTo>
                  <a:cubicBezTo>
                    <a:pt x="2723" y="788"/>
                    <a:pt x="2718" y="794"/>
                    <a:pt x="2718" y="801"/>
                  </a:cubicBezTo>
                  <a:cubicBezTo>
                    <a:pt x="2718" y="808"/>
                    <a:pt x="2723" y="814"/>
                    <a:pt x="2730" y="814"/>
                  </a:cubicBezTo>
                  <a:close/>
                  <a:moveTo>
                    <a:pt x="2770" y="814"/>
                  </a:moveTo>
                  <a:cubicBezTo>
                    <a:pt x="2777" y="814"/>
                    <a:pt x="2783" y="808"/>
                    <a:pt x="2783" y="801"/>
                  </a:cubicBezTo>
                  <a:cubicBezTo>
                    <a:pt x="2783" y="794"/>
                    <a:pt x="2777" y="788"/>
                    <a:pt x="2770" y="788"/>
                  </a:cubicBezTo>
                  <a:cubicBezTo>
                    <a:pt x="2763" y="788"/>
                    <a:pt x="2757" y="794"/>
                    <a:pt x="2757" y="801"/>
                  </a:cubicBezTo>
                  <a:cubicBezTo>
                    <a:pt x="2757" y="808"/>
                    <a:pt x="2763" y="814"/>
                    <a:pt x="2770" y="814"/>
                  </a:cubicBezTo>
                  <a:close/>
                  <a:moveTo>
                    <a:pt x="2809" y="814"/>
                  </a:moveTo>
                  <a:cubicBezTo>
                    <a:pt x="2816" y="814"/>
                    <a:pt x="2822" y="808"/>
                    <a:pt x="2822" y="801"/>
                  </a:cubicBezTo>
                  <a:cubicBezTo>
                    <a:pt x="2822" y="794"/>
                    <a:pt x="2816" y="788"/>
                    <a:pt x="2809" y="788"/>
                  </a:cubicBezTo>
                  <a:cubicBezTo>
                    <a:pt x="2802" y="788"/>
                    <a:pt x="2797" y="794"/>
                    <a:pt x="2797" y="801"/>
                  </a:cubicBezTo>
                  <a:cubicBezTo>
                    <a:pt x="2797" y="808"/>
                    <a:pt x="2802" y="814"/>
                    <a:pt x="2809" y="814"/>
                  </a:cubicBezTo>
                  <a:close/>
                  <a:moveTo>
                    <a:pt x="2849" y="814"/>
                  </a:moveTo>
                  <a:cubicBezTo>
                    <a:pt x="2856" y="814"/>
                    <a:pt x="2862" y="808"/>
                    <a:pt x="2862" y="801"/>
                  </a:cubicBezTo>
                  <a:cubicBezTo>
                    <a:pt x="2862" y="794"/>
                    <a:pt x="2856" y="788"/>
                    <a:pt x="2849" y="788"/>
                  </a:cubicBezTo>
                  <a:cubicBezTo>
                    <a:pt x="2842" y="788"/>
                    <a:pt x="2836" y="794"/>
                    <a:pt x="2836" y="801"/>
                  </a:cubicBezTo>
                  <a:cubicBezTo>
                    <a:pt x="2836" y="808"/>
                    <a:pt x="2842" y="814"/>
                    <a:pt x="2849" y="814"/>
                  </a:cubicBezTo>
                  <a:close/>
                  <a:moveTo>
                    <a:pt x="2888" y="814"/>
                  </a:moveTo>
                  <a:cubicBezTo>
                    <a:pt x="2895" y="814"/>
                    <a:pt x="2901" y="808"/>
                    <a:pt x="2901" y="801"/>
                  </a:cubicBezTo>
                  <a:cubicBezTo>
                    <a:pt x="2901" y="794"/>
                    <a:pt x="2895" y="788"/>
                    <a:pt x="2888" y="788"/>
                  </a:cubicBezTo>
                  <a:cubicBezTo>
                    <a:pt x="2881" y="788"/>
                    <a:pt x="2875" y="794"/>
                    <a:pt x="2875" y="801"/>
                  </a:cubicBezTo>
                  <a:cubicBezTo>
                    <a:pt x="2875" y="808"/>
                    <a:pt x="2881" y="814"/>
                    <a:pt x="2888" y="814"/>
                  </a:cubicBezTo>
                  <a:close/>
                  <a:moveTo>
                    <a:pt x="2928" y="814"/>
                  </a:moveTo>
                  <a:cubicBezTo>
                    <a:pt x="2935" y="814"/>
                    <a:pt x="2940" y="808"/>
                    <a:pt x="2940" y="801"/>
                  </a:cubicBezTo>
                  <a:cubicBezTo>
                    <a:pt x="2940" y="794"/>
                    <a:pt x="2935" y="788"/>
                    <a:pt x="2928" y="788"/>
                  </a:cubicBezTo>
                  <a:cubicBezTo>
                    <a:pt x="2921" y="788"/>
                    <a:pt x="2915" y="794"/>
                    <a:pt x="2915" y="801"/>
                  </a:cubicBezTo>
                  <a:cubicBezTo>
                    <a:pt x="2915" y="808"/>
                    <a:pt x="2921" y="814"/>
                    <a:pt x="2928" y="814"/>
                  </a:cubicBezTo>
                  <a:close/>
                  <a:moveTo>
                    <a:pt x="602" y="828"/>
                  </a:moveTo>
                  <a:cubicBezTo>
                    <a:pt x="595" y="828"/>
                    <a:pt x="589" y="834"/>
                    <a:pt x="589" y="841"/>
                  </a:cubicBezTo>
                  <a:cubicBezTo>
                    <a:pt x="589" y="848"/>
                    <a:pt x="595" y="853"/>
                    <a:pt x="602" y="853"/>
                  </a:cubicBezTo>
                  <a:cubicBezTo>
                    <a:pt x="609" y="853"/>
                    <a:pt x="614" y="848"/>
                    <a:pt x="614" y="841"/>
                  </a:cubicBezTo>
                  <a:cubicBezTo>
                    <a:pt x="614" y="834"/>
                    <a:pt x="609" y="828"/>
                    <a:pt x="602" y="828"/>
                  </a:cubicBezTo>
                  <a:close/>
                  <a:moveTo>
                    <a:pt x="641" y="853"/>
                  </a:moveTo>
                  <a:cubicBezTo>
                    <a:pt x="648" y="853"/>
                    <a:pt x="654" y="848"/>
                    <a:pt x="654" y="841"/>
                  </a:cubicBezTo>
                  <a:cubicBezTo>
                    <a:pt x="654" y="834"/>
                    <a:pt x="648" y="828"/>
                    <a:pt x="641" y="828"/>
                  </a:cubicBezTo>
                  <a:cubicBezTo>
                    <a:pt x="634" y="828"/>
                    <a:pt x="628" y="834"/>
                    <a:pt x="628" y="841"/>
                  </a:cubicBezTo>
                  <a:cubicBezTo>
                    <a:pt x="628" y="848"/>
                    <a:pt x="634" y="853"/>
                    <a:pt x="641" y="853"/>
                  </a:cubicBezTo>
                  <a:close/>
                  <a:moveTo>
                    <a:pt x="680" y="853"/>
                  </a:moveTo>
                  <a:cubicBezTo>
                    <a:pt x="687" y="853"/>
                    <a:pt x="693" y="848"/>
                    <a:pt x="693" y="841"/>
                  </a:cubicBezTo>
                  <a:cubicBezTo>
                    <a:pt x="693" y="834"/>
                    <a:pt x="687" y="828"/>
                    <a:pt x="680" y="828"/>
                  </a:cubicBezTo>
                  <a:cubicBezTo>
                    <a:pt x="673" y="828"/>
                    <a:pt x="668" y="834"/>
                    <a:pt x="668" y="841"/>
                  </a:cubicBezTo>
                  <a:cubicBezTo>
                    <a:pt x="668" y="848"/>
                    <a:pt x="673" y="853"/>
                    <a:pt x="680" y="853"/>
                  </a:cubicBezTo>
                  <a:close/>
                  <a:moveTo>
                    <a:pt x="878" y="828"/>
                  </a:moveTo>
                  <a:cubicBezTo>
                    <a:pt x="871" y="828"/>
                    <a:pt x="865" y="834"/>
                    <a:pt x="865" y="841"/>
                  </a:cubicBezTo>
                  <a:cubicBezTo>
                    <a:pt x="865" y="848"/>
                    <a:pt x="871" y="853"/>
                    <a:pt x="878" y="853"/>
                  </a:cubicBezTo>
                  <a:cubicBezTo>
                    <a:pt x="885" y="853"/>
                    <a:pt x="890" y="848"/>
                    <a:pt x="890" y="841"/>
                  </a:cubicBezTo>
                  <a:cubicBezTo>
                    <a:pt x="890" y="834"/>
                    <a:pt x="885" y="828"/>
                    <a:pt x="878" y="828"/>
                  </a:cubicBezTo>
                  <a:close/>
                  <a:moveTo>
                    <a:pt x="1587" y="853"/>
                  </a:moveTo>
                  <a:cubicBezTo>
                    <a:pt x="1594" y="853"/>
                    <a:pt x="1600" y="848"/>
                    <a:pt x="1600" y="841"/>
                  </a:cubicBezTo>
                  <a:cubicBezTo>
                    <a:pt x="1600" y="834"/>
                    <a:pt x="1594" y="828"/>
                    <a:pt x="1587" y="828"/>
                  </a:cubicBezTo>
                  <a:cubicBezTo>
                    <a:pt x="1580" y="828"/>
                    <a:pt x="1574" y="834"/>
                    <a:pt x="1574" y="841"/>
                  </a:cubicBezTo>
                  <a:cubicBezTo>
                    <a:pt x="1574" y="848"/>
                    <a:pt x="1580" y="853"/>
                    <a:pt x="1587" y="853"/>
                  </a:cubicBezTo>
                  <a:close/>
                  <a:moveTo>
                    <a:pt x="1627" y="853"/>
                  </a:moveTo>
                  <a:cubicBezTo>
                    <a:pt x="1634" y="853"/>
                    <a:pt x="1639" y="848"/>
                    <a:pt x="1639" y="841"/>
                  </a:cubicBezTo>
                  <a:cubicBezTo>
                    <a:pt x="1639" y="834"/>
                    <a:pt x="1634" y="828"/>
                    <a:pt x="1627" y="828"/>
                  </a:cubicBezTo>
                  <a:cubicBezTo>
                    <a:pt x="1620" y="828"/>
                    <a:pt x="1614" y="834"/>
                    <a:pt x="1614" y="841"/>
                  </a:cubicBezTo>
                  <a:cubicBezTo>
                    <a:pt x="1614" y="848"/>
                    <a:pt x="1620" y="853"/>
                    <a:pt x="1627" y="853"/>
                  </a:cubicBezTo>
                  <a:close/>
                  <a:moveTo>
                    <a:pt x="1666" y="853"/>
                  </a:moveTo>
                  <a:cubicBezTo>
                    <a:pt x="1673" y="853"/>
                    <a:pt x="1679" y="848"/>
                    <a:pt x="1679" y="841"/>
                  </a:cubicBezTo>
                  <a:cubicBezTo>
                    <a:pt x="1679" y="834"/>
                    <a:pt x="1673" y="828"/>
                    <a:pt x="1666" y="828"/>
                  </a:cubicBezTo>
                  <a:cubicBezTo>
                    <a:pt x="1659" y="828"/>
                    <a:pt x="1653" y="834"/>
                    <a:pt x="1653" y="841"/>
                  </a:cubicBezTo>
                  <a:cubicBezTo>
                    <a:pt x="1653" y="848"/>
                    <a:pt x="1659" y="853"/>
                    <a:pt x="1666" y="853"/>
                  </a:cubicBezTo>
                  <a:close/>
                  <a:moveTo>
                    <a:pt x="1705" y="853"/>
                  </a:moveTo>
                  <a:cubicBezTo>
                    <a:pt x="1713" y="853"/>
                    <a:pt x="1718" y="848"/>
                    <a:pt x="1718" y="841"/>
                  </a:cubicBezTo>
                  <a:cubicBezTo>
                    <a:pt x="1718" y="834"/>
                    <a:pt x="1713" y="828"/>
                    <a:pt x="1705" y="828"/>
                  </a:cubicBezTo>
                  <a:cubicBezTo>
                    <a:pt x="1698" y="828"/>
                    <a:pt x="1693" y="834"/>
                    <a:pt x="1693" y="841"/>
                  </a:cubicBezTo>
                  <a:cubicBezTo>
                    <a:pt x="1693" y="848"/>
                    <a:pt x="1698" y="853"/>
                    <a:pt x="1705" y="853"/>
                  </a:cubicBezTo>
                  <a:close/>
                  <a:moveTo>
                    <a:pt x="1745" y="853"/>
                  </a:moveTo>
                  <a:cubicBezTo>
                    <a:pt x="1752" y="853"/>
                    <a:pt x="1758" y="848"/>
                    <a:pt x="1758" y="841"/>
                  </a:cubicBezTo>
                  <a:cubicBezTo>
                    <a:pt x="1758" y="834"/>
                    <a:pt x="1752" y="828"/>
                    <a:pt x="1745" y="828"/>
                  </a:cubicBezTo>
                  <a:cubicBezTo>
                    <a:pt x="1738" y="828"/>
                    <a:pt x="1732" y="834"/>
                    <a:pt x="1732" y="841"/>
                  </a:cubicBezTo>
                  <a:cubicBezTo>
                    <a:pt x="1732" y="848"/>
                    <a:pt x="1738" y="853"/>
                    <a:pt x="1745" y="853"/>
                  </a:cubicBezTo>
                  <a:close/>
                  <a:moveTo>
                    <a:pt x="1784" y="853"/>
                  </a:moveTo>
                  <a:cubicBezTo>
                    <a:pt x="1791" y="853"/>
                    <a:pt x="1797" y="848"/>
                    <a:pt x="1797" y="841"/>
                  </a:cubicBezTo>
                  <a:cubicBezTo>
                    <a:pt x="1797" y="834"/>
                    <a:pt x="1791" y="828"/>
                    <a:pt x="1784" y="828"/>
                  </a:cubicBezTo>
                  <a:cubicBezTo>
                    <a:pt x="1777" y="828"/>
                    <a:pt x="1772" y="834"/>
                    <a:pt x="1772" y="841"/>
                  </a:cubicBezTo>
                  <a:cubicBezTo>
                    <a:pt x="1772" y="848"/>
                    <a:pt x="1777" y="853"/>
                    <a:pt x="1784" y="853"/>
                  </a:cubicBezTo>
                  <a:close/>
                  <a:moveTo>
                    <a:pt x="1824" y="853"/>
                  </a:moveTo>
                  <a:cubicBezTo>
                    <a:pt x="1831" y="853"/>
                    <a:pt x="1836" y="848"/>
                    <a:pt x="1836" y="841"/>
                  </a:cubicBezTo>
                  <a:cubicBezTo>
                    <a:pt x="1836" y="834"/>
                    <a:pt x="1831" y="828"/>
                    <a:pt x="1824" y="828"/>
                  </a:cubicBezTo>
                  <a:cubicBezTo>
                    <a:pt x="1817" y="828"/>
                    <a:pt x="1811" y="834"/>
                    <a:pt x="1811" y="841"/>
                  </a:cubicBezTo>
                  <a:cubicBezTo>
                    <a:pt x="1811" y="848"/>
                    <a:pt x="1817" y="853"/>
                    <a:pt x="1824" y="853"/>
                  </a:cubicBezTo>
                  <a:close/>
                  <a:moveTo>
                    <a:pt x="1863" y="853"/>
                  </a:moveTo>
                  <a:cubicBezTo>
                    <a:pt x="1870" y="853"/>
                    <a:pt x="1876" y="848"/>
                    <a:pt x="1876" y="841"/>
                  </a:cubicBezTo>
                  <a:cubicBezTo>
                    <a:pt x="1876" y="834"/>
                    <a:pt x="1870" y="828"/>
                    <a:pt x="1863" y="828"/>
                  </a:cubicBezTo>
                  <a:cubicBezTo>
                    <a:pt x="1856" y="828"/>
                    <a:pt x="1850" y="834"/>
                    <a:pt x="1850" y="841"/>
                  </a:cubicBezTo>
                  <a:cubicBezTo>
                    <a:pt x="1850" y="848"/>
                    <a:pt x="1856" y="853"/>
                    <a:pt x="1863" y="853"/>
                  </a:cubicBezTo>
                  <a:close/>
                  <a:moveTo>
                    <a:pt x="1903" y="853"/>
                  </a:moveTo>
                  <a:cubicBezTo>
                    <a:pt x="1910" y="853"/>
                    <a:pt x="1915" y="848"/>
                    <a:pt x="1915" y="841"/>
                  </a:cubicBezTo>
                  <a:cubicBezTo>
                    <a:pt x="1915" y="834"/>
                    <a:pt x="1910" y="828"/>
                    <a:pt x="1903" y="828"/>
                  </a:cubicBezTo>
                  <a:cubicBezTo>
                    <a:pt x="1896" y="828"/>
                    <a:pt x="1890" y="834"/>
                    <a:pt x="1890" y="841"/>
                  </a:cubicBezTo>
                  <a:cubicBezTo>
                    <a:pt x="1890" y="848"/>
                    <a:pt x="1896" y="853"/>
                    <a:pt x="1903" y="853"/>
                  </a:cubicBezTo>
                  <a:close/>
                  <a:moveTo>
                    <a:pt x="1942" y="853"/>
                  </a:moveTo>
                  <a:cubicBezTo>
                    <a:pt x="1949" y="853"/>
                    <a:pt x="1955" y="848"/>
                    <a:pt x="1955" y="841"/>
                  </a:cubicBezTo>
                  <a:cubicBezTo>
                    <a:pt x="1955" y="834"/>
                    <a:pt x="1949" y="828"/>
                    <a:pt x="1942" y="828"/>
                  </a:cubicBezTo>
                  <a:cubicBezTo>
                    <a:pt x="1935" y="828"/>
                    <a:pt x="1929" y="834"/>
                    <a:pt x="1929" y="841"/>
                  </a:cubicBezTo>
                  <a:cubicBezTo>
                    <a:pt x="1929" y="848"/>
                    <a:pt x="1935" y="853"/>
                    <a:pt x="1942" y="853"/>
                  </a:cubicBezTo>
                  <a:close/>
                  <a:moveTo>
                    <a:pt x="1981" y="853"/>
                  </a:moveTo>
                  <a:cubicBezTo>
                    <a:pt x="1988" y="853"/>
                    <a:pt x="1994" y="848"/>
                    <a:pt x="1994" y="841"/>
                  </a:cubicBezTo>
                  <a:cubicBezTo>
                    <a:pt x="1994" y="834"/>
                    <a:pt x="1988" y="828"/>
                    <a:pt x="1981" y="828"/>
                  </a:cubicBezTo>
                  <a:cubicBezTo>
                    <a:pt x="1974" y="828"/>
                    <a:pt x="1969" y="834"/>
                    <a:pt x="1969" y="841"/>
                  </a:cubicBezTo>
                  <a:cubicBezTo>
                    <a:pt x="1969" y="848"/>
                    <a:pt x="1974" y="853"/>
                    <a:pt x="1981" y="853"/>
                  </a:cubicBezTo>
                  <a:close/>
                  <a:moveTo>
                    <a:pt x="2021" y="853"/>
                  </a:moveTo>
                  <a:cubicBezTo>
                    <a:pt x="2028" y="853"/>
                    <a:pt x="2034" y="848"/>
                    <a:pt x="2034" y="841"/>
                  </a:cubicBezTo>
                  <a:cubicBezTo>
                    <a:pt x="2034" y="834"/>
                    <a:pt x="2028" y="828"/>
                    <a:pt x="2021" y="828"/>
                  </a:cubicBezTo>
                  <a:cubicBezTo>
                    <a:pt x="2014" y="828"/>
                    <a:pt x="2008" y="834"/>
                    <a:pt x="2008" y="841"/>
                  </a:cubicBezTo>
                  <a:cubicBezTo>
                    <a:pt x="2008" y="848"/>
                    <a:pt x="2014" y="853"/>
                    <a:pt x="2021" y="853"/>
                  </a:cubicBezTo>
                  <a:close/>
                  <a:moveTo>
                    <a:pt x="2060" y="853"/>
                  </a:moveTo>
                  <a:cubicBezTo>
                    <a:pt x="2067" y="853"/>
                    <a:pt x="2073" y="848"/>
                    <a:pt x="2073" y="841"/>
                  </a:cubicBezTo>
                  <a:cubicBezTo>
                    <a:pt x="2073" y="834"/>
                    <a:pt x="2067" y="828"/>
                    <a:pt x="2060" y="828"/>
                  </a:cubicBezTo>
                  <a:cubicBezTo>
                    <a:pt x="2053" y="828"/>
                    <a:pt x="2048" y="834"/>
                    <a:pt x="2048" y="841"/>
                  </a:cubicBezTo>
                  <a:cubicBezTo>
                    <a:pt x="2048" y="848"/>
                    <a:pt x="2053" y="853"/>
                    <a:pt x="2060" y="853"/>
                  </a:cubicBezTo>
                  <a:close/>
                  <a:moveTo>
                    <a:pt x="2100" y="853"/>
                  </a:moveTo>
                  <a:cubicBezTo>
                    <a:pt x="2107" y="853"/>
                    <a:pt x="2112" y="848"/>
                    <a:pt x="2112" y="841"/>
                  </a:cubicBezTo>
                  <a:cubicBezTo>
                    <a:pt x="2112" y="834"/>
                    <a:pt x="2107" y="828"/>
                    <a:pt x="2100" y="828"/>
                  </a:cubicBezTo>
                  <a:cubicBezTo>
                    <a:pt x="2093" y="828"/>
                    <a:pt x="2087" y="834"/>
                    <a:pt x="2087" y="841"/>
                  </a:cubicBezTo>
                  <a:cubicBezTo>
                    <a:pt x="2087" y="848"/>
                    <a:pt x="2093" y="853"/>
                    <a:pt x="2100" y="853"/>
                  </a:cubicBezTo>
                  <a:close/>
                  <a:moveTo>
                    <a:pt x="2139" y="853"/>
                  </a:moveTo>
                  <a:cubicBezTo>
                    <a:pt x="2146" y="853"/>
                    <a:pt x="2152" y="848"/>
                    <a:pt x="2152" y="841"/>
                  </a:cubicBezTo>
                  <a:cubicBezTo>
                    <a:pt x="2152" y="834"/>
                    <a:pt x="2146" y="828"/>
                    <a:pt x="2139" y="828"/>
                  </a:cubicBezTo>
                  <a:cubicBezTo>
                    <a:pt x="2132" y="828"/>
                    <a:pt x="2126" y="834"/>
                    <a:pt x="2126" y="841"/>
                  </a:cubicBezTo>
                  <a:cubicBezTo>
                    <a:pt x="2126" y="848"/>
                    <a:pt x="2132" y="853"/>
                    <a:pt x="2139" y="853"/>
                  </a:cubicBezTo>
                  <a:close/>
                  <a:moveTo>
                    <a:pt x="2179" y="853"/>
                  </a:moveTo>
                  <a:cubicBezTo>
                    <a:pt x="2186" y="853"/>
                    <a:pt x="2191" y="848"/>
                    <a:pt x="2191" y="841"/>
                  </a:cubicBezTo>
                  <a:cubicBezTo>
                    <a:pt x="2191" y="834"/>
                    <a:pt x="2186" y="828"/>
                    <a:pt x="2179" y="828"/>
                  </a:cubicBezTo>
                  <a:cubicBezTo>
                    <a:pt x="2172" y="828"/>
                    <a:pt x="2166" y="834"/>
                    <a:pt x="2166" y="841"/>
                  </a:cubicBezTo>
                  <a:cubicBezTo>
                    <a:pt x="2166" y="848"/>
                    <a:pt x="2172" y="853"/>
                    <a:pt x="2179" y="853"/>
                  </a:cubicBezTo>
                  <a:close/>
                  <a:moveTo>
                    <a:pt x="2257" y="853"/>
                  </a:moveTo>
                  <a:cubicBezTo>
                    <a:pt x="2264" y="853"/>
                    <a:pt x="2270" y="848"/>
                    <a:pt x="2270" y="841"/>
                  </a:cubicBezTo>
                  <a:cubicBezTo>
                    <a:pt x="2270" y="834"/>
                    <a:pt x="2264" y="828"/>
                    <a:pt x="2257" y="828"/>
                  </a:cubicBezTo>
                  <a:cubicBezTo>
                    <a:pt x="2250" y="828"/>
                    <a:pt x="2245" y="834"/>
                    <a:pt x="2245" y="841"/>
                  </a:cubicBezTo>
                  <a:cubicBezTo>
                    <a:pt x="2245" y="848"/>
                    <a:pt x="2250" y="853"/>
                    <a:pt x="2257" y="853"/>
                  </a:cubicBezTo>
                  <a:close/>
                  <a:moveTo>
                    <a:pt x="2297" y="828"/>
                  </a:moveTo>
                  <a:cubicBezTo>
                    <a:pt x="2290" y="828"/>
                    <a:pt x="2284" y="834"/>
                    <a:pt x="2284" y="841"/>
                  </a:cubicBezTo>
                  <a:cubicBezTo>
                    <a:pt x="2284" y="848"/>
                    <a:pt x="2290" y="853"/>
                    <a:pt x="2297" y="853"/>
                  </a:cubicBezTo>
                  <a:cubicBezTo>
                    <a:pt x="2304" y="853"/>
                    <a:pt x="2310" y="848"/>
                    <a:pt x="2310" y="841"/>
                  </a:cubicBezTo>
                  <a:cubicBezTo>
                    <a:pt x="2310" y="834"/>
                    <a:pt x="2304" y="828"/>
                    <a:pt x="2297" y="828"/>
                  </a:cubicBezTo>
                  <a:close/>
                  <a:moveTo>
                    <a:pt x="2336" y="828"/>
                  </a:moveTo>
                  <a:cubicBezTo>
                    <a:pt x="2329" y="828"/>
                    <a:pt x="2323" y="834"/>
                    <a:pt x="2323" y="841"/>
                  </a:cubicBezTo>
                  <a:cubicBezTo>
                    <a:pt x="2323" y="848"/>
                    <a:pt x="2329" y="853"/>
                    <a:pt x="2336" y="853"/>
                  </a:cubicBezTo>
                  <a:cubicBezTo>
                    <a:pt x="2343" y="853"/>
                    <a:pt x="2349" y="848"/>
                    <a:pt x="2349" y="841"/>
                  </a:cubicBezTo>
                  <a:cubicBezTo>
                    <a:pt x="2349" y="834"/>
                    <a:pt x="2343" y="828"/>
                    <a:pt x="2336" y="828"/>
                  </a:cubicBezTo>
                  <a:close/>
                  <a:moveTo>
                    <a:pt x="2376" y="828"/>
                  </a:moveTo>
                  <a:cubicBezTo>
                    <a:pt x="2369" y="828"/>
                    <a:pt x="2363" y="834"/>
                    <a:pt x="2363" y="841"/>
                  </a:cubicBezTo>
                  <a:cubicBezTo>
                    <a:pt x="2363" y="848"/>
                    <a:pt x="2369" y="853"/>
                    <a:pt x="2376" y="853"/>
                  </a:cubicBezTo>
                  <a:cubicBezTo>
                    <a:pt x="2383" y="853"/>
                    <a:pt x="2388" y="848"/>
                    <a:pt x="2388" y="841"/>
                  </a:cubicBezTo>
                  <a:cubicBezTo>
                    <a:pt x="2388" y="834"/>
                    <a:pt x="2383" y="828"/>
                    <a:pt x="2376" y="828"/>
                  </a:cubicBezTo>
                  <a:close/>
                  <a:moveTo>
                    <a:pt x="2415" y="853"/>
                  </a:moveTo>
                  <a:cubicBezTo>
                    <a:pt x="2422" y="853"/>
                    <a:pt x="2428" y="848"/>
                    <a:pt x="2428" y="841"/>
                  </a:cubicBezTo>
                  <a:cubicBezTo>
                    <a:pt x="2428" y="834"/>
                    <a:pt x="2422" y="828"/>
                    <a:pt x="2415" y="828"/>
                  </a:cubicBezTo>
                  <a:cubicBezTo>
                    <a:pt x="2408" y="828"/>
                    <a:pt x="2402" y="834"/>
                    <a:pt x="2402" y="841"/>
                  </a:cubicBezTo>
                  <a:cubicBezTo>
                    <a:pt x="2402" y="848"/>
                    <a:pt x="2408" y="853"/>
                    <a:pt x="2415" y="853"/>
                  </a:cubicBezTo>
                  <a:close/>
                  <a:moveTo>
                    <a:pt x="2455" y="853"/>
                  </a:moveTo>
                  <a:cubicBezTo>
                    <a:pt x="2462" y="853"/>
                    <a:pt x="2467" y="848"/>
                    <a:pt x="2467" y="841"/>
                  </a:cubicBezTo>
                  <a:cubicBezTo>
                    <a:pt x="2467" y="834"/>
                    <a:pt x="2462" y="828"/>
                    <a:pt x="2455" y="828"/>
                  </a:cubicBezTo>
                  <a:cubicBezTo>
                    <a:pt x="2447" y="828"/>
                    <a:pt x="2442" y="834"/>
                    <a:pt x="2442" y="841"/>
                  </a:cubicBezTo>
                  <a:cubicBezTo>
                    <a:pt x="2442" y="848"/>
                    <a:pt x="2447" y="853"/>
                    <a:pt x="2455" y="853"/>
                  </a:cubicBezTo>
                  <a:close/>
                  <a:moveTo>
                    <a:pt x="2494" y="853"/>
                  </a:moveTo>
                  <a:cubicBezTo>
                    <a:pt x="2501" y="853"/>
                    <a:pt x="2507" y="848"/>
                    <a:pt x="2507" y="841"/>
                  </a:cubicBezTo>
                  <a:cubicBezTo>
                    <a:pt x="2507" y="834"/>
                    <a:pt x="2501" y="828"/>
                    <a:pt x="2494" y="828"/>
                  </a:cubicBezTo>
                  <a:cubicBezTo>
                    <a:pt x="2487" y="828"/>
                    <a:pt x="2481" y="834"/>
                    <a:pt x="2481" y="841"/>
                  </a:cubicBezTo>
                  <a:cubicBezTo>
                    <a:pt x="2481" y="848"/>
                    <a:pt x="2487" y="853"/>
                    <a:pt x="2494" y="853"/>
                  </a:cubicBezTo>
                  <a:close/>
                  <a:moveTo>
                    <a:pt x="2533" y="853"/>
                  </a:moveTo>
                  <a:cubicBezTo>
                    <a:pt x="2540" y="853"/>
                    <a:pt x="2546" y="848"/>
                    <a:pt x="2546" y="841"/>
                  </a:cubicBezTo>
                  <a:cubicBezTo>
                    <a:pt x="2546" y="834"/>
                    <a:pt x="2540" y="828"/>
                    <a:pt x="2533" y="828"/>
                  </a:cubicBezTo>
                  <a:cubicBezTo>
                    <a:pt x="2526" y="828"/>
                    <a:pt x="2521" y="834"/>
                    <a:pt x="2521" y="841"/>
                  </a:cubicBezTo>
                  <a:cubicBezTo>
                    <a:pt x="2521" y="848"/>
                    <a:pt x="2526" y="853"/>
                    <a:pt x="2533" y="853"/>
                  </a:cubicBezTo>
                  <a:close/>
                  <a:moveTo>
                    <a:pt x="2573" y="853"/>
                  </a:moveTo>
                  <a:cubicBezTo>
                    <a:pt x="2580" y="853"/>
                    <a:pt x="2586" y="848"/>
                    <a:pt x="2586" y="841"/>
                  </a:cubicBezTo>
                  <a:cubicBezTo>
                    <a:pt x="2586" y="834"/>
                    <a:pt x="2580" y="828"/>
                    <a:pt x="2573" y="828"/>
                  </a:cubicBezTo>
                  <a:cubicBezTo>
                    <a:pt x="2566" y="828"/>
                    <a:pt x="2560" y="834"/>
                    <a:pt x="2560" y="841"/>
                  </a:cubicBezTo>
                  <a:cubicBezTo>
                    <a:pt x="2560" y="848"/>
                    <a:pt x="2566" y="853"/>
                    <a:pt x="2573" y="853"/>
                  </a:cubicBezTo>
                  <a:close/>
                  <a:moveTo>
                    <a:pt x="2612" y="853"/>
                  </a:moveTo>
                  <a:cubicBezTo>
                    <a:pt x="2619" y="853"/>
                    <a:pt x="2625" y="848"/>
                    <a:pt x="2625" y="841"/>
                  </a:cubicBezTo>
                  <a:cubicBezTo>
                    <a:pt x="2625" y="834"/>
                    <a:pt x="2619" y="828"/>
                    <a:pt x="2612" y="828"/>
                  </a:cubicBezTo>
                  <a:cubicBezTo>
                    <a:pt x="2605" y="828"/>
                    <a:pt x="2599" y="834"/>
                    <a:pt x="2599" y="841"/>
                  </a:cubicBezTo>
                  <a:cubicBezTo>
                    <a:pt x="2599" y="848"/>
                    <a:pt x="2605" y="853"/>
                    <a:pt x="2612" y="853"/>
                  </a:cubicBezTo>
                  <a:close/>
                  <a:moveTo>
                    <a:pt x="2652" y="853"/>
                  </a:moveTo>
                  <a:cubicBezTo>
                    <a:pt x="2659" y="853"/>
                    <a:pt x="2664" y="848"/>
                    <a:pt x="2664" y="841"/>
                  </a:cubicBezTo>
                  <a:cubicBezTo>
                    <a:pt x="2664" y="834"/>
                    <a:pt x="2659" y="828"/>
                    <a:pt x="2652" y="828"/>
                  </a:cubicBezTo>
                  <a:cubicBezTo>
                    <a:pt x="2645" y="828"/>
                    <a:pt x="2639" y="834"/>
                    <a:pt x="2639" y="841"/>
                  </a:cubicBezTo>
                  <a:cubicBezTo>
                    <a:pt x="2639" y="848"/>
                    <a:pt x="2645" y="853"/>
                    <a:pt x="2652" y="853"/>
                  </a:cubicBezTo>
                  <a:close/>
                  <a:moveTo>
                    <a:pt x="2691" y="853"/>
                  </a:moveTo>
                  <a:cubicBezTo>
                    <a:pt x="2698" y="853"/>
                    <a:pt x="2704" y="848"/>
                    <a:pt x="2704" y="841"/>
                  </a:cubicBezTo>
                  <a:cubicBezTo>
                    <a:pt x="2704" y="834"/>
                    <a:pt x="2698" y="828"/>
                    <a:pt x="2691" y="828"/>
                  </a:cubicBezTo>
                  <a:cubicBezTo>
                    <a:pt x="2684" y="828"/>
                    <a:pt x="2678" y="834"/>
                    <a:pt x="2678" y="841"/>
                  </a:cubicBezTo>
                  <a:cubicBezTo>
                    <a:pt x="2678" y="848"/>
                    <a:pt x="2684" y="853"/>
                    <a:pt x="2691" y="853"/>
                  </a:cubicBezTo>
                  <a:close/>
                  <a:moveTo>
                    <a:pt x="2730" y="853"/>
                  </a:moveTo>
                  <a:cubicBezTo>
                    <a:pt x="2738" y="853"/>
                    <a:pt x="2743" y="848"/>
                    <a:pt x="2743" y="841"/>
                  </a:cubicBezTo>
                  <a:cubicBezTo>
                    <a:pt x="2743" y="834"/>
                    <a:pt x="2738" y="828"/>
                    <a:pt x="2730" y="828"/>
                  </a:cubicBezTo>
                  <a:cubicBezTo>
                    <a:pt x="2723" y="828"/>
                    <a:pt x="2718" y="834"/>
                    <a:pt x="2718" y="841"/>
                  </a:cubicBezTo>
                  <a:cubicBezTo>
                    <a:pt x="2718" y="848"/>
                    <a:pt x="2723" y="853"/>
                    <a:pt x="2730" y="853"/>
                  </a:cubicBezTo>
                  <a:close/>
                  <a:moveTo>
                    <a:pt x="2770" y="853"/>
                  </a:moveTo>
                  <a:cubicBezTo>
                    <a:pt x="2777" y="853"/>
                    <a:pt x="2783" y="848"/>
                    <a:pt x="2783" y="841"/>
                  </a:cubicBezTo>
                  <a:cubicBezTo>
                    <a:pt x="2783" y="834"/>
                    <a:pt x="2777" y="828"/>
                    <a:pt x="2770" y="828"/>
                  </a:cubicBezTo>
                  <a:cubicBezTo>
                    <a:pt x="2763" y="828"/>
                    <a:pt x="2757" y="834"/>
                    <a:pt x="2757" y="841"/>
                  </a:cubicBezTo>
                  <a:cubicBezTo>
                    <a:pt x="2757" y="848"/>
                    <a:pt x="2763" y="853"/>
                    <a:pt x="2770" y="853"/>
                  </a:cubicBezTo>
                  <a:close/>
                  <a:moveTo>
                    <a:pt x="2809" y="853"/>
                  </a:moveTo>
                  <a:cubicBezTo>
                    <a:pt x="2816" y="853"/>
                    <a:pt x="2822" y="848"/>
                    <a:pt x="2822" y="841"/>
                  </a:cubicBezTo>
                  <a:cubicBezTo>
                    <a:pt x="2822" y="834"/>
                    <a:pt x="2816" y="828"/>
                    <a:pt x="2809" y="828"/>
                  </a:cubicBezTo>
                  <a:cubicBezTo>
                    <a:pt x="2802" y="828"/>
                    <a:pt x="2797" y="834"/>
                    <a:pt x="2797" y="841"/>
                  </a:cubicBezTo>
                  <a:cubicBezTo>
                    <a:pt x="2797" y="848"/>
                    <a:pt x="2802" y="853"/>
                    <a:pt x="2809" y="853"/>
                  </a:cubicBezTo>
                  <a:close/>
                  <a:moveTo>
                    <a:pt x="2849" y="853"/>
                  </a:moveTo>
                  <a:cubicBezTo>
                    <a:pt x="2856" y="853"/>
                    <a:pt x="2862" y="848"/>
                    <a:pt x="2862" y="841"/>
                  </a:cubicBezTo>
                  <a:cubicBezTo>
                    <a:pt x="2862" y="834"/>
                    <a:pt x="2856" y="828"/>
                    <a:pt x="2849" y="828"/>
                  </a:cubicBezTo>
                  <a:cubicBezTo>
                    <a:pt x="2842" y="828"/>
                    <a:pt x="2836" y="834"/>
                    <a:pt x="2836" y="841"/>
                  </a:cubicBezTo>
                  <a:cubicBezTo>
                    <a:pt x="2836" y="848"/>
                    <a:pt x="2842" y="853"/>
                    <a:pt x="2849" y="853"/>
                  </a:cubicBezTo>
                  <a:close/>
                  <a:moveTo>
                    <a:pt x="2888" y="853"/>
                  </a:moveTo>
                  <a:cubicBezTo>
                    <a:pt x="2895" y="853"/>
                    <a:pt x="2901" y="848"/>
                    <a:pt x="2901" y="841"/>
                  </a:cubicBezTo>
                  <a:cubicBezTo>
                    <a:pt x="2901" y="834"/>
                    <a:pt x="2895" y="828"/>
                    <a:pt x="2888" y="828"/>
                  </a:cubicBezTo>
                  <a:cubicBezTo>
                    <a:pt x="2881" y="828"/>
                    <a:pt x="2875" y="834"/>
                    <a:pt x="2875" y="841"/>
                  </a:cubicBezTo>
                  <a:cubicBezTo>
                    <a:pt x="2875" y="848"/>
                    <a:pt x="2881" y="853"/>
                    <a:pt x="2888" y="853"/>
                  </a:cubicBezTo>
                  <a:close/>
                  <a:moveTo>
                    <a:pt x="641" y="893"/>
                  </a:moveTo>
                  <a:cubicBezTo>
                    <a:pt x="648" y="893"/>
                    <a:pt x="654" y="887"/>
                    <a:pt x="654" y="880"/>
                  </a:cubicBezTo>
                  <a:cubicBezTo>
                    <a:pt x="654" y="873"/>
                    <a:pt x="648" y="867"/>
                    <a:pt x="641" y="867"/>
                  </a:cubicBezTo>
                  <a:cubicBezTo>
                    <a:pt x="634" y="867"/>
                    <a:pt x="628" y="873"/>
                    <a:pt x="628" y="880"/>
                  </a:cubicBezTo>
                  <a:cubicBezTo>
                    <a:pt x="628" y="887"/>
                    <a:pt x="634" y="893"/>
                    <a:pt x="641" y="893"/>
                  </a:cubicBezTo>
                  <a:close/>
                  <a:moveTo>
                    <a:pt x="680" y="893"/>
                  </a:moveTo>
                  <a:cubicBezTo>
                    <a:pt x="687" y="893"/>
                    <a:pt x="693" y="887"/>
                    <a:pt x="693" y="880"/>
                  </a:cubicBezTo>
                  <a:cubicBezTo>
                    <a:pt x="693" y="873"/>
                    <a:pt x="687" y="867"/>
                    <a:pt x="680" y="867"/>
                  </a:cubicBezTo>
                  <a:cubicBezTo>
                    <a:pt x="673" y="867"/>
                    <a:pt x="668" y="873"/>
                    <a:pt x="668" y="880"/>
                  </a:cubicBezTo>
                  <a:cubicBezTo>
                    <a:pt x="668" y="887"/>
                    <a:pt x="673" y="893"/>
                    <a:pt x="680" y="893"/>
                  </a:cubicBezTo>
                  <a:close/>
                  <a:moveTo>
                    <a:pt x="1548" y="893"/>
                  </a:moveTo>
                  <a:cubicBezTo>
                    <a:pt x="1555" y="893"/>
                    <a:pt x="1561" y="887"/>
                    <a:pt x="1561" y="880"/>
                  </a:cubicBezTo>
                  <a:cubicBezTo>
                    <a:pt x="1561" y="873"/>
                    <a:pt x="1555" y="867"/>
                    <a:pt x="1548" y="867"/>
                  </a:cubicBezTo>
                  <a:cubicBezTo>
                    <a:pt x="1541" y="867"/>
                    <a:pt x="1535" y="873"/>
                    <a:pt x="1535" y="880"/>
                  </a:cubicBezTo>
                  <a:cubicBezTo>
                    <a:pt x="1535" y="887"/>
                    <a:pt x="1541" y="893"/>
                    <a:pt x="1548" y="893"/>
                  </a:cubicBezTo>
                  <a:close/>
                  <a:moveTo>
                    <a:pt x="1587" y="893"/>
                  </a:moveTo>
                  <a:cubicBezTo>
                    <a:pt x="1594" y="893"/>
                    <a:pt x="1600" y="887"/>
                    <a:pt x="1600" y="880"/>
                  </a:cubicBezTo>
                  <a:cubicBezTo>
                    <a:pt x="1600" y="873"/>
                    <a:pt x="1594" y="867"/>
                    <a:pt x="1587" y="867"/>
                  </a:cubicBezTo>
                  <a:cubicBezTo>
                    <a:pt x="1580" y="867"/>
                    <a:pt x="1574" y="873"/>
                    <a:pt x="1574" y="880"/>
                  </a:cubicBezTo>
                  <a:cubicBezTo>
                    <a:pt x="1574" y="887"/>
                    <a:pt x="1580" y="893"/>
                    <a:pt x="1587" y="893"/>
                  </a:cubicBezTo>
                  <a:close/>
                  <a:moveTo>
                    <a:pt x="1627" y="893"/>
                  </a:moveTo>
                  <a:cubicBezTo>
                    <a:pt x="1634" y="893"/>
                    <a:pt x="1639" y="887"/>
                    <a:pt x="1639" y="880"/>
                  </a:cubicBezTo>
                  <a:cubicBezTo>
                    <a:pt x="1639" y="873"/>
                    <a:pt x="1634" y="867"/>
                    <a:pt x="1627" y="867"/>
                  </a:cubicBezTo>
                  <a:cubicBezTo>
                    <a:pt x="1620" y="867"/>
                    <a:pt x="1614" y="873"/>
                    <a:pt x="1614" y="880"/>
                  </a:cubicBezTo>
                  <a:cubicBezTo>
                    <a:pt x="1614" y="887"/>
                    <a:pt x="1620" y="893"/>
                    <a:pt x="1627" y="893"/>
                  </a:cubicBezTo>
                  <a:close/>
                  <a:moveTo>
                    <a:pt x="1666" y="893"/>
                  </a:moveTo>
                  <a:cubicBezTo>
                    <a:pt x="1673" y="893"/>
                    <a:pt x="1679" y="887"/>
                    <a:pt x="1679" y="880"/>
                  </a:cubicBezTo>
                  <a:cubicBezTo>
                    <a:pt x="1679" y="873"/>
                    <a:pt x="1673" y="867"/>
                    <a:pt x="1666" y="867"/>
                  </a:cubicBezTo>
                  <a:cubicBezTo>
                    <a:pt x="1659" y="867"/>
                    <a:pt x="1653" y="873"/>
                    <a:pt x="1653" y="880"/>
                  </a:cubicBezTo>
                  <a:cubicBezTo>
                    <a:pt x="1653" y="887"/>
                    <a:pt x="1659" y="893"/>
                    <a:pt x="1666" y="893"/>
                  </a:cubicBezTo>
                  <a:close/>
                  <a:moveTo>
                    <a:pt x="1705" y="893"/>
                  </a:moveTo>
                  <a:cubicBezTo>
                    <a:pt x="1713" y="893"/>
                    <a:pt x="1718" y="887"/>
                    <a:pt x="1718" y="880"/>
                  </a:cubicBezTo>
                  <a:cubicBezTo>
                    <a:pt x="1718" y="873"/>
                    <a:pt x="1713" y="867"/>
                    <a:pt x="1705" y="867"/>
                  </a:cubicBezTo>
                  <a:cubicBezTo>
                    <a:pt x="1698" y="867"/>
                    <a:pt x="1693" y="873"/>
                    <a:pt x="1693" y="880"/>
                  </a:cubicBezTo>
                  <a:cubicBezTo>
                    <a:pt x="1693" y="887"/>
                    <a:pt x="1698" y="893"/>
                    <a:pt x="1705" y="893"/>
                  </a:cubicBezTo>
                  <a:close/>
                  <a:moveTo>
                    <a:pt x="1745" y="893"/>
                  </a:moveTo>
                  <a:cubicBezTo>
                    <a:pt x="1752" y="893"/>
                    <a:pt x="1758" y="887"/>
                    <a:pt x="1758" y="880"/>
                  </a:cubicBezTo>
                  <a:cubicBezTo>
                    <a:pt x="1758" y="873"/>
                    <a:pt x="1752" y="867"/>
                    <a:pt x="1745" y="867"/>
                  </a:cubicBezTo>
                  <a:cubicBezTo>
                    <a:pt x="1738" y="867"/>
                    <a:pt x="1732" y="873"/>
                    <a:pt x="1732" y="880"/>
                  </a:cubicBezTo>
                  <a:cubicBezTo>
                    <a:pt x="1732" y="887"/>
                    <a:pt x="1738" y="893"/>
                    <a:pt x="1745" y="893"/>
                  </a:cubicBezTo>
                  <a:close/>
                  <a:moveTo>
                    <a:pt x="1784" y="893"/>
                  </a:moveTo>
                  <a:cubicBezTo>
                    <a:pt x="1791" y="893"/>
                    <a:pt x="1797" y="887"/>
                    <a:pt x="1797" y="880"/>
                  </a:cubicBezTo>
                  <a:cubicBezTo>
                    <a:pt x="1797" y="873"/>
                    <a:pt x="1791" y="867"/>
                    <a:pt x="1784" y="867"/>
                  </a:cubicBezTo>
                  <a:cubicBezTo>
                    <a:pt x="1777" y="867"/>
                    <a:pt x="1772" y="873"/>
                    <a:pt x="1772" y="880"/>
                  </a:cubicBezTo>
                  <a:cubicBezTo>
                    <a:pt x="1772" y="887"/>
                    <a:pt x="1777" y="893"/>
                    <a:pt x="1784" y="893"/>
                  </a:cubicBezTo>
                  <a:close/>
                  <a:moveTo>
                    <a:pt x="1824" y="893"/>
                  </a:moveTo>
                  <a:cubicBezTo>
                    <a:pt x="1831" y="893"/>
                    <a:pt x="1836" y="887"/>
                    <a:pt x="1836" y="880"/>
                  </a:cubicBezTo>
                  <a:cubicBezTo>
                    <a:pt x="1836" y="873"/>
                    <a:pt x="1831" y="867"/>
                    <a:pt x="1824" y="867"/>
                  </a:cubicBezTo>
                  <a:cubicBezTo>
                    <a:pt x="1817" y="867"/>
                    <a:pt x="1811" y="873"/>
                    <a:pt x="1811" y="880"/>
                  </a:cubicBezTo>
                  <a:cubicBezTo>
                    <a:pt x="1811" y="887"/>
                    <a:pt x="1817" y="893"/>
                    <a:pt x="1824" y="893"/>
                  </a:cubicBezTo>
                  <a:close/>
                  <a:moveTo>
                    <a:pt x="1863" y="893"/>
                  </a:moveTo>
                  <a:cubicBezTo>
                    <a:pt x="1870" y="893"/>
                    <a:pt x="1876" y="887"/>
                    <a:pt x="1876" y="880"/>
                  </a:cubicBezTo>
                  <a:cubicBezTo>
                    <a:pt x="1876" y="873"/>
                    <a:pt x="1870" y="867"/>
                    <a:pt x="1863" y="867"/>
                  </a:cubicBezTo>
                  <a:cubicBezTo>
                    <a:pt x="1856" y="867"/>
                    <a:pt x="1850" y="873"/>
                    <a:pt x="1850" y="880"/>
                  </a:cubicBezTo>
                  <a:cubicBezTo>
                    <a:pt x="1850" y="887"/>
                    <a:pt x="1856" y="893"/>
                    <a:pt x="1863" y="893"/>
                  </a:cubicBezTo>
                  <a:close/>
                  <a:moveTo>
                    <a:pt x="1903" y="893"/>
                  </a:moveTo>
                  <a:cubicBezTo>
                    <a:pt x="1910" y="893"/>
                    <a:pt x="1915" y="887"/>
                    <a:pt x="1915" y="880"/>
                  </a:cubicBezTo>
                  <a:cubicBezTo>
                    <a:pt x="1915" y="873"/>
                    <a:pt x="1910" y="867"/>
                    <a:pt x="1903" y="867"/>
                  </a:cubicBezTo>
                  <a:cubicBezTo>
                    <a:pt x="1896" y="867"/>
                    <a:pt x="1890" y="873"/>
                    <a:pt x="1890" y="880"/>
                  </a:cubicBezTo>
                  <a:cubicBezTo>
                    <a:pt x="1890" y="887"/>
                    <a:pt x="1896" y="893"/>
                    <a:pt x="1903" y="893"/>
                  </a:cubicBezTo>
                  <a:close/>
                  <a:moveTo>
                    <a:pt x="1942" y="893"/>
                  </a:moveTo>
                  <a:cubicBezTo>
                    <a:pt x="1949" y="893"/>
                    <a:pt x="1955" y="887"/>
                    <a:pt x="1955" y="880"/>
                  </a:cubicBezTo>
                  <a:cubicBezTo>
                    <a:pt x="1955" y="873"/>
                    <a:pt x="1949" y="867"/>
                    <a:pt x="1942" y="867"/>
                  </a:cubicBezTo>
                  <a:cubicBezTo>
                    <a:pt x="1935" y="867"/>
                    <a:pt x="1929" y="873"/>
                    <a:pt x="1929" y="880"/>
                  </a:cubicBezTo>
                  <a:cubicBezTo>
                    <a:pt x="1929" y="887"/>
                    <a:pt x="1935" y="893"/>
                    <a:pt x="1942" y="893"/>
                  </a:cubicBezTo>
                  <a:close/>
                  <a:moveTo>
                    <a:pt x="1981" y="893"/>
                  </a:moveTo>
                  <a:cubicBezTo>
                    <a:pt x="1988" y="893"/>
                    <a:pt x="1994" y="887"/>
                    <a:pt x="1994" y="880"/>
                  </a:cubicBezTo>
                  <a:cubicBezTo>
                    <a:pt x="1994" y="873"/>
                    <a:pt x="1988" y="867"/>
                    <a:pt x="1981" y="867"/>
                  </a:cubicBezTo>
                  <a:cubicBezTo>
                    <a:pt x="1974" y="867"/>
                    <a:pt x="1969" y="873"/>
                    <a:pt x="1969" y="880"/>
                  </a:cubicBezTo>
                  <a:cubicBezTo>
                    <a:pt x="1969" y="887"/>
                    <a:pt x="1974" y="893"/>
                    <a:pt x="1981" y="893"/>
                  </a:cubicBezTo>
                  <a:close/>
                  <a:moveTo>
                    <a:pt x="2021" y="893"/>
                  </a:moveTo>
                  <a:cubicBezTo>
                    <a:pt x="2028" y="893"/>
                    <a:pt x="2034" y="887"/>
                    <a:pt x="2034" y="880"/>
                  </a:cubicBezTo>
                  <a:cubicBezTo>
                    <a:pt x="2034" y="873"/>
                    <a:pt x="2028" y="867"/>
                    <a:pt x="2021" y="867"/>
                  </a:cubicBezTo>
                  <a:cubicBezTo>
                    <a:pt x="2014" y="867"/>
                    <a:pt x="2008" y="873"/>
                    <a:pt x="2008" y="880"/>
                  </a:cubicBezTo>
                  <a:cubicBezTo>
                    <a:pt x="2008" y="887"/>
                    <a:pt x="2014" y="893"/>
                    <a:pt x="2021" y="893"/>
                  </a:cubicBezTo>
                  <a:close/>
                  <a:moveTo>
                    <a:pt x="2100" y="893"/>
                  </a:moveTo>
                  <a:cubicBezTo>
                    <a:pt x="2107" y="893"/>
                    <a:pt x="2112" y="887"/>
                    <a:pt x="2112" y="880"/>
                  </a:cubicBezTo>
                  <a:cubicBezTo>
                    <a:pt x="2112" y="873"/>
                    <a:pt x="2107" y="867"/>
                    <a:pt x="2100" y="867"/>
                  </a:cubicBezTo>
                  <a:cubicBezTo>
                    <a:pt x="2093" y="867"/>
                    <a:pt x="2087" y="873"/>
                    <a:pt x="2087" y="880"/>
                  </a:cubicBezTo>
                  <a:cubicBezTo>
                    <a:pt x="2087" y="887"/>
                    <a:pt x="2093" y="893"/>
                    <a:pt x="2100" y="893"/>
                  </a:cubicBezTo>
                  <a:close/>
                  <a:moveTo>
                    <a:pt x="2139" y="893"/>
                  </a:moveTo>
                  <a:cubicBezTo>
                    <a:pt x="2146" y="893"/>
                    <a:pt x="2152" y="887"/>
                    <a:pt x="2152" y="880"/>
                  </a:cubicBezTo>
                  <a:cubicBezTo>
                    <a:pt x="2152" y="873"/>
                    <a:pt x="2146" y="867"/>
                    <a:pt x="2139" y="867"/>
                  </a:cubicBezTo>
                  <a:cubicBezTo>
                    <a:pt x="2132" y="867"/>
                    <a:pt x="2126" y="873"/>
                    <a:pt x="2126" y="880"/>
                  </a:cubicBezTo>
                  <a:cubicBezTo>
                    <a:pt x="2126" y="887"/>
                    <a:pt x="2132" y="893"/>
                    <a:pt x="2139" y="893"/>
                  </a:cubicBezTo>
                  <a:close/>
                  <a:moveTo>
                    <a:pt x="2179" y="893"/>
                  </a:moveTo>
                  <a:cubicBezTo>
                    <a:pt x="2186" y="893"/>
                    <a:pt x="2191" y="887"/>
                    <a:pt x="2191" y="880"/>
                  </a:cubicBezTo>
                  <a:cubicBezTo>
                    <a:pt x="2191" y="873"/>
                    <a:pt x="2186" y="867"/>
                    <a:pt x="2179" y="867"/>
                  </a:cubicBezTo>
                  <a:cubicBezTo>
                    <a:pt x="2172" y="867"/>
                    <a:pt x="2166" y="873"/>
                    <a:pt x="2166" y="880"/>
                  </a:cubicBezTo>
                  <a:cubicBezTo>
                    <a:pt x="2166" y="887"/>
                    <a:pt x="2172" y="893"/>
                    <a:pt x="2179" y="893"/>
                  </a:cubicBezTo>
                  <a:close/>
                  <a:moveTo>
                    <a:pt x="2218" y="893"/>
                  </a:moveTo>
                  <a:cubicBezTo>
                    <a:pt x="2225" y="893"/>
                    <a:pt x="2231" y="887"/>
                    <a:pt x="2231" y="880"/>
                  </a:cubicBezTo>
                  <a:cubicBezTo>
                    <a:pt x="2231" y="873"/>
                    <a:pt x="2225" y="867"/>
                    <a:pt x="2218" y="867"/>
                  </a:cubicBezTo>
                  <a:cubicBezTo>
                    <a:pt x="2211" y="867"/>
                    <a:pt x="2205" y="873"/>
                    <a:pt x="2205" y="880"/>
                  </a:cubicBezTo>
                  <a:cubicBezTo>
                    <a:pt x="2205" y="887"/>
                    <a:pt x="2211" y="893"/>
                    <a:pt x="2218" y="893"/>
                  </a:cubicBezTo>
                  <a:close/>
                  <a:moveTo>
                    <a:pt x="2257" y="867"/>
                  </a:moveTo>
                  <a:cubicBezTo>
                    <a:pt x="2250" y="867"/>
                    <a:pt x="2245" y="873"/>
                    <a:pt x="2245" y="880"/>
                  </a:cubicBezTo>
                  <a:cubicBezTo>
                    <a:pt x="2245" y="887"/>
                    <a:pt x="2250" y="893"/>
                    <a:pt x="2257" y="893"/>
                  </a:cubicBezTo>
                  <a:cubicBezTo>
                    <a:pt x="2264" y="893"/>
                    <a:pt x="2270" y="887"/>
                    <a:pt x="2270" y="880"/>
                  </a:cubicBezTo>
                  <a:cubicBezTo>
                    <a:pt x="2270" y="873"/>
                    <a:pt x="2264" y="867"/>
                    <a:pt x="2257" y="867"/>
                  </a:cubicBezTo>
                  <a:close/>
                  <a:moveTo>
                    <a:pt x="2415" y="867"/>
                  </a:moveTo>
                  <a:cubicBezTo>
                    <a:pt x="2408" y="867"/>
                    <a:pt x="2402" y="873"/>
                    <a:pt x="2402" y="880"/>
                  </a:cubicBezTo>
                  <a:cubicBezTo>
                    <a:pt x="2402" y="887"/>
                    <a:pt x="2408" y="893"/>
                    <a:pt x="2415" y="893"/>
                  </a:cubicBezTo>
                  <a:cubicBezTo>
                    <a:pt x="2422" y="893"/>
                    <a:pt x="2428" y="887"/>
                    <a:pt x="2428" y="880"/>
                  </a:cubicBezTo>
                  <a:cubicBezTo>
                    <a:pt x="2428" y="873"/>
                    <a:pt x="2422" y="867"/>
                    <a:pt x="2415" y="867"/>
                  </a:cubicBezTo>
                  <a:close/>
                  <a:moveTo>
                    <a:pt x="2455" y="893"/>
                  </a:moveTo>
                  <a:cubicBezTo>
                    <a:pt x="2462" y="893"/>
                    <a:pt x="2467" y="887"/>
                    <a:pt x="2467" y="880"/>
                  </a:cubicBezTo>
                  <a:cubicBezTo>
                    <a:pt x="2467" y="873"/>
                    <a:pt x="2462" y="867"/>
                    <a:pt x="2455" y="867"/>
                  </a:cubicBezTo>
                  <a:cubicBezTo>
                    <a:pt x="2447" y="867"/>
                    <a:pt x="2442" y="873"/>
                    <a:pt x="2442" y="880"/>
                  </a:cubicBezTo>
                  <a:cubicBezTo>
                    <a:pt x="2442" y="887"/>
                    <a:pt x="2447" y="893"/>
                    <a:pt x="2455" y="893"/>
                  </a:cubicBezTo>
                  <a:close/>
                  <a:moveTo>
                    <a:pt x="2494" y="893"/>
                  </a:moveTo>
                  <a:cubicBezTo>
                    <a:pt x="2501" y="893"/>
                    <a:pt x="2507" y="887"/>
                    <a:pt x="2507" y="880"/>
                  </a:cubicBezTo>
                  <a:cubicBezTo>
                    <a:pt x="2507" y="873"/>
                    <a:pt x="2501" y="867"/>
                    <a:pt x="2494" y="867"/>
                  </a:cubicBezTo>
                  <a:cubicBezTo>
                    <a:pt x="2487" y="867"/>
                    <a:pt x="2481" y="873"/>
                    <a:pt x="2481" y="880"/>
                  </a:cubicBezTo>
                  <a:cubicBezTo>
                    <a:pt x="2481" y="887"/>
                    <a:pt x="2487" y="893"/>
                    <a:pt x="2494" y="893"/>
                  </a:cubicBezTo>
                  <a:close/>
                  <a:moveTo>
                    <a:pt x="2533" y="893"/>
                  </a:moveTo>
                  <a:cubicBezTo>
                    <a:pt x="2540" y="893"/>
                    <a:pt x="2546" y="887"/>
                    <a:pt x="2546" y="880"/>
                  </a:cubicBezTo>
                  <a:cubicBezTo>
                    <a:pt x="2546" y="873"/>
                    <a:pt x="2540" y="867"/>
                    <a:pt x="2533" y="867"/>
                  </a:cubicBezTo>
                  <a:cubicBezTo>
                    <a:pt x="2526" y="867"/>
                    <a:pt x="2521" y="873"/>
                    <a:pt x="2521" y="880"/>
                  </a:cubicBezTo>
                  <a:cubicBezTo>
                    <a:pt x="2521" y="887"/>
                    <a:pt x="2526" y="893"/>
                    <a:pt x="2533" y="893"/>
                  </a:cubicBezTo>
                  <a:close/>
                  <a:moveTo>
                    <a:pt x="2573" y="893"/>
                  </a:moveTo>
                  <a:cubicBezTo>
                    <a:pt x="2580" y="893"/>
                    <a:pt x="2586" y="887"/>
                    <a:pt x="2586" y="880"/>
                  </a:cubicBezTo>
                  <a:cubicBezTo>
                    <a:pt x="2586" y="873"/>
                    <a:pt x="2580" y="867"/>
                    <a:pt x="2573" y="867"/>
                  </a:cubicBezTo>
                  <a:cubicBezTo>
                    <a:pt x="2566" y="867"/>
                    <a:pt x="2560" y="873"/>
                    <a:pt x="2560" y="880"/>
                  </a:cubicBezTo>
                  <a:cubicBezTo>
                    <a:pt x="2560" y="887"/>
                    <a:pt x="2566" y="893"/>
                    <a:pt x="2573" y="893"/>
                  </a:cubicBezTo>
                  <a:close/>
                  <a:moveTo>
                    <a:pt x="2612" y="867"/>
                  </a:moveTo>
                  <a:cubicBezTo>
                    <a:pt x="2605" y="867"/>
                    <a:pt x="2599" y="873"/>
                    <a:pt x="2599" y="880"/>
                  </a:cubicBezTo>
                  <a:cubicBezTo>
                    <a:pt x="2599" y="887"/>
                    <a:pt x="2605" y="893"/>
                    <a:pt x="2612" y="893"/>
                  </a:cubicBezTo>
                  <a:cubicBezTo>
                    <a:pt x="2619" y="893"/>
                    <a:pt x="2625" y="887"/>
                    <a:pt x="2625" y="880"/>
                  </a:cubicBezTo>
                  <a:cubicBezTo>
                    <a:pt x="2625" y="873"/>
                    <a:pt x="2619" y="867"/>
                    <a:pt x="2612" y="867"/>
                  </a:cubicBezTo>
                  <a:close/>
                  <a:moveTo>
                    <a:pt x="2652" y="893"/>
                  </a:moveTo>
                  <a:cubicBezTo>
                    <a:pt x="2659" y="893"/>
                    <a:pt x="2664" y="887"/>
                    <a:pt x="2664" y="880"/>
                  </a:cubicBezTo>
                  <a:cubicBezTo>
                    <a:pt x="2664" y="873"/>
                    <a:pt x="2659" y="867"/>
                    <a:pt x="2652" y="867"/>
                  </a:cubicBezTo>
                  <a:cubicBezTo>
                    <a:pt x="2645" y="867"/>
                    <a:pt x="2639" y="873"/>
                    <a:pt x="2639" y="880"/>
                  </a:cubicBezTo>
                  <a:cubicBezTo>
                    <a:pt x="2639" y="887"/>
                    <a:pt x="2645" y="893"/>
                    <a:pt x="2652" y="893"/>
                  </a:cubicBezTo>
                  <a:close/>
                  <a:moveTo>
                    <a:pt x="2691" y="893"/>
                  </a:moveTo>
                  <a:cubicBezTo>
                    <a:pt x="2698" y="893"/>
                    <a:pt x="2704" y="887"/>
                    <a:pt x="2704" y="880"/>
                  </a:cubicBezTo>
                  <a:cubicBezTo>
                    <a:pt x="2704" y="873"/>
                    <a:pt x="2698" y="867"/>
                    <a:pt x="2691" y="867"/>
                  </a:cubicBezTo>
                  <a:cubicBezTo>
                    <a:pt x="2684" y="867"/>
                    <a:pt x="2678" y="873"/>
                    <a:pt x="2678" y="880"/>
                  </a:cubicBezTo>
                  <a:cubicBezTo>
                    <a:pt x="2678" y="887"/>
                    <a:pt x="2684" y="893"/>
                    <a:pt x="2691" y="893"/>
                  </a:cubicBezTo>
                  <a:close/>
                  <a:moveTo>
                    <a:pt x="2730" y="893"/>
                  </a:moveTo>
                  <a:cubicBezTo>
                    <a:pt x="2738" y="893"/>
                    <a:pt x="2743" y="887"/>
                    <a:pt x="2743" y="880"/>
                  </a:cubicBezTo>
                  <a:cubicBezTo>
                    <a:pt x="2743" y="873"/>
                    <a:pt x="2738" y="867"/>
                    <a:pt x="2730" y="867"/>
                  </a:cubicBezTo>
                  <a:cubicBezTo>
                    <a:pt x="2723" y="867"/>
                    <a:pt x="2718" y="873"/>
                    <a:pt x="2718" y="880"/>
                  </a:cubicBezTo>
                  <a:cubicBezTo>
                    <a:pt x="2718" y="887"/>
                    <a:pt x="2723" y="893"/>
                    <a:pt x="2730" y="893"/>
                  </a:cubicBezTo>
                  <a:close/>
                  <a:moveTo>
                    <a:pt x="2770" y="893"/>
                  </a:moveTo>
                  <a:cubicBezTo>
                    <a:pt x="2777" y="893"/>
                    <a:pt x="2783" y="887"/>
                    <a:pt x="2783" y="880"/>
                  </a:cubicBezTo>
                  <a:cubicBezTo>
                    <a:pt x="2783" y="873"/>
                    <a:pt x="2777" y="867"/>
                    <a:pt x="2770" y="867"/>
                  </a:cubicBezTo>
                  <a:cubicBezTo>
                    <a:pt x="2763" y="867"/>
                    <a:pt x="2757" y="873"/>
                    <a:pt x="2757" y="880"/>
                  </a:cubicBezTo>
                  <a:cubicBezTo>
                    <a:pt x="2757" y="887"/>
                    <a:pt x="2763" y="893"/>
                    <a:pt x="2770" y="893"/>
                  </a:cubicBezTo>
                  <a:close/>
                  <a:moveTo>
                    <a:pt x="2809" y="893"/>
                  </a:moveTo>
                  <a:cubicBezTo>
                    <a:pt x="2816" y="893"/>
                    <a:pt x="2822" y="887"/>
                    <a:pt x="2822" y="880"/>
                  </a:cubicBezTo>
                  <a:cubicBezTo>
                    <a:pt x="2822" y="873"/>
                    <a:pt x="2816" y="867"/>
                    <a:pt x="2809" y="867"/>
                  </a:cubicBezTo>
                  <a:cubicBezTo>
                    <a:pt x="2802" y="867"/>
                    <a:pt x="2797" y="873"/>
                    <a:pt x="2797" y="880"/>
                  </a:cubicBezTo>
                  <a:cubicBezTo>
                    <a:pt x="2797" y="887"/>
                    <a:pt x="2802" y="893"/>
                    <a:pt x="2809" y="893"/>
                  </a:cubicBezTo>
                  <a:close/>
                  <a:moveTo>
                    <a:pt x="2849" y="893"/>
                  </a:moveTo>
                  <a:cubicBezTo>
                    <a:pt x="2856" y="893"/>
                    <a:pt x="2862" y="887"/>
                    <a:pt x="2862" y="880"/>
                  </a:cubicBezTo>
                  <a:cubicBezTo>
                    <a:pt x="2862" y="873"/>
                    <a:pt x="2856" y="867"/>
                    <a:pt x="2849" y="867"/>
                  </a:cubicBezTo>
                  <a:cubicBezTo>
                    <a:pt x="2842" y="867"/>
                    <a:pt x="2836" y="873"/>
                    <a:pt x="2836" y="880"/>
                  </a:cubicBezTo>
                  <a:cubicBezTo>
                    <a:pt x="2836" y="887"/>
                    <a:pt x="2842" y="893"/>
                    <a:pt x="2849" y="893"/>
                  </a:cubicBezTo>
                  <a:close/>
                  <a:moveTo>
                    <a:pt x="2888" y="893"/>
                  </a:moveTo>
                  <a:cubicBezTo>
                    <a:pt x="2895" y="893"/>
                    <a:pt x="2901" y="887"/>
                    <a:pt x="2901" y="880"/>
                  </a:cubicBezTo>
                  <a:cubicBezTo>
                    <a:pt x="2901" y="873"/>
                    <a:pt x="2895" y="867"/>
                    <a:pt x="2888" y="867"/>
                  </a:cubicBezTo>
                  <a:cubicBezTo>
                    <a:pt x="2881" y="867"/>
                    <a:pt x="2875" y="873"/>
                    <a:pt x="2875" y="880"/>
                  </a:cubicBezTo>
                  <a:cubicBezTo>
                    <a:pt x="2875" y="887"/>
                    <a:pt x="2881" y="893"/>
                    <a:pt x="2888" y="893"/>
                  </a:cubicBezTo>
                  <a:close/>
                  <a:moveTo>
                    <a:pt x="2928" y="893"/>
                  </a:moveTo>
                  <a:cubicBezTo>
                    <a:pt x="2935" y="893"/>
                    <a:pt x="2940" y="887"/>
                    <a:pt x="2940" y="880"/>
                  </a:cubicBezTo>
                  <a:cubicBezTo>
                    <a:pt x="2940" y="873"/>
                    <a:pt x="2935" y="867"/>
                    <a:pt x="2928" y="867"/>
                  </a:cubicBezTo>
                  <a:cubicBezTo>
                    <a:pt x="2921" y="867"/>
                    <a:pt x="2915" y="873"/>
                    <a:pt x="2915" y="880"/>
                  </a:cubicBezTo>
                  <a:cubicBezTo>
                    <a:pt x="2915" y="887"/>
                    <a:pt x="2921" y="893"/>
                    <a:pt x="2928" y="893"/>
                  </a:cubicBezTo>
                  <a:close/>
                  <a:moveTo>
                    <a:pt x="641" y="907"/>
                  </a:moveTo>
                  <a:cubicBezTo>
                    <a:pt x="634" y="907"/>
                    <a:pt x="628" y="912"/>
                    <a:pt x="628" y="919"/>
                  </a:cubicBezTo>
                  <a:cubicBezTo>
                    <a:pt x="628" y="926"/>
                    <a:pt x="634" y="932"/>
                    <a:pt x="641" y="932"/>
                  </a:cubicBezTo>
                  <a:cubicBezTo>
                    <a:pt x="648" y="932"/>
                    <a:pt x="654" y="926"/>
                    <a:pt x="654" y="919"/>
                  </a:cubicBezTo>
                  <a:cubicBezTo>
                    <a:pt x="654" y="912"/>
                    <a:pt x="648" y="907"/>
                    <a:pt x="641" y="907"/>
                  </a:cubicBezTo>
                  <a:close/>
                  <a:moveTo>
                    <a:pt x="680" y="907"/>
                  </a:moveTo>
                  <a:cubicBezTo>
                    <a:pt x="673" y="907"/>
                    <a:pt x="668" y="912"/>
                    <a:pt x="668" y="919"/>
                  </a:cubicBezTo>
                  <a:cubicBezTo>
                    <a:pt x="668" y="926"/>
                    <a:pt x="673" y="932"/>
                    <a:pt x="680" y="932"/>
                  </a:cubicBezTo>
                  <a:cubicBezTo>
                    <a:pt x="687" y="932"/>
                    <a:pt x="693" y="926"/>
                    <a:pt x="693" y="919"/>
                  </a:cubicBezTo>
                  <a:cubicBezTo>
                    <a:pt x="693" y="912"/>
                    <a:pt x="687" y="907"/>
                    <a:pt x="680" y="907"/>
                  </a:cubicBezTo>
                  <a:close/>
                  <a:moveTo>
                    <a:pt x="799" y="907"/>
                  </a:moveTo>
                  <a:cubicBezTo>
                    <a:pt x="792" y="907"/>
                    <a:pt x="786" y="912"/>
                    <a:pt x="786" y="919"/>
                  </a:cubicBezTo>
                  <a:cubicBezTo>
                    <a:pt x="786" y="926"/>
                    <a:pt x="792" y="932"/>
                    <a:pt x="799" y="932"/>
                  </a:cubicBezTo>
                  <a:cubicBezTo>
                    <a:pt x="806" y="932"/>
                    <a:pt x="811" y="926"/>
                    <a:pt x="811" y="919"/>
                  </a:cubicBezTo>
                  <a:cubicBezTo>
                    <a:pt x="811" y="912"/>
                    <a:pt x="806" y="907"/>
                    <a:pt x="799" y="907"/>
                  </a:cubicBezTo>
                  <a:close/>
                  <a:moveTo>
                    <a:pt x="930" y="919"/>
                  </a:moveTo>
                  <a:cubicBezTo>
                    <a:pt x="930" y="912"/>
                    <a:pt x="924" y="907"/>
                    <a:pt x="917" y="907"/>
                  </a:cubicBezTo>
                  <a:cubicBezTo>
                    <a:pt x="910" y="907"/>
                    <a:pt x="904" y="912"/>
                    <a:pt x="904" y="919"/>
                  </a:cubicBezTo>
                  <a:cubicBezTo>
                    <a:pt x="904" y="926"/>
                    <a:pt x="910" y="932"/>
                    <a:pt x="917" y="932"/>
                  </a:cubicBezTo>
                  <a:cubicBezTo>
                    <a:pt x="924" y="932"/>
                    <a:pt x="930" y="926"/>
                    <a:pt x="930" y="919"/>
                  </a:cubicBezTo>
                  <a:close/>
                  <a:moveTo>
                    <a:pt x="1548" y="932"/>
                  </a:moveTo>
                  <a:cubicBezTo>
                    <a:pt x="1555" y="932"/>
                    <a:pt x="1561" y="926"/>
                    <a:pt x="1561" y="919"/>
                  </a:cubicBezTo>
                  <a:cubicBezTo>
                    <a:pt x="1561" y="912"/>
                    <a:pt x="1555" y="907"/>
                    <a:pt x="1548" y="907"/>
                  </a:cubicBezTo>
                  <a:cubicBezTo>
                    <a:pt x="1541" y="907"/>
                    <a:pt x="1535" y="912"/>
                    <a:pt x="1535" y="919"/>
                  </a:cubicBezTo>
                  <a:cubicBezTo>
                    <a:pt x="1535" y="926"/>
                    <a:pt x="1541" y="932"/>
                    <a:pt x="1548" y="932"/>
                  </a:cubicBezTo>
                  <a:close/>
                  <a:moveTo>
                    <a:pt x="1587" y="932"/>
                  </a:moveTo>
                  <a:cubicBezTo>
                    <a:pt x="1594" y="932"/>
                    <a:pt x="1600" y="926"/>
                    <a:pt x="1600" y="919"/>
                  </a:cubicBezTo>
                  <a:cubicBezTo>
                    <a:pt x="1600" y="912"/>
                    <a:pt x="1594" y="907"/>
                    <a:pt x="1587" y="907"/>
                  </a:cubicBezTo>
                  <a:cubicBezTo>
                    <a:pt x="1580" y="907"/>
                    <a:pt x="1574" y="912"/>
                    <a:pt x="1574" y="919"/>
                  </a:cubicBezTo>
                  <a:cubicBezTo>
                    <a:pt x="1574" y="926"/>
                    <a:pt x="1580" y="932"/>
                    <a:pt x="1587" y="932"/>
                  </a:cubicBezTo>
                  <a:close/>
                  <a:moveTo>
                    <a:pt x="1627" y="932"/>
                  </a:moveTo>
                  <a:cubicBezTo>
                    <a:pt x="1634" y="932"/>
                    <a:pt x="1639" y="926"/>
                    <a:pt x="1639" y="919"/>
                  </a:cubicBezTo>
                  <a:cubicBezTo>
                    <a:pt x="1639" y="912"/>
                    <a:pt x="1634" y="907"/>
                    <a:pt x="1627" y="907"/>
                  </a:cubicBezTo>
                  <a:cubicBezTo>
                    <a:pt x="1620" y="907"/>
                    <a:pt x="1614" y="912"/>
                    <a:pt x="1614" y="919"/>
                  </a:cubicBezTo>
                  <a:cubicBezTo>
                    <a:pt x="1614" y="926"/>
                    <a:pt x="1620" y="932"/>
                    <a:pt x="1627" y="932"/>
                  </a:cubicBezTo>
                  <a:close/>
                  <a:moveTo>
                    <a:pt x="1666" y="932"/>
                  </a:moveTo>
                  <a:cubicBezTo>
                    <a:pt x="1673" y="932"/>
                    <a:pt x="1679" y="926"/>
                    <a:pt x="1679" y="919"/>
                  </a:cubicBezTo>
                  <a:cubicBezTo>
                    <a:pt x="1679" y="912"/>
                    <a:pt x="1673" y="907"/>
                    <a:pt x="1666" y="907"/>
                  </a:cubicBezTo>
                  <a:cubicBezTo>
                    <a:pt x="1659" y="907"/>
                    <a:pt x="1653" y="912"/>
                    <a:pt x="1653" y="919"/>
                  </a:cubicBezTo>
                  <a:cubicBezTo>
                    <a:pt x="1653" y="926"/>
                    <a:pt x="1659" y="932"/>
                    <a:pt x="1666" y="932"/>
                  </a:cubicBezTo>
                  <a:close/>
                  <a:moveTo>
                    <a:pt x="1705" y="932"/>
                  </a:moveTo>
                  <a:cubicBezTo>
                    <a:pt x="1713" y="932"/>
                    <a:pt x="1718" y="926"/>
                    <a:pt x="1718" y="919"/>
                  </a:cubicBezTo>
                  <a:cubicBezTo>
                    <a:pt x="1718" y="912"/>
                    <a:pt x="1713" y="907"/>
                    <a:pt x="1705" y="907"/>
                  </a:cubicBezTo>
                  <a:cubicBezTo>
                    <a:pt x="1698" y="907"/>
                    <a:pt x="1693" y="912"/>
                    <a:pt x="1693" y="919"/>
                  </a:cubicBezTo>
                  <a:cubicBezTo>
                    <a:pt x="1693" y="926"/>
                    <a:pt x="1698" y="932"/>
                    <a:pt x="1705" y="932"/>
                  </a:cubicBezTo>
                  <a:close/>
                  <a:moveTo>
                    <a:pt x="1745" y="932"/>
                  </a:moveTo>
                  <a:cubicBezTo>
                    <a:pt x="1752" y="932"/>
                    <a:pt x="1758" y="926"/>
                    <a:pt x="1758" y="919"/>
                  </a:cubicBezTo>
                  <a:cubicBezTo>
                    <a:pt x="1758" y="912"/>
                    <a:pt x="1752" y="907"/>
                    <a:pt x="1745" y="907"/>
                  </a:cubicBezTo>
                  <a:cubicBezTo>
                    <a:pt x="1738" y="907"/>
                    <a:pt x="1732" y="912"/>
                    <a:pt x="1732" y="919"/>
                  </a:cubicBezTo>
                  <a:cubicBezTo>
                    <a:pt x="1732" y="926"/>
                    <a:pt x="1738" y="932"/>
                    <a:pt x="1745" y="932"/>
                  </a:cubicBezTo>
                  <a:close/>
                  <a:moveTo>
                    <a:pt x="1784" y="932"/>
                  </a:moveTo>
                  <a:cubicBezTo>
                    <a:pt x="1791" y="932"/>
                    <a:pt x="1797" y="926"/>
                    <a:pt x="1797" y="919"/>
                  </a:cubicBezTo>
                  <a:cubicBezTo>
                    <a:pt x="1797" y="912"/>
                    <a:pt x="1791" y="907"/>
                    <a:pt x="1784" y="907"/>
                  </a:cubicBezTo>
                  <a:cubicBezTo>
                    <a:pt x="1777" y="907"/>
                    <a:pt x="1772" y="912"/>
                    <a:pt x="1772" y="919"/>
                  </a:cubicBezTo>
                  <a:cubicBezTo>
                    <a:pt x="1772" y="926"/>
                    <a:pt x="1777" y="932"/>
                    <a:pt x="1784" y="932"/>
                  </a:cubicBezTo>
                  <a:close/>
                  <a:moveTo>
                    <a:pt x="1824" y="932"/>
                  </a:moveTo>
                  <a:cubicBezTo>
                    <a:pt x="1831" y="932"/>
                    <a:pt x="1836" y="926"/>
                    <a:pt x="1836" y="919"/>
                  </a:cubicBezTo>
                  <a:cubicBezTo>
                    <a:pt x="1836" y="912"/>
                    <a:pt x="1831" y="907"/>
                    <a:pt x="1824" y="907"/>
                  </a:cubicBezTo>
                  <a:cubicBezTo>
                    <a:pt x="1817" y="907"/>
                    <a:pt x="1811" y="912"/>
                    <a:pt x="1811" y="919"/>
                  </a:cubicBezTo>
                  <a:cubicBezTo>
                    <a:pt x="1811" y="926"/>
                    <a:pt x="1817" y="932"/>
                    <a:pt x="1824" y="932"/>
                  </a:cubicBezTo>
                  <a:close/>
                  <a:moveTo>
                    <a:pt x="1863" y="932"/>
                  </a:moveTo>
                  <a:cubicBezTo>
                    <a:pt x="1870" y="932"/>
                    <a:pt x="1876" y="926"/>
                    <a:pt x="1876" y="919"/>
                  </a:cubicBezTo>
                  <a:cubicBezTo>
                    <a:pt x="1876" y="912"/>
                    <a:pt x="1870" y="907"/>
                    <a:pt x="1863" y="907"/>
                  </a:cubicBezTo>
                  <a:cubicBezTo>
                    <a:pt x="1856" y="907"/>
                    <a:pt x="1850" y="912"/>
                    <a:pt x="1850" y="919"/>
                  </a:cubicBezTo>
                  <a:cubicBezTo>
                    <a:pt x="1850" y="926"/>
                    <a:pt x="1856" y="932"/>
                    <a:pt x="1863" y="932"/>
                  </a:cubicBezTo>
                  <a:close/>
                  <a:moveTo>
                    <a:pt x="1903" y="932"/>
                  </a:moveTo>
                  <a:cubicBezTo>
                    <a:pt x="1910" y="932"/>
                    <a:pt x="1915" y="926"/>
                    <a:pt x="1915" y="919"/>
                  </a:cubicBezTo>
                  <a:cubicBezTo>
                    <a:pt x="1915" y="912"/>
                    <a:pt x="1910" y="907"/>
                    <a:pt x="1903" y="907"/>
                  </a:cubicBezTo>
                  <a:cubicBezTo>
                    <a:pt x="1896" y="907"/>
                    <a:pt x="1890" y="912"/>
                    <a:pt x="1890" y="919"/>
                  </a:cubicBezTo>
                  <a:cubicBezTo>
                    <a:pt x="1890" y="926"/>
                    <a:pt x="1896" y="932"/>
                    <a:pt x="1903" y="932"/>
                  </a:cubicBezTo>
                  <a:close/>
                  <a:moveTo>
                    <a:pt x="1942" y="932"/>
                  </a:moveTo>
                  <a:cubicBezTo>
                    <a:pt x="1949" y="932"/>
                    <a:pt x="1955" y="926"/>
                    <a:pt x="1955" y="919"/>
                  </a:cubicBezTo>
                  <a:cubicBezTo>
                    <a:pt x="1955" y="912"/>
                    <a:pt x="1949" y="907"/>
                    <a:pt x="1942" y="907"/>
                  </a:cubicBezTo>
                  <a:cubicBezTo>
                    <a:pt x="1935" y="907"/>
                    <a:pt x="1929" y="912"/>
                    <a:pt x="1929" y="919"/>
                  </a:cubicBezTo>
                  <a:cubicBezTo>
                    <a:pt x="1929" y="926"/>
                    <a:pt x="1935" y="932"/>
                    <a:pt x="1942" y="932"/>
                  </a:cubicBezTo>
                  <a:close/>
                  <a:moveTo>
                    <a:pt x="1981" y="932"/>
                  </a:moveTo>
                  <a:cubicBezTo>
                    <a:pt x="1988" y="932"/>
                    <a:pt x="1994" y="926"/>
                    <a:pt x="1994" y="919"/>
                  </a:cubicBezTo>
                  <a:cubicBezTo>
                    <a:pt x="1994" y="912"/>
                    <a:pt x="1988" y="907"/>
                    <a:pt x="1981" y="907"/>
                  </a:cubicBezTo>
                  <a:cubicBezTo>
                    <a:pt x="1974" y="907"/>
                    <a:pt x="1969" y="912"/>
                    <a:pt x="1969" y="919"/>
                  </a:cubicBezTo>
                  <a:cubicBezTo>
                    <a:pt x="1969" y="926"/>
                    <a:pt x="1974" y="932"/>
                    <a:pt x="1981" y="932"/>
                  </a:cubicBezTo>
                  <a:close/>
                  <a:moveTo>
                    <a:pt x="2021" y="932"/>
                  </a:moveTo>
                  <a:cubicBezTo>
                    <a:pt x="2028" y="932"/>
                    <a:pt x="2034" y="926"/>
                    <a:pt x="2034" y="919"/>
                  </a:cubicBezTo>
                  <a:cubicBezTo>
                    <a:pt x="2034" y="912"/>
                    <a:pt x="2028" y="907"/>
                    <a:pt x="2021" y="907"/>
                  </a:cubicBezTo>
                  <a:cubicBezTo>
                    <a:pt x="2014" y="907"/>
                    <a:pt x="2008" y="912"/>
                    <a:pt x="2008" y="919"/>
                  </a:cubicBezTo>
                  <a:cubicBezTo>
                    <a:pt x="2008" y="926"/>
                    <a:pt x="2014" y="932"/>
                    <a:pt x="2021" y="932"/>
                  </a:cubicBezTo>
                  <a:close/>
                  <a:moveTo>
                    <a:pt x="2060" y="932"/>
                  </a:moveTo>
                  <a:cubicBezTo>
                    <a:pt x="2067" y="932"/>
                    <a:pt x="2073" y="926"/>
                    <a:pt x="2073" y="919"/>
                  </a:cubicBezTo>
                  <a:cubicBezTo>
                    <a:pt x="2073" y="912"/>
                    <a:pt x="2067" y="907"/>
                    <a:pt x="2060" y="907"/>
                  </a:cubicBezTo>
                  <a:cubicBezTo>
                    <a:pt x="2053" y="907"/>
                    <a:pt x="2048" y="912"/>
                    <a:pt x="2048" y="919"/>
                  </a:cubicBezTo>
                  <a:cubicBezTo>
                    <a:pt x="2048" y="926"/>
                    <a:pt x="2053" y="932"/>
                    <a:pt x="2060" y="932"/>
                  </a:cubicBezTo>
                  <a:close/>
                  <a:moveTo>
                    <a:pt x="2100" y="932"/>
                  </a:moveTo>
                  <a:cubicBezTo>
                    <a:pt x="2107" y="932"/>
                    <a:pt x="2112" y="926"/>
                    <a:pt x="2112" y="919"/>
                  </a:cubicBezTo>
                  <a:cubicBezTo>
                    <a:pt x="2112" y="912"/>
                    <a:pt x="2107" y="907"/>
                    <a:pt x="2100" y="907"/>
                  </a:cubicBezTo>
                  <a:cubicBezTo>
                    <a:pt x="2093" y="907"/>
                    <a:pt x="2087" y="912"/>
                    <a:pt x="2087" y="919"/>
                  </a:cubicBezTo>
                  <a:cubicBezTo>
                    <a:pt x="2087" y="926"/>
                    <a:pt x="2093" y="932"/>
                    <a:pt x="2100" y="932"/>
                  </a:cubicBezTo>
                  <a:close/>
                  <a:moveTo>
                    <a:pt x="2139" y="932"/>
                  </a:moveTo>
                  <a:cubicBezTo>
                    <a:pt x="2146" y="932"/>
                    <a:pt x="2152" y="926"/>
                    <a:pt x="2152" y="919"/>
                  </a:cubicBezTo>
                  <a:cubicBezTo>
                    <a:pt x="2152" y="912"/>
                    <a:pt x="2146" y="907"/>
                    <a:pt x="2139" y="907"/>
                  </a:cubicBezTo>
                  <a:cubicBezTo>
                    <a:pt x="2132" y="907"/>
                    <a:pt x="2126" y="912"/>
                    <a:pt x="2126" y="919"/>
                  </a:cubicBezTo>
                  <a:cubicBezTo>
                    <a:pt x="2126" y="926"/>
                    <a:pt x="2132" y="932"/>
                    <a:pt x="2139" y="932"/>
                  </a:cubicBezTo>
                  <a:close/>
                  <a:moveTo>
                    <a:pt x="2179" y="932"/>
                  </a:moveTo>
                  <a:cubicBezTo>
                    <a:pt x="2186" y="932"/>
                    <a:pt x="2191" y="926"/>
                    <a:pt x="2191" y="919"/>
                  </a:cubicBezTo>
                  <a:cubicBezTo>
                    <a:pt x="2191" y="912"/>
                    <a:pt x="2186" y="907"/>
                    <a:pt x="2179" y="907"/>
                  </a:cubicBezTo>
                  <a:cubicBezTo>
                    <a:pt x="2172" y="907"/>
                    <a:pt x="2166" y="912"/>
                    <a:pt x="2166" y="919"/>
                  </a:cubicBezTo>
                  <a:cubicBezTo>
                    <a:pt x="2166" y="926"/>
                    <a:pt x="2172" y="932"/>
                    <a:pt x="2179" y="932"/>
                  </a:cubicBezTo>
                  <a:close/>
                  <a:moveTo>
                    <a:pt x="2218" y="932"/>
                  </a:moveTo>
                  <a:cubicBezTo>
                    <a:pt x="2225" y="932"/>
                    <a:pt x="2231" y="926"/>
                    <a:pt x="2231" y="919"/>
                  </a:cubicBezTo>
                  <a:cubicBezTo>
                    <a:pt x="2231" y="912"/>
                    <a:pt x="2225" y="907"/>
                    <a:pt x="2218" y="907"/>
                  </a:cubicBezTo>
                  <a:cubicBezTo>
                    <a:pt x="2211" y="907"/>
                    <a:pt x="2205" y="912"/>
                    <a:pt x="2205" y="919"/>
                  </a:cubicBezTo>
                  <a:cubicBezTo>
                    <a:pt x="2205" y="926"/>
                    <a:pt x="2211" y="932"/>
                    <a:pt x="2218" y="932"/>
                  </a:cubicBezTo>
                  <a:close/>
                  <a:moveTo>
                    <a:pt x="2257" y="907"/>
                  </a:moveTo>
                  <a:cubicBezTo>
                    <a:pt x="2250" y="907"/>
                    <a:pt x="2245" y="912"/>
                    <a:pt x="2245" y="919"/>
                  </a:cubicBezTo>
                  <a:cubicBezTo>
                    <a:pt x="2245" y="926"/>
                    <a:pt x="2250" y="932"/>
                    <a:pt x="2257" y="932"/>
                  </a:cubicBezTo>
                  <a:cubicBezTo>
                    <a:pt x="2264" y="932"/>
                    <a:pt x="2270" y="926"/>
                    <a:pt x="2270" y="919"/>
                  </a:cubicBezTo>
                  <a:cubicBezTo>
                    <a:pt x="2270" y="912"/>
                    <a:pt x="2264" y="907"/>
                    <a:pt x="2257" y="907"/>
                  </a:cubicBezTo>
                  <a:close/>
                  <a:moveTo>
                    <a:pt x="2455" y="932"/>
                  </a:moveTo>
                  <a:cubicBezTo>
                    <a:pt x="2462" y="932"/>
                    <a:pt x="2467" y="926"/>
                    <a:pt x="2467" y="919"/>
                  </a:cubicBezTo>
                  <a:cubicBezTo>
                    <a:pt x="2467" y="912"/>
                    <a:pt x="2462" y="907"/>
                    <a:pt x="2455" y="907"/>
                  </a:cubicBezTo>
                  <a:cubicBezTo>
                    <a:pt x="2447" y="907"/>
                    <a:pt x="2442" y="912"/>
                    <a:pt x="2442" y="919"/>
                  </a:cubicBezTo>
                  <a:cubicBezTo>
                    <a:pt x="2442" y="926"/>
                    <a:pt x="2447" y="932"/>
                    <a:pt x="2455" y="932"/>
                  </a:cubicBezTo>
                  <a:close/>
                  <a:moveTo>
                    <a:pt x="2494" y="932"/>
                  </a:moveTo>
                  <a:cubicBezTo>
                    <a:pt x="2501" y="932"/>
                    <a:pt x="2507" y="926"/>
                    <a:pt x="2507" y="919"/>
                  </a:cubicBezTo>
                  <a:cubicBezTo>
                    <a:pt x="2507" y="912"/>
                    <a:pt x="2501" y="907"/>
                    <a:pt x="2494" y="907"/>
                  </a:cubicBezTo>
                  <a:cubicBezTo>
                    <a:pt x="2487" y="907"/>
                    <a:pt x="2481" y="912"/>
                    <a:pt x="2481" y="919"/>
                  </a:cubicBezTo>
                  <a:cubicBezTo>
                    <a:pt x="2481" y="926"/>
                    <a:pt x="2487" y="932"/>
                    <a:pt x="2494" y="932"/>
                  </a:cubicBezTo>
                  <a:close/>
                  <a:moveTo>
                    <a:pt x="2533" y="907"/>
                  </a:moveTo>
                  <a:cubicBezTo>
                    <a:pt x="2526" y="907"/>
                    <a:pt x="2521" y="912"/>
                    <a:pt x="2521" y="919"/>
                  </a:cubicBezTo>
                  <a:cubicBezTo>
                    <a:pt x="2521" y="926"/>
                    <a:pt x="2526" y="932"/>
                    <a:pt x="2533" y="932"/>
                  </a:cubicBezTo>
                  <a:cubicBezTo>
                    <a:pt x="2540" y="932"/>
                    <a:pt x="2546" y="926"/>
                    <a:pt x="2546" y="919"/>
                  </a:cubicBezTo>
                  <a:cubicBezTo>
                    <a:pt x="2546" y="912"/>
                    <a:pt x="2540" y="907"/>
                    <a:pt x="2533" y="907"/>
                  </a:cubicBezTo>
                  <a:close/>
                  <a:moveTo>
                    <a:pt x="2573" y="907"/>
                  </a:moveTo>
                  <a:cubicBezTo>
                    <a:pt x="2566" y="907"/>
                    <a:pt x="2560" y="912"/>
                    <a:pt x="2560" y="919"/>
                  </a:cubicBezTo>
                  <a:cubicBezTo>
                    <a:pt x="2560" y="926"/>
                    <a:pt x="2566" y="932"/>
                    <a:pt x="2573" y="932"/>
                  </a:cubicBezTo>
                  <a:cubicBezTo>
                    <a:pt x="2580" y="932"/>
                    <a:pt x="2586" y="926"/>
                    <a:pt x="2586" y="919"/>
                  </a:cubicBezTo>
                  <a:cubicBezTo>
                    <a:pt x="2586" y="912"/>
                    <a:pt x="2580" y="907"/>
                    <a:pt x="2573" y="907"/>
                  </a:cubicBezTo>
                  <a:close/>
                  <a:moveTo>
                    <a:pt x="2652" y="907"/>
                  </a:moveTo>
                  <a:cubicBezTo>
                    <a:pt x="2645" y="907"/>
                    <a:pt x="2639" y="912"/>
                    <a:pt x="2639" y="919"/>
                  </a:cubicBezTo>
                  <a:cubicBezTo>
                    <a:pt x="2639" y="926"/>
                    <a:pt x="2645" y="932"/>
                    <a:pt x="2652" y="932"/>
                  </a:cubicBezTo>
                  <a:cubicBezTo>
                    <a:pt x="2659" y="932"/>
                    <a:pt x="2664" y="926"/>
                    <a:pt x="2664" y="919"/>
                  </a:cubicBezTo>
                  <a:cubicBezTo>
                    <a:pt x="2664" y="912"/>
                    <a:pt x="2659" y="907"/>
                    <a:pt x="2652" y="907"/>
                  </a:cubicBezTo>
                  <a:close/>
                  <a:moveTo>
                    <a:pt x="2691" y="932"/>
                  </a:moveTo>
                  <a:cubicBezTo>
                    <a:pt x="2698" y="932"/>
                    <a:pt x="2704" y="926"/>
                    <a:pt x="2704" y="919"/>
                  </a:cubicBezTo>
                  <a:cubicBezTo>
                    <a:pt x="2704" y="912"/>
                    <a:pt x="2698" y="907"/>
                    <a:pt x="2691" y="907"/>
                  </a:cubicBezTo>
                  <a:cubicBezTo>
                    <a:pt x="2684" y="907"/>
                    <a:pt x="2678" y="912"/>
                    <a:pt x="2678" y="919"/>
                  </a:cubicBezTo>
                  <a:cubicBezTo>
                    <a:pt x="2678" y="926"/>
                    <a:pt x="2684" y="932"/>
                    <a:pt x="2691" y="932"/>
                  </a:cubicBezTo>
                  <a:close/>
                  <a:moveTo>
                    <a:pt x="2730" y="907"/>
                  </a:moveTo>
                  <a:cubicBezTo>
                    <a:pt x="2723" y="907"/>
                    <a:pt x="2718" y="912"/>
                    <a:pt x="2718" y="919"/>
                  </a:cubicBezTo>
                  <a:cubicBezTo>
                    <a:pt x="2718" y="926"/>
                    <a:pt x="2723" y="932"/>
                    <a:pt x="2730" y="932"/>
                  </a:cubicBezTo>
                  <a:cubicBezTo>
                    <a:pt x="2738" y="932"/>
                    <a:pt x="2743" y="926"/>
                    <a:pt x="2743" y="919"/>
                  </a:cubicBezTo>
                  <a:cubicBezTo>
                    <a:pt x="2743" y="912"/>
                    <a:pt x="2738" y="907"/>
                    <a:pt x="2730" y="907"/>
                  </a:cubicBezTo>
                  <a:close/>
                  <a:moveTo>
                    <a:pt x="2770" y="932"/>
                  </a:moveTo>
                  <a:cubicBezTo>
                    <a:pt x="2777" y="932"/>
                    <a:pt x="2783" y="926"/>
                    <a:pt x="2783" y="919"/>
                  </a:cubicBezTo>
                  <a:cubicBezTo>
                    <a:pt x="2783" y="912"/>
                    <a:pt x="2777" y="907"/>
                    <a:pt x="2770" y="907"/>
                  </a:cubicBezTo>
                  <a:cubicBezTo>
                    <a:pt x="2763" y="907"/>
                    <a:pt x="2757" y="912"/>
                    <a:pt x="2757" y="919"/>
                  </a:cubicBezTo>
                  <a:cubicBezTo>
                    <a:pt x="2757" y="926"/>
                    <a:pt x="2763" y="932"/>
                    <a:pt x="2770" y="932"/>
                  </a:cubicBezTo>
                  <a:close/>
                  <a:moveTo>
                    <a:pt x="720" y="946"/>
                  </a:moveTo>
                  <a:cubicBezTo>
                    <a:pt x="713" y="946"/>
                    <a:pt x="707" y="952"/>
                    <a:pt x="707" y="959"/>
                  </a:cubicBezTo>
                  <a:cubicBezTo>
                    <a:pt x="707" y="966"/>
                    <a:pt x="713" y="972"/>
                    <a:pt x="720" y="972"/>
                  </a:cubicBezTo>
                  <a:cubicBezTo>
                    <a:pt x="727" y="972"/>
                    <a:pt x="733" y="966"/>
                    <a:pt x="733" y="959"/>
                  </a:cubicBezTo>
                  <a:cubicBezTo>
                    <a:pt x="733" y="952"/>
                    <a:pt x="727" y="946"/>
                    <a:pt x="720" y="946"/>
                  </a:cubicBezTo>
                  <a:close/>
                  <a:moveTo>
                    <a:pt x="759" y="946"/>
                  </a:moveTo>
                  <a:cubicBezTo>
                    <a:pt x="752" y="946"/>
                    <a:pt x="747" y="952"/>
                    <a:pt x="747" y="959"/>
                  </a:cubicBezTo>
                  <a:cubicBezTo>
                    <a:pt x="747" y="966"/>
                    <a:pt x="752" y="972"/>
                    <a:pt x="759" y="972"/>
                  </a:cubicBezTo>
                  <a:cubicBezTo>
                    <a:pt x="766" y="972"/>
                    <a:pt x="772" y="966"/>
                    <a:pt x="772" y="959"/>
                  </a:cubicBezTo>
                  <a:cubicBezTo>
                    <a:pt x="772" y="952"/>
                    <a:pt x="766" y="946"/>
                    <a:pt x="759" y="946"/>
                  </a:cubicBezTo>
                  <a:close/>
                  <a:moveTo>
                    <a:pt x="799" y="952"/>
                  </a:moveTo>
                  <a:cubicBezTo>
                    <a:pt x="795" y="952"/>
                    <a:pt x="791" y="955"/>
                    <a:pt x="791" y="959"/>
                  </a:cubicBezTo>
                  <a:cubicBezTo>
                    <a:pt x="791" y="963"/>
                    <a:pt x="795" y="966"/>
                    <a:pt x="799" y="966"/>
                  </a:cubicBezTo>
                  <a:cubicBezTo>
                    <a:pt x="803" y="966"/>
                    <a:pt x="806" y="963"/>
                    <a:pt x="806" y="959"/>
                  </a:cubicBezTo>
                  <a:cubicBezTo>
                    <a:pt x="806" y="955"/>
                    <a:pt x="803" y="952"/>
                    <a:pt x="799" y="952"/>
                  </a:cubicBezTo>
                  <a:close/>
                  <a:moveTo>
                    <a:pt x="1548" y="972"/>
                  </a:moveTo>
                  <a:cubicBezTo>
                    <a:pt x="1555" y="972"/>
                    <a:pt x="1561" y="966"/>
                    <a:pt x="1561" y="959"/>
                  </a:cubicBezTo>
                  <a:cubicBezTo>
                    <a:pt x="1561" y="952"/>
                    <a:pt x="1555" y="946"/>
                    <a:pt x="1548" y="946"/>
                  </a:cubicBezTo>
                  <a:cubicBezTo>
                    <a:pt x="1541" y="946"/>
                    <a:pt x="1535" y="952"/>
                    <a:pt x="1535" y="959"/>
                  </a:cubicBezTo>
                  <a:cubicBezTo>
                    <a:pt x="1535" y="966"/>
                    <a:pt x="1541" y="972"/>
                    <a:pt x="1548" y="972"/>
                  </a:cubicBezTo>
                  <a:close/>
                  <a:moveTo>
                    <a:pt x="1587" y="946"/>
                  </a:moveTo>
                  <a:cubicBezTo>
                    <a:pt x="1580" y="946"/>
                    <a:pt x="1574" y="952"/>
                    <a:pt x="1574" y="959"/>
                  </a:cubicBezTo>
                  <a:cubicBezTo>
                    <a:pt x="1574" y="966"/>
                    <a:pt x="1580" y="972"/>
                    <a:pt x="1587" y="972"/>
                  </a:cubicBezTo>
                  <a:cubicBezTo>
                    <a:pt x="1594" y="972"/>
                    <a:pt x="1600" y="966"/>
                    <a:pt x="1600" y="959"/>
                  </a:cubicBezTo>
                  <a:cubicBezTo>
                    <a:pt x="1600" y="952"/>
                    <a:pt x="1594" y="946"/>
                    <a:pt x="1587" y="946"/>
                  </a:cubicBezTo>
                  <a:close/>
                  <a:moveTo>
                    <a:pt x="1627" y="946"/>
                  </a:moveTo>
                  <a:cubicBezTo>
                    <a:pt x="1620" y="946"/>
                    <a:pt x="1614" y="952"/>
                    <a:pt x="1614" y="959"/>
                  </a:cubicBezTo>
                  <a:cubicBezTo>
                    <a:pt x="1614" y="966"/>
                    <a:pt x="1620" y="972"/>
                    <a:pt x="1627" y="972"/>
                  </a:cubicBezTo>
                  <a:cubicBezTo>
                    <a:pt x="1634" y="972"/>
                    <a:pt x="1639" y="966"/>
                    <a:pt x="1639" y="959"/>
                  </a:cubicBezTo>
                  <a:cubicBezTo>
                    <a:pt x="1639" y="952"/>
                    <a:pt x="1634" y="946"/>
                    <a:pt x="1627" y="946"/>
                  </a:cubicBezTo>
                  <a:close/>
                  <a:moveTo>
                    <a:pt x="1666" y="972"/>
                  </a:moveTo>
                  <a:cubicBezTo>
                    <a:pt x="1673" y="972"/>
                    <a:pt x="1679" y="966"/>
                    <a:pt x="1679" y="959"/>
                  </a:cubicBezTo>
                  <a:cubicBezTo>
                    <a:pt x="1679" y="952"/>
                    <a:pt x="1673" y="946"/>
                    <a:pt x="1666" y="946"/>
                  </a:cubicBezTo>
                  <a:cubicBezTo>
                    <a:pt x="1659" y="946"/>
                    <a:pt x="1653" y="952"/>
                    <a:pt x="1653" y="959"/>
                  </a:cubicBezTo>
                  <a:cubicBezTo>
                    <a:pt x="1653" y="966"/>
                    <a:pt x="1659" y="972"/>
                    <a:pt x="1666" y="972"/>
                  </a:cubicBezTo>
                  <a:close/>
                  <a:moveTo>
                    <a:pt x="1705" y="972"/>
                  </a:moveTo>
                  <a:cubicBezTo>
                    <a:pt x="1713" y="972"/>
                    <a:pt x="1718" y="966"/>
                    <a:pt x="1718" y="959"/>
                  </a:cubicBezTo>
                  <a:cubicBezTo>
                    <a:pt x="1718" y="952"/>
                    <a:pt x="1713" y="946"/>
                    <a:pt x="1705" y="946"/>
                  </a:cubicBezTo>
                  <a:cubicBezTo>
                    <a:pt x="1698" y="946"/>
                    <a:pt x="1693" y="952"/>
                    <a:pt x="1693" y="959"/>
                  </a:cubicBezTo>
                  <a:cubicBezTo>
                    <a:pt x="1693" y="966"/>
                    <a:pt x="1698" y="972"/>
                    <a:pt x="1705" y="972"/>
                  </a:cubicBezTo>
                  <a:close/>
                  <a:moveTo>
                    <a:pt x="1745" y="972"/>
                  </a:moveTo>
                  <a:cubicBezTo>
                    <a:pt x="1752" y="972"/>
                    <a:pt x="1758" y="966"/>
                    <a:pt x="1758" y="959"/>
                  </a:cubicBezTo>
                  <a:cubicBezTo>
                    <a:pt x="1758" y="952"/>
                    <a:pt x="1752" y="946"/>
                    <a:pt x="1745" y="946"/>
                  </a:cubicBezTo>
                  <a:cubicBezTo>
                    <a:pt x="1738" y="946"/>
                    <a:pt x="1732" y="952"/>
                    <a:pt x="1732" y="959"/>
                  </a:cubicBezTo>
                  <a:cubicBezTo>
                    <a:pt x="1732" y="966"/>
                    <a:pt x="1738" y="972"/>
                    <a:pt x="1745" y="972"/>
                  </a:cubicBezTo>
                  <a:close/>
                  <a:moveTo>
                    <a:pt x="1784" y="972"/>
                  </a:moveTo>
                  <a:cubicBezTo>
                    <a:pt x="1791" y="972"/>
                    <a:pt x="1797" y="966"/>
                    <a:pt x="1797" y="959"/>
                  </a:cubicBezTo>
                  <a:cubicBezTo>
                    <a:pt x="1797" y="952"/>
                    <a:pt x="1791" y="946"/>
                    <a:pt x="1784" y="946"/>
                  </a:cubicBezTo>
                  <a:cubicBezTo>
                    <a:pt x="1777" y="946"/>
                    <a:pt x="1772" y="952"/>
                    <a:pt x="1772" y="959"/>
                  </a:cubicBezTo>
                  <a:cubicBezTo>
                    <a:pt x="1772" y="966"/>
                    <a:pt x="1777" y="972"/>
                    <a:pt x="1784" y="972"/>
                  </a:cubicBezTo>
                  <a:close/>
                  <a:moveTo>
                    <a:pt x="1824" y="972"/>
                  </a:moveTo>
                  <a:cubicBezTo>
                    <a:pt x="1831" y="972"/>
                    <a:pt x="1836" y="966"/>
                    <a:pt x="1836" y="959"/>
                  </a:cubicBezTo>
                  <a:cubicBezTo>
                    <a:pt x="1836" y="952"/>
                    <a:pt x="1831" y="946"/>
                    <a:pt x="1824" y="946"/>
                  </a:cubicBezTo>
                  <a:cubicBezTo>
                    <a:pt x="1817" y="946"/>
                    <a:pt x="1811" y="952"/>
                    <a:pt x="1811" y="959"/>
                  </a:cubicBezTo>
                  <a:cubicBezTo>
                    <a:pt x="1811" y="966"/>
                    <a:pt x="1817" y="972"/>
                    <a:pt x="1824" y="972"/>
                  </a:cubicBezTo>
                  <a:close/>
                  <a:moveTo>
                    <a:pt x="1863" y="946"/>
                  </a:moveTo>
                  <a:cubicBezTo>
                    <a:pt x="1856" y="946"/>
                    <a:pt x="1850" y="952"/>
                    <a:pt x="1850" y="959"/>
                  </a:cubicBezTo>
                  <a:cubicBezTo>
                    <a:pt x="1850" y="966"/>
                    <a:pt x="1856" y="972"/>
                    <a:pt x="1863" y="972"/>
                  </a:cubicBezTo>
                  <a:cubicBezTo>
                    <a:pt x="1870" y="972"/>
                    <a:pt x="1876" y="966"/>
                    <a:pt x="1876" y="959"/>
                  </a:cubicBezTo>
                  <a:cubicBezTo>
                    <a:pt x="1876" y="952"/>
                    <a:pt x="1870" y="946"/>
                    <a:pt x="1863" y="946"/>
                  </a:cubicBezTo>
                  <a:close/>
                  <a:moveTo>
                    <a:pt x="1903" y="972"/>
                  </a:moveTo>
                  <a:cubicBezTo>
                    <a:pt x="1910" y="972"/>
                    <a:pt x="1915" y="966"/>
                    <a:pt x="1915" y="959"/>
                  </a:cubicBezTo>
                  <a:cubicBezTo>
                    <a:pt x="1915" y="952"/>
                    <a:pt x="1910" y="946"/>
                    <a:pt x="1903" y="946"/>
                  </a:cubicBezTo>
                  <a:cubicBezTo>
                    <a:pt x="1896" y="946"/>
                    <a:pt x="1890" y="952"/>
                    <a:pt x="1890" y="959"/>
                  </a:cubicBezTo>
                  <a:cubicBezTo>
                    <a:pt x="1890" y="966"/>
                    <a:pt x="1896" y="972"/>
                    <a:pt x="1903" y="972"/>
                  </a:cubicBezTo>
                  <a:close/>
                  <a:moveTo>
                    <a:pt x="1942" y="972"/>
                  </a:moveTo>
                  <a:cubicBezTo>
                    <a:pt x="1949" y="972"/>
                    <a:pt x="1955" y="966"/>
                    <a:pt x="1955" y="959"/>
                  </a:cubicBezTo>
                  <a:cubicBezTo>
                    <a:pt x="1955" y="952"/>
                    <a:pt x="1949" y="946"/>
                    <a:pt x="1942" y="946"/>
                  </a:cubicBezTo>
                  <a:cubicBezTo>
                    <a:pt x="1935" y="946"/>
                    <a:pt x="1929" y="952"/>
                    <a:pt x="1929" y="959"/>
                  </a:cubicBezTo>
                  <a:cubicBezTo>
                    <a:pt x="1929" y="966"/>
                    <a:pt x="1935" y="972"/>
                    <a:pt x="1942" y="972"/>
                  </a:cubicBezTo>
                  <a:close/>
                  <a:moveTo>
                    <a:pt x="1981" y="972"/>
                  </a:moveTo>
                  <a:cubicBezTo>
                    <a:pt x="1988" y="972"/>
                    <a:pt x="1994" y="966"/>
                    <a:pt x="1994" y="959"/>
                  </a:cubicBezTo>
                  <a:cubicBezTo>
                    <a:pt x="1994" y="952"/>
                    <a:pt x="1988" y="946"/>
                    <a:pt x="1981" y="946"/>
                  </a:cubicBezTo>
                  <a:cubicBezTo>
                    <a:pt x="1974" y="946"/>
                    <a:pt x="1969" y="952"/>
                    <a:pt x="1969" y="959"/>
                  </a:cubicBezTo>
                  <a:cubicBezTo>
                    <a:pt x="1969" y="966"/>
                    <a:pt x="1974" y="972"/>
                    <a:pt x="1981" y="972"/>
                  </a:cubicBezTo>
                  <a:close/>
                  <a:moveTo>
                    <a:pt x="2021" y="972"/>
                  </a:moveTo>
                  <a:cubicBezTo>
                    <a:pt x="2028" y="972"/>
                    <a:pt x="2034" y="966"/>
                    <a:pt x="2034" y="959"/>
                  </a:cubicBezTo>
                  <a:cubicBezTo>
                    <a:pt x="2034" y="952"/>
                    <a:pt x="2028" y="946"/>
                    <a:pt x="2021" y="946"/>
                  </a:cubicBezTo>
                  <a:cubicBezTo>
                    <a:pt x="2014" y="946"/>
                    <a:pt x="2008" y="952"/>
                    <a:pt x="2008" y="959"/>
                  </a:cubicBezTo>
                  <a:cubicBezTo>
                    <a:pt x="2008" y="966"/>
                    <a:pt x="2014" y="972"/>
                    <a:pt x="2021" y="972"/>
                  </a:cubicBezTo>
                  <a:close/>
                  <a:moveTo>
                    <a:pt x="2060" y="972"/>
                  </a:moveTo>
                  <a:cubicBezTo>
                    <a:pt x="2067" y="972"/>
                    <a:pt x="2073" y="966"/>
                    <a:pt x="2073" y="959"/>
                  </a:cubicBezTo>
                  <a:cubicBezTo>
                    <a:pt x="2073" y="952"/>
                    <a:pt x="2067" y="946"/>
                    <a:pt x="2060" y="946"/>
                  </a:cubicBezTo>
                  <a:cubicBezTo>
                    <a:pt x="2053" y="946"/>
                    <a:pt x="2048" y="952"/>
                    <a:pt x="2048" y="959"/>
                  </a:cubicBezTo>
                  <a:cubicBezTo>
                    <a:pt x="2048" y="966"/>
                    <a:pt x="2053" y="972"/>
                    <a:pt x="2060" y="972"/>
                  </a:cubicBezTo>
                  <a:close/>
                  <a:moveTo>
                    <a:pt x="2139" y="972"/>
                  </a:moveTo>
                  <a:cubicBezTo>
                    <a:pt x="2146" y="972"/>
                    <a:pt x="2152" y="966"/>
                    <a:pt x="2152" y="959"/>
                  </a:cubicBezTo>
                  <a:cubicBezTo>
                    <a:pt x="2152" y="952"/>
                    <a:pt x="2146" y="946"/>
                    <a:pt x="2139" y="946"/>
                  </a:cubicBezTo>
                  <a:cubicBezTo>
                    <a:pt x="2132" y="946"/>
                    <a:pt x="2126" y="952"/>
                    <a:pt x="2126" y="959"/>
                  </a:cubicBezTo>
                  <a:cubicBezTo>
                    <a:pt x="2126" y="966"/>
                    <a:pt x="2132" y="972"/>
                    <a:pt x="2139" y="972"/>
                  </a:cubicBezTo>
                  <a:close/>
                  <a:moveTo>
                    <a:pt x="2179" y="972"/>
                  </a:moveTo>
                  <a:cubicBezTo>
                    <a:pt x="2186" y="972"/>
                    <a:pt x="2191" y="966"/>
                    <a:pt x="2191" y="959"/>
                  </a:cubicBezTo>
                  <a:cubicBezTo>
                    <a:pt x="2191" y="952"/>
                    <a:pt x="2186" y="946"/>
                    <a:pt x="2179" y="946"/>
                  </a:cubicBezTo>
                  <a:cubicBezTo>
                    <a:pt x="2172" y="946"/>
                    <a:pt x="2166" y="952"/>
                    <a:pt x="2166" y="959"/>
                  </a:cubicBezTo>
                  <a:cubicBezTo>
                    <a:pt x="2166" y="966"/>
                    <a:pt x="2172" y="972"/>
                    <a:pt x="2179" y="972"/>
                  </a:cubicBezTo>
                  <a:close/>
                  <a:moveTo>
                    <a:pt x="2218" y="946"/>
                  </a:moveTo>
                  <a:cubicBezTo>
                    <a:pt x="2211" y="946"/>
                    <a:pt x="2205" y="952"/>
                    <a:pt x="2205" y="959"/>
                  </a:cubicBezTo>
                  <a:cubicBezTo>
                    <a:pt x="2205" y="966"/>
                    <a:pt x="2211" y="972"/>
                    <a:pt x="2218" y="972"/>
                  </a:cubicBezTo>
                  <a:cubicBezTo>
                    <a:pt x="2225" y="972"/>
                    <a:pt x="2231" y="966"/>
                    <a:pt x="2231" y="959"/>
                  </a:cubicBezTo>
                  <a:cubicBezTo>
                    <a:pt x="2231" y="952"/>
                    <a:pt x="2225" y="946"/>
                    <a:pt x="2218" y="946"/>
                  </a:cubicBezTo>
                  <a:close/>
                  <a:moveTo>
                    <a:pt x="2455" y="946"/>
                  </a:moveTo>
                  <a:cubicBezTo>
                    <a:pt x="2447" y="946"/>
                    <a:pt x="2442" y="952"/>
                    <a:pt x="2442" y="959"/>
                  </a:cubicBezTo>
                  <a:cubicBezTo>
                    <a:pt x="2442" y="966"/>
                    <a:pt x="2447" y="972"/>
                    <a:pt x="2455" y="972"/>
                  </a:cubicBezTo>
                  <a:cubicBezTo>
                    <a:pt x="2462" y="972"/>
                    <a:pt x="2467" y="966"/>
                    <a:pt x="2467" y="959"/>
                  </a:cubicBezTo>
                  <a:cubicBezTo>
                    <a:pt x="2467" y="952"/>
                    <a:pt x="2462" y="946"/>
                    <a:pt x="2455" y="946"/>
                  </a:cubicBezTo>
                  <a:close/>
                  <a:moveTo>
                    <a:pt x="2494" y="946"/>
                  </a:moveTo>
                  <a:cubicBezTo>
                    <a:pt x="2487" y="946"/>
                    <a:pt x="2481" y="952"/>
                    <a:pt x="2481" y="959"/>
                  </a:cubicBezTo>
                  <a:cubicBezTo>
                    <a:pt x="2481" y="966"/>
                    <a:pt x="2487" y="972"/>
                    <a:pt x="2494" y="972"/>
                  </a:cubicBezTo>
                  <a:cubicBezTo>
                    <a:pt x="2501" y="972"/>
                    <a:pt x="2507" y="966"/>
                    <a:pt x="2507" y="959"/>
                  </a:cubicBezTo>
                  <a:cubicBezTo>
                    <a:pt x="2507" y="952"/>
                    <a:pt x="2501" y="946"/>
                    <a:pt x="2494" y="946"/>
                  </a:cubicBezTo>
                  <a:close/>
                  <a:moveTo>
                    <a:pt x="2691" y="946"/>
                  </a:moveTo>
                  <a:cubicBezTo>
                    <a:pt x="2684" y="946"/>
                    <a:pt x="2678" y="952"/>
                    <a:pt x="2678" y="959"/>
                  </a:cubicBezTo>
                  <a:cubicBezTo>
                    <a:pt x="2678" y="966"/>
                    <a:pt x="2684" y="972"/>
                    <a:pt x="2691" y="972"/>
                  </a:cubicBezTo>
                  <a:cubicBezTo>
                    <a:pt x="2698" y="972"/>
                    <a:pt x="2704" y="966"/>
                    <a:pt x="2704" y="959"/>
                  </a:cubicBezTo>
                  <a:cubicBezTo>
                    <a:pt x="2704" y="952"/>
                    <a:pt x="2698" y="946"/>
                    <a:pt x="2691" y="946"/>
                  </a:cubicBezTo>
                  <a:close/>
                  <a:moveTo>
                    <a:pt x="2730" y="972"/>
                  </a:moveTo>
                  <a:cubicBezTo>
                    <a:pt x="2738" y="972"/>
                    <a:pt x="2743" y="966"/>
                    <a:pt x="2743" y="959"/>
                  </a:cubicBezTo>
                  <a:cubicBezTo>
                    <a:pt x="2743" y="952"/>
                    <a:pt x="2738" y="946"/>
                    <a:pt x="2730" y="946"/>
                  </a:cubicBezTo>
                  <a:cubicBezTo>
                    <a:pt x="2723" y="946"/>
                    <a:pt x="2718" y="952"/>
                    <a:pt x="2718" y="959"/>
                  </a:cubicBezTo>
                  <a:cubicBezTo>
                    <a:pt x="2718" y="966"/>
                    <a:pt x="2723" y="972"/>
                    <a:pt x="2730" y="972"/>
                  </a:cubicBezTo>
                  <a:close/>
                  <a:moveTo>
                    <a:pt x="2770" y="972"/>
                  </a:moveTo>
                  <a:cubicBezTo>
                    <a:pt x="2777" y="972"/>
                    <a:pt x="2783" y="966"/>
                    <a:pt x="2783" y="959"/>
                  </a:cubicBezTo>
                  <a:cubicBezTo>
                    <a:pt x="2783" y="952"/>
                    <a:pt x="2777" y="946"/>
                    <a:pt x="2770" y="946"/>
                  </a:cubicBezTo>
                  <a:cubicBezTo>
                    <a:pt x="2763" y="946"/>
                    <a:pt x="2757" y="952"/>
                    <a:pt x="2757" y="959"/>
                  </a:cubicBezTo>
                  <a:cubicBezTo>
                    <a:pt x="2757" y="966"/>
                    <a:pt x="2763" y="972"/>
                    <a:pt x="2770" y="972"/>
                  </a:cubicBezTo>
                  <a:close/>
                  <a:moveTo>
                    <a:pt x="2928" y="972"/>
                  </a:moveTo>
                  <a:cubicBezTo>
                    <a:pt x="2935" y="972"/>
                    <a:pt x="2940" y="966"/>
                    <a:pt x="2940" y="959"/>
                  </a:cubicBezTo>
                  <a:cubicBezTo>
                    <a:pt x="2940" y="952"/>
                    <a:pt x="2935" y="946"/>
                    <a:pt x="2928" y="946"/>
                  </a:cubicBezTo>
                  <a:cubicBezTo>
                    <a:pt x="2921" y="946"/>
                    <a:pt x="2915" y="952"/>
                    <a:pt x="2915" y="959"/>
                  </a:cubicBezTo>
                  <a:cubicBezTo>
                    <a:pt x="2915" y="966"/>
                    <a:pt x="2921" y="972"/>
                    <a:pt x="2928" y="972"/>
                  </a:cubicBezTo>
                  <a:close/>
                  <a:moveTo>
                    <a:pt x="838" y="986"/>
                  </a:moveTo>
                  <a:cubicBezTo>
                    <a:pt x="831" y="986"/>
                    <a:pt x="825" y="991"/>
                    <a:pt x="825" y="998"/>
                  </a:cubicBezTo>
                  <a:cubicBezTo>
                    <a:pt x="825" y="1005"/>
                    <a:pt x="831" y="1011"/>
                    <a:pt x="838" y="1011"/>
                  </a:cubicBezTo>
                  <a:cubicBezTo>
                    <a:pt x="845" y="1011"/>
                    <a:pt x="851" y="1005"/>
                    <a:pt x="851" y="998"/>
                  </a:cubicBezTo>
                  <a:cubicBezTo>
                    <a:pt x="851" y="991"/>
                    <a:pt x="845" y="986"/>
                    <a:pt x="838" y="986"/>
                  </a:cubicBezTo>
                  <a:close/>
                  <a:moveTo>
                    <a:pt x="1548" y="986"/>
                  </a:moveTo>
                  <a:cubicBezTo>
                    <a:pt x="1541" y="986"/>
                    <a:pt x="1535" y="991"/>
                    <a:pt x="1535" y="998"/>
                  </a:cubicBezTo>
                  <a:cubicBezTo>
                    <a:pt x="1535" y="1005"/>
                    <a:pt x="1541" y="1011"/>
                    <a:pt x="1548" y="1011"/>
                  </a:cubicBezTo>
                  <a:cubicBezTo>
                    <a:pt x="1555" y="1011"/>
                    <a:pt x="1561" y="1005"/>
                    <a:pt x="1561" y="998"/>
                  </a:cubicBezTo>
                  <a:cubicBezTo>
                    <a:pt x="1561" y="991"/>
                    <a:pt x="1555" y="986"/>
                    <a:pt x="1548" y="986"/>
                  </a:cubicBezTo>
                  <a:close/>
                  <a:moveTo>
                    <a:pt x="1587" y="1011"/>
                  </a:moveTo>
                  <a:cubicBezTo>
                    <a:pt x="1594" y="1011"/>
                    <a:pt x="1600" y="1005"/>
                    <a:pt x="1600" y="998"/>
                  </a:cubicBezTo>
                  <a:cubicBezTo>
                    <a:pt x="1600" y="991"/>
                    <a:pt x="1594" y="986"/>
                    <a:pt x="1587" y="986"/>
                  </a:cubicBezTo>
                  <a:cubicBezTo>
                    <a:pt x="1580" y="986"/>
                    <a:pt x="1574" y="991"/>
                    <a:pt x="1574" y="998"/>
                  </a:cubicBezTo>
                  <a:cubicBezTo>
                    <a:pt x="1574" y="1005"/>
                    <a:pt x="1580" y="1011"/>
                    <a:pt x="1587" y="1011"/>
                  </a:cubicBezTo>
                  <a:close/>
                  <a:moveTo>
                    <a:pt x="1627" y="1011"/>
                  </a:moveTo>
                  <a:cubicBezTo>
                    <a:pt x="1634" y="1011"/>
                    <a:pt x="1639" y="1005"/>
                    <a:pt x="1639" y="998"/>
                  </a:cubicBezTo>
                  <a:cubicBezTo>
                    <a:pt x="1639" y="991"/>
                    <a:pt x="1634" y="986"/>
                    <a:pt x="1627" y="986"/>
                  </a:cubicBezTo>
                  <a:cubicBezTo>
                    <a:pt x="1620" y="986"/>
                    <a:pt x="1614" y="991"/>
                    <a:pt x="1614" y="998"/>
                  </a:cubicBezTo>
                  <a:cubicBezTo>
                    <a:pt x="1614" y="1005"/>
                    <a:pt x="1620" y="1011"/>
                    <a:pt x="1627" y="1011"/>
                  </a:cubicBezTo>
                  <a:close/>
                  <a:moveTo>
                    <a:pt x="1666" y="1011"/>
                  </a:moveTo>
                  <a:cubicBezTo>
                    <a:pt x="1673" y="1011"/>
                    <a:pt x="1679" y="1005"/>
                    <a:pt x="1679" y="998"/>
                  </a:cubicBezTo>
                  <a:cubicBezTo>
                    <a:pt x="1679" y="991"/>
                    <a:pt x="1673" y="986"/>
                    <a:pt x="1666" y="986"/>
                  </a:cubicBezTo>
                  <a:cubicBezTo>
                    <a:pt x="1659" y="986"/>
                    <a:pt x="1653" y="991"/>
                    <a:pt x="1653" y="998"/>
                  </a:cubicBezTo>
                  <a:cubicBezTo>
                    <a:pt x="1653" y="1005"/>
                    <a:pt x="1659" y="1011"/>
                    <a:pt x="1666" y="1011"/>
                  </a:cubicBezTo>
                  <a:close/>
                  <a:moveTo>
                    <a:pt x="1705" y="1011"/>
                  </a:moveTo>
                  <a:cubicBezTo>
                    <a:pt x="1713" y="1011"/>
                    <a:pt x="1718" y="1005"/>
                    <a:pt x="1718" y="998"/>
                  </a:cubicBezTo>
                  <a:cubicBezTo>
                    <a:pt x="1718" y="991"/>
                    <a:pt x="1713" y="986"/>
                    <a:pt x="1705" y="986"/>
                  </a:cubicBezTo>
                  <a:cubicBezTo>
                    <a:pt x="1698" y="986"/>
                    <a:pt x="1693" y="991"/>
                    <a:pt x="1693" y="998"/>
                  </a:cubicBezTo>
                  <a:cubicBezTo>
                    <a:pt x="1693" y="1005"/>
                    <a:pt x="1698" y="1011"/>
                    <a:pt x="1705" y="1011"/>
                  </a:cubicBezTo>
                  <a:close/>
                  <a:moveTo>
                    <a:pt x="1745" y="1011"/>
                  </a:moveTo>
                  <a:cubicBezTo>
                    <a:pt x="1752" y="1011"/>
                    <a:pt x="1758" y="1005"/>
                    <a:pt x="1758" y="998"/>
                  </a:cubicBezTo>
                  <a:cubicBezTo>
                    <a:pt x="1758" y="991"/>
                    <a:pt x="1752" y="986"/>
                    <a:pt x="1745" y="986"/>
                  </a:cubicBezTo>
                  <a:cubicBezTo>
                    <a:pt x="1738" y="986"/>
                    <a:pt x="1732" y="991"/>
                    <a:pt x="1732" y="998"/>
                  </a:cubicBezTo>
                  <a:cubicBezTo>
                    <a:pt x="1732" y="1005"/>
                    <a:pt x="1738" y="1011"/>
                    <a:pt x="1745" y="1011"/>
                  </a:cubicBezTo>
                  <a:close/>
                  <a:moveTo>
                    <a:pt x="1784" y="1011"/>
                  </a:moveTo>
                  <a:cubicBezTo>
                    <a:pt x="1791" y="1011"/>
                    <a:pt x="1797" y="1005"/>
                    <a:pt x="1797" y="998"/>
                  </a:cubicBezTo>
                  <a:cubicBezTo>
                    <a:pt x="1797" y="991"/>
                    <a:pt x="1791" y="986"/>
                    <a:pt x="1784" y="986"/>
                  </a:cubicBezTo>
                  <a:cubicBezTo>
                    <a:pt x="1777" y="986"/>
                    <a:pt x="1772" y="991"/>
                    <a:pt x="1772" y="998"/>
                  </a:cubicBezTo>
                  <a:cubicBezTo>
                    <a:pt x="1772" y="1005"/>
                    <a:pt x="1777" y="1011"/>
                    <a:pt x="1784" y="1011"/>
                  </a:cubicBezTo>
                  <a:close/>
                  <a:moveTo>
                    <a:pt x="1824" y="1011"/>
                  </a:moveTo>
                  <a:cubicBezTo>
                    <a:pt x="1831" y="1011"/>
                    <a:pt x="1836" y="1005"/>
                    <a:pt x="1836" y="998"/>
                  </a:cubicBezTo>
                  <a:cubicBezTo>
                    <a:pt x="1836" y="991"/>
                    <a:pt x="1831" y="986"/>
                    <a:pt x="1824" y="986"/>
                  </a:cubicBezTo>
                  <a:cubicBezTo>
                    <a:pt x="1817" y="986"/>
                    <a:pt x="1811" y="991"/>
                    <a:pt x="1811" y="998"/>
                  </a:cubicBezTo>
                  <a:cubicBezTo>
                    <a:pt x="1811" y="1005"/>
                    <a:pt x="1817" y="1011"/>
                    <a:pt x="1824" y="1011"/>
                  </a:cubicBezTo>
                  <a:close/>
                  <a:moveTo>
                    <a:pt x="1863" y="1011"/>
                  </a:moveTo>
                  <a:cubicBezTo>
                    <a:pt x="1870" y="1011"/>
                    <a:pt x="1876" y="1005"/>
                    <a:pt x="1876" y="998"/>
                  </a:cubicBezTo>
                  <a:cubicBezTo>
                    <a:pt x="1876" y="991"/>
                    <a:pt x="1870" y="986"/>
                    <a:pt x="1863" y="986"/>
                  </a:cubicBezTo>
                  <a:cubicBezTo>
                    <a:pt x="1856" y="986"/>
                    <a:pt x="1850" y="991"/>
                    <a:pt x="1850" y="998"/>
                  </a:cubicBezTo>
                  <a:cubicBezTo>
                    <a:pt x="1850" y="1005"/>
                    <a:pt x="1856" y="1011"/>
                    <a:pt x="1863" y="1011"/>
                  </a:cubicBezTo>
                  <a:close/>
                  <a:moveTo>
                    <a:pt x="1903" y="986"/>
                  </a:moveTo>
                  <a:cubicBezTo>
                    <a:pt x="1896" y="986"/>
                    <a:pt x="1890" y="991"/>
                    <a:pt x="1890" y="998"/>
                  </a:cubicBezTo>
                  <a:cubicBezTo>
                    <a:pt x="1890" y="1005"/>
                    <a:pt x="1896" y="1011"/>
                    <a:pt x="1903" y="1011"/>
                  </a:cubicBezTo>
                  <a:cubicBezTo>
                    <a:pt x="1910" y="1011"/>
                    <a:pt x="1915" y="1005"/>
                    <a:pt x="1915" y="998"/>
                  </a:cubicBezTo>
                  <a:cubicBezTo>
                    <a:pt x="1915" y="991"/>
                    <a:pt x="1910" y="986"/>
                    <a:pt x="1903" y="986"/>
                  </a:cubicBezTo>
                  <a:close/>
                  <a:moveTo>
                    <a:pt x="1942" y="1011"/>
                  </a:moveTo>
                  <a:cubicBezTo>
                    <a:pt x="1949" y="1011"/>
                    <a:pt x="1955" y="1005"/>
                    <a:pt x="1955" y="998"/>
                  </a:cubicBezTo>
                  <a:cubicBezTo>
                    <a:pt x="1955" y="991"/>
                    <a:pt x="1949" y="986"/>
                    <a:pt x="1942" y="986"/>
                  </a:cubicBezTo>
                  <a:cubicBezTo>
                    <a:pt x="1935" y="986"/>
                    <a:pt x="1929" y="991"/>
                    <a:pt x="1929" y="998"/>
                  </a:cubicBezTo>
                  <a:cubicBezTo>
                    <a:pt x="1929" y="1005"/>
                    <a:pt x="1935" y="1011"/>
                    <a:pt x="1942" y="1011"/>
                  </a:cubicBezTo>
                  <a:close/>
                  <a:moveTo>
                    <a:pt x="1981" y="1011"/>
                  </a:moveTo>
                  <a:cubicBezTo>
                    <a:pt x="1988" y="1011"/>
                    <a:pt x="1994" y="1005"/>
                    <a:pt x="1994" y="998"/>
                  </a:cubicBezTo>
                  <a:cubicBezTo>
                    <a:pt x="1994" y="991"/>
                    <a:pt x="1988" y="986"/>
                    <a:pt x="1981" y="986"/>
                  </a:cubicBezTo>
                  <a:cubicBezTo>
                    <a:pt x="1974" y="986"/>
                    <a:pt x="1969" y="991"/>
                    <a:pt x="1969" y="998"/>
                  </a:cubicBezTo>
                  <a:cubicBezTo>
                    <a:pt x="1969" y="1005"/>
                    <a:pt x="1974" y="1011"/>
                    <a:pt x="1981" y="1011"/>
                  </a:cubicBezTo>
                  <a:close/>
                  <a:moveTo>
                    <a:pt x="2008" y="998"/>
                  </a:moveTo>
                  <a:cubicBezTo>
                    <a:pt x="2008" y="1005"/>
                    <a:pt x="2014" y="1011"/>
                    <a:pt x="2021" y="1011"/>
                  </a:cubicBezTo>
                  <a:cubicBezTo>
                    <a:pt x="2028" y="1011"/>
                    <a:pt x="2034" y="1005"/>
                    <a:pt x="2034" y="998"/>
                  </a:cubicBezTo>
                  <a:cubicBezTo>
                    <a:pt x="2034" y="991"/>
                    <a:pt x="2028" y="986"/>
                    <a:pt x="2021" y="986"/>
                  </a:cubicBezTo>
                  <a:cubicBezTo>
                    <a:pt x="2014" y="986"/>
                    <a:pt x="2008" y="991"/>
                    <a:pt x="2008" y="998"/>
                  </a:cubicBezTo>
                  <a:close/>
                  <a:moveTo>
                    <a:pt x="2060" y="1011"/>
                  </a:moveTo>
                  <a:cubicBezTo>
                    <a:pt x="2067" y="1011"/>
                    <a:pt x="2073" y="1005"/>
                    <a:pt x="2073" y="998"/>
                  </a:cubicBezTo>
                  <a:cubicBezTo>
                    <a:pt x="2073" y="991"/>
                    <a:pt x="2067" y="986"/>
                    <a:pt x="2060" y="986"/>
                  </a:cubicBezTo>
                  <a:cubicBezTo>
                    <a:pt x="2053" y="986"/>
                    <a:pt x="2048" y="991"/>
                    <a:pt x="2048" y="998"/>
                  </a:cubicBezTo>
                  <a:cubicBezTo>
                    <a:pt x="2048" y="1005"/>
                    <a:pt x="2053" y="1011"/>
                    <a:pt x="2060" y="1011"/>
                  </a:cubicBezTo>
                  <a:close/>
                  <a:moveTo>
                    <a:pt x="2100" y="1011"/>
                  </a:moveTo>
                  <a:cubicBezTo>
                    <a:pt x="2107" y="1011"/>
                    <a:pt x="2112" y="1005"/>
                    <a:pt x="2112" y="998"/>
                  </a:cubicBezTo>
                  <a:cubicBezTo>
                    <a:pt x="2112" y="991"/>
                    <a:pt x="2107" y="986"/>
                    <a:pt x="2100" y="986"/>
                  </a:cubicBezTo>
                  <a:cubicBezTo>
                    <a:pt x="2093" y="986"/>
                    <a:pt x="2087" y="991"/>
                    <a:pt x="2087" y="998"/>
                  </a:cubicBezTo>
                  <a:cubicBezTo>
                    <a:pt x="2087" y="1005"/>
                    <a:pt x="2093" y="1011"/>
                    <a:pt x="2100" y="1011"/>
                  </a:cubicBezTo>
                  <a:close/>
                  <a:moveTo>
                    <a:pt x="2139" y="1011"/>
                  </a:moveTo>
                  <a:cubicBezTo>
                    <a:pt x="2146" y="1011"/>
                    <a:pt x="2152" y="1005"/>
                    <a:pt x="2152" y="998"/>
                  </a:cubicBezTo>
                  <a:cubicBezTo>
                    <a:pt x="2152" y="991"/>
                    <a:pt x="2146" y="986"/>
                    <a:pt x="2139" y="986"/>
                  </a:cubicBezTo>
                  <a:cubicBezTo>
                    <a:pt x="2132" y="986"/>
                    <a:pt x="2126" y="991"/>
                    <a:pt x="2126" y="998"/>
                  </a:cubicBezTo>
                  <a:cubicBezTo>
                    <a:pt x="2126" y="1005"/>
                    <a:pt x="2132" y="1011"/>
                    <a:pt x="2139" y="1011"/>
                  </a:cubicBezTo>
                  <a:close/>
                  <a:moveTo>
                    <a:pt x="2455" y="993"/>
                  </a:moveTo>
                  <a:cubicBezTo>
                    <a:pt x="2452" y="993"/>
                    <a:pt x="2449" y="995"/>
                    <a:pt x="2449" y="998"/>
                  </a:cubicBezTo>
                  <a:cubicBezTo>
                    <a:pt x="2449" y="1001"/>
                    <a:pt x="2452" y="1003"/>
                    <a:pt x="2455" y="1003"/>
                  </a:cubicBezTo>
                  <a:cubicBezTo>
                    <a:pt x="2457" y="1003"/>
                    <a:pt x="2460" y="1001"/>
                    <a:pt x="2460" y="998"/>
                  </a:cubicBezTo>
                  <a:cubicBezTo>
                    <a:pt x="2460" y="995"/>
                    <a:pt x="2457" y="993"/>
                    <a:pt x="2455" y="993"/>
                  </a:cubicBezTo>
                  <a:close/>
                  <a:moveTo>
                    <a:pt x="2494" y="986"/>
                  </a:moveTo>
                  <a:cubicBezTo>
                    <a:pt x="2487" y="986"/>
                    <a:pt x="2481" y="991"/>
                    <a:pt x="2481" y="998"/>
                  </a:cubicBezTo>
                  <a:cubicBezTo>
                    <a:pt x="2481" y="1005"/>
                    <a:pt x="2487" y="1011"/>
                    <a:pt x="2494" y="1011"/>
                  </a:cubicBezTo>
                  <a:cubicBezTo>
                    <a:pt x="2501" y="1011"/>
                    <a:pt x="2507" y="1005"/>
                    <a:pt x="2507" y="998"/>
                  </a:cubicBezTo>
                  <a:cubicBezTo>
                    <a:pt x="2507" y="991"/>
                    <a:pt x="2501" y="986"/>
                    <a:pt x="2494" y="986"/>
                  </a:cubicBezTo>
                  <a:close/>
                  <a:moveTo>
                    <a:pt x="2730" y="1011"/>
                  </a:moveTo>
                  <a:cubicBezTo>
                    <a:pt x="2738" y="1011"/>
                    <a:pt x="2743" y="1005"/>
                    <a:pt x="2743" y="998"/>
                  </a:cubicBezTo>
                  <a:cubicBezTo>
                    <a:pt x="2743" y="991"/>
                    <a:pt x="2738" y="986"/>
                    <a:pt x="2730" y="986"/>
                  </a:cubicBezTo>
                  <a:cubicBezTo>
                    <a:pt x="2723" y="986"/>
                    <a:pt x="2718" y="991"/>
                    <a:pt x="2718" y="998"/>
                  </a:cubicBezTo>
                  <a:cubicBezTo>
                    <a:pt x="2718" y="1005"/>
                    <a:pt x="2723" y="1011"/>
                    <a:pt x="2730" y="1011"/>
                  </a:cubicBezTo>
                  <a:close/>
                  <a:moveTo>
                    <a:pt x="2770" y="1011"/>
                  </a:moveTo>
                  <a:cubicBezTo>
                    <a:pt x="2777" y="1011"/>
                    <a:pt x="2783" y="1005"/>
                    <a:pt x="2783" y="998"/>
                  </a:cubicBezTo>
                  <a:cubicBezTo>
                    <a:pt x="2783" y="991"/>
                    <a:pt x="2777" y="986"/>
                    <a:pt x="2770" y="986"/>
                  </a:cubicBezTo>
                  <a:cubicBezTo>
                    <a:pt x="2763" y="986"/>
                    <a:pt x="2757" y="991"/>
                    <a:pt x="2757" y="998"/>
                  </a:cubicBezTo>
                  <a:cubicBezTo>
                    <a:pt x="2757" y="1005"/>
                    <a:pt x="2763" y="1011"/>
                    <a:pt x="2770" y="1011"/>
                  </a:cubicBezTo>
                  <a:close/>
                  <a:moveTo>
                    <a:pt x="2940" y="998"/>
                  </a:moveTo>
                  <a:cubicBezTo>
                    <a:pt x="2940" y="991"/>
                    <a:pt x="2935" y="986"/>
                    <a:pt x="2928" y="986"/>
                  </a:cubicBezTo>
                  <a:cubicBezTo>
                    <a:pt x="2921" y="986"/>
                    <a:pt x="2915" y="991"/>
                    <a:pt x="2915" y="998"/>
                  </a:cubicBezTo>
                  <a:cubicBezTo>
                    <a:pt x="2915" y="1005"/>
                    <a:pt x="2921" y="1011"/>
                    <a:pt x="2928" y="1011"/>
                  </a:cubicBezTo>
                  <a:cubicBezTo>
                    <a:pt x="2935" y="1011"/>
                    <a:pt x="2940" y="1005"/>
                    <a:pt x="2940" y="998"/>
                  </a:cubicBezTo>
                  <a:close/>
                  <a:moveTo>
                    <a:pt x="878" y="1029"/>
                  </a:moveTo>
                  <a:cubicBezTo>
                    <a:pt x="873" y="1029"/>
                    <a:pt x="869" y="1033"/>
                    <a:pt x="869" y="1038"/>
                  </a:cubicBezTo>
                  <a:cubicBezTo>
                    <a:pt x="869" y="1042"/>
                    <a:pt x="873" y="1046"/>
                    <a:pt x="878" y="1046"/>
                  </a:cubicBezTo>
                  <a:cubicBezTo>
                    <a:pt x="882" y="1046"/>
                    <a:pt x="886" y="1042"/>
                    <a:pt x="886" y="1038"/>
                  </a:cubicBezTo>
                  <a:cubicBezTo>
                    <a:pt x="886" y="1033"/>
                    <a:pt x="882" y="1029"/>
                    <a:pt x="878" y="1029"/>
                  </a:cubicBezTo>
                  <a:close/>
                  <a:moveTo>
                    <a:pt x="944" y="1038"/>
                  </a:moveTo>
                  <a:cubicBezTo>
                    <a:pt x="944" y="1045"/>
                    <a:pt x="949" y="1050"/>
                    <a:pt x="956" y="1050"/>
                  </a:cubicBezTo>
                  <a:cubicBezTo>
                    <a:pt x="963" y="1050"/>
                    <a:pt x="969" y="1045"/>
                    <a:pt x="969" y="1038"/>
                  </a:cubicBezTo>
                  <a:cubicBezTo>
                    <a:pt x="969" y="1031"/>
                    <a:pt x="963" y="1025"/>
                    <a:pt x="956" y="1025"/>
                  </a:cubicBezTo>
                  <a:cubicBezTo>
                    <a:pt x="949" y="1025"/>
                    <a:pt x="944" y="1031"/>
                    <a:pt x="944" y="1038"/>
                  </a:cubicBezTo>
                  <a:close/>
                  <a:moveTo>
                    <a:pt x="996" y="1025"/>
                  </a:moveTo>
                  <a:cubicBezTo>
                    <a:pt x="989" y="1025"/>
                    <a:pt x="983" y="1031"/>
                    <a:pt x="983" y="1038"/>
                  </a:cubicBezTo>
                  <a:cubicBezTo>
                    <a:pt x="983" y="1045"/>
                    <a:pt x="989" y="1050"/>
                    <a:pt x="996" y="1050"/>
                  </a:cubicBezTo>
                  <a:cubicBezTo>
                    <a:pt x="1003" y="1050"/>
                    <a:pt x="1009" y="1045"/>
                    <a:pt x="1009" y="1038"/>
                  </a:cubicBezTo>
                  <a:cubicBezTo>
                    <a:pt x="1009" y="1031"/>
                    <a:pt x="1003" y="1025"/>
                    <a:pt x="996" y="1025"/>
                  </a:cubicBezTo>
                  <a:close/>
                  <a:moveTo>
                    <a:pt x="1035" y="1025"/>
                  </a:moveTo>
                  <a:cubicBezTo>
                    <a:pt x="1028" y="1025"/>
                    <a:pt x="1023" y="1031"/>
                    <a:pt x="1023" y="1038"/>
                  </a:cubicBezTo>
                  <a:cubicBezTo>
                    <a:pt x="1023" y="1045"/>
                    <a:pt x="1028" y="1050"/>
                    <a:pt x="1035" y="1050"/>
                  </a:cubicBezTo>
                  <a:cubicBezTo>
                    <a:pt x="1042" y="1050"/>
                    <a:pt x="1048" y="1045"/>
                    <a:pt x="1048" y="1038"/>
                  </a:cubicBezTo>
                  <a:cubicBezTo>
                    <a:pt x="1048" y="1031"/>
                    <a:pt x="1042" y="1025"/>
                    <a:pt x="1035" y="1025"/>
                  </a:cubicBezTo>
                  <a:close/>
                  <a:moveTo>
                    <a:pt x="1075" y="1050"/>
                  </a:moveTo>
                  <a:cubicBezTo>
                    <a:pt x="1082" y="1050"/>
                    <a:pt x="1087" y="1045"/>
                    <a:pt x="1087" y="1038"/>
                  </a:cubicBezTo>
                  <a:cubicBezTo>
                    <a:pt x="1087" y="1031"/>
                    <a:pt x="1082" y="1025"/>
                    <a:pt x="1075" y="1025"/>
                  </a:cubicBezTo>
                  <a:cubicBezTo>
                    <a:pt x="1068" y="1025"/>
                    <a:pt x="1062" y="1031"/>
                    <a:pt x="1062" y="1038"/>
                  </a:cubicBezTo>
                  <a:cubicBezTo>
                    <a:pt x="1062" y="1045"/>
                    <a:pt x="1068" y="1050"/>
                    <a:pt x="1075" y="1050"/>
                  </a:cubicBezTo>
                  <a:close/>
                  <a:moveTo>
                    <a:pt x="1587" y="1025"/>
                  </a:moveTo>
                  <a:cubicBezTo>
                    <a:pt x="1580" y="1025"/>
                    <a:pt x="1574" y="1031"/>
                    <a:pt x="1574" y="1038"/>
                  </a:cubicBezTo>
                  <a:cubicBezTo>
                    <a:pt x="1574" y="1045"/>
                    <a:pt x="1580" y="1050"/>
                    <a:pt x="1587" y="1050"/>
                  </a:cubicBezTo>
                  <a:cubicBezTo>
                    <a:pt x="1594" y="1050"/>
                    <a:pt x="1600" y="1045"/>
                    <a:pt x="1600" y="1038"/>
                  </a:cubicBezTo>
                  <a:cubicBezTo>
                    <a:pt x="1600" y="1031"/>
                    <a:pt x="1594" y="1025"/>
                    <a:pt x="1587" y="1025"/>
                  </a:cubicBezTo>
                  <a:close/>
                  <a:moveTo>
                    <a:pt x="1627" y="1025"/>
                  </a:moveTo>
                  <a:cubicBezTo>
                    <a:pt x="1620" y="1025"/>
                    <a:pt x="1614" y="1031"/>
                    <a:pt x="1614" y="1038"/>
                  </a:cubicBezTo>
                  <a:cubicBezTo>
                    <a:pt x="1614" y="1045"/>
                    <a:pt x="1620" y="1050"/>
                    <a:pt x="1627" y="1050"/>
                  </a:cubicBezTo>
                  <a:cubicBezTo>
                    <a:pt x="1634" y="1050"/>
                    <a:pt x="1639" y="1045"/>
                    <a:pt x="1639" y="1038"/>
                  </a:cubicBezTo>
                  <a:cubicBezTo>
                    <a:pt x="1639" y="1031"/>
                    <a:pt x="1634" y="1025"/>
                    <a:pt x="1627" y="1025"/>
                  </a:cubicBezTo>
                  <a:close/>
                  <a:moveTo>
                    <a:pt x="1666" y="1025"/>
                  </a:moveTo>
                  <a:cubicBezTo>
                    <a:pt x="1659" y="1025"/>
                    <a:pt x="1653" y="1031"/>
                    <a:pt x="1653" y="1038"/>
                  </a:cubicBezTo>
                  <a:cubicBezTo>
                    <a:pt x="1653" y="1045"/>
                    <a:pt x="1659" y="1050"/>
                    <a:pt x="1666" y="1050"/>
                  </a:cubicBezTo>
                  <a:cubicBezTo>
                    <a:pt x="1673" y="1050"/>
                    <a:pt x="1679" y="1045"/>
                    <a:pt x="1679" y="1038"/>
                  </a:cubicBezTo>
                  <a:cubicBezTo>
                    <a:pt x="1679" y="1031"/>
                    <a:pt x="1673" y="1025"/>
                    <a:pt x="1666" y="1025"/>
                  </a:cubicBezTo>
                  <a:close/>
                  <a:moveTo>
                    <a:pt x="1705" y="1025"/>
                  </a:moveTo>
                  <a:cubicBezTo>
                    <a:pt x="1698" y="1025"/>
                    <a:pt x="1693" y="1031"/>
                    <a:pt x="1693" y="1038"/>
                  </a:cubicBezTo>
                  <a:cubicBezTo>
                    <a:pt x="1693" y="1045"/>
                    <a:pt x="1698" y="1050"/>
                    <a:pt x="1705" y="1050"/>
                  </a:cubicBezTo>
                  <a:cubicBezTo>
                    <a:pt x="1713" y="1050"/>
                    <a:pt x="1718" y="1045"/>
                    <a:pt x="1718" y="1038"/>
                  </a:cubicBezTo>
                  <a:cubicBezTo>
                    <a:pt x="1718" y="1031"/>
                    <a:pt x="1713" y="1025"/>
                    <a:pt x="1705" y="1025"/>
                  </a:cubicBezTo>
                  <a:close/>
                  <a:moveTo>
                    <a:pt x="1745" y="1025"/>
                  </a:moveTo>
                  <a:cubicBezTo>
                    <a:pt x="1738" y="1025"/>
                    <a:pt x="1732" y="1031"/>
                    <a:pt x="1732" y="1038"/>
                  </a:cubicBezTo>
                  <a:cubicBezTo>
                    <a:pt x="1732" y="1045"/>
                    <a:pt x="1738" y="1050"/>
                    <a:pt x="1745" y="1050"/>
                  </a:cubicBezTo>
                  <a:cubicBezTo>
                    <a:pt x="1752" y="1050"/>
                    <a:pt x="1758" y="1045"/>
                    <a:pt x="1758" y="1038"/>
                  </a:cubicBezTo>
                  <a:cubicBezTo>
                    <a:pt x="1758" y="1031"/>
                    <a:pt x="1752" y="1025"/>
                    <a:pt x="1745" y="1025"/>
                  </a:cubicBezTo>
                  <a:close/>
                  <a:moveTo>
                    <a:pt x="1784" y="1025"/>
                  </a:moveTo>
                  <a:cubicBezTo>
                    <a:pt x="1777" y="1025"/>
                    <a:pt x="1772" y="1031"/>
                    <a:pt x="1772" y="1038"/>
                  </a:cubicBezTo>
                  <a:cubicBezTo>
                    <a:pt x="1772" y="1045"/>
                    <a:pt x="1777" y="1050"/>
                    <a:pt x="1784" y="1050"/>
                  </a:cubicBezTo>
                  <a:cubicBezTo>
                    <a:pt x="1791" y="1050"/>
                    <a:pt x="1797" y="1045"/>
                    <a:pt x="1797" y="1038"/>
                  </a:cubicBezTo>
                  <a:cubicBezTo>
                    <a:pt x="1797" y="1031"/>
                    <a:pt x="1791" y="1025"/>
                    <a:pt x="1784" y="1025"/>
                  </a:cubicBezTo>
                  <a:close/>
                  <a:moveTo>
                    <a:pt x="1824" y="1050"/>
                  </a:moveTo>
                  <a:cubicBezTo>
                    <a:pt x="1831" y="1050"/>
                    <a:pt x="1836" y="1045"/>
                    <a:pt x="1836" y="1038"/>
                  </a:cubicBezTo>
                  <a:cubicBezTo>
                    <a:pt x="1836" y="1031"/>
                    <a:pt x="1831" y="1025"/>
                    <a:pt x="1824" y="1025"/>
                  </a:cubicBezTo>
                  <a:cubicBezTo>
                    <a:pt x="1817" y="1025"/>
                    <a:pt x="1811" y="1031"/>
                    <a:pt x="1811" y="1038"/>
                  </a:cubicBezTo>
                  <a:cubicBezTo>
                    <a:pt x="1811" y="1045"/>
                    <a:pt x="1817" y="1050"/>
                    <a:pt x="1824" y="1050"/>
                  </a:cubicBezTo>
                  <a:close/>
                  <a:moveTo>
                    <a:pt x="1863" y="1025"/>
                  </a:moveTo>
                  <a:cubicBezTo>
                    <a:pt x="1856" y="1025"/>
                    <a:pt x="1850" y="1031"/>
                    <a:pt x="1850" y="1038"/>
                  </a:cubicBezTo>
                  <a:cubicBezTo>
                    <a:pt x="1850" y="1045"/>
                    <a:pt x="1856" y="1050"/>
                    <a:pt x="1863" y="1050"/>
                  </a:cubicBezTo>
                  <a:cubicBezTo>
                    <a:pt x="1870" y="1050"/>
                    <a:pt x="1876" y="1045"/>
                    <a:pt x="1876" y="1038"/>
                  </a:cubicBezTo>
                  <a:cubicBezTo>
                    <a:pt x="1876" y="1031"/>
                    <a:pt x="1870" y="1025"/>
                    <a:pt x="1863" y="1025"/>
                  </a:cubicBezTo>
                  <a:close/>
                  <a:moveTo>
                    <a:pt x="1903" y="1025"/>
                  </a:moveTo>
                  <a:cubicBezTo>
                    <a:pt x="1896" y="1025"/>
                    <a:pt x="1890" y="1031"/>
                    <a:pt x="1890" y="1038"/>
                  </a:cubicBezTo>
                  <a:cubicBezTo>
                    <a:pt x="1890" y="1045"/>
                    <a:pt x="1896" y="1050"/>
                    <a:pt x="1903" y="1050"/>
                  </a:cubicBezTo>
                  <a:cubicBezTo>
                    <a:pt x="1910" y="1050"/>
                    <a:pt x="1915" y="1045"/>
                    <a:pt x="1915" y="1038"/>
                  </a:cubicBezTo>
                  <a:cubicBezTo>
                    <a:pt x="1915" y="1031"/>
                    <a:pt x="1910" y="1025"/>
                    <a:pt x="1903" y="1025"/>
                  </a:cubicBezTo>
                  <a:close/>
                  <a:moveTo>
                    <a:pt x="1942" y="1050"/>
                  </a:moveTo>
                  <a:cubicBezTo>
                    <a:pt x="1949" y="1050"/>
                    <a:pt x="1955" y="1045"/>
                    <a:pt x="1955" y="1038"/>
                  </a:cubicBezTo>
                  <a:cubicBezTo>
                    <a:pt x="1955" y="1031"/>
                    <a:pt x="1949" y="1025"/>
                    <a:pt x="1942" y="1025"/>
                  </a:cubicBezTo>
                  <a:cubicBezTo>
                    <a:pt x="1935" y="1025"/>
                    <a:pt x="1929" y="1031"/>
                    <a:pt x="1929" y="1038"/>
                  </a:cubicBezTo>
                  <a:cubicBezTo>
                    <a:pt x="1929" y="1045"/>
                    <a:pt x="1935" y="1050"/>
                    <a:pt x="1942" y="1050"/>
                  </a:cubicBezTo>
                  <a:close/>
                  <a:moveTo>
                    <a:pt x="1981" y="1025"/>
                  </a:moveTo>
                  <a:cubicBezTo>
                    <a:pt x="1974" y="1025"/>
                    <a:pt x="1969" y="1031"/>
                    <a:pt x="1969" y="1038"/>
                  </a:cubicBezTo>
                  <a:cubicBezTo>
                    <a:pt x="1969" y="1045"/>
                    <a:pt x="1974" y="1050"/>
                    <a:pt x="1981" y="1050"/>
                  </a:cubicBezTo>
                  <a:cubicBezTo>
                    <a:pt x="1988" y="1050"/>
                    <a:pt x="1994" y="1045"/>
                    <a:pt x="1994" y="1038"/>
                  </a:cubicBezTo>
                  <a:cubicBezTo>
                    <a:pt x="1994" y="1031"/>
                    <a:pt x="1988" y="1025"/>
                    <a:pt x="1981" y="1025"/>
                  </a:cubicBezTo>
                  <a:close/>
                  <a:moveTo>
                    <a:pt x="2021" y="1050"/>
                  </a:moveTo>
                  <a:cubicBezTo>
                    <a:pt x="2028" y="1050"/>
                    <a:pt x="2034" y="1045"/>
                    <a:pt x="2034" y="1038"/>
                  </a:cubicBezTo>
                  <a:cubicBezTo>
                    <a:pt x="2034" y="1031"/>
                    <a:pt x="2028" y="1025"/>
                    <a:pt x="2021" y="1025"/>
                  </a:cubicBezTo>
                  <a:cubicBezTo>
                    <a:pt x="2014" y="1025"/>
                    <a:pt x="2008" y="1031"/>
                    <a:pt x="2008" y="1038"/>
                  </a:cubicBezTo>
                  <a:cubicBezTo>
                    <a:pt x="2008" y="1045"/>
                    <a:pt x="2014" y="1050"/>
                    <a:pt x="2021" y="1050"/>
                  </a:cubicBezTo>
                  <a:close/>
                  <a:moveTo>
                    <a:pt x="2060" y="1050"/>
                  </a:moveTo>
                  <a:cubicBezTo>
                    <a:pt x="2067" y="1050"/>
                    <a:pt x="2073" y="1045"/>
                    <a:pt x="2073" y="1038"/>
                  </a:cubicBezTo>
                  <a:cubicBezTo>
                    <a:pt x="2073" y="1031"/>
                    <a:pt x="2067" y="1025"/>
                    <a:pt x="2060" y="1025"/>
                  </a:cubicBezTo>
                  <a:cubicBezTo>
                    <a:pt x="2053" y="1025"/>
                    <a:pt x="2048" y="1031"/>
                    <a:pt x="2048" y="1038"/>
                  </a:cubicBezTo>
                  <a:cubicBezTo>
                    <a:pt x="2048" y="1045"/>
                    <a:pt x="2053" y="1050"/>
                    <a:pt x="2060" y="1050"/>
                  </a:cubicBezTo>
                  <a:close/>
                  <a:moveTo>
                    <a:pt x="2100" y="1025"/>
                  </a:moveTo>
                  <a:cubicBezTo>
                    <a:pt x="2093" y="1025"/>
                    <a:pt x="2087" y="1031"/>
                    <a:pt x="2087" y="1038"/>
                  </a:cubicBezTo>
                  <a:cubicBezTo>
                    <a:pt x="2087" y="1045"/>
                    <a:pt x="2093" y="1050"/>
                    <a:pt x="2100" y="1050"/>
                  </a:cubicBezTo>
                  <a:cubicBezTo>
                    <a:pt x="2107" y="1050"/>
                    <a:pt x="2112" y="1045"/>
                    <a:pt x="2112" y="1038"/>
                  </a:cubicBezTo>
                  <a:cubicBezTo>
                    <a:pt x="2112" y="1031"/>
                    <a:pt x="2107" y="1025"/>
                    <a:pt x="2100" y="1025"/>
                  </a:cubicBezTo>
                  <a:close/>
                  <a:moveTo>
                    <a:pt x="2139" y="1050"/>
                  </a:moveTo>
                  <a:cubicBezTo>
                    <a:pt x="2146" y="1050"/>
                    <a:pt x="2152" y="1045"/>
                    <a:pt x="2152" y="1038"/>
                  </a:cubicBezTo>
                  <a:cubicBezTo>
                    <a:pt x="2152" y="1031"/>
                    <a:pt x="2146" y="1025"/>
                    <a:pt x="2139" y="1025"/>
                  </a:cubicBezTo>
                  <a:cubicBezTo>
                    <a:pt x="2132" y="1025"/>
                    <a:pt x="2126" y="1031"/>
                    <a:pt x="2126" y="1038"/>
                  </a:cubicBezTo>
                  <a:cubicBezTo>
                    <a:pt x="2126" y="1045"/>
                    <a:pt x="2132" y="1050"/>
                    <a:pt x="2139" y="1050"/>
                  </a:cubicBezTo>
                  <a:close/>
                  <a:moveTo>
                    <a:pt x="2179" y="1050"/>
                  </a:moveTo>
                  <a:cubicBezTo>
                    <a:pt x="2186" y="1050"/>
                    <a:pt x="2191" y="1045"/>
                    <a:pt x="2191" y="1038"/>
                  </a:cubicBezTo>
                  <a:cubicBezTo>
                    <a:pt x="2191" y="1031"/>
                    <a:pt x="2186" y="1025"/>
                    <a:pt x="2179" y="1025"/>
                  </a:cubicBezTo>
                  <a:cubicBezTo>
                    <a:pt x="2172" y="1025"/>
                    <a:pt x="2166" y="1031"/>
                    <a:pt x="2166" y="1038"/>
                  </a:cubicBezTo>
                  <a:cubicBezTo>
                    <a:pt x="2166" y="1045"/>
                    <a:pt x="2172" y="1050"/>
                    <a:pt x="2179" y="1050"/>
                  </a:cubicBezTo>
                  <a:close/>
                  <a:moveTo>
                    <a:pt x="2977" y="1038"/>
                  </a:moveTo>
                  <a:cubicBezTo>
                    <a:pt x="2977" y="1032"/>
                    <a:pt x="2973" y="1028"/>
                    <a:pt x="2967" y="1028"/>
                  </a:cubicBezTo>
                  <a:cubicBezTo>
                    <a:pt x="2962" y="1028"/>
                    <a:pt x="2957" y="1032"/>
                    <a:pt x="2957" y="1038"/>
                  </a:cubicBezTo>
                  <a:cubicBezTo>
                    <a:pt x="2957" y="1043"/>
                    <a:pt x="2962" y="1048"/>
                    <a:pt x="2967" y="1048"/>
                  </a:cubicBezTo>
                  <a:cubicBezTo>
                    <a:pt x="2973" y="1048"/>
                    <a:pt x="2977" y="1043"/>
                    <a:pt x="2977" y="1038"/>
                  </a:cubicBezTo>
                  <a:close/>
                  <a:moveTo>
                    <a:pt x="917" y="1090"/>
                  </a:moveTo>
                  <a:cubicBezTo>
                    <a:pt x="924" y="1090"/>
                    <a:pt x="930" y="1084"/>
                    <a:pt x="930" y="1077"/>
                  </a:cubicBezTo>
                  <a:cubicBezTo>
                    <a:pt x="930" y="1070"/>
                    <a:pt x="924" y="1064"/>
                    <a:pt x="917" y="1064"/>
                  </a:cubicBezTo>
                  <a:cubicBezTo>
                    <a:pt x="910" y="1064"/>
                    <a:pt x="904" y="1070"/>
                    <a:pt x="904" y="1077"/>
                  </a:cubicBezTo>
                  <a:cubicBezTo>
                    <a:pt x="904" y="1084"/>
                    <a:pt x="910" y="1090"/>
                    <a:pt x="917" y="1090"/>
                  </a:cubicBezTo>
                  <a:close/>
                  <a:moveTo>
                    <a:pt x="956" y="1090"/>
                  </a:moveTo>
                  <a:cubicBezTo>
                    <a:pt x="963" y="1090"/>
                    <a:pt x="969" y="1084"/>
                    <a:pt x="969" y="1077"/>
                  </a:cubicBezTo>
                  <a:cubicBezTo>
                    <a:pt x="969" y="1070"/>
                    <a:pt x="963" y="1064"/>
                    <a:pt x="956" y="1064"/>
                  </a:cubicBezTo>
                  <a:cubicBezTo>
                    <a:pt x="949" y="1064"/>
                    <a:pt x="944" y="1070"/>
                    <a:pt x="944" y="1077"/>
                  </a:cubicBezTo>
                  <a:cubicBezTo>
                    <a:pt x="944" y="1084"/>
                    <a:pt x="949" y="1090"/>
                    <a:pt x="956" y="1090"/>
                  </a:cubicBezTo>
                  <a:close/>
                  <a:moveTo>
                    <a:pt x="996" y="1090"/>
                  </a:moveTo>
                  <a:cubicBezTo>
                    <a:pt x="1003" y="1090"/>
                    <a:pt x="1009" y="1084"/>
                    <a:pt x="1009" y="1077"/>
                  </a:cubicBezTo>
                  <a:cubicBezTo>
                    <a:pt x="1009" y="1070"/>
                    <a:pt x="1003" y="1064"/>
                    <a:pt x="996" y="1064"/>
                  </a:cubicBezTo>
                  <a:cubicBezTo>
                    <a:pt x="989" y="1064"/>
                    <a:pt x="983" y="1070"/>
                    <a:pt x="983" y="1077"/>
                  </a:cubicBezTo>
                  <a:cubicBezTo>
                    <a:pt x="983" y="1084"/>
                    <a:pt x="989" y="1090"/>
                    <a:pt x="996" y="1090"/>
                  </a:cubicBezTo>
                  <a:close/>
                  <a:moveTo>
                    <a:pt x="1035" y="1090"/>
                  </a:moveTo>
                  <a:cubicBezTo>
                    <a:pt x="1042" y="1090"/>
                    <a:pt x="1048" y="1084"/>
                    <a:pt x="1048" y="1077"/>
                  </a:cubicBezTo>
                  <a:cubicBezTo>
                    <a:pt x="1048" y="1070"/>
                    <a:pt x="1042" y="1064"/>
                    <a:pt x="1035" y="1064"/>
                  </a:cubicBezTo>
                  <a:cubicBezTo>
                    <a:pt x="1028" y="1064"/>
                    <a:pt x="1023" y="1070"/>
                    <a:pt x="1023" y="1077"/>
                  </a:cubicBezTo>
                  <a:cubicBezTo>
                    <a:pt x="1023" y="1084"/>
                    <a:pt x="1028" y="1090"/>
                    <a:pt x="1035" y="1090"/>
                  </a:cubicBezTo>
                  <a:close/>
                  <a:moveTo>
                    <a:pt x="1075" y="1090"/>
                  </a:moveTo>
                  <a:cubicBezTo>
                    <a:pt x="1082" y="1090"/>
                    <a:pt x="1087" y="1084"/>
                    <a:pt x="1087" y="1077"/>
                  </a:cubicBezTo>
                  <a:cubicBezTo>
                    <a:pt x="1087" y="1070"/>
                    <a:pt x="1082" y="1064"/>
                    <a:pt x="1075" y="1064"/>
                  </a:cubicBezTo>
                  <a:cubicBezTo>
                    <a:pt x="1068" y="1064"/>
                    <a:pt x="1062" y="1070"/>
                    <a:pt x="1062" y="1077"/>
                  </a:cubicBezTo>
                  <a:cubicBezTo>
                    <a:pt x="1062" y="1084"/>
                    <a:pt x="1068" y="1090"/>
                    <a:pt x="1075" y="1090"/>
                  </a:cubicBezTo>
                  <a:close/>
                  <a:moveTo>
                    <a:pt x="1114" y="1090"/>
                  </a:moveTo>
                  <a:cubicBezTo>
                    <a:pt x="1121" y="1090"/>
                    <a:pt x="1127" y="1084"/>
                    <a:pt x="1127" y="1077"/>
                  </a:cubicBezTo>
                  <a:cubicBezTo>
                    <a:pt x="1127" y="1070"/>
                    <a:pt x="1121" y="1064"/>
                    <a:pt x="1114" y="1064"/>
                  </a:cubicBezTo>
                  <a:cubicBezTo>
                    <a:pt x="1107" y="1064"/>
                    <a:pt x="1101" y="1070"/>
                    <a:pt x="1101" y="1077"/>
                  </a:cubicBezTo>
                  <a:cubicBezTo>
                    <a:pt x="1101" y="1084"/>
                    <a:pt x="1107" y="1090"/>
                    <a:pt x="1114" y="1090"/>
                  </a:cubicBezTo>
                  <a:close/>
                  <a:moveTo>
                    <a:pt x="1154" y="1090"/>
                  </a:moveTo>
                  <a:cubicBezTo>
                    <a:pt x="1161" y="1090"/>
                    <a:pt x="1166" y="1084"/>
                    <a:pt x="1166" y="1077"/>
                  </a:cubicBezTo>
                  <a:cubicBezTo>
                    <a:pt x="1166" y="1070"/>
                    <a:pt x="1161" y="1064"/>
                    <a:pt x="1154" y="1064"/>
                  </a:cubicBezTo>
                  <a:cubicBezTo>
                    <a:pt x="1147" y="1064"/>
                    <a:pt x="1141" y="1070"/>
                    <a:pt x="1141" y="1077"/>
                  </a:cubicBezTo>
                  <a:cubicBezTo>
                    <a:pt x="1141" y="1084"/>
                    <a:pt x="1147" y="1090"/>
                    <a:pt x="1154" y="1090"/>
                  </a:cubicBezTo>
                  <a:close/>
                  <a:moveTo>
                    <a:pt x="1627" y="1064"/>
                  </a:moveTo>
                  <a:cubicBezTo>
                    <a:pt x="1620" y="1064"/>
                    <a:pt x="1614" y="1070"/>
                    <a:pt x="1614" y="1077"/>
                  </a:cubicBezTo>
                  <a:cubicBezTo>
                    <a:pt x="1614" y="1084"/>
                    <a:pt x="1620" y="1090"/>
                    <a:pt x="1627" y="1090"/>
                  </a:cubicBezTo>
                  <a:cubicBezTo>
                    <a:pt x="1634" y="1090"/>
                    <a:pt x="1639" y="1084"/>
                    <a:pt x="1639" y="1077"/>
                  </a:cubicBezTo>
                  <a:cubicBezTo>
                    <a:pt x="1639" y="1070"/>
                    <a:pt x="1634" y="1064"/>
                    <a:pt x="1627" y="1064"/>
                  </a:cubicBezTo>
                  <a:close/>
                  <a:moveTo>
                    <a:pt x="1666" y="1064"/>
                  </a:moveTo>
                  <a:cubicBezTo>
                    <a:pt x="1659" y="1064"/>
                    <a:pt x="1653" y="1070"/>
                    <a:pt x="1653" y="1077"/>
                  </a:cubicBezTo>
                  <a:cubicBezTo>
                    <a:pt x="1653" y="1084"/>
                    <a:pt x="1659" y="1090"/>
                    <a:pt x="1666" y="1090"/>
                  </a:cubicBezTo>
                  <a:cubicBezTo>
                    <a:pt x="1673" y="1090"/>
                    <a:pt x="1679" y="1084"/>
                    <a:pt x="1679" y="1077"/>
                  </a:cubicBezTo>
                  <a:cubicBezTo>
                    <a:pt x="1679" y="1070"/>
                    <a:pt x="1673" y="1064"/>
                    <a:pt x="1666" y="1064"/>
                  </a:cubicBezTo>
                  <a:close/>
                  <a:moveTo>
                    <a:pt x="1784" y="1064"/>
                  </a:moveTo>
                  <a:cubicBezTo>
                    <a:pt x="1777" y="1064"/>
                    <a:pt x="1772" y="1070"/>
                    <a:pt x="1772" y="1077"/>
                  </a:cubicBezTo>
                  <a:cubicBezTo>
                    <a:pt x="1772" y="1084"/>
                    <a:pt x="1777" y="1090"/>
                    <a:pt x="1784" y="1090"/>
                  </a:cubicBezTo>
                  <a:cubicBezTo>
                    <a:pt x="1791" y="1090"/>
                    <a:pt x="1797" y="1084"/>
                    <a:pt x="1797" y="1077"/>
                  </a:cubicBezTo>
                  <a:cubicBezTo>
                    <a:pt x="1797" y="1070"/>
                    <a:pt x="1791" y="1064"/>
                    <a:pt x="1784" y="1064"/>
                  </a:cubicBezTo>
                  <a:close/>
                  <a:moveTo>
                    <a:pt x="1824" y="1090"/>
                  </a:moveTo>
                  <a:cubicBezTo>
                    <a:pt x="1831" y="1090"/>
                    <a:pt x="1836" y="1084"/>
                    <a:pt x="1836" y="1077"/>
                  </a:cubicBezTo>
                  <a:cubicBezTo>
                    <a:pt x="1836" y="1070"/>
                    <a:pt x="1831" y="1064"/>
                    <a:pt x="1824" y="1064"/>
                  </a:cubicBezTo>
                  <a:cubicBezTo>
                    <a:pt x="1817" y="1064"/>
                    <a:pt x="1811" y="1070"/>
                    <a:pt x="1811" y="1077"/>
                  </a:cubicBezTo>
                  <a:cubicBezTo>
                    <a:pt x="1811" y="1084"/>
                    <a:pt x="1817" y="1090"/>
                    <a:pt x="1824" y="1090"/>
                  </a:cubicBezTo>
                  <a:close/>
                  <a:moveTo>
                    <a:pt x="1863" y="1090"/>
                  </a:moveTo>
                  <a:cubicBezTo>
                    <a:pt x="1870" y="1090"/>
                    <a:pt x="1876" y="1084"/>
                    <a:pt x="1876" y="1077"/>
                  </a:cubicBezTo>
                  <a:cubicBezTo>
                    <a:pt x="1876" y="1070"/>
                    <a:pt x="1870" y="1064"/>
                    <a:pt x="1863" y="1064"/>
                  </a:cubicBezTo>
                  <a:cubicBezTo>
                    <a:pt x="1856" y="1064"/>
                    <a:pt x="1850" y="1070"/>
                    <a:pt x="1850" y="1077"/>
                  </a:cubicBezTo>
                  <a:cubicBezTo>
                    <a:pt x="1850" y="1084"/>
                    <a:pt x="1856" y="1090"/>
                    <a:pt x="1863" y="1090"/>
                  </a:cubicBezTo>
                  <a:close/>
                  <a:moveTo>
                    <a:pt x="1903" y="1090"/>
                  </a:moveTo>
                  <a:cubicBezTo>
                    <a:pt x="1910" y="1090"/>
                    <a:pt x="1915" y="1084"/>
                    <a:pt x="1915" y="1077"/>
                  </a:cubicBezTo>
                  <a:cubicBezTo>
                    <a:pt x="1915" y="1070"/>
                    <a:pt x="1910" y="1064"/>
                    <a:pt x="1903" y="1064"/>
                  </a:cubicBezTo>
                  <a:cubicBezTo>
                    <a:pt x="1896" y="1064"/>
                    <a:pt x="1890" y="1070"/>
                    <a:pt x="1890" y="1077"/>
                  </a:cubicBezTo>
                  <a:cubicBezTo>
                    <a:pt x="1890" y="1084"/>
                    <a:pt x="1896" y="1090"/>
                    <a:pt x="1903" y="1090"/>
                  </a:cubicBezTo>
                  <a:close/>
                  <a:moveTo>
                    <a:pt x="1942" y="1090"/>
                  </a:moveTo>
                  <a:cubicBezTo>
                    <a:pt x="1949" y="1090"/>
                    <a:pt x="1955" y="1084"/>
                    <a:pt x="1955" y="1077"/>
                  </a:cubicBezTo>
                  <a:cubicBezTo>
                    <a:pt x="1955" y="1070"/>
                    <a:pt x="1949" y="1064"/>
                    <a:pt x="1942" y="1064"/>
                  </a:cubicBezTo>
                  <a:cubicBezTo>
                    <a:pt x="1935" y="1064"/>
                    <a:pt x="1929" y="1070"/>
                    <a:pt x="1929" y="1077"/>
                  </a:cubicBezTo>
                  <a:cubicBezTo>
                    <a:pt x="1929" y="1084"/>
                    <a:pt x="1935" y="1090"/>
                    <a:pt x="1942" y="1090"/>
                  </a:cubicBezTo>
                  <a:close/>
                  <a:moveTo>
                    <a:pt x="1981" y="1090"/>
                  </a:moveTo>
                  <a:cubicBezTo>
                    <a:pt x="1988" y="1090"/>
                    <a:pt x="1994" y="1084"/>
                    <a:pt x="1994" y="1077"/>
                  </a:cubicBezTo>
                  <a:cubicBezTo>
                    <a:pt x="1994" y="1070"/>
                    <a:pt x="1988" y="1064"/>
                    <a:pt x="1981" y="1064"/>
                  </a:cubicBezTo>
                  <a:cubicBezTo>
                    <a:pt x="1974" y="1064"/>
                    <a:pt x="1969" y="1070"/>
                    <a:pt x="1969" y="1077"/>
                  </a:cubicBezTo>
                  <a:cubicBezTo>
                    <a:pt x="1969" y="1084"/>
                    <a:pt x="1974" y="1090"/>
                    <a:pt x="1981" y="1090"/>
                  </a:cubicBezTo>
                  <a:close/>
                  <a:moveTo>
                    <a:pt x="2008" y="1077"/>
                  </a:moveTo>
                  <a:cubicBezTo>
                    <a:pt x="2008" y="1084"/>
                    <a:pt x="2014" y="1090"/>
                    <a:pt x="2021" y="1090"/>
                  </a:cubicBezTo>
                  <a:cubicBezTo>
                    <a:pt x="2028" y="1090"/>
                    <a:pt x="2034" y="1084"/>
                    <a:pt x="2034" y="1077"/>
                  </a:cubicBezTo>
                  <a:cubicBezTo>
                    <a:pt x="2034" y="1070"/>
                    <a:pt x="2028" y="1064"/>
                    <a:pt x="2021" y="1064"/>
                  </a:cubicBezTo>
                  <a:cubicBezTo>
                    <a:pt x="2014" y="1064"/>
                    <a:pt x="2008" y="1070"/>
                    <a:pt x="2008" y="1077"/>
                  </a:cubicBezTo>
                  <a:close/>
                  <a:moveTo>
                    <a:pt x="2060" y="1090"/>
                  </a:moveTo>
                  <a:cubicBezTo>
                    <a:pt x="2067" y="1090"/>
                    <a:pt x="2073" y="1084"/>
                    <a:pt x="2073" y="1077"/>
                  </a:cubicBezTo>
                  <a:cubicBezTo>
                    <a:pt x="2073" y="1070"/>
                    <a:pt x="2067" y="1064"/>
                    <a:pt x="2060" y="1064"/>
                  </a:cubicBezTo>
                  <a:cubicBezTo>
                    <a:pt x="2053" y="1064"/>
                    <a:pt x="2048" y="1070"/>
                    <a:pt x="2048" y="1077"/>
                  </a:cubicBezTo>
                  <a:cubicBezTo>
                    <a:pt x="2048" y="1084"/>
                    <a:pt x="2053" y="1090"/>
                    <a:pt x="2060" y="1090"/>
                  </a:cubicBezTo>
                  <a:close/>
                  <a:moveTo>
                    <a:pt x="2100" y="1090"/>
                  </a:moveTo>
                  <a:cubicBezTo>
                    <a:pt x="2107" y="1090"/>
                    <a:pt x="2112" y="1084"/>
                    <a:pt x="2112" y="1077"/>
                  </a:cubicBezTo>
                  <a:cubicBezTo>
                    <a:pt x="2112" y="1070"/>
                    <a:pt x="2107" y="1064"/>
                    <a:pt x="2100" y="1064"/>
                  </a:cubicBezTo>
                  <a:cubicBezTo>
                    <a:pt x="2093" y="1064"/>
                    <a:pt x="2087" y="1070"/>
                    <a:pt x="2087" y="1077"/>
                  </a:cubicBezTo>
                  <a:cubicBezTo>
                    <a:pt x="2087" y="1084"/>
                    <a:pt x="2093" y="1090"/>
                    <a:pt x="2100" y="1090"/>
                  </a:cubicBezTo>
                  <a:close/>
                  <a:moveTo>
                    <a:pt x="2139" y="1090"/>
                  </a:moveTo>
                  <a:cubicBezTo>
                    <a:pt x="2146" y="1090"/>
                    <a:pt x="2152" y="1084"/>
                    <a:pt x="2152" y="1077"/>
                  </a:cubicBezTo>
                  <a:cubicBezTo>
                    <a:pt x="2152" y="1070"/>
                    <a:pt x="2146" y="1064"/>
                    <a:pt x="2139" y="1064"/>
                  </a:cubicBezTo>
                  <a:cubicBezTo>
                    <a:pt x="2132" y="1064"/>
                    <a:pt x="2126" y="1070"/>
                    <a:pt x="2126" y="1077"/>
                  </a:cubicBezTo>
                  <a:cubicBezTo>
                    <a:pt x="2126" y="1084"/>
                    <a:pt x="2132" y="1090"/>
                    <a:pt x="2139" y="1090"/>
                  </a:cubicBezTo>
                  <a:close/>
                  <a:moveTo>
                    <a:pt x="2179" y="1064"/>
                  </a:moveTo>
                  <a:cubicBezTo>
                    <a:pt x="2172" y="1064"/>
                    <a:pt x="2166" y="1070"/>
                    <a:pt x="2166" y="1077"/>
                  </a:cubicBezTo>
                  <a:cubicBezTo>
                    <a:pt x="2166" y="1084"/>
                    <a:pt x="2172" y="1090"/>
                    <a:pt x="2179" y="1090"/>
                  </a:cubicBezTo>
                  <a:cubicBezTo>
                    <a:pt x="2186" y="1090"/>
                    <a:pt x="2191" y="1084"/>
                    <a:pt x="2191" y="1077"/>
                  </a:cubicBezTo>
                  <a:cubicBezTo>
                    <a:pt x="2191" y="1070"/>
                    <a:pt x="2186" y="1064"/>
                    <a:pt x="2179" y="1064"/>
                  </a:cubicBezTo>
                  <a:close/>
                  <a:moveTo>
                    <a:pt x="2730" y="1064"/>
                  </a:moveTo>
                  <a:cubicBezTo>
                    <a:pt x="2723" y="1064"/>
                    <a:pt x="2718" y="1070"/>
                    <a:pt x="2718" y="1077"/>
                  </a:cubicBezTo>
                  <a:cubicBezTo>
                    <a:pt x="2718" y="1084"/>
                    <a:pt x="2723" y="1090"/>
                    <a:pt x="2730" y="1090"/>
                  </a:cubicBezTo>
                  <a:cubicBezTo>
                    <a:pt x="2738" y="1090"/>
                    <a:pt x="2743" y="1084"/>
                    <a:pt x="2743" y="1077"/>
                  </a:cubicBezTo>
                  <a:cubicBezTo>
                    <a:pt x="2743" y="1070"/>
                    <a:pt x="2738" y="1064"/>
                    <a:pt x="2730" y="1064"/>
                  </a:cubicBezTo>
                  <a:close/>
                  <a:moveTo>
                    <a:pt x="2888" y="1090"/>
                  </a:moveTo>
                  <a:cubicBezTo>
                    <a:pt x="2895" y="1090"/>
                    <a:pt x="2901" y="1084"/>
                    <a:pt x="2901" y="1077"/>
                  </a:cubicBezTo>
                  <a:cubicBezTo>
                    <a:pt x="2901" y="1070"/>
                    <a:pt x="2895" y="1064"/>
                    <a:pt x="2888" y="1064"/>
                  </a:cubicBezTo>
                  <a:cubicBezTo>
                    <a:pt x="2881" y="1064"/>
                    <a:pt x="2875" y="1070"/>
                    <a:pt x="2875" y="1077"/>
                  </a:cubicBezTo>
                  <a:cubicBezTo>
                    <a:pt x="2875" y="1084"/>
                    <a:pt x="2881" y="1090"/>
                    <a:pt x="2888" y="1090"/>
                  </a:cubicBezTo>
                  <a:close/>
                  <a:moveTo>
                    <a:pt x="917" y="1129"/>
                  </a:moveTo>
                  <a:cubicBezTo>
                    <a:pt x="924" y="1129"/>
                    <a:pt x="930" y="1124"/>
                    <a:pt x="930" y="1117"/>
                  </a:cubicBezTo>
                  <a:cubicBezTo>
                    <a:pt x="930" y="1110"/>
                    <a:pt x="924" y="1104"/>
                    <a:pt x="917" y="1104"/>
                  </a:cubicBezTo>
                  <a:cubicBezTo>
                    <a:pt x="910" y="1104"/>
                    <a:pt x="904" y="1110"/>
                    <a:pt x="904" y="1117"/>
                  </a:cubicBezTo>
                  <a:cubicBezTo>
                    <a:pt x="904" y="1124"/>
                    <a:pt x="910" y="1129"/>
                    <a:pt x="917" y="1129"/>
                  </a:cubicBezTo>
                  <a:close/>
                  <a:moveTo>
                    <a:pt x="956" y="1129"/>
                  </a:moveTo>
                  <a:cubicBezTo>
                    <a:pt x="963" y="1129"/>
                    <a:pt x="969" y="1124"/>
                    <a:pt x="969" y="1117"/>
                  </a:cubicBezTo>
                  <a:cubicBezTo>
                    <a:pt x="969" y="1110"/>
                    <a:pt x="963" y="1104"/>
                    <a:pt x="956" y="1104"/>
                  </a:cubicBezTo>
                  <a:cubicBezTo>
                    <a:pt x="949" y="1104"/>
                    <a:pt x="944" y="1110"/>
                    <a:pt x="944" y="1117"/>
                  </a:cubicBezTo>
                  <a:cubicBezTo>
                    <a:pt x="944" y="1124"/>
                    <a:pt x="949" y="1129"/>
                    <a:pt x="956" y="1129"/>
                  </a:cubicBezTo>
                  <a:close/>
                  <a:moveTo>
                    <a:pt x="996" y="1129"/>
                  </a:moveTo>
                  <a:cubicBezTo>
                    <a:pt x="1003" y="1129"/>
                    <a:pt x="1009" y="1124"/>
                    <a:pt x="1009" y="1117"/>
                  </a:cubicBezTo>
                  <a:cubicBezTo>
                    <a:pt x="1009" y="1110"/>
                    <a:pt x="1003" y="1104"/>
                    <a:pt x="996" y="1104"/>
                  </a:cubicBezTo>
                  <a:cubicBezTo>
                    <a:pt x="989" y="1104"/>
                    <a:pt x="983" y="1110"/>
                    <a:pt x="983" y="1117"/>
                  </a:cubicBezTo>
                  <a:cubicBezTo>
                    <a:pt x="983" y="1124"/>
                    <a:pt x="989" y="1129"/>
                    <a:pt x="996" y="1129"/>
                  </a:cubicBezTo>
                  <a:close/>
                  <a:moveTo>
                    <a:pt x="1035" y="1129"/>
                  </a:moveTo>
                  <a:cubicBezTo>
                    <a:pt x="1042" y="1129"/>
                    <a:pt x="1048" y="1124"/>
                    <a:pt x="1048" y="1117"/>
                  </a:cubicBezTo>
                  <a:cubicBezTo>
                    <a:pt x="1048" y="1110"/>
                    <a:pt x="1042" y="1104"/>
                    <a:pt x="1035" y="1104"/>
                  </a:cubicBezTo>
                  <a:cubicBezTo>
                    <a:pt x="1028" y="1104"/>
                    <a:pt x="1023" y="1110"/>
                    <a:pt x="1023" y="1117"/>
                  </a:cubicBezTo>
                  <a:cubicBezTo>
                    <a:pt x="1023" y="1124"/>
                    <a:pt x="1028" y="1129"/>
                    <a:pt x="1035" y="1129"/>
                  </a:cubicBezTo>
                  <a:close/>
                  <a:moveTo>
                    <a:pt x="1075" y="1129"/>
                  </a:moveTo>
                  <a:cubicBezTo>
                    <a:pt x="1082" y="1129"/>
                    <a:pt x="1087" y="1124"/>
                    <a:pt x="1087" y="1117"/>
                  </a:cubicBezTo>
                  <a:cubicBezTo>
                    <a:pt x="1087" y="1110"/>
                    <a:pt x="1082" y="1104"/>
                    <a:pt x="1075" y="1104"/>
                  </a:cubicBezTo>
                  <a:cubicBezTo>
                    <a:pt x="1068" y="1104"/>
                    <a:pt x="1062" y="1110"/>
                    <a:pt x="1062" y="1117"/>
                  </a:cubicBezTo>
                  <a:cubicBezTo>
                    <a:pt x="1062" y="1124"/>
                    <a:pt x="1068" y="1129"/>
                    <a:pt x="1075" y="1129"/>
                  </a:cubicBezTo>
                  <a:close/>
                  <a:moveTo>
                    <a:pt x="1114" y="1129"/>
                  </a:moveTo>
                  <a:cubicBezTo>
                    <a:pt x="1121" y="1129"/>
                    <a:pt x="1127" y="1124"/>
                    <a:pt x="1127" y="1117"/>
                  </a:cubicBezTo>
                  <a:cubicBezTo>
                    <a:pt x="1127" y="1110"/>
                    <a:pt x="1121" y="1104"/>
                    <a:pt x="1114" y="1104"/>
                  </a:cubicBezTo>
                  <a:cubicBezTo>
                    <a:pt x="1107" y="1104"/>
                    <a:pt x="1101" y="1110"/>
                    <a:pt x="1101" y="1117"/>
                  </a:cubicBezTo>
                  <a:cubicBezTo>
                    <a:pt x="1101" y="1124"/>
                    <a:pt x="1107" y="1129"/>
                    <a:pt x="1114" y="1129"/>
                  </a:cubicBezTo>
                  <a:close/>
                  <a:moveTo>
                    <a:pt x="1154" y="1129"/>
                  </a:moveTo>
                  <a:cubicBezTo>
                    <a:pt x="1161" y="1129"/>
                    <a:pt x="1166" y="1124"/>
                    <a:pt x="1166" y="1117"/>
                  </a:cubicBezTo>
                  <a:cubicBezTo>
                    <a:pt x="1166" y="1110"/>
                    <a:pt x="1161" y="1104"/>
                    <a:pt x="1154" y="1104"/>
                  </a:cubicBezTo>
                  <a:cubicBezTo>
                    <a:pt x="1146" y="1104"/>
                    <a:pt x="1141" y="1110"/>
                    <a:pt x="1141" y="1117"/>
                  </a:cubicBezTo>
                  <a:cubicBezTo>
                    <a:pt x="1141" y="1124"/>
                    <a:pt x="1146" y="1129"/>
                    <a:pt x="1154" y="1129"/>
                  </a:cubicBezTo>
                  <a:close/>
                  <a:moveTo>
                    <a:pt x="1824" y="1104"/>
                  </a:moveTo>
                  <a:cubicBezTo>
                    <a:pt x="1817" y="1104"/>
                    <a:pt x="1811" y="1110"/>
                    <a:pt x="1811" y="1117"/>
                  </a:cubicBezTo>
                  <a:cubicBezTo>
                    <a:pt x="1811" y="1124"/>
                    <a:pt x="1817" y="1129"/>
                    <a:pt x="1824" y="1129"/>
                  </a:cubicBezTo>
                  <a:cubicBezTo>
                    <a:pt x="1831" y="1129"/>
                    <a:pt x="1836" y="1124"/>
                    <a:pt x="1836" y="1117"/>
                  </a:cubicBezTo>
                  <a:cubicBezTo>
                    <a:pt x="1836" y="1110"/>
                    <a:pt x="1831" y="1104"/>
                    <a:pt x="1824" y="1104"/>
                  </a:cubicBezTo>
                  <a:close/>
                  <a:moveTo>
                    <a:pt x="1863" y="1104"/>
                  </a:moveTo>
                  <a:cubicBezTo>
                    <a:pt x="1856" y="1104"/>
                    <a:pt x="1850" y="1110"/>
                    <a:pt x="1850" y="1117"/>
                  </a:cubicBezTo>
                  <a:cubicBezTo>
                    <a:pt x="1850" y="1124"/>
                    <a:pt x="1856" y="1129"/>
                    <a:pt x="1863" y="1129"/>
                  </a:cubicBezTo>
                  <a:cubicBezTo>
                    <a:pt x="1870" y="1129"/>
                    <a:pt x="1876" y="1124"/>
                    <a:pt x="1876" y="1117"/>
                  </a:cubicBezTo>
                  <a:cubicBezTo>
                    <a:pt x="1876" y="1110"/>
                    <a:pt x="1870" y="1104"/>
                    <a:pt x="1863" y="1104"/>
                  </a:cubicBezTo>
                  <a:close/>
                  <a:moveTo>
                    <a:pt x="1903" y="1104"/>
                  </a:moveTo>
                  <a:cubicBezTo>
                    <a:pt x="1896" y="1104"/>
                    <a:pt x="1890" y="1110"/>
                    <a:pt x="1890" y="1117"/>
                  </a:cubicBezTo>
                  <a:cubicBezTo>
                    <a:pt x="1890" y="1124"/>
                    <a:pt x="1896" y="1129"/>
                    <a:pt x="1903" y="1129"/>
                  </a:cubicBezTo>
                  <a:cubicBezTo>
                    <a:pt x="1910" y="1129"/>
                    <a:pt x="1915" y="1124"/>
                    <a:pt x="1915" y="1117"/>
                  </a:cubicBezTo>
                  <a:cubicBezTo>
                    <a:pt x="1915" y="1110"/>
                    <a:pt x="1910" y="1104"/>
                    <a:pt x="1903" y="1104"/>
                  </a:cubicBezTo>
                  <a:close/>
                  <a:moveTo>
                    <a:pt x="1942" y="1129"/>
                  </a:moveTo>
                  <a:cubicBezTo>
                    <a:pt x="1949" y="1129"/>
                    <a:pt x="1955" y="1124"/>
                    <a:pt x="1955" y="1117"/>
                  </a:cubicBezTo>
                  <a:cubicBezTo>
                    <a:pt x="1955" y="1110"/>
                    <a:pt x="1949" y="1104"/>
                    <a:pt x="1942" y="1104"/>
                  </a:cubicBezTo>
                  <a:cubicBezTo>
                    <a:pt x="1935" y="1104"/>
                    <a:pt x="1929" y="1110"/>
                    <a:pt x="1929" y="1117"/>
                  </a:cubicBezTo>
                  <a:cubicBezTo>
                    <a:pt x="1929" y="1124"/>
                    <a:pt x="1935" y="1129"/>
                    <a:pt x="1942" y="1129"/>
                  </a:cubicBezTo>
                  <a:close/>
                  <a:moveTo>
                    <a:pt x="1981" y="1104"/>
                  </a:moveTo>
                  <a:cubicBezTo>
                    <a:pt x="1974" y="1104"/>
                    <a:pt x="1969" y="1110"/>
                    <a:pt x="1969" y="1117"/>
                  </a:cubicBezTo>
                  <a:cubicBezTo>
                    <a:pt x="1969" y="1124"/>
                    <a:pt x="1974" y="1129"/>
                    <a:pt x="1981" y="1129"/>
                  </a:cubicBezTo>
                  <a:cubicBezTo>
                    <a:pt x="1988" y="1129"/>
                    <a:pt x="1994" y="1124"/>
                    <a:pt x="1994" y="1117"/>
                  </a:cubicBezTo>
                  <a:cubicBezTo>
                    <a:pt x="1994" y="1110"/>
                    <a:pt x="1988" y="1104"/>
                    <a:pt x="1981" y="1104"/>
                  </a:cubicBezTo>
                  <a:close/>
                  <a:moveTo>
                    <a:pt x="2021" y="1129"/>
                  </a:moveTo>
                  <a:cubicBezTo>
                    <a:pt x="2028" y="1129"/>
                    <a:pt x="2034" y="1124"/>
                    <a:pt x="2034" y="1117"/>
                  </a:cubicBezTo>
                  <a:cubicBezTo>
                    <a:pt x="2034" y="1110"/>
                    <a:pt x="2028" y="1104"/>
                    <a:pt x="2021" y="1104"/>
                  </a:cubicBezTo>
                  <a:cubicBezTo>
                    <a:pt x="2014" y="1104"/>
                    <a:pt x="2008" y="1110"/>
                    <a:pt x="2008" y="1117"/>
                  </a:cubicBezTo>
                  <a:cubicBezTo>
                    <a:pt x="2008" y="1124"/>
                    <a:pt x="2014" y="1129"/>
                    <a:pt x="2021" y="1129"/>
                  </a:cubicBezTo>
                  <a:close/>
                  <a:moveTo>
                    <a:pt x="2060" y="1129"/>
                  </a:moveTo>
                  <a:cubicBezTo>
                    <a:pt x="2067" y="1129"/>
                    <a:pt x="2073" y="1124"/>
                    <a:pt x="2073" y="1117"/>
                  </a:cubicBezTo>
                  <a:cubicBezTo>
                    <a:pt x="2073" y="1110"/>
                    <a:pt x="2067" y="1104"/>
                    <a:pt x="2060" y="1104"/>
                  </a:cubicBezTo>
                  <a:cubicBezTo>
                    <a:pt x="2053" y="1104"/>
                    <a:pt x="2048" y="1110"/>
                    <a:pt x="2048" y="1117"/>
                  </a:cubicBezTo>
                  <a:cubicBezTo>
                    <a:pt x="2048" y="1124"/>
                    <a:pt x="2053" y="1129"/>
                    <a:pt x="2060" y="1129"/>
                  </a:cubicBezTo>
                  <a:close/>
                  <a:moveTo>
                    <a:pt x="2100" y="1129"/>
                  </a:moveTo>
                  <a:cubicBezTo>
                    <a:pt x="2107" y="1129"/>
                    <a:pt x="2112" y="1124"/>
                    <a:pt x="2112" y="1117"/>
                  </a:cubicBezTo>
                  <a:cubicBezTo>
                    <a:pt x="2112" y="1110"/>
                    <a:pt x="2107" y="1104"/>
                    <a:pt x="2100" y="1104"/>
                  </a:cubicBezTo>
                  <a:cubicBezTo>
                    <a:pt x="2093" y="1104"/>
                    <a:pt x="2087" y="1110"/>
                    <a:pt x="2087" y="1117"/>
                  </a:cubicBezTo>
                  <a:cubicBezTo>
                    <a:pt x="2087" y="1124"/>
                    <a:pt x="2093" y="1129"/>
                    <a:pt x="2100" y="1129"/>
                  </a:cubicBezTo>
                  <a:close/>
                  <a:moveTo>
                    <a:pt x="2139" y="1129"/>
                  </a:moveTo>
                  <a:cubicBezTo>
                    <a:pt x="2146" y="1129"/>
                    <a:pt x="2152" y="1124"/>
                    <a:pt x="2152" y="1117"/>
                  </a:cubicBezTo>
                  <a:cubicBezTo>
                    <a:pt x="2152" y="1110"/>
                    <a:pt x="2146" y="1104"/>
                    <a:pt x="2139" y="1104"/>
                  </a:cubicBezTo>
                  <a:cubicBezTo>
                    <a:pt x="2132" y="1104"/>
                    <a:pt x="2126" y="1110"/>
                    <a:pt x="2126" y="1117"/>
                  </a:cubicBezTo>
                  <a:cubicBezTo>
                    <a:pt x="2126" y="1124"/>
                    <a:pt x="2132" y="1129"/>
                    <a:pt x="2139" y="1129"/>
                  </a:cubicBezTo>
                  <a:close/>
                  <a:moveTo>
                    <a:pt x="2730" y="1104"/>
                  </a:moveTo>
                  <a:cubicBezTo>
                    <a:pt x="2723" y="1104"/>
                    <a:pt x="2718" y="1110"/>
                    <a:pt x="2718" y="1117"/>
                  </a:cubicBezTo>
                  <a:cubicBezTo>
                    <a:pt x="2718" y="1124"/>
                    <a:pt x="2723" y="1129"/>
                    <a:pt x="2730" y="1129"/>
                  </a:cubicBezTo>
                  <a:cubicBezTo>
                    <a:pt x="2738" y="1129"/>
                    <a:pt x="2743" y="1124"/>
                    <a:pt x="2743" y="1117"/>
                  </a:cubicBezTo>
                  <a:cubicBezTo>
                    <a:pt x="2743" y="1110"/>
                    <a:pt x="2738" y="1104"/>
                    <a:pt x="2730" y="1104"/>
                  </a:cubicBezTo>
                  <a:close/>
                  <a:moveTo>
                    <a:pt x="2809" y="1104"/>
                  </a:moveTo>
                  <a:cubicBezTo>
                    <a:pt x="2802" y="1104"/>
                    <a:pt x="2797" y="1110"/>
                    <a:pt x="2797" y="1117"/>
                  </a:cubicBezTo>
                  <a:cubicBezTo>
                    <a:pt x="2797" y="1124"/>
                    <a:pt x="2802" y="1129"/>
                    <a:pt x="2809" y="1129"/>
                  </a:cubicBezTo>
                  <a:cubicBezTo>
                    <a:pt x="2816" y="1129"/>
                    <a:pt x="2822" y="1124"/>
                    <a:pt x="2822" y="1117"/>
                  </a:cubicBezTo>
                  <a:cubicBezTo>
                    <a:pt x="2822" y="1110"/>
                    <a:pt x="2816" y="1104"/>
                    <a:pt x="2809" y="1104"/>
                  </a:cubicBezTo>
                  <a:close/>
                  <a:moveTo>
                    <a:pt x="2849" y="1104"/>
                  </a:moveTo>
                  <a:cubicBezTo>
                    <a:pt x="2842" y="1104"/>
                    <a:pt x="2836" y="1110"/>
                    <a:pt x="2836" y="1117"/>
                  </a:cubicBezTo>
                  <a:cubicBezTo>
                    <a:pt x="2836" y="1124"/>
                    <a:pt x="2842" y="1129"/>
                    <a:pt x="2849" y="1129"/>
                  </a:cubicBezTo>
                  <a:cubicBezTo>
                    <a:pt x="2856" y="1129"/>
                    <a:pt x="2862" y="1124"/>
                    <a:pt x="2862" y="1117"/>
                  </a:cubicBezTo>
                  <a:cubicBezTo>
                    <a:pt x="2862" y="1110"/>
                    <a:pt x="2856" y="1104"/>
                    <a:pt x="2849" y="1104"/>
                  </a:cubicBezTo>
                  <a:close/>
                  <a:moveTo>
                    <a:pt x="2888" y="1129"/>
                  </a:moveTo>
                  <a:cubicBezTo>
                    <a:pt x="2895" y="1129"/>
                    <a:pt x="2901" y="1124"/>
                    <a:pt x="2901" y="1117"/>
                  </a:cubicBezTo>
                  <a:cubicBezTo>
                    <a:pt x="2901" y="1110"/>
                    <a:pt x="2895" y="1104"/>
                    <a:pt x="2888" y="1104"/>
                  </a:cubicBezTo>
                  <a:cubicBezTo>
                    <a:pt x="2881" y="1104"/>
                    <a:pt x="2875" y="1110"/>
                    <a:pt x="2875" y="1117"/>
                  </a:cubicBezTo>
                  <a:cubicBezTo>
                    <a:pt x="2875" y="1124"/>
                    <a:pt x="2881" y="1129"/>
                    <a:pt x="2888" y="1129"/>
                  </a:cubicBezTo>
                  <a:close/>
                  <a:moveTo>
                    <a:pt x="2919" y="1117"/>
                  </a:moveTo>
                  <a:cubicBezTo>
                    <a:pt x="2919" y="1121"/>
                    <a:pt x="2923" y="1125"/>
                    <a:pt x="2928" y="1125"/>
                  </a:cubicBezTo>
                  <a:cubicBezTo>
                    <a:pt x="2932" y="1125"/>
                    <a:pt x="2936" y="1121"/>
                    <a:pt x="2936" y="1117"/>
                  </a:cubicBezTo>
                  <a:cubicBezTo>
                    <a:pt x="2936" y="1112"/>
                    <a:pt x="2932" y="1108"/>
                    <a:pt x="2928" y="1108"/>
                  </a:cubicBezTo>
                  <a:cubicBezTo>
                    <a:pt x="2923" y="1108"/>
                    <a:pt x="2919" y="1112"/>
                    <a:pt x="2919" y="1117"/>
                  </a:cubicBezTo>
                  <a:close/>
                  <a:moveTo>
                    <a:pt x="882" y="1156"/>
                  </a:moveTo>
                  <a:cubicBezTo>
                    <a:pt x="882" y="1154"/>
                    <a:pt x="880" y="1152"/>
                    <a:pt x="878" y="1152"/>
                  </a:cubicBezTo>
                  <a:cubicBezTo>
                    <a:pt x="875" y="1152"/>
                    <a:pt x="873" y="1154"/>
                    <a:pt x="873" y="1156"/>
                  </a:cubicBezTo>
                  <a:cubicBezTo>
                    <a:pt x="873" y="1158"/>
                    <a:pt x="875" y="1160"/>
                    <a:pt x="878" y="1160"/>
                  </a:cubicBezTo>
                  <a:cubicBezTo>
                    <a:pt x="880" y="1160"/>
                    <a:pt x="882" y="1158"/>
                    <a:pt x="882" y="1156"/>
                  </a:cubicBezTo>
                  <a:close/>
                  <a:moveTo>
                    <a:pt x="917" y="1169"/>
                  </a:moveTo>
                  <a:cubicBezTo>
                    <a:pt x="924" y="1169"/>
                    <a:pt x="930" y="1163"/>
                    <a:pt x="930" y="1156"/>
                  </a:cubicBezTo>
                  <a:cubicBezTo>
                    <a:pt x="930" y="1149"/>
                    <a:pt x="924" y="1143"/>
                    <a:pt x="917" y="1143"/>
                  </a:cubicBezTo>
                  <a:cubicBezTo>
                    <a:pt x="910" y="1143"/>
                    <a:pt x="904" y="1149"/>
                    <a:pt x="904" y="1156"/>
                  </a:cubicBezTo>
                  <a:cubicBezTo>
                    <a:pt x="904" y="1163"/>
                    <a:pt x="910" y="1169"/>
                    <a:pt x="917" y="1169"/>
                  </a:cubicBezTo>
                  <a:close/>
                  <a:moveTo>
                    <a:pt x="956" y="1169"/>
                  </a:moveTo>
                  <a:cubicBezTo>
                    <a:pt x="963" y="1169"/>
                    <a:pt x="969" y="1163"/>
                    <a:pt x="969" y="1156"/>
                  </a:cubicBezTo>
                  <a:cubicBezTo>
                    <a:pt x="969" y="1149"/>
                    <a:pt x="963" y="1143"/>
                    <a:pt x="956" y="1143"/>
                  </a:cubicBezTo>
                  <a:cubicBezTo>
                    <a:pt x="949" y="1143"/>
                    <a:pt x="944" y="1149"/>
                    <a:pt x="944" y="1156"/>
                  </a:cubicBezTo>
                  <a:cubicBezTo>
                    <a:pt x="944" y="1163"/>
                    <a:pt x="949" y="1169"/>
                    <a:pt x="956" y="1169"/>
                  </a:cubicBezTo>
                  <a:close/>
                  <a:moveTo>
                    <a:pt x="996" y="1169"/>
                  </a:moveTo>
                  <a:cubicBezTo>
                    <a:pt x="1003" y="1169"/>
                    <a:pt x="1009" y="1163"/>
                    <a:pt x="1009" y="1156"/>
                  </a:cubicBezTo>
                  <a:cubicBezTo>
                    <a:pt x="1009" y="1149"/>
                    <a:pt x="1003" y="1143"/>
                    <a:pt x="996" y="1143"/>
                  </a:cubicBezTo>
                  <a:cubicBezTo>
                    <a:pt x="989" y="1143"/>
                    <a:pt x="983" y="1149"/>
                    <a:pt x="983" y="1156"/>
                  </a:cubicBezTo>
                  <a:cubicBezTo>
                    <a:pt x="983" y="1163"/>
                    <a:pt x="989" y="1169"/>
                    <a:pt x="996" y="1169"/>
                  </a:cubicBezTo>
                  <a:close/>
                  <a:moveTo>
                    <a:pt x="1035" y="1169"/>
                  </a:moveTo>
                  <a:cubicBezTo>
                    <a:pt x="1042" y="1169"/>
                    <a:pt x="1048" y="1163"/>
                    <a:pt x="1048" y="1156"/>
                  </a:cubicBezTo>
                  <a:cubicBezTo>
                    <a:pt x="1048" y="1149"/>
                    <a:pt x="1042" y="1143"/>
                    <a:pt x="1035" y="1143"/>
                  </a:cubicBezTo>
                  <a:cubicBezTo>
                    <a:pt x="1028" y="1143"/>
                    <a:pt x="1023" y="1149"/>
                    <a:pt x="1023" y="1156"/>
                  </a:cubicBezTo>
                  <a:cubicBezTo>
                    <a:pt x="1023" y="1163"/>
                    <a:pt x="1028" y="1169"/>
                    <a:pt x="1035" y="1169"/>
                  </a:cubicBezTo>
                  <a:close/>
                  <a:moveTo>
                    <a:pt x="1075" y="1169"/>
                  </a:moveTo>
                  <a:cubicBezTo>
                    <a:pt x="1082" y="1169"/>
                    <a:pt x="1087" y="1163"/>
                    <a:pt x="1087" y="1156"/>
                  </a:cubicBezTo>
                  <a:cubicBezTo>
                    <a:pt x="1087" y="1149"/>
                    <a:pt x="1082" y="1143"/>
                    <a:pt x="1075" y="1143"/>
                  </a:cubicBezTo>
                  <a:cubicBezTo>
                    <a:pt x="1068" y="1143"/>
                    <a:pt x="1062" y="1149"/>
                    <a:pt x="1062" y="1156"/>
                  </a:cubicBezTo>
                  <a:cubicBezTo>
                    <a:pt x="1062" y="1163"/>
                    <a:pt x="1068" y="1169"/>
                    <a:pt x="1075" y="1169"/>
                  </a:cubicBezTo>
                  <a:close/>
                  <a:moveTo>
                    <a:pt x="1114" y="1169"/>
                  </a:moveTo>
                  <a:cubicBezTo>
                    <a:pt x="1121" y="1169"/>
                    <a:pt x="1127" y="1163"/>
                    <a:pt x="1127" y="1156"/>
                  </a:cubicBezTo>
                  <a:cubicBezTo>
                    <a:pt x="1127" y="1149"/>
                    <a:pt x="1121" y="1143"/>
                    <a:pt x="1114" y="1143"/>
                  </a:cubicBezTo>
                  <a:cubicBezTo>
                    <a:pt x="1107" y="1143"/>
                    <a:pt x="1101" y="1149"/>
                    <a:pt x="1101" y="1156"/>
                  </a:cubicBezTo>
                  <a:cubicBezTo>
                    <a:pt x="1101" y="1163"/>
                    <a:pt x="1107" y="1169"/>
                    <a:pt x="1114" y="1169"/>
                  </a:cubicBezTo>
                  <a:close/>
                  <a:moveTo>
                    <a:pt x="1154" y="1169"/>
                  </a:moveTo>
                  <a:cubicBezTo>
                    <a:pt x="1161" y="1169"/>
                    <a:pt x="1166" y="1163"/>
                    <a:pt x="1166" y="1156"/>
                  </a:cubicBezTo>
                  <a:cubicBezTo>
                    <a:pt x="1166" y="1149"/>
                    <a:pt x="1161" y="1143"/>
                    <a:pt x="1154" y="1143"/>
                  </a:cubicBezTo>
                  <a:cubicBezTo>
                    <a:pt x="1146" y="1143"/>
                    <a:pt x="1141" y="1149"/>
                    <a:pt x="1141" y="1156"/>
                  </a:cubicBezTo>
                  <a:cubicBezTo>
                    <a:pt x="1141" y="1163"/>
                    <a:pt x="1146" y="1169"/>
                    <a:pt x="1154" y="1169"/>
                  </a:cubicBezTo>
                  <a:close/>
                  <a:moveTo>
                    <a:pt x="1193" y="1169"/>
                  </a:moveTo>
                  <a:cubicBezTo>
                    <a:pt x="1200" y="1169"/>
                    <a:pt x="1206" y="1163"/>
                    <a:pt x="1206" y="1156"/>
                  </a:cubicBezTo>
                  <a:cubicBezTo>
                    <a:pt x="1206" y="1149"/>
                    <a:pt x="1200" y="1143"/>
                    <a:pt x="1193" y="1143"/>
                  </a:cubicBezTo>
                  <a:cubicBezTo>
                    <a:pt x="1186" y="1143"/>
                    <a:pt x="1180" y="1149"/>
                    <a:pt x="1180" y="1156"/>
                  </a:cubicBezTo>
                  <a:cubicBezTo>
                    <a:pt x="1180" y="1163"/>
                    <a:pt x="1186" y="1169"/>
                    <a:pt x="1193" y="1169"/>
                  </a:cubicBezTo>
                  <a:close/>
                  <a:moveTo>
                    <a:pt x="1232" y="1169"/>
                  </a:moveTo>
                  <a:cubicBezTo>
                    <a:pt x="1239" y="1169"/>
                    <a:pt x="1245" y="1163"/>
                    <a:pt x="1245" y="1156"/>
                  </a:cubicBezTo>
                  <a:cubicBezTo>
                    <a:pt x="1245" y="1149"/>
                    <a:pt x="1239" y="1143"/>
                    <a:pt x="1232" y="1143"/>
                  </a:cubicBezTo>
                  <a:cubicBezTo>
                    <a:pt x="1225" y="1143"/>
                    <a:pt x="1220" y="1149"/>
                    <a:pt x="1220" y="1156"/>
                  </a:cubicBezTo>
                  <a:cubicBezTo>
                    <a:pt x="1220" y="1163"/>
                    <a:pt x="1225" y="1169"/>
                    <a:pt x="1232" y="1169"/>
                  </a:cubicBezTo>
                  <a:close/>
                  <a:moveTo>
                    <a:pt x="1824" y="1169"/>
                  </a:moveTo>
                  <a:cubicBezTo>
                    <a:pt x="1831" y="1169"/>
                    <a:pt x="1836" y="1163"/>
                    <a:pt x="1836" y="1156"/>
                  </a:cubicBezTo>
                  <a:cubicBezTo>
                    <a:pt x="1836" y="1149"/>
                    <a:pt x="1831" y="1143"/>
                    <a:pt x="1824" y="1143"/>
                  </a:cubicBezTo>
                  <a:cubicBezTo>
                    <a:pt x="1817" y="1143"/>
                    <a:pt x="1811" y="1149"/>
                    <a:pt x="1811" y="1156"/>
                  </a:cubicBezTo>
                  <a:cubicBezTo>
                    <a:pt x="1811" y="1163"/>
                    <a:pt x="1817" y="1169"/>
                    <a:pt x="1824" y="1169"/>
                  </a:cubicBezTo>
                  <a:close/>
                  <a:moveTo>
                    <a:pt x="1863" y="1169"/>
                  </a:moveTo>
                  <a:cubicBezTo>
                    <a:pt x="1870" y="1169"/>
                    <a:pt x="1876" y="1163"/>
                    <a:pt x="1876" y="1156"/>
                  </a:cubicBezTo>
                  <a:cubicBezTo>
                    <a:pt x="1876" y="1149"/>
                    <a:pt x="1870" y="1143"/>
                    <a:pt x="1863" y="1143"/>
                  </a:cubicBezTo>
                  <a:cubicBezTo>
                    <a:pt x="1856" y="1143"/>
                    <a:pt x="1850" y="1149"/>
                    <a:pt x="1850" y="1156"/>
                  </a:cubicBezTo>
                  <a:cubicBezTo>
                    <a:pt x="1850" y="1163"/>
                    <a:pt x="1856" y="1169"/>
                    <a:pt x="1863" y="1169"/>
                  </a:cubicBezTo>
                  <a:close/>
                  <a:moveTo>
                    <a:pt x="1903" y="1169"/>
                  </a:moveTo>
                  <a:cubicBezTo>
                    <a:pt x="1910" y="1169"/>
                    <a:pt x="1915" y="1163"/>
                    <a:pt x="1915" y="1156"/>
                  </a:cubicBezTo>
                  <a:cubicBezTo>
                    <a:pt x="1915" y="1149"/>
                    <a:pt x="1910" y="1143"/>
                    <a:pt x="1903" y="1143"/>
                  </a:cubicBezTo>
                  <a:cubicBezTo>
                    <a:pt x="1896" y="1143"/>
                    <a:pt x="1890" y="1149"/>
                    <a:pt x="1890" y="1156"/>
                  </a:cubicBezTo>
                  <a:cubicBezTo>
                    <a:pt x="1890" y="1163"/>
                    <a:pt x="1896" y="1169"/>
                    <a:pt x="1903" y="1169"/>
                  </a:cubicBezTo>
                  <a:close/>
                  <a:moveTo>
                    <a:pt x="1942" y="1169"/>
                  </a:moveTo>
                  <a:cubicBezTo>
                    <a:pt x="1949" y="1169"/>
                    <a:pt x="1955" y="1163"/>
                    <a:pt x="1955" y="1156"/>
                  </a:cubicBezTo>
                  <a:cubicBezTo>
                    <a:pt x="1955" y="1149"/>
                    <a:pt x="1949" y="1143"/>
                    <a:pt x="1942" y="1143"/>
                  </a:cubicBezTo>
                  <a:cubicBezTo>
                    <a:pt x="1935" y="1143"/>
                    <a:pt x="1929" y="1149"/>
                    <a:pt x="1929" y="1156"/>
                  </a:cubicBezTo>
                  <a:cubicBezTo>
                    <a:pt x="1929" y="1163"/>
                    <a:pt x="1935" y="1169"/>
                    <a:pt x="1942" y="1169"/>
                  </a:cubicBezTo>
                  <a:close/>
                  <a:moveTo>
                    <a:pt x="1981" y="1169"/>
                  </a:moveTo>
                  <a:cubicBezTo>
                    <a:pt x="1988" y="1169"/>
                    <a:pt x="1994" y="1163"/>
                    <a:pt x="1994" y="1156"/>
                  </a:cubicBezTo>
                  <a:cubicBezTo>
                    <a:pt x="1994" y="1149"/>
                    <a:pt x="1988" y="1143"/>
                    <a:pt x="1981" y="1143"/>
                  </a:cubicBezTo>
                  <a:cubicBezTo>
                    <a:pt x="1974" y="1143"/>
                    <a:pt x="1969" y="1149"/>
                    <a:pt x="1969" y="1156"/>
                  </a:cubicBezTo>
                  <a:cubicBezTo>
                    <a:pt x="1969" y="1163"/>
                    <a:pt x="1974" y="1169"/>
                    <a:pt x="1981" y="1169"/>
                  </a:cubicBezTo>
                  <a:close/>
                  <a:moveTo>
                    <a:pt x="2021" y="1169"/>
                  </a:moveTo>
                  <a:cubicBezTo>
                    <a:pt x="2028" y="1169"/>
                    <a:pt x="2034" y="1163"/>
                    <a:pt x="2034" y="1156"/>
                  </a:cubicBezTo>
                  <a:cubicBezTo>
                    <a:pt x="2034" y="1149"/>
                    <a:pt x="2028" y="1143"/>
                    <a:pt x="2021" y="1143"/>
                  </a:cubicBezTo>
                  <a:cubicBezTo>
                    <a:pt x="2014" y="1143"/>
                    <a:pt x="2008" y="1149"/>
                    <a:pt x="2008" y="1156"/>
                  </a:cubicBezTo>
                  <a:cubicBezTo>
                    <a:pt x="2008" y="1163"/>
                    <a:pt x="2014" y="1169"/>
                    <a:pt x="2021" y="1169"/>
                  </a:cubicBezTo>
                  <a:close/>
                  <a:moveTo>
                    <a:pt x="2060" y="1169"/>
                  </a:moveTo>
                  <a:cubicBezTo>
                    <a:pt x="2067" y="1169"/>
                    <a:pt x="2073" y="1163"/>
                    <a:pt x="2073" y="1156"/>
                  </a:cubicBezTo>
                  <a:cubicBezTo>
                    <a:pt x="2073" y="1149"/>
                    <a:pt x="2067" y="1143"/>
                    <a:pt x="2060" y="1143"/>
                  </a:cubicBezTo>
                  <a:cubicBezTo>
                    <a:pt x="2053" y="1143"/>
                    <a:pt x="2048" y="1149"/>
                    <a:pt x="2048" y="1156"/>
                  </a:cubicBezTo>
                  <a:cubicBezTo>
                    <a:pt x="2048" y="1163"/>
                    <a:pt x="2053" y="1169"/>
                    <a:pt x="2060" y="1169"/>
                  </a:cubicBezTo>
                  <a:close/>
                  <a:moveTo>
                    <a:pt x="2100" y="1143"/>
                  </a:moveTo>
                  <a:cubicBezTo>
                    <a:pt x="2093" y="1143"/>
                    <a:pt x="2087" y="1149"/>
                    <a:pt x="2087" y="1156"/>
                  </a:cubicBezTo>
                  <a:cubicBezTo>
                    <a:pt x="2087" y="1163"/>
                    <a:pt x="2093" y="1169"/>
                    <a:pt x="2100" y="1169"/>
                  </a:cubicBezTo>
                  <a:cubicBezTo>
                    <a:pt x="2107" y="1169"/>
                    <a:pt x="2112" y="1163"/>
                    <a:pt x="2112" y="1156"/>
                  </a:cubicBezTo>
                  <a:cubicBezTo>
                    <a:pt x="2112" y="1149"/>
                    <a:pt x="2107" y="1143"/>
                    <a:pt x="2100" y="1143"/>
                  </a:cubicBezTo>
                  <a:close/>
                  <a:moveTo>
                    <a:pt x="2730" y="1143"/>
                  </a:moveTo>
                  <a:cubicBezTo>
                    <a:pt x="2723" y="1143"/>
                    <a:pt x="2718" y="1149"/>
                    <a:pt x="2718" y="1156"/>
                  </a:cubicBezTo>
                  <a:cubicBezTo>
                    <a:pt x="2718" y="1163"/>
                    <a:pt x="2723" y="1169"/>
                    <a:pt x="2730" y="1169"/>
                  </a:cubicBezTo>
                  <a:cubicBezTo>
                    <a:pt x="2738" y="1169"/>
                    <a:pt x="2743" y="1163"/>
                    <a:pt x="2743" y="1156"/>
                  </a:cubicBezTo>
                  <a:cubicBezTo>
                    <a:pt x="2743" y="1149"/>
                    <a:pt x="2738" y="1143"/>
                    <a:pt x="2730" y="1143"/>
                  </a:cubicBezTo>
                  <a:close/>
                  <a:moveTo>
                    <a:pt x="2849" y="1143"/>
                  </a:moveTo>
                  <a:cubicBezTo>
                    <a:pt x="2842" y="1143"/>
                    <a:pt x="2836" y="1149"/>
                    <a:pt x="2836" y="1156"/>
                  </a:cubicBezTo>
                  <a:cubicBezTo>
                    <a:pt x="2836" y="1163"/>
                    <a:pt x="2842" y="1169"/>
                    <a:pt x="2849" y="1169"/>
                  </a:cubicBezTo>
                  <a:cubicBezTo>
                    <a:pt x="2856" y="1169"/>
                    <a:pt x="2862" y="1163"/>
                    <a:pt x="2862" y="1156"/>
                  </a:cubicBezTo>
                  <a:cubicBezTo>
                    <a:pt x="2862" y="1149"/>
                    <a:pt x="2856" y="1143"/>
                    <a:pt x="2849" y="1143"/>
                  </a:cubicBezTo>
                  <a:close/>
                  <a:moveTo>
                    <a:pt x="2928" y="1169"/>
                  </a:moveTo>
                  <a:cubicBezTo>
                    <a:pt x="2935" y="1169"/>
                    <a:pt x="2940" y="1163"/>
                    <a:pt x="2940" y="1156"/>
                  </a:cubicBezTo>
                  <a:cubicBezTo>
                    <a:pt x="2940" y="1149"/>
                    <a:pt x="2935" y="1143"/>
                    <a:pt x="2928" y="1143"/>
                  </a:cubicBezTo>
                  <a:cubicBezTo>
                    <a:pt x="2921" y="1143"/>
                    <a:pt x="2915" y="1149"/>
                    <a:pt x="2915" y="1156"/>
                  </a:cubicBezTo>
                  <a:cubicBezTo>
                    <a:pt x="2915" y="1163"/>
                    <a:pt x="2921" y="1169"/>
                    <a:pt x="2928" y="1169"/>
                  </a:cubicBezTo>
                  <a:close/>
                  <a:moveTo>
                    <a:pt x="3046" y="1144"/>
                  </a:moveTo>
                  <a:cubicBezTo>
                    <a:pt x="3039" y="1144"/>
                    <a:pt x="3034" y="1149"/>
                    <a:pt x="3034" y="1156"/>
                  </a:cubicBezTo>
                  <a:cubicBezTo>
                    <a:pt x="3034" y="1163"/>
                    <a:pt x="3039" y="1168"/>
                    <a:pt x="3046" y="1168"/>
                  </a:cubicBezTo>
                  <a:cubicBezTo>
                    <a:pt x="3053" y="1168"/>
                    <a:pt x="3058" y="1163"/>
                    <a:pt x="3058" y="1156"/>
                  </a:cubicBezTo>
                  <a:cubicBezTo>
                    <a:pt x="3058" y="1149"/>
                    <a:pt x="3053" y="1144"/>
                    <a:pt x="3046" y="1144"/>
                  </a:cubicBezTo>
                  <a:close/>
                  <a:moveTo>
                    <a:pt x="3085" y="1169"/>
                  </a:moveTo>
                  <a:cubicBezTo>
                    <a:pt x="3092" y="1169"/>
                    <a:pt x="3098" y="1163"/>
                    <a:pt x="3098" y="1156"/>
                  </a:cubicBezTo>
                  <a:cubicBezTo>
                    <a:pt x="3098" y="1149"/>
                    <a:pt x="3092" y="1143"/>
                    <a:pt x="3085" y="1143"/>
                  </a:cubicBezTo>
                  <a:cubicBezTo>
                    <a:pt x="3078" y="1143"/>
                    <a:pt x="3073" y="1149"/>
                    <a:pt x="3073" y="1156"/>
                  </a:cubicBezTo>
                  <a:cubicBezTo>
                    <a:pt x="3073" y="1163"/>
                    <a:pt x="3078" y="1169"/>
                    <a:pt x="3085" y="1169"/>
                  </a:cubicBezTo>
                  <a:close/>
                  <a:moveTo>
                    <a:pt x="3125" y="1167"/>
                  </a:moveTo>
                  <a:cubicBezTo>
                    <a:pt x="3131" y="1167"/>
                    <a:pt x="3136" y="1162"/>
                    <a:pt x="3136" y="1156"/>
                  </a:cubicBezTo>
                  <a:cubicBezTo>
                    <a:pt x="3136" y="1150"/>
                    <a:pt x="3131" y="1145"/>
                    <a:pt x="3125" y="1145"/>
                  </a:cubicBezTo>
                  <a:cubicBezTo>
                    <a:pt x="3118" y="1145"/>
                    <a:pt x="3113" y="1150"/>
                    <a:pt x="3113" y="1156"/>
                  </a:cubicBezTo>
                  <a:cubicBezTo>
                    <a:pt x="3113" y="1162"/>
                    <a:pt x="3118" y="1167"/>
                    <a:pt x="3125" y="1167"/>
                  </a:cubicBezTo>
                  <a:close/>
                  <a:moveTo>
                    <a:pt x="878" y="1188"/>
                  </a:moveTo>
                  <a:cubicBezTo>
                    <a:pt x="873" y="1188"/>
                    <a:pt x="870" y="1191"/>
                    <a:pt x="870" y="1195"/>
                  </a:cubicBezTo>
                  <a:cubicBezTo>
                    <a:pt x="870" y="1199"/>
                    <a:pt x="873" y="1203"/>
                    <a:pt x="878" y="1203"/>
                  </a:cubicBezTo>
                  <a:cubicBezTo>
                    <a:pt x="882" y="1203"/>
                    <a:pt x="885" y="1199"/>
                    <a:pt x="885" y="1195"/>
                  </a:cubicBezTo>
                  <a:cubicBezTo>
                    <a:pt x="885" y="1191"/>
                    <a:pt x="882" y="1188"/>
                    <a:pt x="878" y="1188"/>
                  </a:cubicBezTo>
                  <a:close/>
                  <a:moveTo>
                    <a:pt x="917" y="1183"/>
                  </a:moveTo>
                  <a:cubicBezTo>
                    <a:pt x="910" y="1183"/>
                    <a:pt x="904" y="1188"/>
                    <a:pt x="904" y="1195"/>
                  </a:cubicBezTo>
                  <a:cubicBezTo>
                    <a:pt x="904" y="1202"/>
                    <a:pt x="910" y="1208"/>
                    <a:pt x="917" y="1208"/>
                  </a:cubicBezTo>
                  <a:cubicBezTo>
                    <a:pt x="924" y="1208"/>
                    <a:pt x="930" y="1202"/>
                    <a:pt x="930" y="1195"/>
                  </a:cubicBezTo>
                  <a:cubicBezTo>
                    <a:pt x="930" y="1188"/>
                    <a:pt x="924" y="1183"/>
                    <a:pt x="917" y="1183"/>
                  </a:cubicBezTo>
                  <a:close/>
                  <a:moveTo>
                    <a:pt x="956" y="1183"/>
                  </a:moveTo>
                  <a:cubicBezTo>
                    <a:pt x="949" y="1183"/>
                    <a:pt x="944" y="1188"/>
                    <a:pt x="944" y="1195"/>
                  </a:cubicBezTo>
                  <a:cubicBezTo>
                    <a:pt x="944" y="1202"/>
                    <a:pt x="949" y="1208"/>
                    <a:pt x="956" y="1208"/>
                  </a:cubicBezTo>
                  <a:cubicBezTo>
                    <a:pt x="963" y="1208"/>
                    <a:pt x="969" y="1202"/>
                    <a:pt x="969" y="1195"/>
                  </a:cubicBezTo>
                  <a:cubicBezTo>
                    <a:pt x="969" y="1188"/>
                    <a:pt x="963" y="1183"/>
                    <a:pt x="956" y="1183"/>
                  </a:cubicBezTo>
                  <a:close/>
                  <a:moveTo>
                    <a:pt x="996" y="1208"/>
                  </a:moveTo>
                  <a:cubicBezTo>
                    <a:pt x="1003" y="1208"/>
                    <a:pt x="1009" y="1202"/>
                    <a:pt x="1009" y="1195"/>
                  </a:cubicBezTo>
                  <a:cubicBezTo>
                    <a:pt x="1009" y="1188"/>
                    <a:pt x="1003" y="1183"/>
                    <a:pt x="996" y="1183"/>
                  </a:cubicBezTo>
                  <a:cubicBezTo>
                    <a:pt x="989" y="1183"/>
                    <a:pt x="983" y="1188"/>
                    <a:pt x="983" y="1195"/>
                  </a:cubicBezTo>
                  <a:cubicBezTo>
                    <a:pt x="983" y="1202"/>
                    <a:pt x="989" y="1208"/>
                    <a:pt x="996" y="1208"/>
                  </a:cubicBezTo>
                  <a:close/>
                  <a:moveTo>
                    <a:pt x="1035" y="1208"/>
                  </a:moveTo>
                  <a:cubicBezTo>
                    <a:pt x="1042" y="1208"/>
                    <a:pt x="1048" y="1202"/>
                    <a:pt x="1048" y="1195"/>
                  </a:cubicBezTo>
                  <a:cubicBezTo>
                    <a:pt x="1048" y="1188"/>
                    <a:pt x="1042" y="1183"/>
                    <a:pt x="1035" y="1183"/>
                  </a:cubicBezTo>
                  <a:cubicBezTo>
                    <a:pt x="1028" y="1183"/>
                    <a:pt x="1023" y="1188"/>
                    <a:pt x="1023" y="1195"/>
                  </a:cubicBezTo>
                  <a:cubicBezTo>
                    <a:pt x="1023" y="1202"/>
                    <a:pt x="1028" y="1208"/>
                    <a:pt x="1035" y="1208"/>
                  </a:cubicBezTo>
                  <a:close/>
                  <a:moveTo>
                    <a:pt x="1075" y="1208"/>
                  </a:moveTo>
                  <a:cubicBezTo>
                    <a:pt x="1082" y="1208"/>
                    <a:pt x="1087" y="1202"/>
                    <a:pt x="1087" y="1195"/>
                  </a:cubicBezTo>
                  <a:cubicBezTo>
                    <a:pt x="1087" y="1188"/>
                    <a:pt x="1082" y="1183"/>
                    <a:pt x="1075" y="1183"/>
                  </a:cubicBezTo>
                  <a:cubicBezTo>
                    <a:pt x="1068" y="1183"/>
                    <a:pt x="1062" y="1188"/>
                    <a:pt x="1062" y="1195"/>
                  </a:cubicBezTo>
                  <a:cubicBezTo>
                    <a:pt x="1062" y="1202"/>
                    <a:pt x="1068" y="1208"/>
                    <a:pt x="1075" y="1208"/>
                  </a:cubicBezTo>
                  <a:close/>
                  <a:moveTo>
                    <a:pt x="1114" y="1183"/>
                  </a:moveTo>
                  <a:cubicBezTo>
                    <a:pt x="1107" y="1183"/>
                    <a:pt x="1101" y="1188"/>
                    <a:pt x="1101" y="1195"/>
                  </a:cubicBezTo>
                  <a:cubicBezTo>
                    <a:pt x="1101" y="1202"/>
                    <a:pt x="1107" y="1208"/>
                    <a:pt x="1114" y="1208"/>
                  </a:cubicBezTo>
                  <a:cubicBezTo>
                    <a:pt x="1121" y="1208"/>
                    <a:pt x="1127" y="1202"/>
                    <a:pt x="1127" y="1195"/>
                  </a:cubicBezTo>
                  <a:cubicBezTo>
                    <a:pt x="1127" y="1188"/>
                    <a:pt x="1121" y="1183"/>
                    <a:pt x="1114" y="1183"/>
                  </a:cubicBezTo>
                  <a:close/>
                  <a:moveTo>
                    <a:pt x="1154" y="1183"/>
                  </a:moveTo>
                  <a:cubicBezTo>
                    <a:pt x="1146" y="1183"/>
                    <a:pt x="1141" y="1188"/>
                    <a:pt x="1141" y="1195"/>
                  </a:cubicBezTo>
                  <a:cubicBezTo>
                    <a:pt x="1141" y="1202"/>
                    <a:pt x="1146" y="1208"/>
                    <a:pt x="1154" y="1208"/>
                  </a:cubicBezTo>
                  <a:cubicBezTo>
                    <a:pt x="1161" y="1208"/>
                    <a:pt x="1166" y="1202"/>
                    <a:pt x="1166" y="1195"/>
                  </a:cubicBezTo>
                  <a:cubicBezTo>
                    <a:pt x="1166" y="1188"/>
                    <a:pt x="1161" y="1183"/>
                    <a:pt x="1154" y="1183"/>
                  </a:cubicBezTo>
                  <a:close/>
                  <a:moveTo>
                    <a:pt x="1193" y="1183"/>
                  </a:moveTo>
                  <a:cubicBezTo>
                    <a:pt x="1186" y="1183"/>
                    <a:pt x="1180" y="1188"/>
                    <a:pt x="1180" y="1195"/>
                  </a:cubicBezTo>
                  <a:cubicBezTo>
                    <a:pt x="1180" y="1202"/>
                    <a:pt x="1186" y="1208"/>
                    <a:pt x="1193" y="1208"/>
                  </a:cubicBezTo>
                  <a:cubicBezTo>
                    <a:pt x="1200" y="1208"/>
                    <a:pt x="1206" y="1202"/>
                    <a:pt x="1206" y="1195"/>
                  </a:cubicBezTo>
                  <a:cubicBezTo>
                    <a:pt x="1206" y="1188"/>
                    <a:pt x="1200" y="1183"/>
                    <a:pt x="1193" y="1183"/>
                  </a:cubicBezTo>
                  <a:close/>
                  <a:moveTo>
                    <a:pt x="1232" y="1183"/>
                  </a:moveTo>
                  <a:cubicBezTo>
                    <a:pt x="1225" y="1183"/>
                    <a:pt x="1220" y="1188"/>
                    <a:pt x="1220" y="1195"/>
                  </a:cubicBezTo>
                  <a:cubicBezTo>
                    <a:pt x="1220" y="1202"/>
                    <a:pt x="1225" y="1208"/>
                    <a:pt x="1232" y="1208"/>
                  </a:cubicBezTo>
                  <a:cubicBezTo>
                    <a:pt x="1239" y="1208"/>
                    <a:pt x="1245" y="1202"/>
                    <a:pt x="1245" y="1195"/>
                  </a:cubicBezTo>
                  <a:cubicBezTo>
                    <a:pt x="1245" y="1188"/>
                    <a:pt x="1239" y="1183"/>
                    <a:pt x="1232" y="1183"/>
                  </a:cubicBezTo>
                  <a:close/>
                  <a:moveTo>
                    <a:pt x="1272" y="1208"/>
                  </a:moveTo>
                  <a:cubicBezTo>
                    <a:pt x="1279" y="1208"/>
                    <a:pt x="1285" y="1202"/>
                    <a:pt x="1285" y="1195"/>
                  </a:cubicBezTo>
                  <a:cubicBezTo>
                    <a:pt x="1285" y="1188"/>
                    <a:pt x="1279" y="1183"/>
                    <a:pt x="1272" y="1183"/>
                  </a:cubicBezTo>
                  <a:cubicBezTo>
                    <a:pt x="1265" y="1183"/>
                    <a:pt x="1259" y="1188"/>
                    <a:pt x="1259" y="1195"/>
                  </a:cubicBezTo>
                  <a:cubicBezTo>
                    <a:pt x="1259" y="1202"/>
                    <a:pt x="1265" y="1208"/>
                    <a:pt x="1272" y="1208"/>
                  </a:cubicBezTo>
                  <a:close/>
                  <a:moveTo>
                    <a:pt x="1311" y="1183"/>
                  </a:moveTo>
                  <a:cubicBezTo>
                    <a:pt x="1304" y="1183"/>
                    <a:pt x="1298" y="1188"/>
                    <a:pt x="1298" y="1195"/>
                  </a:cubicBezTo>
                  <a:cubicBezTo>
                    <a:pt x="1298" y="1202"/>
                    <a:pt x="1304" y="1208"/>
                    <a:pt x="1311" y="1208"/>
                  </a:cubicBezTo>
                  <a:cubicBezTo>
                    <a:pt x="1318" y="1208"/>
                    <a:pt x="1324" y="1202"/>
                    <a:pt x="1324" y="1195"/>
                  </a:cubicBezTo>
                  <a:cubicBezTo>
                    <a:pt x="1324" y="1188"/>
                    <a:pt x="1318" y="1183"/>
                    <a:pt x="1311" y="1183"/>
                  </a:cubicBezTo>
                  <a:close/>
                  <a:moveTo>
                    <a:pt x="1824" y="1183"/>
                  </a:moveTo>
                  <a:cubicBezTo>
                    <a:pt x="1817" y="1183"/>
                    <a:pt x="1811" y="1188"/>
                    <a:pt x="1811" y="1195"/>
                  </a:cubicBezTo>
                  <a:cubicBezTo>
                    <a:pt x="1811" y="1202"/>
                    <a:pt x="1817" y="1208"/>
                    <a:pt x="1824" y="1208"/>
                  </a:cubicBezTo>
                  <a:cubicBezTo>
                    <a:pt x="1831" y="1208"/>
                    <a:pt x="1836" y="1202"/>
                    <a:pt x="1836" y="1195"/>
                  </a:cubicBezTo>
                  <a:cubicBezTo>
                    <a:pt x="1836" y="1188"/>
                    <a:pt x="1831" y="1183"/>
                    <a:pt x="1824" y="1183"/>
                  </a:cubicBezTo>
                  <a:close/>
                  <a:moveTo>
                    <a:pt x="1863" y="1208"/>
                  </a:moveTo>
                  <a:cubicBezTo>
                    <a:pt x="1870" y="1208"/>
                    <a:pt x="1876" y="1202"/>
                    <a:pt x="1876" y="1195"/>
                  </a:cubicBezTo>
                  <a:cubicBezTo>
                    <a:pt x="1876" y="1188"/>
                    <a:pt x="1870" y="1183"/>
                    <a:pt x="1863" y="1183"/>
                  </a:cubicBezTo>
                  <a:cubicBezTo>
                    <a:pt x="1856" y="1183"/>
                    <a:pt x="1850" y="1188"/>
                    <a:pt x="1850" y="1195"/>
                  </a:cubicBezTo>
                  <a:cubicBezTo>
                    <a:pt x="1850" y="1202"/>
                    <a:pt x="1856" y="1208"/>
                    <a:pt x="1863" y="1208"/>
                  </a:cubicBezTo>
                  <a:close/>
                  <a:moveTo>
                    <a:pt x="1903" y="1183"/>
                  </a:moveTo>
                  <a:cubicBezTo>
                    <a:pt x="1896" y="1183"/>
                    <a:pt x="1890" y="1188"/>
                    <a:pt x="1890" y="1195"/>
                  </a:cubicBezTo>
                  <a:cubicBezTo>
                    <a:pt x="1890" y="1202"/>
                    <a:pt x="1896" y="1208"/>
                    <a:pt x="1903" y="1208"/>
                  </a:cubicBezTo>
                  <a:cubicBezTo>
                    <a:pt x="1910" y="1208"/>
                    <a:pt x="1915" y="1202"/>
                    <a:pt x="1915" y="1195"/>
                  </a:cubicBezTo>
                  <a:cubicBezTo>
                    <a:pt x="1915" y="1188"/>
                    <a:pt x="1910" y="1183"/>
                    <a:pt x="1903" y="1183"/>
                  </a:cubicBezTo>
                  <a:close/>
                  <a:moveTo>
                    <a:pt x="1942" y="1183"/>
                  </a:moveTo>
                  <a:cubicBezTo>
                    <a:pt x="1935" y="1183"/>
                    <a:pt x="1929" y="1188"/>
                    <a:pt x="1929" y="1195"/>
                  </a:cubicBezTo>
                  <a:cubicBezTo>
                    <a:pt x="1929" y="1202"/>
                    <a:pt x="1935" y="1208"/>
                    <a:pt x="1942" y="1208"/>
                  </a:cubicBezTo>
                  <a:cubicBezTo>
                    <a:pt x="1949" y="1208"/>
                    <a:pt x="1955" y="1202"/>
                    <a:pt x="1955" y="1195"/>
                  </a:cubicBezTo>
                  <a:cubicBezTo>
                    <a:pt x="1955" y="1188"/>
                    <a:pt x="1949" y="1183"/>
                    <a:pt x="1942" y="1183"/>
                  </a:cubicBezTo>
                  <a:close/>
                  <a:moveTo>
                    <a:pt x="1981" y="1183"/>
                  </a:moveTo>
                  <a:cubicBezTo>
                    <a:pt x="1974" y="1183"/>
                    <a:pt x="1969" y="1188"/>
                    <a:pt x="1969" y="1195"/>
                  </a:cubicBezTo>
                  <a:cubicBezTo>
                    <a:pt x="1969" y="1202"/>
                    <a:pt x="1974" y="1208"/>
                    <a:pt x="1981" y="1208"/>
                  </a:cubicBezTo>
                  <a:cubicBezTo>
                    <a:pt x="1988" y="1208"/>
                    <a:pt x="1994" y="1202"/>
                    <a:pt x="1994" y="1195"/>
                  </a:cubicBezTo>
                  <a:cubicBezTo>
                    <a:pt x="1994" y="1188"/>
                    <a:pt x="1988" y="1183"/>
                    <a:pt x="1981" y="1183"/>
                  </a:cubicBezTo>
                  <a:close/>
                  <a:moveTo>
                    <a:pt x="2021" y="1183"/>
                  </a:moveTo>
                  <a:cubicBezTo>
                    <a:pt x="2014" y="1183"/>
                    <a:pt x="2008" y="1188"/>
                    <a:pt x="2008" y="1195"/>
                  </a:cubicBezTo>
                  <a:cubicBezTo>
                    <a:pt x="2008" y="1202"/>
                    <a:pt x="2014" y="1208"/>
                    <a:pt x="2021" y="1208"/>
                  </a:cubicBezTo>
                  <a:cubicBezTo>
                    <a:pt x="2028" y="1208"/>
                    <a:pt x="2034" y="1202"/>
                    <a:pt x="2034" y="1195"/>
                  </a:cubicBezTo>
                  <a:cubicBezTo>
                    <a:pt x="2034" y="1188"/>
                    <a:pt x="2028" y="1183"/>
                    <a:pt x="2021" y="1183"/>
                  </a:cubicBezTo>
                  <a:close/>
                  <a:moveTo>
                    <a:pt x="2060" y="1183"/>
                  </a:moveTo>
                  <a:cubicBezTo>
                    <a:pt x="2053" y="1183"/>
                    <a:pt x="2048" y="1188"/>
                    <a:pt x="2048" y="1195"/>
                  </a:cubicBezTo>
                  <a:cubicBezTo>
                    <a:pt x="2048" y="1202"/>
                    <a:pt x="2053" y="1208"/>
                    <a:pt x="2060" y="1208"/>
                  </a:cubicBezTo>
                  <a:cubicBezTo>
                    <a:pt x="2067" y="1208"/>
                    <a:pt x="2073" y="1202"/>
                    <a:pt x="2073" y="1195"/>
                  </a:cubicBezTo>
                  <a:cubicBezTo>
                    <a:pt x="2073" y="1188"/>
                    <a:pt x="2067" y="1183"/>
                    <a:pt x="2060" y="1183"/>
                  </a:cubicBezTo>
                  <a:close/>
                  <a:moveTo>
                    <a:pt x="2770" y="1183"/>
                  </a:moveTo>
                  <a:cubicBezTo>
                    <a:pt x="2763" y="1183"/>
                    <a:pt x="2757" y="1188"/>
                    <a:pt x="2757" y="1195"/>
                  </a:cubicBezTo>
                  <a:cubicBezTo>
                    <a:pt x="2757" y="1202"/>
                    <a:pt x="2763" y="1208"/>
                    <a:pt x="2770" y="1208"/>
                  </a:cubicBezTo>
                  <a:cubicBezTo>
                    <a:pt x="2777" y="1208"/>
                    <a:pt x="2783" y="1202"/>
                    <a:pt x="2783" y="1195"/>
                  </a:cubicBezTo>
                  <a:cubicBezTo>
                    <a:pt x="2783" y="1188"/>
                    <a:pt x="2777" y="1183"/>
                    <a:pt x="2770" y="1183"/>
                  </a:cubicBezTo>
                  <a:close/>
                  <a:moveTo>
                    <a:pt x="3125" y="1208"/>
                  </a:moveTo>
                  <a:cubicBezTo>
                    <a:pt x="3132" y="1208"/>
                    <a:pt x="3137" y="1202"/>
                    <a:pt x="3137" y="1195"/>
                  </a:cubicBezTo>
                  <a:cubicBezTo>
                    <a:pt x="3137" y="1188"/>
                    <a:pt x="3132" y="1183"/>
                    <a:pt x="3125" y="1183"/>
                  </a:cubicBezTo>
                  <a:cubicBezTo>
                    <a:pt x="3118" y="1183"/>
                    <a:pt x="3112" y="1188"/>
                    <a:pt x="3112" y="1195"/>
                  </a:cubicBezTo>
                  <a:cubicBezTo>
                    <a:pt x="3112" y="1202"/>
                    <a:pt x="3118" y="1208"/>
                    <a:pt x="3125" y="1208"/>
                  </a:cubicBezTo>
                  <a:close/>
                  <a:moveTo>
                    <a:pt x="3164" y="1208"/>
                  </a:moveTo>
                  <a:cubicBezTo>
                    <a:pt x="3171" y="1208"/>
                    <a:pt x="3177" y="1202"/>
                    <a:pt x="3177" y="1195"/>
                  </a:cubicBezTo>
                  <a:cubicBezTo>
                    <a:pt x="3177" y="1188"/>
                    <a:pt x="3171" y="1183"/>
                    <a:pt x="3164" y="1183"/>
                  </a:cubicBezTo>
                  <a:cubicBezTo>
                    <a:pt x="3157" y="1183"/>
                    <a:pt x="3151" y="1188"/>
                    <a:pt x="3151" y="1195"/>
                  </a:cubicBezTo>
                  <a:cubicBezTo>
                    <a:pt x="3151" y="1202"/>
                    <a:pt x="3157" y="1208"/>
                    <a:pt x="3164" y="1208"/>
                  </a:cubicBezTo>
                  <a:close/>
                  <a:moveTo>
                    <a:pt x="917" y="1222"/>
                  </a:moveTo>
                  <a:cubicBezTo>
                    <a:pt x="910" y="1222"/>
                    <a:pt x="904" y="1228"/>
                    <a:pt x="904" y="1235"/>
                  </a:cubicBezTo>
                  <a:cubicBezTo>
                    <a:pt x="904" y="1242"/>
                    <a:pt x="910" y="1248"/>
                    <a:pt x="917" y="1248"/>
                  </a:cubicBezTo>
                  <a:cubicBezTo>
                    <a:pt x="924" y="1248"/>
                    <a:pt x="930" y="1242"/>
                    <a:pt x="930" y="1235"/>
                  </a:cubicBezTo>
                  <a:cubicBezTo>
                    <a:pt x="930" y="1228"/>
                    <a:pt x="924" y="1222"/>
                    <a:pt x="917" y="1222"/>
                  </a:cubicBezTo>
                  <a:close/>
                  <a:moveTo>
                    <a:pt x="956" y="1222"/>
                  </a:moveTo>
                  <a:cubicBezTo>
                    <a:pt x="949" y="1222"/>
                    <a:pt x="944" y="1228"/>
                    <a:pt x="944" y="1235"/>
                  </a:cubicBezTo>
                  <a:cubicBezTo>
                    <a:pt x="944" y="1242"/>
                    <a:pt x="949" y="1248"/>
                    <a:pt x="956" y="1248"/>
                  </a:cubicBezTo>
                  <a:cubicBezTo>
                    <a:pt x="963" y="1248"/>
                    <a:pt x="969" y="1242"/>
                    <a:pt x="969" y="1235"/>
                  </a:cubicBezTo>
                  <a:cubicBezTo>
                    <a:pt x="969" y="1228"/>
                    <a:pt x="963" y="1222"/>
                    <a:pt x="956" y="1222"/>
                  </a:cubicBezTo>
                  <a:close/>
                  <a:moveTo>
                    <a:pt x="996" y="1222"/>
                  </a:moveTo>
                  <a:cubicBezTo>
                    <a:pt x="989" y="1222"/>
                    <a:pt x="983" y="1228"/>
                    <a:pt x="983" y="1235"/>
                  </a:cubicBezTo>
                  <a:cubicBezTo>
                    <a:pt x="983" y="1242"/>
                    <a:pt x="989" y="1248"/>
                    <a:pt x="996" y="1248"/>
                  </a:cubicBezTo>
                  <a:cubicBezTo>
                    <a:pt x="1003" y="1248"/>
                    <a:pt x="1009" y="1242"/>
                    <a:pt x="1009" y="1235"/>
                  </a:cubicBezTo>
                  <a:cubicBezTo>
                    <a:pt x="1009" y="1228"/>
                    <a:pt x="1003" y="1222"/>
                    <a:pt x="996" y="1222"/>
                  </a:cubicBezTo>
                  <a:close/>
                  <a:moveTo>
                    <a:pt x="1035" y="1222"/>
                  </a:moveTo>
                  <a:cubicBezTo>
                    <a:pt x="1028" y="1222"/>
                    <a:pt x="1023" y="1228"/>
                    <a:pt x="1023" y="1235"/>
                  </a:cubicBezTo>
                  <a:cubicBezTo>
                    <a:pt x="1023" y="1242"/>
                    <a:pt x="1028" y="1248"/>
                    <a:pt x="1035" y="1248"/>
                  </a:cubicBezTo>
                  <a:cubicBezTo>
                    <a:pt x="1042" y="1248"/>
                    <a:pt x="1048" y="1242"/>
                    <a:pt x="1048" y="1235"/>
                  </a:cubicBezTo>
                  <a:cubicBezTo>
                    <a:pt x="1048" y="1228"/>
                    <a:pt x="1042" y="1222"/>
                    <a:pt x="1035" y="1222"/>
                  </a:cubicBezTo>
                  <a:close/>
                  <a:moveTo>
                    <a:pt x="1075" y="1222"/>
                  </a:moveTo>
                  <a:cubicBezTo>
                    <a:pt x="1068" y="1222"/>
                    <a:pt x="1062" y="1228"/>
                    <a:pt x="1062" y="1235"/>
                  </a:cubicBezTo>
                  <a:cubicBezTo>
                    <a:pt x="1062" y="1242"/>
                    <a:pt x="1068" y="1248"/>
                    <a:pt x="1075" y="1248"/>
                  </a:cubicBezTo>
                  <a:cubicBezTo>
                    <a:pt x="1082" y="1248"/>
                    <a:pt x="1087" y="1242"/>
                    <a:pt x="1087" y="1235"/>
                  </a:cubicBezTo>
                  <a:cubicBezTo>
                    <a:pt x="1087" y="1228"/>
                    <a:pt x="1082" y="1222"/>
                    <a:pt x="1075" y="1222"/>
                  </a:cubicBezTo>
                  <a:close/>
                  <a:moveTo>
                    <a:pt x="1114" y="1248"/>
                  </a:moveTo>
                  <a:cubicBezTo>
                    <a:pt x="1121" y="1248"/>
                    <a:pt x="1127" y="1242"/>
                    <a:pt x="1127" y="1235"/>
                  </a:cubicBezTo>
                  <a:cubicBezTo>
                    <a:pt x="1127" y="1228"/>
                    <a:pt x="1121" y="1222"/>
                    <a:pt x="1114" y="1222"/>
                  </a:cubicBezTo>
                  <a:cubicBezTo>
                    <a:pt x="1107" y="1222"/>
                    <a:pt x="1101" y="1228"/>
                    <a:pt x="1101" y="1235"/>
                  </a:cubicBezTo>
                  <a:cubicBezTo>
                    <a:pt x="1101" y="1242"/>
                    <a:pt x="1107" y="1248"/>
                    <a:pt x="1114" y="1248"/>
                  </a:cubicBezTo>
                  <a:close/>
                  <a:moveTo>
                    <a:pt x="1154" y="1248"/>
                  </a:moveTo>
                  <a:cubicBezTo>
                    <a:pt x="1161" y="1248"/>
                    <a:pt x="1166" y="1242"/>
                    <a:pt x="1166" y="1235"/>
                  </a:cubicBezTo>
                  <a:cubicBezTo>
                    <a:pt x="1166" y="1228"/>
                    <a:pt x="1161" y="1222"/>
                    <a:pt x="1154" y="1222"/>
                  </a:cubicBezTo>
                  <a:cubicBezTo>
                    <a:pt x="1146" y="1222"/>
                    <a:pt x="1141" y="1228"/>
                    <a:pt x="1141" y="1235"/>
                  </a:cubicBezTo>
                  <a:cubicBezTo>
                    <a:pt x="1141" y="1242"/>
                    <a:pt x="1146" y="1248"/>
                    <a:pt x="1154" y="1248"/>
                  </a:cubicBezTo>
                  <a:close/>
                  <a:moveTo>
                    <a:pt x="1193" y="1222"/>
                  </a:moveTo>
                  <a:cubicBezTo>
                    <a:pt x="1186" y="1222"/>
                    <a:pt x="1180" y="1228"/>
                    <a:pt x="1180" y="1235"/>
                  </a:cubicBezTo>
                  <a:cubicBezTo>
                    <a:pt x="1180" y="1242"/>
                    <a:pt x="1186" y="1248"/>
                    <a:pt x="1193" y="1248"/>
                  </a:cubicBezTo>
                  <a:cubicBezTo>
                    <a:pt x="1200" y="1248"/>
                    <a:pt x="1206" y="1242"/>
                    <a:pt x="1206" y="1235"/>
                  </a:cubicBezTo>
                  <a:cubicBezTo>
                    <a:pt x="1206" y="1228"/>
                    <a:pt x="1200" y="1222"/>
                    <a:pt x="1193" y="1222"/>
                  </a:cubicBezTo>
                  <a:close/>
                  <a:moveTo>
                    <a:pt x="1232" y="1248"/>
                  </a:moveTo>
                  <a:cubicBezTo>
                    <a:pt x="1239" y="1248"/>
                    <a:pt x="1245" y="1242"/>
                    <a:pt x="1245" y="1235"/>
                  </a:cubicBezTo>
                  <a:cubicBezTo>
                    <a:pt x="1245" y="1228"/>
                    <a:pt x="1239" y="1222"/>
                    <a:pt x="1232" y="1222"/>
                  </a:cubicBezTo>
                  <a:cubicBezTo>
                    <a:pt x="1225" y="1222"/>
                    <a:pt x="1220" y="1228"/>
                    <a:pt x="1220" y="1235"/>
                  </a:cubicBezTo>
                  <a:cubicBezTo>
                    <a:pt x="1220" y="1242"/>
                    <a:pt x="1225" y="1248"/>
                    <a:pt x="1232" y="1248"/>
                  </a:cubicBezTo>
                  <a:close/>
                  <a:moveTo>
                    <a:pt x="1272" y="1222"/>
                  </a:moveTo>
                  <a:cubicBezTo>
                    <a:pt x="1265" y="1222"/>
                    <a:pt x="1259" y="1228"/>
                    <a:pt x="1259" y="1235"/>
                  </a:cubicBezTo>
                  <a:cubicBezTo>
                    <a:pt x="1259" y="1242"/>
                    <a:pt x="1265" y="1248"/>
                    <a:pt x="1272" y="1248"/>
                  </a:cubicBezTo>
                  <a:cubicBezTo>
                    <a:pt x="1279" y="1248"/>
                    <a:pt x="1285" y="1242"/>
                    <a:pt x="1285" y="1235"/>
                  </a:cubicBezTo>
                  <a:cubicBezTo>
                    <a:pt x="1285" y="1228"/>
                    <a:pt x="1279" y="1222"/>
                    <a:pt x="1272" y="1222"/>
                  </a:cubicBezTo>
                  <a:close/>
                  <a:moveTo>
                    <a:pt x="1311" y="1222"/>
                  </a:moveTo>
                  <a:cubicBezTo>
                    <a:pt x="1304" y="1222"/>
                    <a:pt x="1298" y="1228"/>
                    <a:pt x="1298" y="1235"/>
                  </a:cubicBezTo>
                  <a:cubicBezTo>
                    <a:pt x="1298" y="1242"/>
                    <a:pt x="1304" y="1248"/>
                    <a:pt x="1311" y="1248"/>
                  </a:cubicBezTo>
                  <a:cubicBezTo>
                    <a:pt x="1318" y="1248"/>
                    <a:pt x="1324" y="1242"/>
                    <a:pt x="1324" y="1235"/>
                  </a:cubicBezTo>
                  <a:cubicBezTo>
                    <a:pt x="1324" y="1228"/>
                    <a:pt x="1318" y="1222"/>
                    <a:pt x="1311" y="1222"/>
                  </a:cubicBezTo>
                  <a:close/>
                  <a:moveTo>
                    <a:pt x="1863" y="1248"/>
                  </a:moveTo>
                  <a:cubicBezTo>
                    <a:pt x="1870" y="1248"/>
                    <a:pt x="1876" y="1242"/>
                    <a:pt x="1876" y="1235"/>
                  </a:cubicBezTo>
                  <a:cubicBezTo>
                    <a:pt x="1876" y="1228"/>
                    <a:pt x="1870" y="1222"/>
                    <a:pt x="1863" y="1222"/>
                  </a:cubicBezTo>
                  <a:cubicBezTo>
                    <a:pt x="1856" y="1222"/>
                    <a:pt x="1850" y="1228"/>
                    <a:pt x="1850" y="1235"/>
                  </a:cubicBezTo>
                  <a:cubicBezTo>
                    <a:pt x="1850" y="1242"/>
                    <a:pt x="1856" y="1248"/>
                    <a:pt x="1863" y="1248"/>
                  </a:cubicBezTo>
                  <a:close/>
                  <a:moveTo>
                    <a:pt x="1903" y="1222"/>
                  </a:moveTo>
                  <a:cubicBezTo>
                    <a:pt x="1896" y="1222"/>
                    <a:pt x="1890" y="1228"/>
                    <a:pt x="1890" y="1235"/>
                  </a:cubicBezTo>
                  <a:cubicBezTo>
                    <a:pt x="1890" y="1242"/>
                    <a:pt x="1896" y="1248"/>
                    <a:pt x="1903" y="1248"/>
                  </a:cubicBezTo>
                  <a:cubicBezTo>
                    <a:pt x="1910" y="1248"/>
                    <a:pt x="1915" y="1242"/>
                    <a:pt x="1915" y="1235"/>
                  </a:cubicBezTo>
                  <a:cubicBezTo>
                    <a:pt x="1915" y="1228"/>
                    <a:pt x="1910" y="1222"/>
                    <a:pt x="1903" y="1222"/>
                  </a:cubicBezTo>
                  <a:close/>
                  <a:moveTo>
                    <a:pt x="1942" y="1222"/>
                  </a:moveTo>
                  <a:cubicBezTo>
                    <a:pt x="1935" y="1222"/>
                    <a:pt x="1929" y="1228"/>
                    <a:pt x="1929" y="1235"/>
                  </a:cubicBezTo>
                  <a:cubicBezTo>
                    <a:pt x="1929" y="1242"/>
                    <a:pt x="1935" y="1248"/>
                    <a:pt x="1942" y="1248"/>
                  </a:cubicBezTo>
                  <a:cubicBezTo>
                    <a:pt x="1949" y="1248"/>
                    <a:pt x="1955" y="1242"/>
                    <a:pt x="1955" y="1235"/>
                  </a:cubicBezTo>
                  <a:cubicBezTo>
                    <a:pt x="1955" y="1228"/>
                    <a:pt x="1949" y="1222"/>
                    <a:pt x="1942" y="1222"/>
                  </a:cubicBezTo>
                  <a:close/>
                  <a:moveTo>
                    <a:pt x="1981" y="1222"/>
                  </a:moveTo>
                  <a:cubicBezTo>
                    <a:pt x="1974" y="1222"/>
                    <a:pt x="1969" y="1228"/>
                    <a:pt x="1969" y="1235"/>
                  </a:cubicBezTo>
                  <a:cubicBezTo>
                    <a:pt x="1969" y="1242"/>
                    <a:pt x="1974" y="1248"/>
                    <a:pt x="1981" y="1248"/>
                  </a:cubicBezTo>
                  <a:cubicBezTo>
                    <a:pt x="1988" y="1248"/>
                    <a:pt x="1994" y="1242"/>
                    <a:pt x="1994" y="1235"/>
                  </a:cubicBezTo>
                  <a:cubicBezTo>
                    <a:pt x="1994" y="1228"/>
                    <a:pt x="1988" y="1222"/>
                    <a:pt x="1981" y="1222"/>
                  </a:cubicBezTo>
                  <a:close/>
                  <a:moveTo>
                    <a:pt x="2021" y="1222"/>
                  </a:moveTo>
                  <a:cubicBezTo>
                    <a:pt x="2014" y="1222"/>
                    <a:pt x="2008" y="1228"/>
                    <a:pt x="2008" y="1235"/>
                  </a:cubicBezTo>
                  <a:cubicBezTo>
                    <a:pt x="2008" y="1242"/>
                    <a:pt x="2014" y="1248"/>
                    <a:pt x="2021" y="1248"/>
                  </a:cubicBezTo>
                  <a:cubicBezTo>
                    <a:pt x="2028" y="1248"/>
                    <a:pt x="2034" y="1242"/>
                    <a:pt x="2034" y="1235"/>
                  </a:cubicBezTo>
                  <a:cubicBezTo>
                    <a:pt x="2034" y="1228"/>
                    <a:pt x="2028" y="1222"/>
                    <a:pt x="2021" y="1222"/>
                  </a:cubicBezTo>
                  <a:close/>
                  <a:moveTo>
                    <a:pt x="2060" y="1222"/>
                  </a:moveTo>
                  <a:cubicBezTo>
                    <a:pt x="2053" y="1222"/>
                    <a:pt x="2048" y="1228"/>
                    <a:pt x="2048" y="1235"/>
                  </a:cubicBezTo>
                  <a:cubicBezTo>
                    <a:pt x="2048" y="1242"/>
                    <a:pt x="2053" y="1248"/>
                    <a:pt x="2060" y="1248"/>
                  </a:cubicBezTo>
                  <a:cubicBezTo>
                    <a:pt x="2067" y="1248"/>
                    <a:pt x="2073" y="1242"/>
                    <a:pt x="2073" y="1235"/>
                  </a:cubicBezTo>
                  <a:cubicBezTo>
                    <a:pt x="2073" y="1228"/>
                    <a:pt x="2067" y="1222"/>
                    <a:pt x="2060" y="1222"/>
                  </a:cubicBezTo>
                  <a:close/>
                  <a:moveTo>
                    <a:pt x="2100" y="1222"/>
                  </a:moveTo>
                  <a:cubicBezTo>
                    <a:pt x="2093" y="1222"/>
                    <a:pt x="2087" y="1228"/>
                    <a:pt x="2087" y="1235"/>
                  </a:cubicBezTo>
                  <a:cubicBezTo>
                    <a:pt x="2087" y="1242"/>
                    <a:pt x="2093" y="1248"/>
                    <a:pt x="2100" y="1248"/>
                  </a:cubicBezTo>
                  <a:cubicBezTo>
                    <a:pt x="2107" y="1248"/>
                    <a:pt x="2112" y="1242"/>
                    <a:pt x="2112" y="1235"/>
                  </a:cubicBezTo>
                  <a:cubicBezTo>
                    <a:pt x="2112" y="1228"/>
                    <a:pt x="2107" y="1222"/>
                    <a:pt x="2100" y="1222"/>
                  </a:cubicBezTo>
                  <a:close/>
                  <a:moveTo>
                    <a:pt x="956" y="1287"/>
                  </a:moveTo>
                  <a:cubicBezTo>
                    <a:pt x="963" y="1287"/>
                    <a:pt x="969" y="1281"/>
                    <a:pt x="969" y="1274"/>
                  </a:cubicBezTo>
                  <a:cubicBezTo>
                    <a:pt x="969" y="1267"/>
                    <a:pt x="963" y="1261"/>
                    <a:pt x="956" y="1261"/>
                  </a:cubicBezTo>
                  <a:cubicBezTo>
                    <a:pt x="949" y="1261"/>
                    <a:pt x="944" y="1267"/>
                    <a:pt x="944" y="1274"/>
                  </a:cubicBezTo>
                  <a:cubicBezTo>
                    <a:pt x="944" y="1281"/>
                    <a:pt x="949" y="1287"/>
                    <a:pt x="956" y="1287"/>
                  </a:cubicBezTo>
                  <a:close/>
                  <a:moveTo>
                    <a:pt x="996" y="1261"/>
                  </a:moveTo>
                  <a:cubicBezTo>
                    <a:pt x="989" y="1261"/>
                    <a:pt x="983" y="1267"/>
                    <a:pt x="983" y="1274"/>
                  </a:cubicBezTo>
                  <a:cubicBezTo>
                    <a:pt x="983" y="1281"/>
                    <a:pt x="989" y="1287"/>
                    <a:pt x="996" y="1287"/>
                  </a:cubicBezTo>
                  <a:cubicBezTo>
                    <a:pt x="1003" y="1287"/>
                    <a:pt x="1009" y="1281"/>
                    <a:pt x="1009" y="1274"/>
                  </a:cubicBezTo>
                  <a:cubicBezTo>
                    <a:pt x="1009" y="1267"/>
                    <a:pt x="1003" y="1261"/>
                    <a:pt x="996" y="1261"/>
                  </a:cubicBezTo>
                  <a:close/>
                  <a:moveTo>
                    <a:pt x="1035" y="1261"/>
                  </a:moveTo>
                  <a:cubicBezTo>
                    <a:pt x="1028" y="1261"/>
                    <a:pt x="1023" y="1267"/>
                    <a:pt x="1023" y="1274"/>
                  </a:cubicBezTo>
                  <a:cubicBezTo>
                    <a:pt x="1023" y="1281"/>
                    <a:pt x="1028" y="1287"/>
                    <a:pt x="1035" y="1287"/>
                  </a:cubicBezTo>
                  <a:cubicBezTo>
                    <a:pt x="1042" y="1287"/>
                    <a:pt x="1048" y="1281"/>
                    <a:pt x="1048" y="1274"/>
                  </a:cubicBezTo>
                  <a:cubicBezTo>
                    <a:pt x="1048" y="1267"/>
                    <a:pt x="1042" y="1261"/>
                    <a:pt x="1035" y="1261"/>
                  </a:cubicBezTo>
                  <a:close/>
                  <a:moveTo>
                    <a:pt x="1075" y="1261"/>
                  </a:moveTo>
                  <a:cubicBezTo>
                    <a:pt x="1068" y="1261"/>
                    <a:pt x="1062" y="1267"/>
                    <a:pt x="1062" y="1274"/>
                  </a:cubicBezTo>
                  <a:cubicBezTo>
                    <a:pt x="1062" y="1281"/>
                    <a:pt x="1068" y="1287"/>
                    <a:pt x="1075" y="1287"/>
                  </a:cubicBezTo>
                  <a:cubicBezTo>
                    <a:pt x="1082" y="1287"/>
                    <a:pt x="1087" y="1281"/>
                    <a:pt x="1087" y="1274"/>
                  </a:cubicBezTo>
                  <a:cubicBezTo>
                    <a:pt x="1087" y="1267"/>
                    <a:pt x="1082" y="1261"/>
                    <a:pt x="1075" y="1261"/>
                  </a:cubicBezTo>
                  <a:close/>
                  <a:moveTo>
                    <a:pt x="1114" y="1261"/>
                  </a:moveTo>
                  <a:cubicBezTo>
                    <a:pt x="1107" y="1261"/>
                    <a:pt x="1101" y="1267"/>
                    <a:pt x="1101" y="1274"/>
                  </a:cubicBezTo>
                  <a:cubicBezTo>
                    <a:pt x="1101" y="1281"/>
                    <a:pt x="1107" y="1287"/>
                    <a:pt x="1114" y="1287"/>
                  </a:cubicBezTo>
                  <a:cubicBezTo>
                    <a:pt x="1121" y="1287"/>
                    <a:pt x="1127" y="1281"/>
                    <a:pt x="1127" y="1274"/>
                  </a:cubicBezTo>
                  <a:cubicBezTo>
                    <a:pt x="1127" y="1267"/>
                    <a:pt x="1121" y="1261"/>
                    <a:pt x="1114" y="1261"/>
                  </a:cubicBezTo>
                  <a:close/>
                  <a:moveTo>
                    <a:pt x="1141" y="1274"/>
                  </a:moveTo>
                  <a:cubicBezTo>
                    <a:pt x="1141" y="1281"/>
                    <a:pt x="1146" y="1287"/>
                    <a:pt x="1154" y="1287"/>
                  </a:cubicBezTo>
                  <a:cubicBezTo>
                    <a:pt x="1161" y="1287"/>
                    <a:pt x="1166" y="1281"/>
                    <a:pt x="1166" y="1274"/>
                  </a:cubicBezTo>
                  <a:cubicBezTo>
                    <a:pt x="1166" y="1267"/>
                    <a:pt x="1161" y="1261"/>
                    <a:pt x="1154" y="1261"/>
                  </a:cubicBezTo>
                  <a:cubicBezTo>
                    <a:pt x="1146" y="1261"/>
                    <a:pt x="1141" y="1267"/>
                    <a:pt x="1141" y="1274"/>
                  </a:cubicBezTo>
                  <a:close/>
                  <a:moveTo>
                    <a:pt x="1180" y="1274"/>
                  </a:moveTo>
                  <a:cubicBezTo>
                    <a:pt x="1180" y="1281"/>
                    <a:pt x="1186" y="1287"/>
                    <a:pt x="1193" y="1287"/>
                  </a:cubicBezTo>
                  <a:cubicBezTo>
                    <a:pt x="1200" y="1287"/>
                    <a:pt x="1206" y="1281"/>
                    <a:pt x="1206" y="1274"/>
                  </a:cubicBezTo>
                  <a:cubicBezTo>
                    <a:pt x="1206" y="1267"/>
                    <a:pt x="1200" y="1261"/>
                    <a:pt x="1193" y="1261"/>
                  </a:cubicBezTo>
                  <a:cubicBezTo>
                    <a:pt x="1186" y="1261"/>
                    <a:pt x="1180" y="1267"/>
                    <a:pt x="1180" y="1274"/>
                  </a:cubicBezTo>
                  <a:close/>
                  <a:moveTo>
                    <a:pt x="1232" y="1287"/>
                  </a:moveTo>
                  <a:cubicBezTo>
                    <a:pt x="1239" y="1287"/>
                    <a:pt x="1245" y="1281"/>
                    <a:pt x="1245" y="1274"/>
                  </a:cubicBezTo>
                  <a:cubicBezTo>
                    <a:pt x="1245" y="1267"/>
                    <a:pt x="1239" y="1261"/>
                    <a:pt x="1232" y="1261"/>
                  </a:cubicBezTo>
                  <a:cubicBezTo>
                    <a:pt x="1225" y="1261"/>
                    <a:pt x="1220" y="1267"/>
                    <a:pt x="1220" y="1274"/>
                  </a:cubicBezTo>
                  <a:cubicBezTo>
                    <a:pt x="1220" y="1281"/>
                    <a:pt x="1225" y="1287"/>
                    <a:pt x="1232" y="1287"/>
                  </a:cubicBezTo>
                  <a:close/>
                  <a:moveTo>
                    <a:pt x="1272" y="1261"/>
                  </a:moveTo>
                  <a:cubicBezTo>
                    <a:pt x="1265" y="1261"/>
                    <a:pt x="1259" y="1267"/>
                    <a:pt x="1259" y="1274"/>
                  </a:cubicBezTo>
                  <a:cubicBezTo>
                    <a:pt x="1259" y="1281"/>
                    <a:pt x="1265" y="1287"/>
                    <a:pt x="1272" y="1287"/>
                  </a:cubicBezTo>
                  <a:cubicBezTo>
                    <a:pt x="1279" y="1287"/>
                    <a:pt x="1285" y="1281"/>
                    <a:pt x="1285" y="1274"/>
                  </a:cubicBezTo>
                  <a:cubicBezTo>
                    <a:pt x="1285" y="1267"/>
                    <a:pt x="1279" y="1261"/>
                    <a:pt x="1272" y="1261"/>
                  </a:cubicBezTo>
                  <a:close/>
                  <a:moveTo>
                    <a:pt x="1824" y="1261"/>
                  </a:moveTo>
                  <a:cubicBezTo>
                    <a:pt x="1817" y="1261"/>
                    <a:pt x="1811" y="1267"/>
                    <a:pt x="1811" y="1274"/>
                  </a:cubicBezTo>
                  <a:cubicBezTo>
                    <a:pt x="1811" y="1281"/>
                    <a:pt x="1817" y="1287"/>
                    <a:pt x="1824" y="1287"/>
                  </a:cubicBezTo>
                  <a:cubicBezTo>
                    <a:pt x="1831" y="1287"/>
                    <a:pt x="1837" y="1281"/>
                    <a:pt x="1837" y="1274"/>
                  </a:cubicBezTo>
                  <a:cubicBezTo>
                    <a:pt x="1837" y="1267"/>
                    <a:pt x="1831" y="1261"/>
                    <a:pt x="1824" y="1261"/>
                  </a:cubicBezTo>
                  <a:close/>
                  <a:moveTo>
                    <a:pt x="1863" y="1287"/>
                  </a:moveTo>
                  <a:cubicBezTo>
                    <a:pt x="1870" y="1287"/>
                    <a:pt x="1876" y="1281"/>
                    <a:pt x="1876" y="1274"/>
                  </a:cubicBezTo>
                  <a:cubicBezTo>
                    <a:pt x="1876" y="1267"/>
                    <a:pt x="1870" y="1261"/>
                    <a:pt x="1863" y="1261"/>
                  </a:cubicBezTo>
                  <a:cubicBezTo>
                    <a:pt x="1856" y="1261"/>
                    <a:pt x="1850" y="1267"/>
                    <a:pt x="1850" y="1274"/>
                  </a:cubicBezTo>
                  <a:cubicBezTo>
                    <a:pt x="1850" y="1281"/>
                    <a:pt x="1856" y="1287"/>
                    <a:pt x="1863" y="1287"/>
                  </a:cubicBezTo>
                  <a:close/>
                  <a:moveTo>
                    <a:pt x="1903" y="1261"/>
                  </a:moveTo>
                  <a:cubicBezTo>
                    <a:pt x="1896" y="1261"/>
                    <a:pt x="1890" y="1267"/>
                    <a:pt x="1890" y="1274"/>
                  </a:cubicBezTo>
                  <a:cubicBezTo>
                    <a:pt x="1890" y="1281"/>
                    <a:pt x="1896" y="1287"/>
                    <a:pt x="1903" y="1287"/>
                  </a:cubicBezTo>
                  <a:cubicBezTo>
                    <a:pt x="1910" y="1287"/>
                    <a:pt x="1915" y="1281"/>
                    <a:pt x="1915" y="1274"/>
                  </a:cubicBezTo>
                  <a:cubicBezTo>
                    <a:pt x="1915" y="1267"/>
                    <a:pt x="1910" y="1261"/>
                    <a:pt x="1903" y="1261"/>
                  </a:cubicBezTo>
                  <a:close/>
                  <a:moveTo>
                    <a:pt x="1942" y="1261"/>
                  </a:moveTo>
                  <a:cubicBezTo>
                    <a:pt x="1935" y="1261"/>
                    <a:pt x="1929" y="1267"/>
                    <a:pt x="1929" y="1274"/>
                  </a:cubicBezTo>
                  <a:cubicBezTo>
                    <a:pt x="1929" y="1281"/>
                    <a:pt x="1935" y="1287"/>
                    <a:pt x="1942" y="1287"/>
                  </a:cubicBezTo>
                  <a:cubicBezTo>
                    <a:pt x="1949" y="1287"/>
                    <a:pt x="1955" y="1281"/>
                    <a:pt x="1955" y="1274"/>
                  </a:cubicBezTo>
                  <a:cubicBezTo>
                    <a:pt x="1955" y="1267"/>
                    <a:pt x="1949" y="1261"/>
                    <a:pt x="1942" y="1261"/>
                  </a:cubicBezTo>
                  <a:close/>
                  <a:moveTo>
                    <a:pt x="1981" y="1261"/>
                  </a:moveTo>
                  <a:cubicBezTo>
                    <a:pt x="1974" y="1261"/>
                    <a:pt x="1969" y="1267"/>
                    <a:pt x="1969" y="1274"/>
                  </a:cubicBezTo>
                  <a:cubicBezTo>
                    <a:pt x="1969" y="1281"/>
                    <a:pt x="1974" y="1287"/>
                    <a:pt x="1981" y="1287"/>
                  </a:cubicBezTo>
                  <a:cubicBezTo>
                    <a:pt x="1988" y="1287"/>
                    <a:pt x="1994" y="1281"/>
                    <a:pt x="1994" y="1274"/>
                  </a:cubicBezTo>
                  <a:cubicBezTo>
                    <a:pt x="1994" y="1267"/>
                    <a:pt x="1988" y="1261"/>
                    <a:pt x="1981" y="1261"/>
                  </a:cubicBezTo>
                  <a:close/>
                  <a:moveTo>
                    <a:pt x="2021" y="1261"/>
                  </a:moveTo>
                  <a:cubicBezTo>
                    <a:pt x="2014" y="1261"/>
                    <a:pt x="2008" y="1267"/>
                    <a:pt x="2008" y="1274"/>
                  </a:cubicBezTo>
                  <a:cubicBezTo>
                    <a:pt x="2008" y="1281"/>
                    <a:pt x="2014" y="1287"/>
                    <a:pt x="2021" y="1287"/>
                  </a:cubicBezTo>
                  <a:cubicBezTo>
                    <a:pt x="2028" y="1287"/>
                    <a:pt x="2034" y="1281"/>
                    <a:pt x="2034" y="1274"/>
                  </a:cubicBezTo>
                  <a:cubicBezTo>
                    <a:pt x="2034" y="1267"/>
                    <a:pt x="2028" y="1261"/>
                    <a:pt x="2021" y="1261"/>
                  </a:cubicBezTo>
                  <a:close/>
                  <a:moveTo>
                    <a:pt x="2060" y="1287"/>
                  </a:moveTo>
                  <a:cubicBezTo>
                    <a:pt x="2067" y="1287"/>
                    <a:pt x="2073" y="1281"/>
                    <a:pt x="2073" y="1274"/>
                  </a:cubicBezTo>
                  <a:cubicBezTo>
                    <a:pt x="2073" y="1267"/>
                    <a:pt x="2067" y="1262"/>
                    <a:pt x="2060" y="1262"/>
                  </a:cubicBezTo>
                  <a:cubicBezTo>
                    <a:pt x="2053" y="1262"/>
                    <a:pt x="2048" y="1267"/>
                    <a:pt x="2048" y="1274"/>
                  </a:cubicBezTo>
                  <a:cubicBezTo>
                    <a:pt x="2048" y="1281"/>
                    <a:pt x="2053" y="1287"/>
                    <a:pt x="2060" y="1287"/>
                  </a:cubicBezTo>
                  <a:close/>
                  <a:moveTo>
                    <a:pt x="2100" y="1261"/>
                  </a:moveTo>
                  <a:cubicBezTo>
                    <a:pt x="2093" y="1261"/>
                    <a:pt x="2087" y="1267"/>
                    <a:pt x="2087" y="1274"/>
                  </a:cubicBezTo>
                  <a:cubicBezTo>
                    <a:pt x="2087" y="1281"/>
                    <a:pt x="2093" y="1287"/>
                    <a:pt x="2100" y="1287"/>
                  </a:cubicBezTo>
                  <a:cubicBezTo>
                    <a:pt x="2107" y="1287"/>
                    <a:pt x="2112" y="1281"/>
                    <a:pt x="2112" y="1274"/>
                  </a:cubicBezTo>
                  <a:cubicBezTo>
                    <a:pt x="2112" y="1267"/>
                    <a:pt x="2107" y="1261"/>
                    <a:pt x="2100" y="1261"/>
                  </a:cubicBezTo>
                  <a:close/>
                  <a:moveTo>
                    <a:pt x="3046" y="1287"/>
                  </a:moveTo>
                  <a:cubicBezTo>
                    <a:pt x="3053" y="1287"/>
                    <a:pt x="3059" y="1281"/>
                    <a:pt x="3059" y="1274"/>
                  </a:cubicBezTo>
                  <a:cubicBezTo>
                    <a:pt x="3059" y="1267"/>
                    <a:pt x="3053" y="1261"/>
                    <a:pt x="3046" y="1261"/>
                  </a:cubicBezTo>
                  <a:cubicBezTo>
                    <a:pt x="3039" y="1261"/>
                    <a:pt x="3033" y="1267"/>
                    <a:pt x="3033" y="1274"/>
                  </a:cubicBezTo>
                  <a:cubicBezTo>
                    <a:pt x="3033" y="1281"/>
                    <a:pt x="3039" y="1287"/>
                    <a:pt x="3046" y="1287"/>
                  </a:cubicBezTo>
                  <a:close/>
                  <a:moveTo>
                    <a:pt x="996" y="1326"/>
                  </a:moveTo>
                  <a:cubicBezTo>
                    <a:pt x="1003" y="1326"/>
                    <a:pt x="1009" y="1321"/>
                    <a:pt x="1009" y="1314"/>
                  </a:cubicBezTo>
                  <a:cubicBezTo>
                    <a:pt x="1009" y="1307"/>
                    <a:pt x="1003" y="1301"/>
                    <a:pt x="996" y="1301"/>
                  </a:cubicBezTo>
                  <a:cubicBezTo>
                    <a:pt x="989" y="1301"/>
                    <a:pt x="983" y="1307"/>
                    <a:pt x="983" y="1314"/>
                  </a:cubicBezTo>
                  <a:cubicBezTo>
                    <a:pt x="983" y="1321"/>
                    <a:pt x="989" y="1326"/>
                    <a:pt x="996" y="1326"/>
                  </a:cubicBezTo>
                  <a:close/>
                  <a:moveTo>
                    <a:pt x="1035" y="1326"/>
                  </a:moveTo>
                  <a:cubicBezTo>
                    <a:pt x="1042" y="1326"/>
                    <a:pt x="1048" y="1321"/>
                    <a:pt x="1048" y="1314"/>
                  </a:cubicBezTo>
                  <a:cubicBezTo>
                    <a:pt x="1048" y="1307"/>
                    <a:pt x="1042" y="1301"/>
                    <a:pt x="1035" y="1301"/>
                  </a:cubicBezTo>
                  <a:cubicBezTo>
                    <a:pt x="1028" y="1301"/>
                    <a:pt x="1023" y="1307"/>
                    <a:pt x="1023" y="1314"/>
                  </a:cubicBezTo>
                  <a:cubicBezTo>
                    <a:pt x="1023" y="1321"/>
                    <a:pt x="1028" y="1326"/>
                    <a:pt x="1035" y="1326"/>
                  </a:cubicBezTo>
                  <a:close/>
                  <a:moveTo>
                    <a:pt x="1075" y="1326"/>
                  </a:moveTo>
                  <a:cubicBezTo>
                    <a:pt x="1082" y="1326"/>
                    <a:pt x="1087" y="1321"/>
                    <a:pt x="1087" y="1314"/>
                  </a:cubicBezTo>
                  <a:cubicBezTo>
                    <a:pt x="1087" y="1307"/>
                    <a:pt x="1082" y="1301"/>
                    <a:pt x="1075" y="1301"/>
                  </a:cubicBezTo>
                  <a:cubicBezTo>
                    <a:pt x="1068" y="1301"/>
                    <a:pt x="1062" y="1307"/>
                    <a:pt x="1062" y="1314"/>
                  </a:cubicBezTo>
                  <a:cubicBezTo>
                    <a:pt x="1062" y="1321"/>
                    <a:pt x="1068" y="1326"/>
                    <a:pt x="1075" y="1326"/>
                  </a:cubicBezTo>
                  <a:close/>
                  <a:moveTo>
                    <a:pt x="1114" y="1326"/>
                  </a:moveTo>
                  <a:cubicBezTo>
                    <a:pt x="1121" y="1326"/>
                    <a:pt x="1127" y="1321"/>
                    <a:pt x="1127" y="1314"/>
                  </a:cubicBezTo>
                  <a:cubicBezTo>
                    <a:pt x="1127" y="1307"/>
                    <a:pt x="1121" y="1301"/>
                    <a:pt x="1114" y="1301"/>
                  </a:cubicBezTo>
                  <a:cubicBezTo>
                    <a:pt x="1107" y="1301"/>
                    <a:pt x="1101" y="1307"/>
                    <a:pt x="1101" y="1314"/>
                  </a:cubicBezTo>
                  <a:cubicBezTo>
                    <a:pt x="1101" y="1321"/>
                    <a:pt x="1107" y="1326"/>
                    <a:pt x="1114" y="1326"/>
                  </a:cubicBezTo>
                  <a:close/>
                  <a:moveTo>
                    <a:pt x="1154" y="1326"/>
                  </a:moveTo>
                  <a:cubicBezTo>
                    <a:pt x="1161" y="1326"/>
                    <a:pt x="1166" y="1321"/>
                    <a:pt x="1166" y="1314"/>
                  </a:cubicBezTo>
                  <a:cubicBezTo>
                    <a:pt x="1166" y="1307"/>
                    <a:pt x="1161" y="1301"/>
                    <a:pt x="1154" y="1301"/>
                  </a:cubicBezTo>
                  <a:cubicBezTo>
                    <a:pt x="1146" y="1301"/>
                    <a:pt x="1141" y="1307"/>
                    <a:pt x="1141" y="1314"/>
                  </a:cubicBezTo>
                  <a:cubicBezTo>
                    <a:pt x="1141" y="1321"/>
                    <a:pt x="1146" y="1326"/>
                    <a:pt x="1154" y="1326"/>
                  </a:cubicBezTo>
                  <a:close/>
                  <a:moveTo>
                    <a:pt x="1193" y="1326"/>
                  </a:moveTo>
                  <a:cubicBezTo>
                    <a:pt x="1200" y="1326"/>
                    <a:pt x="1206" y="1321"/>
                    <a:pt x="1206" y="1314"/>
                  </a:cubicBezTo>
                  <a:cubicBezTo>
                    <a:pt x="1206" y="1307"/>
                    <a:pt x="1200" y="1301"/>
                    <a:pt x="1193" y="1301"/>
                  </a:cubicBezTo>
                  <a:cubicBezTo>
                    <a:pt x="1186" y="1301"/>
                    <a:pt x="1180" y="1307"/>
                    <a:pt x="1180" y="1314"/>
                  </a:cubicBezTo>
                  <a:cubicBezTo>
                    <a:pt x="1180" y="1321"/>
                    <a:pt x="1186" y="1326"/>
                    <a:pt x="1193" y="1326"/>
                  </a:cubicBezTo>
                  <a:close/>
                  <a:moveTo>
                    <a:pt x="1232" y="1326"/>
                  </a:moveTo>
                  <a:cubicBezTo>
                    <a:pt x="1239" y="1326"/>
                    <a:pt x="1245" y="1321"/>
                    <a:pt x="1245" y="1314"/>
                  </a:cubicBezTo>
                  <a:cubicBezTo>
                    <a:pt x="1245" y="1307"/>
                    <a:pt x="1239" y="1301"/>
                    <a:pt x="1232" y="1301"/>
                  </a:cubicBezTo>
                  <a:cubicBezTo>
                    <a:pt x="1225" y="1301"/>
                    <a:pt x="1220" y="1307"/>
                    <a:pt x="1220" y="1314"/>
                  </a:cubicBezTo>
                  <a:cubicBezTo>
                    <a:pt x="1220" y="1321"/>
                    <a:pt x="1225" y="1326"/>
                    <a:pt x="1232" y="1326"/>
                  </a:cubicBezTo>
                  <a:close/>
                  <a:moveTo>
                    <a:pt x="1272" y="1301"/>
                  </a:moveTo>
                  <a:cubicBezTo>
                    <a:pt x="1265" y="1301"/>
                    <a:pt x="1259" y="1307"/>
                    <a:pt x="1259" y="1314"/>
                  </a:cubicBezTo>
                  <a:cubicBezTo>
                    <a:pt x="1259" y="1321"/>
                    <a:pt x="1265" y="1326"/>
                    <a:pt x="1272" y="1326"/>
                  </a:cubicBezTo>
                  <a:cubicBezTo>
                    <a:pt x="1279" y="1326"/>
                    <a:pt x="1285" y="1321"/>
                    <a:pt x="1285" y="1314"/>
                  </a:cubicBezTo>
                  <a:cubicBezTo>
                    <a:pt x="1285" y="1307"/>
                    <a:pt x="1279" y="1301"/>
                    <a:pt x="1272" y="1301"/>
                  </a:cubicBezTo>
                  <a:close/>
                  <a:moveTo>
                    <a:pt x="1824" y="1301"/>
                  </a:moveTo>
                  <a:cubicBezTo>
                    <a:pt x="1817" y="1301"/>
                    <a:pt x="1811" y="1307"/>
                    <a:pt x="1811" y="1314"/>
                  </a:cubicBezTo>
                  <a:cubicBezTo>
                    <a:pt x="1811" y="1321"/>
                    <a:pt x="1817" y="1326"/>
                    <a:pt x="1824" y="1326"/>
                  </a:cubicBezTo>
                  <a:cubicBezTo>
                    <a:pt x="1831" y="1326"/>
                    <a:pt x="1837" y="1321"/>
                    <a:pt x="1837" y="1314"/>
                  </a:cubicBezTo>
                  <a:cubicBezTo>
                    <a:pt x="1837" y="1307"/>
                    <a:pt x="1831" y="1301"/>
                    <a:pt x="1824" y="1301"/>
                  </a:cubicBezTo>
                  <a:close/>
                  <a:moveTo>
                    <a:pt x="1863" y="1326"/>
                  </a:moveTo>
                  <a:cubicBezTo>
                    <a:pt x="1870" y="1326"/>
                    <a:pt x="1876" y="1321"/>
                    <a:pt x="1876" y="1314"/>
                  </a:cubicBezTo>
                  <a:cubicBezTo>
                    <a:pt x="1876" y="1307"/>
                    <a:pt x="1870" y="1301"/>
                    <a:pt x="1863" y="1301"/>
                  </a:cubicBezTo>
                  <a:cubicBezTo>
                    <a:pt x="1856" y="1301"/>
                    <a:pt x="1850" y="1307"/>
                    <a:pt x="1850" y="1314"/>
                  </a:cubicBezTo>
                  <a:cubicBezTo>
                    <a:pt x="1850" y="1321"/>
                    <a:pt x="1856" y="1326"/>
                    <a:pt x="1863" y="1326"/>
                  </a:cubicBezTo>
                  <a:close/>
                  <a:moveTo>
                    <a:pt x="1903" y="1326"/>
                  </a:moveTo>
                  <a:cubicBezTo>
                    <a:pt x="1910" y="1326"/>
                    <a:pt x="1915" y="1321"/>
                    <a:pt x="1915" y="1314"/>
                  </a:cubicBezTo>
                  <a:cubicBezTo>
                    <a:pt x="1915" y="1307"/>
                    <a:pt x="1910" y="1301"/>
                    <a:pt x="1903" y="1301"/>
                  </a:cubicBezTo>
                  <a:cubicBezTo>
                    <a:pt x="1896" y="1301"/>
                    <a:pt x="1890" y="1307"/>
                    <a:pt x="1890" y="1314"/>
                  </a:cubicBezTo>
                  <a:cubicBezTo>
                    <a:pt x="1890" y="1321"/>
                    <a:pt x="1896" y="1326"/>
                    <a:pt x="1903" y="1326"/>
                  </a:cubicBezTo>
                  <a:close/>
                  <a:moveTo>
                    <a:pt x="1942" y="1326"/>
                  </a:moveTo>
                  <a:cubicBezTo>
                    <a:pt x="1949" y="1326"/>
                    <a:pt x="1955" y="1321"/>
                    <a:pt x="1955" y="1314"/>
                  </a:cubicBezTo>
                  <a:cubicBezTo>
                    <a:pt x="1955" y="1307"/>
                    <a:pt x="1949" y="1301"/>
                    <a:pt x="1942" y="1301"/>
                  </a:cubicBezTo>
                  <a:cubicBezTo>
                    <a:pt x="1935" y="1301"/>
                    <a:pt x="1929" y="1307"/>
                    <a:pt x="1929" y="1314"/>
                  </a:cubicBezTo>
                  <a:cubicBezTo>
                    <a:pt x="1929" y="1321"/>
                    <a:pt x="1935" y="1326"/>
                    <a:pt x="1942" y="1326"/>
                  </a:cubicBezTo>
                  <a:close/>
                  <a:moveTo>
                    <a:pt x="1981" y="1301"/>
                  </a:moveTo>
                  <a:cubicBezTo>
                    <a:pt x="1974" y="1301"/>
                    <a:pt x="1969" y="1307"/>
                    <a:pt x="1969" y="1314"/>
                  </a:cubicBezTo>
                  <a:cubicBezTo>
                    <a:pt x="1969" y="1321"/>
                    <a:pt x="1974" y="1326"/>
                    <a:pt x="1981" y="1326"/>
                  </a:cubicBezTo>
                  <a:cubicBezTo>
                    <a:pt x="1988" y="1326"/>
                    <a:pt x="1994" y="1321"/>
                    <a:pt x="1994" y="1314"/>
                  </a:cubicBezTo>
                  <a:cubicBezTo>
                    <a:pt x="1994" y="1307"/>
                    <a:pt x="1988" y="1301"/>
                    <a:pt x="1981" y="1301"/>
                  </a:cubicBezTo>
                  <a:close/>
                  <a:moveTo>
                    <a:pt x="2021" y="1326"/>
                  </a:moveTo>
                  <a:cubicBezTo>
                    <a:pt x="2028" y="1326"/>
                    <a:pt x="2034" y="1321"/>
                    <a:pt x="2034" y="1314"/>
                  </a:cubicBezTo>
                  <a:cubicBezTo>
                    <a:pt x="2034" y="1307"/>
                    <a:pt x="2028" y="1301"/>
                    <a:pt x="2021" y="1301"/>
                  </a:cubicBezTo>
                  <a:cubicBezTo>
                    <a:pt x="2014" y="1301"/>
                    <a:pt x="2008" y="1307"/>
                    <a:pt x="2008" y="1314"/>
                  </a:cubicBezTo>
                  <a:cubicBezTo>
                    <a:pt x="2008" y="1321"/>
                    <a:pt x="2014" y="1326"/>
                    <a:pt x="2021" y="1326"/>
                  </a:cubicBezTo>
                  <a:close/>
                  <a:moveTo>
                    <a:pt x="2060" y="1301"/>
                  </a:moveTo>
                  <a:cubicBezTo>
                    <a:pt x="2053" y="1301"/>
                    <a:pt x="2048" y="1307"/>
                    <a:pt x="2048" y="1314"/>
                  </a:cubicBezTo>
                  <a:cubicBezTo>
                    <a:pt x="2048" y="1321"/>
                    <a:pt x="2053" y="1326"/>
                    <a:pt x="2060" y="1326"/>
                  </a:cubicBezTo>
                  <a:cubicBezTo>
                    <a:pt x="2067" y="1326"/>
                    <a:pt x="2073" y="1321"/>
                    <a:pt x="2073" y="1314"/>
                  </a:cubicBezTo>
                  <a:cubicBezTo>
                    <a:pt x="2073" y="1307"/>
                    <a:pt x="2067" y="1301"/>
                    <a:pt x="2060" y="1301"/>
                  </a:cubicBezTo>
                  <a:close/>
                  <a:moveTo>
                    <a:pt x="2179" y="1301"/>
                  </a:moveTo>
                  <a:cubicBezTo>
                    <a:pt x="2172" y="1301"/>
                    <a:pt x="2166" y="1307"/>
                    <a:pt x="2166" y="1314"/>
                  </a:cubicBezTo>
                  <a:cubicBezTo>
                    <a:pt x="2166" y="1321"/>
                    <a:pt x="2172" y="1326"/>
                    <a:pt x="2179" y="1326"/>
                  </a:cubicBezTo>
                  <a:cubicBezTo>
                    <a:pt x="2186" y="1326"/>
                    <a:pt x="2191" y="1321"/>
                    <a:pt x="2191" y="1314"/>
                  </a:cubicBezTo>
                  <a:cubicBezTo>
                    <a:pt x="2191" y="1307"/>
                    <a:pt x="2186" y="1301"/>
                    <a:pt x="2179" y="1301"/>
                  </a:cubicBezTo>
                  <a:close/>
                  <a:moveTo>
                    <a:pt x="2967" y="1326"/>
                  </a:moveTo>
                  <a:cubicBezTo>
                    <a:pt x="2974" y="1326"/>
                    <a:pt x="2980" y="1321"/>
                    <a:pt x="2980" y="1314"/>
                  </a:cubicBezTo>
                  <a:cubicBezTo>
                    <a:pt x="2980" y="1307"/>
                    <a:pt x="2974" y="1301"/>
                    <a:pt x="2967" y="1301"/>
                  </a:cubicBezTo>
                  <a:cubicBezTo>
                    <a:pt x="2960" y="1301"/>
                    <a:pt x="2954" y="1307"/>
                    <a:pt x="2954" y="1314"/>
                  </a:cubicBezTo>
                  <a:cubicBezTo>
                    <a:pt x="2954" y="1321"/>
                    <a:pt x="2960" y="1326"/>
                    <a:pt x="2967" y="1326"/>
                  </a:cubicBezTo>
                  <a:close/>
                  <a:moveTo>
                    <a:pt x="3006" y="1326"/>
                  </a:moveTo>
                  <a:cubicBezTo>
                    <a:pt x="3014" y="1326"/>
                    <a:pt x="3019" y="1321"/>
                    <a:pt x="3019" y="1314"/>
                  </a:cubicBezTo>
                  <a:cubicBezTo>
                    <a:pt x="3019" y="1307"/>
                    <a:pt x="3014" y="1301"/>
                    <a:pt x="3006" y="1301"/>
                  </a:cubicBezTo>
                  <a:cubicBezTo>
                    <a:pt x="2999" y="1301"/>
                    <a:pt x="2994" y="1307"/>
                    <a:pt x="2994" y="1314"/>
                  </a:cubicBezTo>
                  <a:cubicBezTo>
                    <a:pt x="2994" y="1321"/>
                    <a:pt x="2999" y="1326"/>
                    <a:pt x="3006" y="1326"/>
                  </a:cubicBezTo>
                  <a:close/>
                  <a:moveTo>
                    <a:pt x="3046" y="1326"/>
                  </a:moveTo>
                  <a:cubicBezTo>
                    <a:pt x="3053" y="1326"/>
                    <a:pt x="3059" y="1321"/>
                    <a:pt x="3059" y="1314"/>
                  </a:cubicBezTo>
                  <a:cubicBezTo>
                    <a:pt x="3059" y="1307"/>
                    <a:pt x="3053" y="1301"/>
                    <a:pt x="3046" y="1301"/>
                  </a:cubicBezTo>
                  <a:cubicBezTo>
                    <a:pt x="3039" y="1301"/>
                    <a:pt x="3033" y="1307"/>
                    <a:pt x="3033" y="1314"/>
                  </a:cubicBezTo>
                  <a:cubicBezTo>
                    <a:pt x="3033" y="1321"/>
                    <a:pt x="3039" y="1326"/>
                    <a:pt x="3046" y="1326"/>
                  </a:cubicBezTo>
                  <a:close/>
                  <a:moveTo>
                    <a:pt x="3085" y="1326"/>
                  </a:moveTo>
                  <a:cubicBezTo>
                    <a:pt x="3092" y="1326"/>
                    <a:pt x="3098" y="1321"/>
                    <a:pt x="3098" y="1314"/>
                  </a:cubicBezTo>
                  <a:cubicBezTo>
                    <a:pt x="3098" y="1307"/>
                    <a:pt x="3092" y="1301"/>
                    <a:pt x="3085" y="1301"/>
                  </a:cubicBezTo>
                  <a:cubicBezTo>
                    <a:pt x="3078" y="1301"/>
                    <a:pt x="3073" y="1307"/>
                    <a:pt x="3073" y="1314"/>
                  </a:cubicBezTo>
                  <a:cubicBezTo>
                    <a:pt x="3073" y="1321"/>
                    <a:pt x="3078" y="1326"/>
                    <a:pt x="3085" y="1326"/>
                  </a:cubicBezTo>
                  <a:close/>
                  <a:moveTo>
                    <a:pt x="3125" y="1326"/>
                  </a:moveTo>
                  <a:cubicBezTo>
                    <a:pt x="3132" y="1326"/>
                    <a:pt x="3137" y="1321"/>
                    <a:pt x="3137" y="1314"/>
                  </a:cubicBezTo>
                  <a:cubicBezTo>
                    <a:pt x="3137" y="1307"/>
                    <a:pt x="3132" y="1301"/>
                    <a:pt x="3125" y="1301"/>
                  </a:cubicBezTo>
                  <a:cubicBezTo>
                    <a:pt x="3118" y="1301"/>
                    <a:pt x="3112" y="1307"/>
                    <a:pt x="3112" y="1314"/>
                  </a:cubicBezTo>
                  <a:cubicBezTo>
                    <a:pt x="3112" y="1321"/>
                    <a:pt x="3118" y="1326"/>
                    <a:pt x="3125" y="1326"/>
                  </a:cubicBezTo>
                  <a:close/>
                  <a:moveTo>
                    <a:pt x="3164" y="1326"/>
                  </a:moveTo>
                  <a:cubicBezTo>
                    <a:pt x="3171" y="1326"/>
                    <a:pt x="3177" y="1321"/>
                    <a:pt x="3177" y="1314"/>
                  </a:cubicBezTo>
                  <a:cubicBezTo>
                    <a:pt x="3177" y="1307"/>
                    <a:pt x="3171" y="1301"/>
                    <a:pt x="3164" y="1301"/>
                  </a:cubicBezTo>
                  <a:cubicBezTo>
                    <a:pt x="3157" y="1301"/>
                    <a:pt x="3151" y="1307"/>
                    <a:pt x="3151" y="1314"/>
                  </a:cubicBezTo>
                  <a:cubicBezTo>
                    <a:pt x="3151" y="1321"/>
                    <a:pt x="3157" y="1326"/>
                    <a:pt x="3164" y="1326"/>
                  </a:cubicBezTo>
                  <a:close/>
                  <a:moveTo>
                    <a:pt x="996" y="1366"/>
                  </a:moveTo>
                  <a:cubicBezTo>
                    <a:pt x="1003" y="1366"/>
                    <a:pt x="1009" y="1360"/>
                    <a:pt x="1009" y="1353"/>
                  </a:cubicBezTo>
                  <a:cubicBezTo>
                    <a:pt x="1009" y="1346"/>
                    <a:pt x="1003" y="1340"/>
                    <a:pt x="996" y="1340"/>
                  </a:cubicBezTo>
                  <a:cubicBezTo>
                    <a:pt x="989" y="1340"/>
                    <a:pt x="983" y="1346"/>
                    <a:pt x="983" y="1353"/>
                  </a:cubicBezTo>
                  <a:cubicBezTo>
                    <a:pt x="983" y="1360"/>
                    <a:pt x="989" y="1366"/>
                    <a:pt x="996" y="1366"/>
                  </a:cubicBezTo>
                  <a:close/>
                  <a:moveTo>
                    <a:pt x="1035" y="1366"/>
                  </a:moveTo>
                  <a:cubicBezTo>
                    <a:pt x="1042" y="1366"/>
                    <a:pt x="1048" y="1360"/>
                    <a:pt x="1048" y="1353"/>
                  </a:cubicBezTo>
                  <a:cubicBezTo>
                    <a:pt x="1048" y="1346"/>
                    <a:pt x="1042" y="1340"/>
                    <a:pt x="1035" y="1340"/>
                  </a:cubicBezTo>
                  <a:cubicBezTo>
                    <a:pt x="1028" y="1340"/>
                    <a:pt x="1023" y="1346"/>
                    <a:pt x="1023" y="1353"/>
                  </a:cubicBezTo>
                  <a:cubicBezTo>
                    <a:pt x="1023" y="1360"/>
                    <a:pt x="1028" y="1366"/>
                    <a:pt x="1035" y="1366"/>
                  </a:cubicBezTo>
                  <a:close/>
                  <a:moveTo>
                    <a:pt x="1075" y="1366"/>
                  </a:moveTo>
                  <a:cubicBezTo>
                    <a:pt x="1082" y="1366"/>
                    <a:pt x="1087" y="1360"/>
                    <a:pt x="1087" y="1353"/>
                  </a:cubicBezTo>
                  <a:cubicBezTo>
                    <a:pt x="1087" y="1346"/>
                    <a:pt x="1082" y="1340"/>
                    <a:pt x="1075" y="1340"/>
                  </a:cubicBezTo>
                  <a:cubicBezTo>
                    <a:pt x="1068" y="1340"/>
                    <a:pt x="1062" y="1346"/>
                    <a:pt x="1062" y="1353"/>
                  </a:cubicBezTo>
                  <a:cubicBezTo>
                    <a:pt x="1062" y="1360"/>
                    <a:pt x="1068" y="1366"/>
                    <a:pt x="1075" y="1366"/>
                  </a:cubicBezTo>
                  <a:close/>
                  <a:moveTo>
                    <a:pt x="1114" y="1366"/>
                  </a:moveTo>
                  <a:cubicBezTo>
                    <a:pt x="1121" y="1366"/>
                    <a:pt x="1127" y="1360"/>
                    <a:pt x="1127" y="1353"/>
                  </a:cubicBezTo>
                  <a:cubicBezTo>
                    <a:pt x="1127" y="1346"/>
                    <a:pt x="1121" y="1340"/>
                    <a:pt x="1114" y="1340"/>
                  </a:cubicBezTo>
                  <a:cubicBezTo>
                    <a:pt x="1107" y="1340"/>
                    <a:pt x="1101" y="1346"/>
                    <a:pt x="1101" y="1353"/>
                  </a:cubicBezTo>
                  <a:cubicBezTo>
                    <a:pt x="1101" y="1360"/>
                    <a:pt x="1107" y="1366"/>
                    <a:pt x="1114" y="1366"/>
                  </a:cubicBezTo>
                  <a:close/>
                  <a:moveTo>
                    <a:pt x="1154" y="1366"/>
                  </a:moveTo>
                  <a:cubicBezTo>
                    <a:pt x="1161" y="1366"/>
                    <a:pt x="1166" y="1360"/>
                    <a:pt x="1166" y="1353"/>
                  </a:cubicBezTo>
                  <a:cubicBezTo>
                    <a:pt x="1166" y="1346"/>
                    <a:pt x="1161" y="1340"/>
                    <a:pt x="1154" y="1340"/>
                  </a:cubicBezTo>
                  <a:cubicBezTo>
                    <a:pt x="1146" y="1340"/>
                    <a:pt x="1141" y="1346"/>
                    <a:pt x="1141" y="1353"/>
                  </a:cubicBezTo>
                  <a:cubicBezTo>
                    <a:pt x="1141" y="1360"/>
                    <a:pt x="1146" y="1366"/>
                    <a:pt x="1154" y="1366"/>
                  </a:cubicBezTo>
                  <a:close/>
                  <a:moveTo>
                    <a:pt x="1193" y="1366"/>
                  </a:moveTo>
                  <a:cubicBezTo>
                    <a:pt x="1200" y="1366"/>
                    <a:pt x="1206" y="1360"/>
                    <a:pt x="1206" y="1353"/>
                  </a:cubicBezTo>
                  <a:cubicBezTo>
                    <a:pt x="1206" y="1346"/>
                    <a:pt x="1200" y="1340"/>
                    <a:pt x="1193" y="1340"/>
                  </a:cubicBezTo>
                  <a:cubicBezTo>
                    <a:pt x="1186" y="1340"/>
                    <a:pt x="1180" y="1346"/>
                    <a:pt x="1180" y="1353"/>
                  </a:cubicBezTo>
                  <a:cubicBezTo>
                    <a:pt x="1180" y="1360"/>
                    <a:pt x="1186" y="1366"/>
                    <a:pt x="1193" y="1366"/>
                  </a:cubicBezTo>
                  <a:close/>
                  <a:moveTo>
                    <a:pt x="1232" y="1340"/>
                  </a:moveTo>
                  <a:cubicBezTo>
                    <a:pt x="1225" y="1340"/>
                    <a:pt x="1220" y="1346"/>
                    <a:pt x="1220" y="1353"/>
                  </a:cubicBezTo>
                  <a:cubicBezTo>
                    <a:pt x="1220" y="1360"/>
                    <a:pt x="1225" y="1366"/>
                    <a:pt x="1232" y="1366"/>
                  </a:cubicBezTo>
                  <a:cubicBezTo>
                    <a:pt x="1239" y="1366"/>
                    <a:pt x="1245" y="1360"/>
                    <a:pt x="1245" y="1353"/>
                  </a:cubicBezTo>
                  <a:cubicBezTo>
                    <a:pt x="1245" y="1346"/>
                    <a:pt x="1239" y="1340"/>
                    <a:pt x="1232" y="1340"/>
                  </a:cubicBezTo>
                  <a:close/>
                  <a:moveTo>
                    <a:pt x="1272" y="1340"/>
                  </a:moveTo>
                  <a:cubicBezTo>
                    <a:pt x="1265" y="1340"/>
                    <a:pt x="1259" y="1346"/>
                    <a:pt x="1259" y="1353"/>
                  </a:cubicBezTo>
                  <a:cubicBezTo>
                    <a:pt x="1259" y="1360"/>
                    <a:pt x="1265" y="1366"/>
                    <a:pt x="1272" y="1366"/>
                  </a:cubicBezTo>
                  <a:cubicBezTo>
                    <a:pt x="1279" y="1366"/>
                    <a:pt x="1285" y="1360"/>
                    <a:pt x="1285" y="1353"/>
                  </a:cubicBezTo>
                  <a:cubicBezTo>
                    <a:pt x="1285" y="1346"/>
                    <a:pt x="1279" y="1340"/>
                    <a:pt x="1272" y="1340"/>
                  </a:cubicBezTo>
                  <a:close/>
                  <a:moveTo>
                    <a:pt x="1863" y="1366"/>
                  </a:moveTo>
                  <a:cubicBezTo>
                    <a:pt x="1870" y="1366"/>
                    <a:pt x="1876" y="1360"/>
                    <a:pt x="1876" y="1353"/>
                  </a:cubicBezTo>
                  <a:cubicBezTo>
                    <a:pt x="1876" y="1346"/>
                    <a:pt x="1870" y="1340"/>
                    <a:pt x="1863" y="1340"/>
                  </a:cubicBezTo>
                  <a:cubicBezTo>
                    <a:pt x="1856" y="1340"/>
                    <a:pt x="1850" y="1346"/>
                    <a:pt x="1850" y="1353"/>
                  </a:cubicBezTo>
                  <a:cubicBezTo>
                    <a:pt x="1850" y="1360"/>
                    <a:pt x="1856" y="1366"/>
                    <a:pt x="1863" y="1366"/>
                  </a:cubicBezTo>
                  <a:close/>
                  <a:moveTo>
                    <a:pt x="1903" y="1366"/>
                  </a:moveTo>
                  <a:cubicBezTo>
                    <a:pt x="1910" y="1366"/>
                    <a:pt x="1915" y="1360"/>
                    <a:pt x="1915" y="1353"/>
                  </a:cubicBezTo>
                  <a:cubicBezTo>
                    <a:pt x="1915" y="1346"/>
                    <a:pt x="1910" y="1340"/>
                    <a:pt x="1903" y="1340"/>
                  </a:cubicBezTo>
                  <a:cubicBezTo>
                    <a:pt x="1896" y="1340"/>
                    <a:pt x="1890" y="1346"/>
                    <a:pt x="1890" y="1353"/>
                  </a:cubicBezTo>
                  <a:cubicBezTo>
                    <a:pt x="1890" y="1360"/>
                    <a:pt x="1896" y="1366"/>
                    <a:pt x="1903" y="1366"/>
                  </a:cubicBezTo>
                  <a:close/>
                  <a:moveTo>
                    <a:pt x="1942" y="1366"/>
                  </a:moveTo>
                  <a:cubicBezTo>
                    <a:pt x="1949" y="1366"/>
                    <a:pt x="1955" y="1360"/>
                    <a:pt x="1955" y="1353"/>
                  </a:cubicBezTo>
                  <a:cubicBezTo>
                    <a:pt x="1955" y="1346"/>
                    <a:pt x="1949" y="1340"/>
                    <a:pt x="1942" y="1340"/>
                  </a:cubicBezTo>
                  <a:cubicBezTo>
                    <a:pt x="1935" y="1340"/>
                    <a:pt x="1929" y="1346"/>
                    <a:pt x="1929" y="1353"/>
                  </a:cubicBezTo>
                  <a:cubicBezTo>
                    <a:pt x="1929" y="1360"/>
                    <a:pt x="1935" y="1366"/>
                    <a:pt x="1942" y="1366"/>
                  </a:cubicBezTo>
                  <a:close/>
                  <a:moveTo>
                    <a:pt x="1981" y="1366"/>
                  </a:moveTo>
                  <a:cubicBezTo>
                    <a:pt x="1988" y="1366"/>
                    <a:pt x="1994" y="1360"/>
                    <a:pt x="1994" y="1353"/>
                  </a:cubicBezTo>
                  <a:cubicBezTo>
                    <a:pt x="1994" y="1346"/>
                    <a:pt x="1988" y="1340"/>
                    <a:pt x="1981" y="1340"/>
                  </a:cubicBezTo>
                  <a:cubicBezTo>
                    <a:pt x="1974" y="1340"/>
                    <a:pt x="1969" y="1346"/>
                    <a:pt x="1969" y="1353"/>
                  </a:cubicBezTo>
                  <a:cubicBezTo>
                    <a:pt x="1969" y="1360"/>
                    <a:pt x="1974" y="1366"/>
                    <a:pt x="1981" y="1366"/>
                  </a:cubicBezTo>
                  <a:close/>
                  <a:moveTo>
                    <a:pt x="2021" y="1366"/>
                  </a:moveTo>
                  <a:cubicBezTo>
                    <a:pt x="2028" y="1366"/>
                    <a:pt x="2034" y="1360"/>
                    <a:pt x="2034" y="1353"/>
                  </a:cubicBezTo>
                  <a:cubicBezTo>
                    <a:pt x="2034" y="1346"/>
                    <a:pt x="2028" y="1340"/>
                    <a:pt x="2021" y="1340"/>
                  </a:cubicBezTo>
                  <a:cubicBezTo>
                    <a:pt x="2014" y="1340"/>
                    <a:pt x="2008" y="1346"/>
                    <a:pt x="2008" y="1353"/>
                  </a:cubicBezTo>
                  <a:cubicBezTo>
                    <a:pt x="2008" y="1360"/>
                    <a:pt x="2014" y="1366"/>
                    <a:pt x="2021" y="1366"/>
                  </a:cubicBezTo>
                  <a:close/>
                  <a:moveTo>
                    <a:pt x="2139" y="1340"/>
                  </a:moveTo>
                  <a:cubicBezTo>
                    <a:pt x="2132" y="1340"/>
                    <a:pt x="2126" y="1346"/>
                    <a:pt x="2126" y="1353"/>
                  </a:cubicBezTo>
                  <a:cubicBezTo>
                    <a:pt x="2126" y="1360"/>
                    <a:pt x="2132" y="1366"/>
                    <a:pt x="2139" y="1366"/>
                  </a:cubicBezTo>
                  <a:cubicBezTo>
                    <a:pt x="2146" y="1366"/>
                    <a:pt x="2152" y="1360"/>
                    <a:pt x="2152" y="1353"/>
                  </a:cubicBezTo>
                  <a:cubicBezTo>
                    <a:pt x="2152" y="1346"/>
                    <a:pt x="2146" y="1340"/>
                    <a:pt x="2139" y="1340"/>
                  </a:cubicBezTo>
                  <a:close/>
                  <a:moveTo>
                    <a:pt x="2179" y="1340"/>
                  </a:moveTo>
                  <a:cubicBezTo>
                    <a:pt x="2172" y="1340"/>
                    <a:pt x="2166" y="1346"/>
                    <a:pt x="2166" y="1353"/>
                  </a:cubicBezTo>
                  <a:cubicBezTo>
                    <a:pt x="2166" y="1360"/>
                    <a:pt x="2172" y="1366"/>
                    <a:pt x="2179" y="1366"/>
                  </a:cubicBezTo>
                  <a:cubicBezTo>
                    <a:pt x="2186" y="1366"/>
                    <a:pt x="2191" y="1360"/>
                    <a:pt x="2191" y="1353"/>
                  </a:cubicBezTo>
                  <a:cubicBezTo>
                    <a:pt x="2191" y="1346"/>
                    <a:pt x="2186" y="1340"/>
                    <a:pt x="2179" y="1340"/>
                  </a:cubicBezTo>
                  <a:close/>
                  <a:moveTo>
                    <a:pt x="2888" y="1366"/>
                  </a:moveTo>
                  <a:cubicBezTo>
                    <a:pt x="2895" y="1366"/>
                    <a:pt x="2901" y="1360"/>
                    <a:pt x="2901" y="1353"/>
                  </a:cubicBezTo>
                  <a:cubicBezTo>
                    <a:pt x="2901" y="1346"/>
                    <a:pt x="2895" y="1340"/>
                    <a:pt x="2888" y="1340"/>
                  </a:cubicBezTo>
                  <a:cubicBezTo>
                    <a:pt x="2881" y="1340"/>
                    <a:pt x="2875" y="1346"/>
                    <a:pt x="2875" y="1353"/>
                  </a:cubicBezTo>
                  <a:cubicBezTo>
                    <a:pt x="2875" y="1360"/>
                    <a:pt x="2881" y="1366"/>
                    <a:pt x="2888" y="1366"/>
                  </a:cubicBezTo>
                  <a:close/>
                  <a:moveTo>
                    <a:pt x="2928" y="1366"/>
                  </a:moveTo>
                  <a:cubicBezTo>
                    <a:pt x="2935" y="1366"/>
                    <a:pt x="2940" y="1360"/>
                    <a:pt x="2940" y="1353"/>
                  </a:cubicBezTo>
                  <a:cubicBezTo>
                    <a:pt x="2940" y="1346"/>
                    <a:pt x="2935" y="1340"/>
                    <a:pt x="2928" y="1340"/>
                  </a:cubicBezTo>
                  <a:cubicBezTo>
                    <a:pt x="2921" y="1340"/>
                    <a:pt x="2915" y="1346"/>
                    <a:pt x="2915" y="1353"/>
                  </a:cubicBezTo>
                  <a:cubicBezTo>
                    <a:pt x="2915" y="1360"/>
                    <a:pt x="2921" y="1366"/>
                    <a:pt x="2928" y="1366"/>
                  </a:cubicBezTo>
                  <a:close/>
                  <a:moveTo>
                    <a:pt x="2967" y="1366"/>
                  </a:moveTo>
                  <a:cubicBezTo>
                    <a:pt x="2974" y="1366"/>
                    <a:pt x="2980" y="1360"/>
                    <a:pt x="2980" y="1353"/>
                  </a:cubicBezTo>
                  <a:cubicBezTo>
                    <a:pt x="2980" y="1346"/>
                    <a:pt x="2974" y="1340"/>
                    <a:pt x="2967" y="1340"/>
                  </a:cubicBezTo>
                  <a:cubicBezTo>
                    <a:pt x="2960" y="1340"/>
                    <a:pt x="2954" y="1346"/>
                    <a:pt x="2954" y="1353"/>
                  </a:cubicBezTo>
                  <a:cubicBezTo>
                    <a:pt x="2954" y="1360"/>
                    <a:pt x="2960" y="1366"/>
                    <a:pt x="2967" y="1366"/>
                  </a:cubicBezTo>
                  <a:close/>
                  <a:moveTo>
                    <a:pt x="3006" y="1366"/>
                  </a:moveTo>
                  <a:cubicBezTo>
                    <a:pt x="3014" y="1366"/>
                    <a:pt x="3019" y="1360"/>
                    <a:pt x="3019" y="1353"/>
                  </a:cubicBezTo>
                  <a:cubicBezTo>
                    <a:pt x="3019" y="1346"/>
                    <a:pt x="3014" y="1340"/>
                    <a:pt x="3006" y="1340"/>
                  </a:cubicBezTo>
                  <a:cubicBezTo>
                    <a:pt x="2999" y="1340"/>
                    <a:pt x="2994" y="1346"/>
                    <a:pt x="2994" y="1353"/>
                  </a:cubicBezTo>
                  <a:cubicBezTo>
                    <a:pt x="2994" y="1360"/>
                    <a:pt x="2999" y="1366"/>
                    <a:pt x="3006" y="1366"/>
                  </a:cubicBezTo>
                  <a:close/>
                  <a:moveTo>
                    <a:pt x="3046" y="1366"/>
                  </a:moveTo>
                  <a:cubicBezTo>
                    <a:pt x="3053" y="1366"/>
                    <a:pt x="3059" y="1360"/>
                    <a:pt x="3059" y="1353"/>
                  </a:cubicBezTo>
                  <a:cubicBezTo>
                    <a:pt x="3059" y="1346"/>
                    <a:pt x="3053" y="1340"/>
                    <a:pt x="3046" y="1340"/>
                  </a:cubicBezTo>
                  <a:cubicBezTo>
                    <a:pt x="3039" y="1340"/>
                    <a:pt x="3033" y="1346"/>
                    <a:pt x="3033" y="1353"/>
                  </a:cubicBezTo>
                  <a:cubicBezTo>
                    <a:pt x="3033" y="1360"/>
                    <a:pt x="3039" y="1366"/>
                    <a:pt x="3046" y="1366"/>
                  </a:cubicBezTo>
                  <a:close/>
                  <a:moveTo>
                    <a:pt x="3085" y="1366"/>
                  </a:moveTo>
                  <a:cubicBezTo>
                    <a:pt x="3092" y="1366"/>
                    <a:pt x="3098" y="1360"/>
                    <a:pt x="3098" y="1353"/>
                  </a:cubicBezTo>
                  <a:cubicBezTo>
                    <a:pt x="3098" y="1346"/>
                    <a:pt x="3092" y="1340"/>
                    <a:pt x="3085" y="1340"/>
                  </a:cubicBezTo>
                  <a:cubicBezTo>
                    <a:pt x="3078" y="1340"/>
                    <a:pt x="3073" y="1346"/>
                    <a:pt x="3073" y="1353"/>
                  </a:cubicBezTo>
                  <a:cubicBezTo>
                    <a:pt x="3073" y="1360"/>
                    <a:pt x="3078" y="1366"/>
                    <a:pt x="3085" y="1366"/>
                  </a:cubicBezTo>
                  <a:close/>
                  <a:moveTo>
                    <a:pt x="3125" y="1366"/>
                  </a:moveTo>
                  <a:cubicBezTo>
                    <a:pt x="3132" y="1366"/>
                    <a:pt x="3137" y="1360"/>
                    <a:pt x="3137" y="1353"/>
                  </a:cubicBezTo>
                  <a:cubicBezTo>
                    <a:pt x="3137" y="1346"/>
                    <a:pt x="3132" y="1340"/>
                    <a:pt x="3125" y="1340"/>
                  </a:cubicBezTo>
                  <a:cubicBezTo>
                    <a:pt x="3118" y="1340"/>
                    <a:pt x="3112" y="1346"/>
                    <a:pt x="3112" y="1353"/>
                  </a:cubicBezTo>
                  <a:cubicBezTo>
                    <a:pt x="3112" y="1360"/>
                    <a:pt x="3118" y="1366"/>
                    <a:pt x="3125" y="1366"/>
                  </a:cubicBezTo>
                  <a:close/>
                  <a:moveTo>
                    <a:pt x="3164" y="1366"/>
                  </a:moveTo>
                  <a:cubicBezTo>
                    <a:pt x="3171" y="1366"/>
                    <a:pt x="3177" y="1360"/>
                    <a:pt x="3177" y="1353"/>
                  </a:cubicBezTo>
                  <a:cubicBezTo>
                    <a:pt x="3177" y="1346"/>
                    <a:pt x="3171" y="1340"/>
                    <a:pt x="3164" y="1340"/>
                  </a:cubicBezTo>
                  <a:cubicBezTo>
                    <a:pt x="3157" y="1340"/>
                    <a:pt x="3151" y="1346"/>
                    <a:pt x="3151" y="1353"/>
                  </a:cubicBezTo>
                  <a:cubicBezTo>
                    <a:pt x="3151" y="1360"/>
                    <a:pt x="3157" y="1366"/>
                    <a:pt x="3164" y="1366"/>
                  </a:cubicBezTo>
                  <a:close/>
                  <a:moveTo>
                    <a:pt x="3204" y="1366"/>
                  </a:moveTo>
                  <a:cubicBezTo>
                    <a:pt x="3211" y="1366"/>
                    <a:pt x="3216" y="1360"/>
                    <a:pt x="3216" y="1353"/>
                  </a:cubicBezTo>
                  <a:cubicBezTo>
                    <a:pt x="3216" y="1346"/>
                    <a:pt x="3211" y="1340"/>
                    <a:pt x="3204" y="1340"/>
                  </a:cubicBezTo>
                  <a:cubicBezTo>
                    <a:pt x="3197" y="1340"/>
                    <a:pt x="3191" y="1346"/>
                    <a:pt x="3191" y="1353"/>
                  </a:cubicBezTo>
                  <a:cubicBezTo>
                    <a:pt x="3191" y="1360"/>
                    <a:pt x="3197" y="1366"/>
                    <a:pt x="3204" y="1366"/>
                  </a:cubicBezTo>
                  <a:close/>
                  <a:moveTo>
                    <a:pt x="996" y="1405"/>
                  </a:moveTo>
                  <a:cubicBezTo>
                    <a:pt x="1003" y="1405"/>
                    <a:pt x="1009" y="1400"/>
                    <a:pt x="1009" y="1393"/>
                  </a:cubicBezTo>
                  <a:cubicBezTo>
                    <a:pt x="1009" y="1385"/>
                    <a:pt x="1003" y="1380"/>
                    <a:pt x="996" y="1380"/>
                  </a:cubicBezTo>
                  <a:cubicBezTo>
                    <a:pt x="989" y="1380"/>
                    <a:pt x="983" y="1385"/>
                    <a:pt x="983" y="1393"/>
                  </a:cubicBezTo>
                  <a:cubicBezTo>
                    <a:pt x="983" y="1400"/>
                    <a:pt x="989" y="1405"/>
                    <a:pt x="996" y="1405"/>
                  </a:cubicBezTo>
                  <a:close/>
                  <a:moveTo>
                    <a:pt x="1035" y="1405"/>
                  </a:moveTo>
                  <a:cubicBezTo>
                    <a:pt x="1042" y="1405"/>
                    <a:pt x="1048" y="1400"/>
                    <a:pt x="1048" y="1393"/>
                  </a:cubicBezTo>
                  <a:cubicBezTo>
                    <a:pt x="1048" y="1385"/>
                    <a:pt x="1042" y="1380"/>
                    <a:pt x="1035" y="1380"/>
                  </a:cubicBezTo>
                  <a:cubicBezTo>
                    <a:pt x="1028" y="1380"/>
                    <a:pt x="1023" y="1385"/>
                    <a:pt x="1023" y="1393"/>
                  </a:cubicBezTo>
                  <a:cubicBezTo>
                    <a:pt x="1023" y="1400"/>
                    <a:pt x="1028" y="1405"/>
                    <a:pt x="1035" y="1405"/>
                  </a:cubicBezTo>
                  <a:close/>
                  <a:moveTo>
                    <a:pt x="1075" y="1405"/>
                  </a:moveTo>
                  <a:cubicBezTo>
                    <a:pt x="1082" y="1405"/>
                    <a:pt x="1087" y="1400"/>
                    <a:pt x="1087" y="1393"/>
                  </a:cubicBezTo>
                  <a:cubicBezTo>
                    <a:pt x="1087" y="1385"/>
                    <a:pt x="1082" y="1380"/>
                    <a:pt x="1075" y="1380"/>
                  </a:cubicBezTo>
                  <a:cubicBezTo>
                    <a:pt x="1068" y="1380"/>
                    <a:pt x="1062" y="1385"/>
                    <a:pt x="1062" y="1393"/>
                  </a:cubicBezTo>
                  <a:cubicBezTo>
                    <a:pt x="1062" y="1400"/>
                    <a:pt x="1068" y="1405"/>
                    <a:pt x="1075" y="1405"/>
                  </a:cubicBezTo>
                  <a:close/>
                  <a:moveTo>
                    <a:pt x="1114" y="1405"/>
                  </a:moveTo>
                  <a:cubicBezTo>
                    <a:pt x="1121" y="1405"/>
                    <a:pt x="1127" y="1400"/>
                    <a:pt x="1127" y="1393"/>
                  </a:cubicBezTo>
                  <a:cubicBezTo>
                    <a:pt x="1127" y="1385"/>
                    <a:pt x="1121" y="1380"/>
                    <a:pt x="1114" y="1380"/>
                  </a:cubicBezTo>
                  <a:cubicBezTo>
                    <a:pt x="1107" y="1380"/>
                    <a:pt x="1101" y="1385"/>
                    <a:pt x="1101" y="1393"/>
                  </a:cubicBezTo>
                  <a:cubicBezTo>
                    <a:pt x="1101" y="1400"/>
                    <a:pt x="1107" y="1405"/>
                    <a:pt x="1114" y="1405"/>
                  </a:cubicBezTo>
                  <a:close/>
                  <a:moveTo>
                    <a:pt x="1154" y="1405"/>
                  </a:moveTo>
                  <a:cubicBezTo>
                    <a:pt x="1161" y="1405"/>
                    <a:pt x="1166" y="1400"/>
                    <a:pt x="1166" y="1393"/>
                  </a:cubicBezTo>
                  <a:cubicBezTo>
                    <a:pt x="1166" y="1385"/>
                    <a:pt x="1161" y="1380"/>
                    <a:pt x="1154" y="1380"/>
                  </a:cubicBezTo>
                  <a:cubicBezTo>
                    <a:pt x="1146" y="1380"/>
                    <a:pt x="1141" y="1385"/>
                    <a:pt x="1141" y="1393"/>
                  </a:cubicBezTo>
                  <a:cubicBezTo>
                    <a:pt x="1141" y="1400"/>
                    <a:pt x="1146" y="1405"/>
                    <a:pt x="1154" y="1405"/>
                  </a:cubicBezTo>
                  <a:close/>
                  <a:moveTo>
                    <a:pt x="1193" y="1380"/>
                  </a:moveTo>
                  <a:cubicBezTo>
                    <a:pt x="1186" y="1380"/>
                    <a:pt x="1180" y="1385"/>
                    <a:pt x="1180" y="1393"/>
                  </a:cubicBezTo>
                  <a:cubicBezTo>
                    <a:pt x="1180" y="1400"/>
                    <a:pt x="1186" y="1405"/>
                    <a:pt x="1193" y="1405"/>
                  </a:cubicBezTo>
                  <a:cubicBezTo>
                    <a:pt x="1200" y="1405"/>
                    <a:pt x="1206" y="1400"/>
                    <a:pt x="1206" y="1393"/>
                  </a:cubicBezTo>
                  <a:cubicBezTo>
                    <a:pt x="1206" y="1385"/>
                    <a:pt x="1200" y="1380"/>
                    <a:pt x="1193" y="1380"/>
                  </a:cubicBezTo>
                  <a:close/>
                  <a:moveTo>
                    <a:pt x="1863" y="1380"/>
                  </a:moveTo>
                  <a:cubicBezTo>
                    <a:pt x="1856" y="1380"/>
                    <a:pt x="1850" y="1385"/>
                    <a:pt x="1850" y="1393"/>
                  </a:cubicBezTo>
                  <a:cubicBezTo>
                    <a:pt x="1850" y="1400"/>
                    <a:pt x="1856" y="1405"/>
                    <a:pt x="1863" y="1405"/>
                  </a:cubicBezTo>
                  <a:cubicBezTo>
                    <a:pt x="1870" y="1405"/>
                    <a:pt x="1876" y="1400"/>
                    <a:pt x="1876" y="1393"/>
                  </a:cubicBezTo>
                  <a:cubicBezTo>
                    <a:pt x="1876" y="1385"/>
                    <a:pt x="1870" y="1380"/>
                    <a:pt x="1863" y="1380"/>
                  </a:cubicBezTo>
                  <a:close/>
                  <a:moveTo>
                    <a:pt x="1903" y="1405"/>
                  </a:moveTo>
                  <a:cubicBezTo>
                    <a:pt x="1910" y="1405"/>
                    <a:pt x="1915" y="1400"/>
                    <a:pt x="1915" y="1393"/>
                  </a:cubicBezTo>
                  <a:cubicBezTo>
                    <a:pt x="1915" y="1385"/>
                    <a:pt x="1910" y="1380"/>
                    <a:pt x="1903" y="1380"/>
                  </a:cubicBezTo>
                  <a:cubicBezTo>
                    <a:pt x="1896" y="1380"/>
                    <a:pt x="1890" y="1385"/>
                    <a:pt x="1890" y="1393"/>
                  </a:cubicBezTo>
                  <a:cubicBezTo>
                    <a:pt x="1890" y="1400"/>
                    <a:pt x="1896" y="1405"/>
                    <a:pt x="1903" y="1405"/>
                  </a:cubicBezTo>
                  <a:close/>
                  <a:moveTo>
                    <a:pt x="1942" y="1405"/>
                  </a:moveTo>
                  <a:cubicBezTo>
                    <a:pt x="1949" y="1405"/>
                    <a:pt x="1955" y="1400"/>
                    <a:pt x="1955" y="1393"/>
                  </a:cubicBezTo>
                  <a:cubicBezTo>
                    <a:pt x="1955" y="1385"/>
                    <a:pt x="1949" y="1380"/>
                    <a:pt x="1942" y="1380"/>
                  </a:cubicBezTo>
                  <a:cubicBezTo>
                    <a:pt x="1935" y="1380"/>
                    <a:pt x="1929" y="1385"/>
                    <a:pt x="1929" y="1393"/>
                  </a:cubicBezTo>
                  <a:cubicBezTo>
                    <a:pt x="1929" y="1400"/>
                    <a:pt x="1935" y="1405"/>
                    <a:pt x="1942" y="1405"/>
                  </a:cubicBezTo>
                  <a:close/>
                  <a:moveTo>
                    <a:pt x="1981" y="1405"/>
                  </a:moveTo>
                  <a:cubicBezTo>
                    <a:pt x="1988" y="1405"/>
                    <a:pt x="1994" y="1400"/>
                    <a:pt x="1994" y="1393"/>
                  </a:cubicBezTo>
                  <a:cubicBezTo>
                    <a:pt x="1994" y="1385"/>
                    <a:pt x="1988" y="1380"/>
                    <a:pt x="1981" y="1380"/>
                  </a:cubicBezTo>
                  <a:cubicBezTo>
                    <a:pt x="1974" y="1380"/>
                    <a:pt x="1969" y="1385"/>
                    <a:pt x="1969" y="1393"/>
                  </a:cubicBezTo>
                  <a:cubicBezTo>
                    <a:pt x="1969" y="1400"/>
                    <a:pt x="1974" y="1405"/>
                    <a:pt x="1981" y="1405"/>
                  </a:cubicBezTo>
                  <a:close/>
                  <a:moveTo>
                    <a:pt x="2021" y="1380"/>
                  </a:moveTo>
                  <a:cubicBezTo>
                    <a:pt x="2014" y="1380"/>
                    <a:pt x="2008" y="1385"/>
                    <a:pt x="2008" y="1393"/>
                  </a:cubicBezTo>
                  <a:cubicBezTo>
                    <a:pt x="2008" y="1400"/>
                    <a:pt x="2014" y="1405"/>
                    <a:pt x="2021" y="1405"/>
                  </a:cubicBezTo>
                  <a:cubicBezTo>
                    <a:pt x="2028" y="1405"/>
                    <a:pt x="2034" y="1400"/>
                    <a:pt x="2034" y="1393"/>
                  </a:cubicBezTo>
                  <a:cubicBezTo>
                    <a:pt x="2034" y="1385"/>
                    <a:pt x="2028" y="1380"/>
                    <a:pt x="2021" y="1380"/>
                  </a:cubicBezTo>
                  <a:close/>
                  <a:moveTo>
                    <a:pt x="2888" y="1405"/>
                  </a:moveTo>
                  <a:cubicBezTo>
                    <a:pt x="2895" y="1405"/>
                    <a:pt x="2901" y="1400"/>
                    <a:pt x="2901" y="1393"/>
                  </a:cubicBezTo>
                  <a:cubicBezTo>
                    <a:pt x="2901" y="1385"/>
                    <a:pt x="2895" y="1380"/>
                    <a:pt x="2888" y="1380"/>
                  </a:cubicBezTo>
                  <a:cubicBezTo>
                    <a:pt x="2881" y="1380"/>
                    <a:pt x="2875" y="1385"/>
                    <a:pt x="2875" y="1393"/>
                  </a:cubicBezTo>
                  <a:cubicBezTo>
                    <a:pt x="2875" y="1400"/>
                    <a:pt x="2881" y="1405"/>
                    <a:pt x="2888" y="1405"/>
                  </a:cubicBezTo>
                  <a:close/>
                  <a:moveTo>
                    <a:pt x="2928" y="1405"/>
                  </a:moveTo>
                  <a:cubicBezTo>
                    <a:pt x="2935" y="1405"/>
                    <a:pt x="2940" y="1400"/>
                    <a:pt x="2940" y="1393"/>
                  </a:cubicBezTo>
                  <a:cubicBezTo>
                    <a:pt x="2940" y="1385"/>
                    <a:pt x="2935" y="1380"/>
                    <a:pt x="2928" y="1380"/>
                  </a:cubicBezTo>
                  <a:cubicBezTo>
                    <a:pt x="2921" y="1380"/>
                    <a:pt x="2915" y="1385"/>
                    <a:pt x="2915" y="1393"/>
                  </a:cubicBezTo>
                  <a:cubicBezTo>
                    <a:pt x="2915" y="1400"/>
                    <a:pt x="2921" y="1405"/>
                    <a:pt x="2928" y="1405"/>
                  </a:cubicBezTo>
                  <a:close/>
                  <a:moveTo>
                    <a:pt x="2967" y="1405"/>
                  </a:moveTo>
                  <a:cubicBezTo>
                    <a:pt x="2974" y="1405"/>
                    <a:pt x="2980" y="1400"/>
                    <a:pt x="2980" y="1393"/>
                  </a:cubicBezTo>
                  <a:cubicBezTo>
                    <a:pt x="2980" y="1385"/>
                    <a:pt x="2974" y="1380"/>
                    <a:pt x="2967" y="1380"/>
                  </a:cubicBezTo>
                  <a:cubicBezTo>
                    <a:pt x="2960" y="1380"/>
                    <a:pt x="2954" y="1385"/>
                    <a:pt x="2954" y="1393"/>
                  </a:cubicBezTo>
                  <a:cubicBezTo>
                    <a:pt x="2954" y="1400"/>
                    <a:pt x="2960" y="1405"/>
                    <a:pt x="2967" y="1405"/>
                  </a:cubicBezTo>
                  <a:close/>
                  <a:moveTo>
                    <a:pt x="3006" y="1380"/>
                  </a:moveTo>
                  <a:cubicBezTo>
                    <a:pt x="2999" y="1380"/>
                    <a:pt x="2994" y="1385"/>
                    <a:pt x="2994" y="1393"/>
                  </a:cubicBezTo>
                  <a:cubicBezTo>
                    <a:pt x="2994" y="1400"/>
                    <a:pt x="2999" y="1405"/>
                    <a:pt x="3006" y="1405"/>
                  </a:cubicBezTo>
                  <a:cubicBezTo>
                    <a:pt x="3014" y="1405"/>
                    <a:pt x="3019" y="1400"/>
                    <a:pt x="3019" y="1393"/>
                  </a:cubicBezTo>
                  <a:cubicBezTo>
                    <a:pt x="3019" y="1385"/>
                    <a:pt x="3014" y="1380"/>
                    <a:pt x="3006" y="1380"/>
                  </a:cubicBezTo>
                  <a:close/>
                  <a:moveTo>
                    <a:pt x="3046" y="1405"/>
                  </a:moveTo>
                  <a:cubicBezTo>
                    <a:pt x="3053" y="1405"/>
                    <a:pt x="3059" y="1400"/>
                    <a:pt x="3059" y="1393"/>
                  </a:cubicBezTo>
                  <a:cubicBezTo>
                    <a:pt x="3059" y="1385"/>
                    <a:pt x="3053" y="1380"/>
                    <a:pt x="3046" y="1380"/>
                  </a:cubicBezTo>
                  <a:cubicBezTo>
                    <a:pt x="3039" y="1380"/>
                    <a:pt x="3033" y="1385"/>
                    <a:pt x="3033" y="1393"/>
                  </a:cubicBezTo>
                  <a:cubicBezTo>
                    <a:pt x="3033" y="1400"/>
                    <a:pt x="3039" y="1405"/>
                    <a:pt x="3046" y="1405"/>
                  </a:cubicBezTo>
                  <a:close/>
                  <a:moveTo>
                    <a:pt x="3085" y="1380"/>
                  </a:moveTo>
                  <a:cubicBezTo>
                    <a:pt x="3078" y="1380"/>
                    <a:pt x="3073" y="1385"/>
                    <a:pt x="3073" y="1393"/>
                  </a:cubicBezTo>
                  <a:cubicBezTo>
                    <a:pt x="3073" y="1400"/>
                    <a:pt x="3078" y="1405"/>
                    <a:pt x="3085" y="1405"/>
                  </a:cubicBezTo>
                  <a:cubicBezTo>
                    <a:pt x="3092" y="1405"/>
                    <a:pt x="3098" y="1400"/>
                    <a:pt x="3098" y="1393"/>
                  </a:cubicBezTo>
                  <a:cubicBezTo>
                    <a:pt x="3098" y="1385"/>
                    <a:pt x="3092" y="1380"/>
                    <a:pt x="3085" y="1380"/>
                  </a:cubicBezTo>
                  <a:close/>
                  <a:moveTo>
                    <a:pt x="3125" y="1405"/>
                  </a:moveTo>
                  <a:cubicBezTo>
                    <a:pt x="3132" y="1405"/>
                    <a:pt x="3137" y="1400"/>
                    <a:pt x="3137" y="1393"/>
                  </a:cubicBezTo>
                  <a:cubicBezTo>
                    <a:pt x="3137" y="1385"/>
                    <a:pt x="3132" y="1380"/>
                    <a:pt x="3125" y="1380"/>
                  </a:cubicBezTo>
                  <a:cubicBezTo>
                    <a:pt x="3118" y="1380"/>
                    <a:pt x="3112" y="1385"/>
                    <a:pt x="3112" y="1393"/>
                  </a:cubicBezTo>
                  <a:cubicBezTo>
                    <a:pt x="3112" y="1400"/>
                    <a:pt x="3118" y="1405"/>
                    <a:pt x="3125" y="1405"/>
                  </a:cubicBezTo>
                  <a:close/>
                  <a:moveTo>
                    <a:pt x="3164" y="1405"/>
                  </a:moveTo>
                  <a:cubicBezTo>
                    <a:pt x="3171" y="1405"/>
                    <a:pt x="3177" y="1400"/>
                    <a:pt x="3177" y="1393"/>
                  </a:cubicBezTo>
                  <a:cubicBezTo>
                    <a:pt x="3177" y="1385"/>
                    <a:pt x="3171" y="1380"/>
                    <a:pt x="3164" y="1380"/>
                  </a:cubicBezTo>
                  <a:cubicBezTo>
                    <a:pt x="3157" y="1380"/>
                    <a:pt x="3151" y="1385"/>
                    <a:pt x="3151" y="1393"/>
                  </a:cubicBezTo>
                  <a:cubicBezTo>
                    <a:pt x="3151" y="1400"/>
                    <a:pt x="3157" y="1405"/>
                    <a:pt x="3164" y="1405"/>
                  </a:cubicBezTo>
                  <a:close/>
                  <a:moveTo>
                    <a:pt x="3204" y="1380"/>
                  </a:moveTo>
                  <a:cubicBezTo>
                    <a:pt x="3197" y="1380"/>
                    <a:pt x="3191" y="1385"/>
                    <a:pt x="3191" y="1393"/>
                  </a:cubicBezTo>
                  <a:cubicBezTo>
                    <a:pt x="3191" y="1400"/>
                    <a:pt x="3197" y="1405"/>
                    <a:pt x="3204" y="1405"/>
                  </a:cubicBezTo>
                  <a:cubicBezTo>
                    <a:pt x="3211" y="1405"/>
                    <a:pt x="3216" y="1400"/>
                    <a:pt x="3216" y="1393"/>
                  </a:cubicBezTo>
                  <a:cubicBezTo>
                    <a:pt x="3216" y="1385"/>
                    <a:pt x="3211" y="1380"/>
                    <a:pt x="3204" y="1380"/>
                  </a:cubicBezTo>
                  <a:close/>
                  <a:moveTo>
                    <a:pt x="3243" y="1405"/>
                  </a:moveTo>
                  <a:cubicBezTo>
                    <a:pt x="3250" y="1405"/>
                    <a:pt x="3256" y="1400"/>
                    <a:pt x="3256" y="1393"/>
                  </a:cubicBezTo>
                  <a:cubicBezTo>
                    <a:pt x="3256" y="1385"/>
                    <a:pt x="3250" y="1380"/>
                    <a:pt x="3243" y="1380"/>
                  </a:cubicBezTo>
                  <a:cubicBezTo>
                    <a:pt x="3236" y="1380"/>
                    <a:pt x="3230" y="1385"/>
                    <a:pt x="3230" y="1393"/>
                  </a:cubicBezTo>
                  <a:cubicBezTo>
                    <a:pt x="3230" y="1400"/>
                    <a:pt x="3236" y="1405"/>
                    <a:pt x="3243" y="1405"/>
                  </a:cubicBezTo>
                  <a:close/>
                  <a:moveTo>
                    <a:pt x="996" y="1445"/>
                  </a:moveTo>
                  <a:cubicBezTo>
                    <a:pt x="1003" y="1445"/>
                    <a:pt x="1009" y="1439"/>
                    <a:pt x="1009" y="1432"/>
                  </a:cubicBezTo>
                  <a:cubicBezTo>
                    <a:pt x="1009" y="1425"/>
                    <a:pt x="1003" y="1419"/>
                    <a:pt x="996" y="1419"/>
                  </a:cubicBezTo>
                  <a:cubicBezTo>
                    <a:pt x="989" y="1419"/>
                    <a:pt x="983" y="1425"/>
                    <a:pt x="983" y="1432"/>
                  </a:cubicBezTo>
                  <a:cubicBezTo>
                    <a:pt x="983" y="1439"/>
                    <a:pt x="989" y="1445"/>
                    <a:pt x="996" y="1445"/>
                  </a:cubicBezTo>
                  <a:close/>
                  <a:moveTo>
                    <a:pt x="1035" y="1445"/>
                  </a:moveTo>
                  <a:cubicBezTo>
                    <a:pt x="1042" y="1445"/>
                    <a:pt x="1048" y="1439"/>
                    <a:pt x="1048" y="1432"/>
                  </a:cubicBezTo>
                  <a:cubicBezTo>
                    <a:pt x="1048" y="1425"/>
                    <a:pt x="1042" y="1419"/>
                    <a:pt x="1035" y="1419"/>
                  </a:cubicBezTo>
                  <a:cubicBezTo>
                    <a:pt x="1028" y="1419"/>
                    <a:pt x="1023" y="1425"/>
                    <a:pt x="1023" y="1432"/>
                  </a:cubicBezTo>
                  <a:cubicBezTo>
                    <a:pt x="1023" y="1439"/>
                    <a:pt x="1028" y="1445"/>
                    <a:pt x="1035" y="1445"/>
                  </a:cubicBezTo>
                  <a:close/>
                  <a:moveTo>
                    <a:pt x="1075" y="1445"/>
                  </a:moveTo>
                  <a:cubicBezTo>
                    <a:pt x="1082" y="1445"/>
                    <a:pt x="1087" y="1439"/>
                    <a:pt x="1087" y="1432"/>
                  </a:cubicBezTo>
                  <a:cubicBezTo>
                    <a:pt x="1087" y="1425"/>
                    <a:pt x="1082" y="1419"/>
                    <a:pt x="1075" y="1419"/>
                  </a:cubicBezTo>
                  <a:cubicBezTo>
                    <a:pt x="1068" y="1419"/>
                    <a:pt x="1062" y="1425"/>
                    <a:pt x="1062" y="1432"/>
                  </a:cubicBezTo>
                  <a:cubicBezTo>
                    <a:pt x="1062" y="1439"/>
                    <a:pt x="1068" y="1445"/>
                    <a:pt x="1075" y="1445"/>
                  </a:cubicBezTo>
                  <a:close/>
                  <a:moveTo>
                    <a:pt x="1114" y="1445"/>
                  </a:moveTo>
                  <a:cubicBezTo>
                    <a:pt x="1121" y="1445"/>
                    <a:pt x="1127" y="1439"/>
                    <a:pt x="1127" y="1432"/>
                  </a:cubicBezTo>
                  <a:cubicBezTo>
                    <a:pt x="1127" y="1425"/>
                    <a:pt x="1121" y="1419"/>
                    <a:pt x="1114" y="1419"/>
                  </a:cubicBezTo>
                  <a:cubicBezTo>
                    <a:pt x="1107" y="1419"/>
                    <a:pt x="1101" y="1425"/>
                    <a:pt x="1101" y="1432"/>
                  </a:cubicBezTo>
                  <a:cubicBezTo>
                    <a:pt x="1101" y="1439"/>
                    <a:pt x="1107" y="1445"/>
                    <a:pt x="1114" y="1445"/>
                  </a:cubicBezTo>
                  <a:close/>
                  <a:moveTo>
                    <a:pt x="1154" y="1445"/>
                  </a:moveTo>
                  <a:cubicBezTo>
                    <a:pt x="1161" y="1445"/>
                    <a:pt x="1166" y="1439"/>
                    <a:pt x="1166" y="1432"/>
                  </a:cubicBezTo>
                  <a:cubicBezTo>
                    <a:pt x="1166" y="1425"/>
                    <a:pt x="1161" y="1419"/>
                    <a:pt x="1154" y="1419"/>
                  </a:cubicBezTo>
                  <a:cubicBezTo>
                    <a:pt x="1146" y="1419"/>
                    <a:pt x="1141" y="1425"/>
                    <a:pt x="1141" y="1432"/>
                  </a:cubicBezTo>
                  <a:cubicBezTo>
                    <a:pt x="1141" y="1439"/>
                    <a:pt x="1146" y="1445"/>
                    <a:pt x="1154" y="1445"/>
                  </a:cubicBezTo>
                  <a:close/>
                  <a:moveTo>
                    <a:pt x="1193" y="1419"/>
                  </a:moveTo>
                  <a:cubicBezTo>
                    <a:pt x="1186" y="1419"/>
                    <a:pt x="1180" y="1425"/>
                    <a:pt x="1180" y="1432"/>
                  </a:cubicBezTo>
                  <a:cubicBezTo>
                    <a:pt x="1180" y="1439"/>
                    <a:pt x="1186" y="1445"/>
                    <a:pt x="1193" y="1445"/>
                  </a:cubicBezTo>
                  <a:cubicBezTo>
                    <a:pt x="1200" y="1445"/>
                    <a:pt x="1206" y="1439"/>
                    <a:pt x="1206" y="1432"/>
                  </a:cubicBezTo>
                  <a:cubicBezTo>
                    <a:pt x="1206" y="1425"/>
                    <a:pt x="1200" y="1419"/>
                    <a:pt x="1193" y="1419"/>
                  </a:cubicBezTo>
                  <a:close/>
                  <a:moveTo>
                    <a:pt x="1903" y="1419"/>
                  </a:moveTo>
                  <a:cubicBezTo>
                    <a:pt x="1896" y="1419"/>
                    <a:pt x="1890" y="1425"/>
                    <a:pt x="1890" y="1432"/>
                  </a:cubicBezTo>
                  <a:cubicBezTo>
                    <a:pt x="1890" y="1439"/>
                    <a:pt x="1896" y="1445"/>
                    <a:pt x="1903" y="1445"/>
                  </a:cubicBezTo>
                  <a:cubicBezTo>
                    <a:pt x="1910" y="1445"/>
                    <a:pt x="1915" y="1439"/>
                    <a:pt x="1915" y="1432"/>
                  </a:cubicBezTo>
                  <a:cubicBezTo>
                    <a:pt x="1915" y="1425"/>
                    <a:pt x="1910" y="1419"/>
                    <a:pt x="1903" y="1419"/>
                  </a:cubicBezTo>
                  <a:close/>
                  <a:moveTo>
                    <a:pt x="1942" y="1445"/>
                  </a:moveTo>
                  <a:cubicBezTo>
                    <a:pt x="1949" y="1445"/>
                    <a:pt x="1955" y="1439"/>
                    <a:pt x="1955" y="1432"/>
                  </a:cubicBezTo>
                  <a:cubicBezTo>
                    <a:pt x="1955" y="1425"/>
                    <a:pt x="1949" y="1419"/>
                    <a:pt x="1942" y="1419"/>
                  </a:cubicBezTo>
                  <a:cubicBezTo>
                    <a:pt x="1935" y="1419"/>
                    <a:pt x="1929" y="1425"/>
                    <a:pt x="1929" y="1432"/>
                  </a:cubicBezTo>
                  <a:cubicBezTo>
                    <a:pt x="1929" y="1439"/>
                    <a:pt x="1935" y="1445"/>
                    <a:pt x="1942" y="1445"/>
                  </a:cubicBezTo>
                  <a:close/>
                  <a:moveTo>
                    <a:pt x="1981" y="1445"/>
                  </a:moveTo>
                  <a:cubicBezTo>
                    <a:pt x="1988" y="1445"/>
                    <a:pt x="1994" y="1439"/>
                    <a:pt x="1994" y="1432"/>
                  </a:cubicBezTo>
                  <a:cubicBezTo>
                    <a:pt x="1994" y="1425"/>
                    <a:pt x="1988" y="1419"/>
                    <a:pt x="1981" y="1419"/>
                  </a:cubicBezTo>
                  <a:cubicBezTo>
                    <a:pt x="1974" y="1419"/>
                    <a:pt x="1969" y="1425"/>
                    <a:pt x="1969" y="1432"/>
                  </a:cubicBezTo>
                  <a:cubicBezTo>
                    <a:pt x="1969" y="1439"/>
                    <a:pt x="1974" y="1445"/>
                    <a:pt x="1981" y="1445"/>
                  </a:cubicBezTo>
                  <a:close/>
                  <a:moveTo>
                    <a:pt x="2888" y="1419"/>
                  </a:moveTo>
                  <a:cubicBezTo>
                    <a:pt x="2881" y="1419"/>
                    <a:pt x="2875" y="1425"/>
                    <a:pt x="2875" y="1432"/>
                  </a:cubicBezTo>
                  <a:cubicBezTo>
                    <a:pt x="2875" y="1439"/>
                    <a:pt x="2881" y="1445"/>
                    <a:pt x="2888" y="1445"/>
                  </a:cubicBezTo>
                  <a:cubicBezTo>
                    <a:pt x="2895" y="1445"/>
                    <a:pt x="2901" y="1439"/>
                    <a:pt x="2901" y="1432"/>
                  </a:cubicBezTo>
                  <a:cubicBezTo>
                    <a:pt x="2901" y="1425"/>
                    <a:pt x="2895" y="1419"/>
                    <a:pt x="2888" y="1419"/>
                  </a:cubicBezTo>
                  <a:close/>
                  <a:moveTo>
                    <a:pt x="2928" y="1419"/>
                  </a:moveTo>
                  <a:cubicBezTo>
                    <a:pt x="2921" y="1419"/>
                    <a:pt x="2915" y="1425"/>
                    <a:pt x="2915" y="1432"/>
                  </a:cubicBezTo>
                  <a:cubicBezTo>
                    <a:pt x="2915" y="1439"/>
                    <a:pt x="2921" y="1445"/>
                    <a:pt x="2928" y="1445"/>
                  </a:cubicBezTo>
                  <a:cubicBezTo>
                    <a:pt x="2935" y="1445"/>
                    <a:pt x="2940" y="1439"/>
                    <a:pt x="2940" y="1432"/>
                  </a:cubicBezTo>
                  <a:cubicBezTo>
                    <a:pt x="2940" y="1425"/>
                    <a:pt x="2935" y="1419"/>
                    <a:pt x="2928" y="1419"/>
                  </a:cubicBezTo>
                  <a:close/>
                  <a:moveTo>
                    <a:pt x="2967" y="1445"/>
                  </a:moveTo>
                  <a:cubicBezTo>
                    <a:pt x="2974" y="1445"/>
                    <a:pt x="2980" y="1439"/>
                    <a:pt x="2980" y="1432"/>
                  </a:cubicBezTo>
                  <a:cubicBezTo>
                    <a:pt x="2980" y="1425"/>
                    <a:pt x="2974" y="1419"/>
                    <a:pt x="2967" y="1419"/>
                  </a:cubicBezTo>
                  <a:cubicBezTo>
                    <a:pt x="2960" y="1419"/>
                    <a:pt x="2954" y="1425"/>
                    <a:pt x="2954" y="1432"/>
                  </a:cubicBezTo>
                  <a:cubicBezTo>
                    <a:pt x="2954" y="1439"/>
                    <a:pt x="2960" y="1445"/>
                    <a:pt x="2967" y="1445"/>
                  </a:cubicBezTo>
                  <a:close/>
                  <a:moveTo>
                    <a:pt x="3006" y="1419"/>
                  </a:moveTo>
                  <a:cubicBezTo>
                    <a:pt x="2999" y="1419"/>
                    <a:pt x="2994" y="1425"/>
                    <a:pt x="2994" y="1432"/>
                  </a:cubicBezTo>
                  <a:cubicBezTo>
                    <a:pt x="2994" y="1439"/>
                    <a:pt x="2999" y="1445"/>
                    <a:pt x="3006" y="1445"/>
                  </a:cubicBezTo>
                  <a:cubicBezTo>
                    <a:pt x="3014" y="1445"/>
                    <a:pt x="3019" y="1439"/>
                    <a:pt x="3019" y="1432"/>
                  </a:cubicBezTo>
                  <a:cubicBezTo>
                    <a:pt x="3019" y="1425"/>
                    <a:pt x="3014" y="1419"/>
                    <a:pt x="3006" y="1419"/>
                  </a:cubicBezTo>
                  <a:close/>
                  <a:moveTo>
                    <a:pt x="3046" y="1419"/>
                  </a:moveTo>
                  <a:cubicBezTo>
                    <a:pt x="3039" y="1419"/>
                    <a:pt x="3033" y="1425"/>
                    <a:pt x="3033" y="1432"/>
                  </a:cubicBezTo>
                  <a:cubicBezTo>
                    <a:pt x="3033" y="1439"/>
                    <a:pt x="3039" y="1445"/>
                    <a:pt x="3046" y="1445"/>
                  </a:cubicBezTo>
                  <a:cubicBezTo>
                    <a:pt x="3053" y="1445"/>
                    <a:pt x="3059" y="1439"/>
                    <a:pt x="3059" y="1432"/>
                  </a:cubicBezTo>
                  <a:cubicBezTo>
                    <a:pt x="3059" y="1425"/>
                    <a:pt x="3053" y="1419"/>
                    <a:pt x="3046" y="1419"/>
                  </a:cubicBezTo>
                  <a:close/>
                  <a:moveTo>
                    <a:pt x="3085" y="1445"/>
                  </a:moveTo>
                  <a:cubicBezTo>
                    <a:pt x="3092" y="1445"/>
                    <a:pt x="3098" y="1439"/>
                    <a:pt x="3098" y="1432"/>
                  </a:cubicBezTo>
                  <a:cubicBezTo>
                    <a:pt x="3098" y="1425"/>
                    <a:pt x="3092" y="1419"/>
                    <a:pt x="3085" y="1419"/>
                  </a:cubicBezTo>
                  <a:cubicBezTo>
                    <a:pt x="3078" y="1419"/>
                    <a:pt x="3073" y="1425"/>
                    <a:pt x="3073" y="1432"/>
                  </a:cubicBezTo>
                  <a:cubicBezTo>
                    <a:pt x="3073" y="1439"/>
                    <a:pt x="3078" y="1445"/>
                    <a:pt x="3085" y="1445"/>
                  </a:cubicBezTo>
                  <a:close/>
                  <a:moveTo>
                    <a:pt x="3125" y="1419"/>
                  </a:moveTo>
                  <a:cubicBezTo>
                    <a:pt x="3118" y="1419"/>
                    <a:pt x="3112" y="1425"/>
                    <a:pt x="3112" y="1432"/>
                  </a:cubicBezTo>
                  <a:cubicBezTo>
                    <a:pt x="3112" y="1439"/>
                    <a:pt x="3118" y="1445"/>
                    <a:pt x="3125" y="1445"/>
                  </a:cubicBezTo>
                  <a:cubicBezTo>
                    <a:pt x="3132" y="1445"/>
                    <a:pt x="3137" y="1439"/>
                    <a:pt x="3137" y="1432"/>
                  </a:cubicBezTo>
                  <a:cubicBezTo>
                    <a:pt x="3137" y="1425"/>
                    <a:pt x="3132" y="1419"/>
                    <a:pt x="3125" y="1419"/>
                  </a:cubicBezTo>
                  <a:close/>
                  <a:moveTo>
                    <a:pt x="3164" y="1445"/>
                  </a:moveTo>
                  <a:cubicBezTo>
                    <a:pt x="3171" y="1445"/>
                    <a:pt x="3177" y="1439"/>
                    <a:pt x="3177" y="1432"/>
                  </a:cubicBezTo>
                  <a:cubicBezTo>
                    <a:pt x="3177" y="1425"/>
                    <a:pt x="3171" y="1419"/>
                    <a:pt x="3164" y="1419"/>
                  </a:cubicBezTo>
                  <a:cubicBezTo>
                    <a:pt x="3157" y="1419"/>
                    <a:pt x="3151" y="1425"/>
                    <a:pt x="3151" y="1432"/>
                  </a:cubicBezTo>
                  <a:cubicBezTo>
                    <a:pt x="3151" y="1439"/>
                    <a:pt x="3157" y="1445"/>
                    <a:pt x="3164" y="1445"/>
                  </a:cubicBezTo>
                  <a:close/>
                  <a:moveTo>
                    <a:pt x="3204" y="1445"/>
                  </a:moveTo>
                  <a:cubicBezTo>
                    <a:pt x="3211" y="1445"/>
                    <a:pt x="3216" y="1439"/>
                    <a:pt x="3216" y="1432"/>
                  </a:cubicBezTo>
                  <a:cubicBezTo>
                    <a:pt x="3216" y="1425"/>
                    <a:pt x="3211" y="1419"/>
                    <a:pt x="3204" y="1419"/>
                  </a:cubicBezTo>
                  <a:cubicBezTo>
                    <a:pt x="3197" y="1419"/>
                    <a:pt x="3191" y="1425"/>
                    <a:pt x="3191" y="1432"/>
                  </a:cubicBezTo>
                  <a:cubicBezTo>
                    <a:pt x="3191" y="1439"/>
                    <a:pt x="3197" y="1445"/>
                    <a:pt x="3204" y="1445"/>
                  </a:cubicBezTo>
                  <a:close/>
                  <a:moveTo>
                    <a:pt x="3243" y="1419"/>
                  </a:moveTo>
                  <a:cubicBezTo>
                    <a:pt x="3236" y="1419"/>
                    <a:pt x="3230" y="1425"/>
                    <a:pt x="3230" y="1432"/>
                  </a:cubicBezTo>
                  <a:cubicBezTo>
                    <a:pt x="3230" y="1439"/>
                    <a:pt x="3236" y="1445"/>
                    <a:pt x="3243" y="1445"/>
                  </a:cubicBezTo>
                  <a:cubicBezTo>
                    <a:pt x="3250" y="1445"/>
                    <a:pt x="3256" y="1439"/>
                    <a:pt x="3256" y="1432"/>
                  </a:cubicBezTo>
                  <a:cubicBezTo>
                    <a:pt x="3256" y="1425"/>
                    <a:pt x="3250" y="1419"/>
                    <a:pt x="3243" y="1419"/>
                  </a:cubicBezTo>
                  <a:close/>
                  <a:moveTo>
                    <a:pt x="996" y="1484"/>
                  </a:moveTo>
                  <a:cubicBezTo>
                    <a:pt x="1003" y="1484"/>
                    <a:pt x="1009" y="1478"/>
                    <a:pt x="1009" y="1471"/>
                  </a:cubicBezTo>
                  <a:cubicBezTo>
                    <a:pt x="1009" y="1464"/>
                    <a:pt x="1003" y="1459"/>
                    <a:pt x="996" y="1459"/>
                  </a:cubicBezTo>
                  <a:cubicBezTo>
                    <a:pt x="989" y="1459"/>
                    <a:pt x="983" y="1464"/>
                    <a:pt x="983" y="1471"/>
                  </a:cubicBezTo>
                  <a:cubicBezTo>
                    <a:pt x="983" y="1478"/>
                    <a:pt x="989" y="1484"/>
                    <a:pt x="996" y="1484"/>
                  </a:cubicBezTo>
                  <a:close/>
                  <a:moveTo>
                    <a:pt x="1035" y="1484"/>
                  </a:moveTo>
                  <a:cubicBezTo>
                    <a:pt x="1042" y="1484"/>
                    <a:pt x="1048" y="1478"/>
                    <a:pt x="1048" y="1471"/>
                  </a:cubicBezTo>
                  <a:cubicBezTo>
                    <a:pt x="1048" y="1464"/>
                    <a:pt x="1042" y="1459"/>
                    <a:pt x="1035" y="1459"/>
                  </a:cubicBezTo>
                  <a:cubicBezTo>
                    <a:pt x="1028" y="1459"/>
                    <a:pt x="1023" y="1464"/>
                    <a:pt x="1023" y="1471"/>
                  </a:cubicBezTo>
                  <a:cubicBezTo>
                    <a:pt x="1023" y="1478"/>
                    <a:pt x="1028" y="1484"/>
                    <a:pt x="1035" y="1484"/>
                  </a:cubicBezTo>
                  <a:close/>
                  <a:moveTo>
                    <a:pt x="1075" y="1484"/>
                  </a:moveTo>
                  <a:cubicBezTo>
                    <a:pt x="1082" y="1484"/>
                    <a:pt x="1087" y="1478"/>
                    <a:pt x="1087" y="1471"/>
                  </a:cubicBezTo>
                  <a:cubicBezTo>
                    <a:pt x="1087" y="1464"/>
                    <a:pt x="1082" y="1459"/>
                    <a:pt x="1075" y="1459"/>
                  </a:cubicBezTo>
                  <a:cubicBezTo>
                    <a:pt x="1068" y="1459"/>
                    <a:pt x="1062" y="1464"/>
                    <a:pt x="1062" y="1471"/>
                  </a:cubicBezTo>
                  <a:cubicBezTo>
                    <a:pt x="1062" y="1478"/>
                    <a:pt x="1068" y="1484"/>
                    <a:pt x="1075" y="1484"/>
                  </a:cubicBezTo>
                  <a:close/>
                  <a:moveTo>
                    <a:pt x="1114" y="1459"/>
                  </a:moveTo>
                  <a:cubicBezTo>
                    <a:pt x="1107" y="1459"/>
                    <a:pt x="1101" y="1464"/>
                    <a:pt x="1101" y="1471"/>
                  </a:cubicBezTo>
                  <a:cubicBezTo>
                    <a:pt x="1101" y="1478"/>
                    <a:pt x="1107" y="1484"/>
                    <a:pt x="1114" y="1484"/>
                  </a:cubicBezTo>
                  <a:cubicBezTo>
                    <a:pt x="1121" y="1484"/>
                    <a:pt x="1127" y="1478"/>
                    <a:pt x="1127" y="1471"/>
                  </a:cubicBezTo>
                  <a:cubicBezTo>
                    <a:pt x="1127" y="1464"/>
                    <a:pt x="1121" y="1459"/>
                    <a:pt x="1114" y="1459"/>
                  </a:cubicBezTo>
                  <a:close/>
                  <a:moveTo>
                    <a:pt x="1154" y="1459"/>
                  </a:moveTo>
                  <a:cubicBezTo>
                    <a:pt x="1146" y="1459"/>
                    <a:pt x="1141" y="1464"/>
                    <a:pt x="1141" y="1471"/>
                  </a:cubicBezTo>
                  <a:cubicBezTo>
                    <a:pt x="1141" y="1478"/>
                    <a:pt x="1146" y="1484"/>
                    <a:pt x="1154" y="1484"/>
                  </a:cubicBezTo>
                  <a:cubicBezTo>
                    <a:pt x="1161" y="1484"/>
                    <a:pt x="1166" y="1478"/>
                    <a:pt x="1166" y="1471"/>
                  </a:cubicBezTo>
                  <a:cubicBezTo>
                    <a:pt x="1166" y="1464"/>
                    <a:pt x="1161" y="1459"/>
                    <a:pt x="1154" y="1459"/>
                  </a:cubicBezTo>
                  <a:close/>
                  <a:moveTo>
                    <a:pt x="1903" y="1459"/>
                  </a:moveTo>
                  <a:cubicBezTo>
                    <a:pt x="1896" y="1459"/>
                    <a:pt x="1890" y="1464"/>
                    <a:pt x="1890" y="1471"/>
                  </a:cubicBezTo>
                  <a:cubicBezTo>
                    <a:pt x="1890" y="1478"/>
                    <a:pt x="1896" y="1484"/>
                    <a:pt x="1903" y="1484"/>
                  </a:cubicBezTo>
                  <a:cubicBezTo>
                    <a:pt x="1910" y="1484"/>
                    <a:pt x="1915" y="1478"/>
                    <a:pt x="1915" y="1471"/>
                  </a:cubicBezTo>
                  <a:cubicBezTo>
                    <a:pt x="1915" y="1464"/>
                    <a:pt x="1910" y="1459"/>
                    <a:pt x="1903" y="1459"/>
                  </a:cubicBezTo>
                  <a:close/>
                  <a:moveTo>
                    <a:pt x="1942" y="1459"/>
                  </a:moveTo>
                  <a:cubicBezTo>
                    <a:pt x="1935" y="1459"/>
                    <a:pt x="1929" y="1464"/>
                    <a:pt x="1929" y="1471"/>
                  </a:cubicBezTo>
                  <a:cubicBezTo>
                    <a:pt x="1929" y="1478"/>
                    <a:pt x="1935" y="1484"/>
                    <a:pt x="1942" y="1484"/>
                  </a:cubicBezTo>
                  <a:cubicBezTo>
                    <a:pt x="1949" y="1484"/>
                    <a:pt x="1955" y="1478"/>
                    <a:pt x="1955" y="1471"/>
                  </a:cubicBezTo>
                  <a:cubicBezTo>
                    <a:pt x="1955" y="1464"/>
                    <a:pt x="1949" y="1459"/>
                    <a:pt x="1942" y="1459"/>
                  </a:cubicBezTo>
                  <a:close/>
                  <a:moveTo>
                    <a:pt x="1981" y="1459"/>
                  </a:moveTo>
                  <a:cubicBezTo>
                    <a:pt x="1974" y="1459"/>
                    <a:pt x="1969" y="1464"/>
                    <a:pt x="1969" y="1471"/>
                  </a:cubicBezTo>
                  <a:cubicBezTo>
                    <a:pt x="1969" y="1478"/>
                    <a:pt x="1974" y="1484"/>
                    <a:pt x="1981" y="1484"/>
                  </a:cubicBezTo>
                  <a:cubicBezTo>
                    <a:pt x="1988" y="1484"/>
                    <a:pt x="1994" y="1478"/>
                    <a:pt x="1994" y="1471"/>
                  </a:cubicBezTo>
                  <a:cubicBezTo>
                    <a:pt x="1994" y="1464"/>
                    <a:pt x="1988" y="1459"/>
                    <a:pt x="1981" y="1459"/>
                  </a:cubicBezTo>
                  <a:close/>
                  <a:moveTo>
                    <a:pt x="2888" y="1459"/>
                  </a:moveTo>
                  <a:cubicBezTo>
                    <a:pt x="2881" y="1459"/>
                    <a:pt x="2875" y="1464"/>
                    <a:pt x="2875" y="1471"/>
                  </a:cubicBezTo>
                  <a:cubicBezTo>
                    <a:pt x="2875" y="1478"/>
                    <a:pt x="2881" y="1484"/>
                    <a:pt x="2888" y="1484"/>
                  </a:cubicBezTo>
                  <a:cubicBezTo>
                    <a:pt x="2895" y="1484"/>
                    <a:pt x="2901" y="1478"/>
                    <a:pt x="2901" y="1471"/>
                  </a:cubicBezTo>
                  <a:cubicBezTo>
                    <a:pt x="2901" y="1464"/>
                    <a:pt x="2895" y="1459"/>
                    <a:pt x="2888" y="1459"/>
                  </a:cubicBezTo>
                  <a:close/>
                  <a:moveTo>
                    <a:pt x="2928" y="1459"/>
                  </a:moveTo>
                  <a:cubicBezTo>
                    <a:pt x="2921" y="1459"/>
                    <a:pt x="2915" y="1464"/>
                    <a:pt x="2915" y="1471"/>
                  </a:cubicBezTo>
                  <a:cubicBezTo>
                    <a:pt x="2915" y="1478"/>
                    <a:pt x="2921" y="1484"/>
                    <a:pt x="2928" y="1484"/>
                  </a:cubicBezTo>
                  <a:cubicBezTo>
                    <a:pt x="2935" y="1484"/>
                    <a:pt x="2940" y="1478"/>
                    <a:pt x="2940" y="1471"/>
                  </a:cubicBezTo>
                  <a:cubicBezTo>
                    <a:pt x="2940" y="1464"/>
                    <a:pt x="2935" y="1459"/>
                    <a:pt x="2928" y="1459"/>
                  </a:cubicBezTo>
                  <a:close/>
                  <a:moveTo>
                    <a:pt x="2967" y="1459"/>
                  </a:moveTo>
                  <a:cubicBezTo>
                    <a:pt x="2960" y="1459"/>
                    <a:pt x="2954" y="1464"/>
                    <a:pt x="2954" y="1471"/>
                  </a:cubicBezTo>
                  <a:cubicBezTo>
                    <a:pt x="2954" y="1478"/>
                    <a:pt x="2960" y="1484"/>
                    <a:pt x="2967" y="1484"/>
                  </a:cubicBezTo>
                  <a:cubicBezTo>
                    <a:pt x="2974" y="1484"/>
                    <a:pt x="2980" y="1478"/>
                    <a:pt x="2980" y="1471"/>
                  </a:cubicBezTo>
                  <a:cubicBezTo>
                    <a:pt x="2980" y="1464"/>
                    <a:pt x="2974" y="1459"/>
                    <a:pt x="2967" y="1459"/>
                  </a:cubicBezTo>
                  <a:close/>
                  <a:moveTo>
                    <a:pt x="3085" y="1459"/>
                  </a:moveTo>
                  <a:cubicBezTo>
                    <a:pt x="3078" y="1459"/>
                    <a:pt x="3073" y="1464"/>
                    <a:pt x="3073" y="1471"/>
                  </a:cubicBezTo>
                  <a:cubicBezTo>
                    <a:pt x="3073" y="1478"/>
                    <a:pt x="3078" y="1484"/>
                    <a:pt x="3085" y="1484"/>
                  </a:cubicBezTo>
                  <a:cubicBezTo>
                    <a:pt x="3092" y="1484"/>
                    <a:pt x="3098" y="1478"/>
                    <a:pt x="3098" y="1471"/>
                  </a:cubicBezTo>
                  <a:cubicBezTo>
                    <a:pt x="3098" y="1464"/>
                    <a:pt x="3092" y="1459"/>
                    <a:pt x="3085" y="1459"/>
                  </a:cubicBezTo>
                  <a:close/>
                  <a:moveTo>
                    <a:pt x="3125" y="1459"/>
                  </a:moveTo>
                  <a:cubicBezTo>
                    <a:pt x="3118" y="1459"/>
                    <a:pt x="3112" y="1464"/>
                    <a:pt x="3112" y="1471"/>
                  </a:cubicBezTo>
                  <a:cubicBezTo>
                    <a:pt x="3112" y="1478"/>
                    <a:pt x="3118" y="1484"/>
                    <a:pt x="3125" y="1484"/>
                  </a:cubicBezTo>
                  <a:cubicBezTo>
                    <a:pt x="3132" y="1484"/>
                    <a:pt x="3137" y="1478"/>
                    <a:pt x="3137" y="1471"/>
                  </a:cubicBezTo>
                  <a:cubicBezTo>
                    <a:pt x="3137" y="1464"/>
                    <a:pt x="3132" y="1459"/>
                    <a:pt x="3125" y="1459"/>
                  </a:cubicBezTo>
                  <a:close/>
                  <a:moveTo>
                    <a:pt x="3164" y="1459"/>
                  </a:moveTo>
                  <a:cubicBezTo>
                    <a:pt x="3157" y="1459"/>
                    <a:pt x="3151" y="1464"/>
                    <a:pt x="3151" y="1471"/>
                  </a:cubicBezTo>
                  <a:cubicBezTo>
                    <a:pt x="3151" y="1478"/>
                    <a:pt x="3157" y="1484"/>
                    <a:pt x="3164" y="1484"/>
                  </a:cubicBezTo>
                  <a:cubicBezTo>
                    <a:pt x="3171" y="1484"/>
                    <a:pt x="3177" y="1478"/>
                    <a:pt x="3177" y="1471"/>
                  </a:cubicBezTo>
                  <a:cubicBezTo>
                    <a:pt x="3177" y="1464"/>
                    <a:pt x="3171" y="1459"/>
                    <a:pt x="3164" y="1459"/>
                  </a:cubicBezTo>
                  <a:close/>
                  <a:moveTo>
                    <a:pt x="3204" y="1459"/>
                  </a:moveTo>
                  <a:cubicBezTo>
                    <a:pt x="3197" y="1459"/>
                    <a:pt x="3191" y="1464"/>
                    <a:pt x="3191" y="1471"/>
                  </a:cubicBezTo>
                  <a:cubicBezTo>
                    <a:pt x="3191" y="1478"/>
                    <a:pt x="3197" y="1484"/>
                    <a:pt x="3204" y="1484"/>
                  </a:cubicBezTo>
                  <a:cubicBezTo>
                    <a:pt x="3211" y="1484"/>
                    <a:pt x="3216" y="1478"/>
                    <a:pt x="3216" y="1471"/>
                  </a:cubicBezTo>
                  <a:cubicBezTo>
                    <a:pt x="3216" y="1464"/>
                    <a:pt x="3211" y="1459"/>
                    <a:pt x="3204" y="1459"/>
                  </a:cubicBezTo>
                  <a:close/>
                  <a:moveTo>
                    <a:pt x="3243" y="1466"/>
                  </a:moveTo>
                  <a:cubicBezTo>
                    <a:pt x="3240" y="1466"/>
                    <a:pt x="3238" y="1469"/>
                    <a:pt x="3238" y="1471"/>
                  </a:cubicBezTo>
                  <a:cubicBezTo>
                    <a:pt x="3238" y="1474"/>
                    <a:pt x="3240" y="1476"/>
                    <a:pt x="3243" y="1476"/>
                  </a:cubicBezTo>
                  <a:cubicBezTo>
                    <a:pt x="3246" y="1476"/>
                    <a:pt x="3248" y="1474"/>
                    <a:pt x="3248" y="1471"/>
                  </a:cubicBezTo>
                  <a:cubicBezTo>
                    <a:pt x="3248" y="1469"/>
                    <a:pt x="3246" y="1466"/>
                    <a:pt x="3243" y="1466"/>
                  </a:cubicBezTo>
                  <a:close/>
                  <a:moveTo>
                    <a:pt x="996" y="1498"/>
                  </a:moveTo>
                  <a:cubicBezTo>
                    <a:pt x="989" y="1498"/>
                    <a:pt x="983" y="1504"/>
                    <a:pt x="983" y="1511"/>
                  </a:cubicBezTo>
                  <a:cubicBezTo>
                    <a:pt x="983" y="1518"/>
                    <a:pt x="989" y="1524"/>
                    <a:pt x="996" y="1524"/>
                  </a:cubicBezTo>
                  <a:cubicBezTo>
                    <a:pt x="1003" y="1524"/>
                    <a:pt x="1009" y="1518"/>
                    <a:pt x="1009" y="1511"/>
                  </a:cubicBezTo>
                  <a:cubicBezTo>
                    <a:pt x="1009" y="1504"/>
                    <a:pt x="1003" y="1498"/>
                    <a:pt x="996" y="1498"/>
                  </a:cubicBezTo>
                  <a:close/>
                  <a:moveTo>
                    <a:pt x="1035" y="1498"/>
                  </a:moveTo>
                  <a:cubicBezTo>
                    <a:pt x="1028" y="1498"/>
                    <a:pt x="1023" y="1504"/>
                    <a:pt x="1023" y="1511"/>
                  </a:cubicBezTo>
                  <a:cubicBezTo>
                    <a:pt x="1023" y="1518"/>
                    <a:pt x="1028" y="1524"/>
                    <a:pt x="1035" y="1524"/>
                  </a:cubicBezTo>
                  <a:cubicBezTo>
                    <a:pt x="1042" y="1524"/>
                    <a:pt x="1048" y="1518"/>
                    <a:pt x="1048" y="1511"/>
                  </a:cubicBezTo>
                  <a:cubicBezTo>
                    <a:pt x="1048" y="1504"/>
                    <a:pt x="1042" y="1498"/>
                    <a:pt x="1035" y="1498"/>
                  </a:cubicBezTo>
                  <a:close/>
                  <a:moveTo>
                    <a:pt x="1075" y="1498"/>
                  </a:moveTo>
                  <a:cubicBezTo>
                    <a:pt x="1068" y="1498"/>
                    <a:pt x="1062" y="1504"/>
                    <a:pt x="1062" y="1511"/>
                  </a:cubicBezTo>
                  <a:cubicBezTo>
                    <a:pt x="1062" y="1518"/>
                    <a:pt x="1068" y="1524"/>
                    <a:pt x="1075" y="1524"/>
                  </a:cubicBezTo>
                  <a:cubicBezTo>
                    <a:pt x="1082" y="1524"/>
                    <a:pt x="1087" y="1518"/>
                    <a:pt x="1087" y="1511"/>
                  </a:cubicBezTo>
                  <a:cubicBezTo>
                    <a:pt x="1087" y="1504"/>
                    <a:pt x="1082" y="1498"/>
                    <a:pt x="1075" y="1498"/>
                  </a:cubicBezTo>
                  <a:close/>
                  <a:moveTo>
                    <a:pt x="3085" y="1498"/>
                  </a:moveTo>
                  <a:cubicBezTo>
                    <a:pt x="3078" y="1498"/>
                    <a:pt x="3073" y="1504"/>
                    <a:pt x="3073" y="1511"/>
                  </a:cubicBezTo>
                  <a:cubicBezTo>
                    <a:pt x="3073" y="1518"/>
                    <a:pt x="3078" y="1524"/>
                    <a:pt x="3085" y="1524"/>
                  </a:cubicBezTo>
                  <a:cubicBezTo>
                    <a:pt x="3092" y="1524"/>
                    <a:pt x="3098" y="1518"/>
                    <a:pt x="3098" y="1511"/>
                  </a:cubicBezTo>
                  <a:cubicBezTo>
                    <a:pt x="3098" y="1504"/>
                    <a:pt x="3092" y="1498"/>
                    <a:pt x="3085" y="1498"/>
                  </a:cubicBezTo>
                  <a:close/>
                  <a:moveTo>
                    <a:pt x="3125" y="1498"/>
                  </a:moveTo>
                  <a:cubicBezTo>
                    <a:pt x="3118" y="1498"/>
                    <a:pt x="3112" y="1504"/>
                    <a:pt x="3112" y="1511"/>
                  </a:cubicBezTo>
                  <a:cubicBezTo>
                    <a:pt x="3112" y="1518"/>
                    <a:pt x="3118" y="1524"/>
                    <a:pt x="3125" y="1524"/>
                  </a:cubicBezTo>
                  <a:cubicBezTo>
                    <a:pt x="3132" y="1524"/>
                    <a:pt x="3137" y="1518"/>
                    <a:pt x="3137" y="1511"/>
                  </a:cubicBezTo>
                  <a:cubicBezTo>
                    <a:pt x="3137" y="1504"/>
                    <a:pt x="3132" y="1498"/>
                    <a:pt x="3125" y="1498"/>
                  </a:cubicBezTo>
                  <a:close/>
                  <a:moveTo>
                    <a:pt x="3164" y="1498"/>
                  </a:moveTo>
                  <a:cubicBezTo>
                    <a:pt x="3157" y="1498"/>
                    <a:pt x="3151" y="1504"/>
                    <a:pt x="3151" y="1511"/>
                  </a:cubicBezTo>
                  <a:cubicBezTo>
                    <a:pt x="3151" y="1518"/>
                    <a:pt x="3157" y="1524"/>
                    <a:pt x="3164" y="1524"/>
                  </a:cubicBezTo>
                  <a:cubicBezTo>
                    <a:pt x="3171" y="1524"/>
                    <a:pt x="3177" y="1518"/>
                    <a:pt x="3177" y="1511"/>
                  </a:cubicBezTo>
                  <a:cubicBezTo>
                    <a:pt x="3177" y="1504"/>
                    <a:pt x="3171" y="1498"/>
                    <a:pt x="3164" y="1498"/>
                  </a:cubicBezTo>
                  <a:close/>
                  <a:moveTo>
                    <a:pt x="3204" y="1498"/>
                  </a:moveTo>
                  <a:cubicBezTo>
                    <a:pt x="3197" y="1498"/>
                    <a:pt x="3191" y="1504"/>
                    <a:pt x="3191" y="1511"/>
                  </a:cubicBezTo>
                  <a:cubicBezTo>
                    <a:pt x="3191" y="1518"/>
                    <a:pt x="3197" y="1524"/>
                    <a:pt x="3204" y="1524"/>
                  </a:cubicBezTo>
                  <a:cubicBezTo>
                    <a:pt x="3211" y="1524"/>
                    <a:pt x="3216" y="1518"/>
                    <a:pt x="3216" y="1511"/>
                  </a:cubicBezTo>
                  <a:cubicBezTo>
                    <a:pt x="3216" y="1504"/>
                    <a:pt x="3211" y="1498"/>
                    <a:pt x="3204" y="1498"/>
                  </a:cubicBezTo>
                  <a:close/>
                  <a:moveTo>
                    <a:pt x="956" y="1537"/>
                  </a:moveTo>
                  <a:cubicBezTo>
                    <a:pt x="949" y="1537"/>
                    <a:pt x="944" y="1543"/>
                    <a:pt x="944" y="1550"/>
                  </a:cubicBezTo>
                  <a:cubicBezTo>
                    <a:pt x="944" y="1557"/>
                    <a:pt x="949" y="1563"/>
                    <a:pt x="956" y="1563"/>
                  </a:cubicBezTo>
                  <a:cubicBezTo>
                    <a:pt x="963" y="1563"/>
                    <a:pt x="969" y="1557"/>
                    <a:pt x="969" y="1550"/>
                  </a:cubicBezTo>
                  <a:cubicBezTo>
                    <a:pt x="969" y="1543"/>
                    <a:pt x="963" y="1537"/>
                    <a:pt x="956" y="1537"/>
                  </a:cubicBezTo>
                  <a:close/>
                  <a:moveTo>
                    <a:pt x="996" y="1537"/>
                  </a:moveTo>
                  <a:cubicBezTo>
                    <a:pt x="989" y="1537"/>
                    <a:pt x="983" y="1543"/>
                    <a:pt x="983" y="1550"/>
                  </a:cubicBezTo>
                  <a:cubicBezTo>
                    <a:pt x="983" y="1557"/>
                    <a:pt x="989" y="1563"/>
                    <a:pt x="996" y="1563"/>
                  </a:cubicBezTo>
                  <a:cubicBezTo>
                    <a:pt x="1003" y="1563"/>
                    <a:pt x="1009" y="1557"/>
                    <a:pt x="1009" y="1550"/>
                  </a:cubicBezTo>
                  <a:cubicBezTo>
                    <a:pt x="1009" y="1543"/>
                    <a:pt x="1003" y="1537"/>
                    <a:pt x="996" y="1537"/>
                  </a:cubicBezTo>
                  <a:close/>
                  <a:moveTo>
                    <a:pt x="1035" y="1537"/>
                  </a:moveTo>
                  <a:cubicBezTo>
                    <a:pt x="1028" y="1537"/>
                    <a:pt x="1023" y="1543"/>
                    <a:pt x="1023" y="1550"/>
                  </a:cubicBezTo>
                  <a:cubicBezTo>
                    <a:pt x="1023" y="1557"/>
                    <a:pt x="1028" y="1563"/>
                    <a:pt x="1035" y="1563"/>
                  </a:cubicBezTo>
                  <a:cubicBezTo>
                    <a:pt x="1042" y="1563"/>
                    <a:pt x="1048" y="1557"/>
                    <a:pt x="1048" y="1550"/>
                  </a:cubicBezTo>
                  <a:cubicBezTo>
                    <a:pt x="1048" y="1543"/>
                    <a:pt x="1042" y="1537"/>
                    <a:pt x="1035" y="1537"/>
                  </a:cubicBezTo>
                  <a:close/>
                  <a:moveTo>
                    <a:pt x="3480" y="1537"/>
                  </a:moveTo>
                  <a:cubicBezTo>
                    <a:pt x="3473" y="1537"/>
                    <a:pt x="3467" y="1543"/>
                    <a:pt x="3467" y="1550"/>
                  </a:cubicBezTo>
                  <a:cubicBezTo>
                    <a:pt x="3467" y="1557"/>
                    <a:pt x="3473" y="1563"/>
                    <a:pt x="3480" y="1563"/>
                  </a:cubicBezTo>
                  <a:cubicBezTo>
                    <a:pt x="3487" y="1563"/>
                    <a:pt x="3492" y="1557"/>
                    <a:pt x="3492" y="1550"/>
                  </a:cubicBezTo>
                  <a:cubicBezTo>
                    <a:pt x="3492" y="1543"/>
                    <a:pt x="3487" y="1537"/>
                    <a:pt x="3480" y="1537"/>
                  </a:cubicBezTo>
                  <a:close/>
                  <a:moveTo>
                    <a:pt x="965" y="1590"/>
                  </a:moveTo>
                  <a:cubicBezTo>
                    <a:pt x="965" y="1585"/>
                    <a:pt x="961" y="1581"/>
                    <a:pt x="956" y="1581"/>
                  </a:cubicBezTo>
                  <a:cubicBezTo>
                    <a:pt x="952" y="1581"/>
                    <a:pt x="948" y="1585"/>
                    <a:pt x="948" y="1590"/>
                  </a:cubicBezTo>
                  <a:cubicBezTo>
                    <a:pt x="948" y="1594"/>
                    <a:pt x="952" y="1598"/>
                    <a:pt x="956" y="1598"/>
                  </a:cubicBezTo>
                  <a:cubicBezTo>
                    <a:pt x="961" y="1598"/>
                    <a:pt x="965" y="1594"/>
                    <a:pt x="965" y="1590"/>
                  </a:cubicBezTo>
                  <a:close/>
                  <a:moveTo>
                    <a:pt x="996" y="1577"/>
                  </a:moveTo>
                  <a:cubicBezTo>
                    <a:pt x="989" y="1577"/>
                    <a:pt x="983" y="1583"/>
                    <a:pt x="983" y="1590"/>
                  </a:cubicBezTo>
                  <a:cubicBezTo>
                    <a:pt x="983" y="1597"/>
                    <a:pt x="989" y="1602"/>
                    <a:pt x="996" y="1602"/>
                  </a:cubicBezTo>
                  <a:cubicBezTo>
                    <a:pt x="1003" y="1602"/>
                    <a:pt x="1009" y="1597"/>
                    <a:pt x="1009" y="1590"/>
                  </a:cubicBezTo>
                  <a:cubicBezTo>
                    <a:pt x="1009" y="1583"/>
                    <a:pt x="1003" y="1577"/>
                    <a:pt x="996" y="1577"/>
                  </a:cubicBezTo>
                  <a:close/>
                  <a:moveTo>
                    <a:pt x="1035" y="1577"/>
                  </a:moveTo>
                  <a:cubicBezTo>
                    <a:pt x="1028" y="1577"/>
                    <a:pt x="1023" y="1583"/>
                    <a:pt x="1023" y="1590"/>
                  </a:cubicBezTo>
                  <a:cubicBezTo>
                    <a:pt x="1023" y="1597"/>
                    <a:pt x="1028" y="1602"/>
                    <a:pt x="1035" y="1602"/>
                  </a:cubicBezTo>
                  <a:cubicBezTo>
                    <a:pt x="1042" y="1602"/>
                    <a:pt x="1048" y="1597"/>
                    <a:pt x="1048" y="1590"/>
                  </a:cubicBezTo>
                  <a:cubicBezTo>
                    <a:pt x="1048" y="1583"/>
                    <a:pt x="1042" y="1577"/>
                    <a:pt x="1035" y="1577"/>
                  </a:cubicBezTo>
                  <a:close/>
                  <a:moveTo>
                    <a:pt x="3440" y="1577"/>
                  </a:moveTo>
                  <a:cubicBezTo>
                    <a:pt x="3433" y="1577"/>
                    <a:pt x="3427" y="1583"/>
                    <a:pt x="3427" y="1590"/>
                  </a:cubicBezTo>
                  <a:cubicBezTo>
                    <a:pt x="3427" y="1597"/>
                    <a:pt x="3433" y="1602"/>
                    <a:pt x="3440" y="1602"/>
                  </a:cubicBezTo>
                  <a:cubicBezTo>
                    <a:pt x="3447" y="1602"/>
                    <a:pt x="3453" y="1597"/>
                    <a:pt x="3453" y="1590"/>
                  </a:cubicBezTo>
                  <a:cubicBezTo>
                    <a:pt x="3453" y="1583"/>
                    <a:pt x="3447" y="1577"/>
                    <a:pt x="3440" y="1577"/>
                  </a:cubicBezTo>
                  <a:close/>
                  <a:moveTo>
                    <a:pt x="944" y="1629"/>
                  </a:moveTo>
                  <a:cubicBezTo>
                    <a:pt x="944" y="1636"/>
                    <a:pt x="949" y="1642"/>
                    <a:pt x="956" y="1642"/>
                  </a:cubicBezTo>
                  <a:cubicBezTo>
                    <a:pt x="963" y="1642"/>
                    <a:pt x="969" y="1636"/>
                    <a:pt x="969" y="1629"/>
                  </a:cubicBezTo>
                  <a:cubicBezTo>
                    <a:pt x="969" y="1622"/>
                    <a:pt x="963" y="1616"/>
                    <a:pt x="956" y="1616"/>
                  </a:cubicBezTo>
                  <a:cubicBezTo>
                    <a:pt x="949" y="1616"/>
                    <a:pt x="944" y="1622"/>
                    <a:pt x="944" y="1629"/>
                  </a:cubicBezTo>
                  <a:close/>
                  <a:moveTo>
                    <a:pt x="996" y="1616"/>
                  </a:moveTo>
                  <a:cubicBezTo>
                    <a:pt x="989" y="1616"/>
                    <a:pt x="983" y="1622"/>
                    <a:pt x="983" y="1629"/>
                  </a:cubicBezTo>
                  <a:cubicBezTo>
                    <a:pt x="983" y="1636"/>
                    <a:pt x="989" y="1642"/>
                    <a:pt x="996" y="1642"/>
                  </a:cubicBezTo>
                  <a:cubicBezTo>
                    <a:pt x="1003" y="1642"/>
                    <a:pt x="1009" y="1636"/>
                    <a:pt x="1009" y="1629"/>
                  </a:cubicBezTo>
                  <a:cubicBezTo>
                    <a:pt x="1009" y="1622"/>
                    <a:pt x="1003" y="1616"/>
                    <a:pt x="996" y="1616"/>
                  </a:cubicBezTo>
                  <a:close/>
                  <a:moveTo>
                    <a:pt x="3401" y="1616"/>
                  </a:moveTo>
                  <a:cubicBezTo>
                    <a:pt x="3394" y="1616"/>
                    <a:pt x="3388" y="1622"/>
                    <a:pt x="3388" y="1629"/>
                  </a:cubicBezTo>
                  <a:cubicBezTo>
                    <a:pt x="3388" y="1636"/>
                    <a:pt x="3394" y="1642"/>
                    <a:pt x="3401" y="1642"/>
                  </a:cubicBezTo>
                  <a:cubicBezTo>
                    <a:pt x="3408" y="1642"/>
                    <a:pt x="3413" y="1636"/>
                    <a:pt x="3413" y="1629"/>
                  </a:cubicBezTo>
                  <a:cubicBezTo>
                    <a:pt x="3413" y="1622"/>
                    <a:pt x="3408" y="1616"/>
                    <a:pt x="3401" y="1616"/>
                  </a:cubicBezTo>
                  <a:close/>
                  <a:moveTo>
                    <a:pt x="956" y="1656"/>
                  </a:moveTo>
                  <a:cubicBezTo>
                    <a:pt x="949" y="1656"/>
                    <a:pt x="944" y="1661"/>
                    <a:pt x="944" y="1668"/>
                  </a:cubicBezTo>
                  <a:cubicBezTo>
                    <a:pt x="944" y="1676"/>
                    <a:pt x="949" y="1681"/>
                    <a:pt x="956" y="1681"/>
                  </a:cubicBezTo>
                  <a:cubicBezTo>
                    <a:pt x="963" y="1681"/>
                    <a:pt x="969" y="1676"/>
                    <a:pt x="969" y="1668"/>
                  </a:cubicBezTo>
                  <a:cubicBezTo>
                    <a:pt x="969" y="1661"/>
                    <a:pt x="963" y="1656"/>
                    <a:pt x="956" y="1656"/>
                  </a:cubicBezTo>
                  <a:close/>
                  <a:moveTo>
                    <a:pt x="996" y="1656"/>
                  </a:moveTo>
                  <a:cubicBezTo>
                    <a:pt x="989" y="1656"/>
                    <a:pt x="983" y="1661"/>
                    <a:pt x="983" y="1668"/>
                  </a:cubicBezTo>
                  <a:cubicBezTo>
                    <a:pt x="983" y="1676"/>
                    <a:pt x="989" y="1681"/>
                    <a:pt x="996" y="1681"/>
                  </a:cubicBezTo>
                  <a:cubicBezTo>
                    <a:pt x="1003" y="1681"/>
                    <a:pt x="1009" y="1676"/>
                    <a:pt x="1009" y="1668"/>
                  </a:cubicBezTo>
                  <a:cubicBezTo>
                    <a:pt x="1009" y="1661"/>
                    <a:pt x="1003" y="1656"/>
                    <a:pt x="996" y="1656"/>
                  </a:cubicBezTo>
                  <a:close/>
                  <a:moveTo>
                    <a:pt x="956" y="1696"/>
                  </a:moveTo>
                  <a:cubicBezTo>
                    <a:pt x="950" y="1696"/>
                    <a:pt x="945" y="1702"/>
                    <a:pt x="945" y="1708"/>
                  </a:cubicBezTo>
                  <a:cubicBezTo>
                    <a:pt x="945" y="1714"/>
                    <a:pt x="950" y="1719"/>
                    <a:pt x="956" y="1719"/>
                  </a:cubicBezTo>
                  <a:cubicBezTo>
                    <a:pt x="963" y="1719"/>
                    <a:pt x="968" y="1714"/>
                    <a:pt x="968" y="1708"/>
                  </a:cubicBezTo>
                  <a:cubicBezTo>
                    <a:pt x="968" y="1702"/>
                    <a:pt x="963" y="1696"/>
                    <a:pt x="956" y="1696"/>
                  </a:cubicBezTo>
                  <a:close/>
                  <a:moveTo>
                    <a:pt x="996" y="1719"/>
                  </a:moveTo>
                  <a:cubicBezTo>
                    <a:pt x="1002" y="1719"/>
                    <a:pt x="1007" y="1714"/>
                    <a:pt x="1007" y="1708"/>
                  </a:cubicBezTo>
                  <a:cubicBezTo>
                    <a:pt x="1007" y="1702"/>
                    <a:pt x="1002" y="1697"/>
                    <a:pt x="996" y="1697"/>
                  </a:cubicBezTo>
                  <a:cubicBezTo>
                    <a:pt x="990" y="1697"/>
                    <a:pt x="985" y="1702"/>
                    <a:pt x="985" y="1708"/>
                  </a:cubicBezTo>
                  <a:cubicBezTo>
                    <a:pt x="985" y="1714"/>
                    <a:pt x="990" y="1719"/>
                    <a:pt x="996" y="1719"/>
                  </a:cubicBezTo>
                  <a:close/>
                  <a:moveTo>
                    <a:pt x="996" y="1735"/>
                  </a:moveTo>
                  <a:cubicBezTo>
                    <a:pt x="989" y="1735"/>
                    <a:pt x="983" y="1740"/>
                    <a:pt x="983" y="1747"/>
                  </a:cubicBezTo>
                  <a:cubicBezTo>
                    <a:pt x="983" y="1754"/>
                    <a:pt x="989" y="1760"/>
                    <a:pt x="996" y="1760"/>
                  </a:cubicBezTo>
                  <a:cubicBezTo>
                    <a:pt x="1003" y="1760"/>
                    <a:pt x="1009" y="1754"/>
                    <a:pt x="1009" y="1747"/>
                  </a:cubicBezTo>
                  <a:cubicBezTo>
                    <a:pt x="1009" y="1740"/>
                    <a:pt x="1003" y="1735"/>
                    <a:pt x="996" y="1735"/>
                  </a:cubicBez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2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endParaRPr>
            </a:p>
          </p:txBody>
        </p:sp>
        <p:sp>
          <p:nvSpPr>
            <p:cNvPr id="7" name="ísḻïḍe"/>
            <p:cNvSpPr/>
            <p:nvPr/>
          </p:nvSpPr>
          <p:spPr>
            <a:xfrm>
              <a:off x="1356350" y="1130300"/>
              <a:ext cx="3185487" cy="838716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 lnSpcReduction="10000"/>
            </a:bodyPr>
            <a:lstStyle/>
            <a:p>
              <a:pPr algn="ctr"/>
              <a:r>
                <a:rPr lang="en-US" altLang="zh-CN" sz="5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rebuchet MS" panose="020B0603020202020204" pitchFamily="34" charset="0"/>
                  <a:ea typeface="微软雅黑" panose="020B0503020204020204" pitchFamily="34" charset="-122"/>
                  <a:sym typeface="Trebuchet MS" panose="020B0603020202020204" pitchFamily="34" charset="0"/>
                </a:rPr>
                <a:t>Agenda</a:t>
              </a:r>
              <a:endParaRPr lang="zh-CN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endParaRPr>
            </a:p>
          </p:txBody>
        </p:sp>
        <p:cxnSp>
          <p:nvCxnSpPr>
            <p:cNvPr id="8" name="直接连接符 4"/>
            <p:cNvCxnSpPr/>
            <p:nvPr/>
          </p:nvCxnSpPr>
          <p:spPr>
            <a:xfrm>
              <a:off x="1638300" y="1969016"/>
              <a:ext cx="3295650" cy="0"/>
            </a:xfrm>
            <a:prstGeom prst="line">
              <a:avLst/>
            </a:prstGeom>
            <a:ln w="3175" cap="rnd">
              <a:solidFill>
                <a:schemeClr val="lt2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7"/>
            <p:cNvCxnSpPr/>
            <p:nvPr/>
          </p:nvCxnSpPr>
          <p:spPr>
            <a:xfrm>
              <a:off x="4541837" y="1130300"/>
              <a:ext cx="0" cy="5003800"/>
            </a:xfrm>
            <a:prstGeom prst="line">
              <a:avLst/>
            </a:prstGeom>
            <a:ln w="3175" cap="rnd">
              <a:solidFill>
                <a:schemeClr val="lt2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íṥļïḓè"/>
            <p:cNvGrpSpPr/>
            <p:nvPr/>
          </p:nvGrpSpPr>
          <p:grpSpPr>
            <a:xfrm>
              <a:off x="3871848" y="2534552"/>
              <a:ext cx="4900814" cy="3163729"/>
              <a:chOff x="3871848" y="2223101"/>
              <a:chExt cx="4900814" cy="3163729"/>
            </a:xfrm>
          </p:grpSpPr>
          <p:grpSp>
            <p:nvGrpSpPr>
              <p:cNvPr id="11" name="îṣḷîḓê"/>
              <p:cNvGrpSpPr/>
              <p:nvPr/>
            </p:nvGrpSpPr>
            <p:grpSpPr>
              <a:xfrm>
                <a:off x="3871848" y="2223101"/>
                <a:ext cx="4900814" cy="542400"/>
                <a:chOff x="3871848" y="2711156"/>
                <a:chExt cx="4900814" cy="542400"/>
              </a:xfrm>
            </p:grpSpPr>
            <p:sp>
              <p:nvSpPr>
                <p:cNvPr id="24" name="iṥḻïḋê"/>
                <p:cNvSpPr txBox="1"/>
                <p:nvPr/>
              </p:nvSpPr>
              <p:spPr bwMode="auto">
                <a:xfrm>
                  <a:off x="3871848" y="2711156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0</a:t>
                  </a:r>
                  <a:r>
                    <a:rPr lang="en-US" altLang="zh-CN" sz="1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1</a:t>
                  </a:r>
                  <a:endParaRPr lang="en-US" altLang="zh-CN" sz="2000" dirty="0">
                    <a:solidFill>
                      <a:schemeClr val="accent2">
                        <a:lumMod val="100000"/>
                      </a:schemeClr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5" name="ísļiḑè"/>
                <p:cNvSpPr/>
                <p:nvPr/>
              </p:nvSpPr>
              <p:spPr bwMode="auto">
                <a:xfrm>
                  <a:off x="4656073" y="2754558"/>
                  <a:ext cx="4116589" cy="455597"/>
                </a:xfrm>
                <a:prstGeom prst="rect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DB Schenker, TSC, EDI, SWORD Introduction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  <p:grpSp>
            <p:nvGrpSpPr>
              <p:cNvPr id="12" name="iṡḻíḍé"/>
              <p:cNvGrpSpPr/>
              <p:nvPr/>
            </p:nvGrpSpPr>
            <p:grpSpPr>
              <a:xfrm>
                <a:off x="3881739" y="3519329"/>
                <a:ext cx="4890923" cy="542400"/>
                <a:chOff x="3881739" y="3384481"/>
                <a:chExt cx="4890923" cy="542400"/>
              </a:xfrm>
            </p:grpSpPr>
            <p:sp>
              <p:nvSpPr>
                <p:cNvPr id="22" name="îṡḻîḋè"/>
                <p:cNvSpPr txBox="1"/>
                <p:nvPr/>
              </p:nvSpPr>
              <p:spPr bwMode="auto">
                <a:xfrm>
                  <a:off x="3881739" y="3384481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de-DE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defRPr sz="200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en-US" altLang="zh-CN" dirty="0">
                      <a:sym typeface="Trebuchet MS" panose="020B0603020202020204" pitchFamily="34" charset="0"/>
                    </a:rPr>
                    <a:t>02</a:t>
                  </a:r>
                  <a:endParaRPr lang="en-US" altLang="zh-CN" dirty="0"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3" name="î$lídé"/>
                <p:cNvSpPr/>
                <p:nvPr/>
              </p:nvSpPr>
              <p:spPr bwMode="auto">
                <a:xfrm>
                  <a:off x="4656073" y="3448424"/>
                  <a:ext cx="4116589" cy="455597"/>
                </a:xfrm>
                <a:prstGeom prst="rect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SWORD Framework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  <p:grpSp>
            <p:nvGrpSpPr>
              <p:cNvPr id="13" name="í$lïḋê"/>
              <p:cNvGrpSpPr/>
              <p:nvPr/>
            </p:nvGrpSpPr>
            <p:grpSpPr>
              <a:xfrm>
                <a:off x="3881739" y="4844430"/>
                <a:ext cx="4890923" cy="542400"/>
                <a:chOff x="3881739" y="4086679"/>
                <a:chExt cx="4890923" cy="542400"/>
              </a:xfrm>
            </p:grpSpPr>
            <p:sp>
              <p:nvSpPr>
                <p:cNvPr id="20" name="íṧľïḑé"/>
                <p:cNvSpPr txBox="1"/>
                <p:nvPr/>
              </p:nvSpPr>
              <p:spPr bwMode="auto">
                <a:xfrm>
                  <a:off x="3881739" y="4086679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0</a:t>
                  </a:r>
                  <a:r>
                    <a:rPr lang="en-US" altLang="zh-CN" sz="1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3</a:t>
                  </a:r>
                  <a:endParaRPr lang="en-US" altLang="zh-CN" sz="2000" dirty="0">
                    <a:solidFill>
                      <a:schemeClr val="accent2">
                        <a:lumMod val="100000"/>
                      </a:schemeClr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1" name="ísḷïḑe"/>
                <p:cNvSpPr/>
                <p:nvPr/>
              </p:nvSpPr>
              <p:spPr bwMode="auto">
                <a:xfrm>
                  <a:off x="4656073" y="4173482"/>
                  <a:ext cx="4116589" cy="455597"/>
                </a:xfrm>
                <a:prstGeom prst="rect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File Types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</p:grpSp>
      </p:grpSp>
    </p:spTree>
    <p:custDataLst>
      <p:tags r:id="rId2"/>
    </p:custData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graphicFrame>
        <p:nvGraphicFramePr>
          <p:cNvPr id="5" name="Diagram 4"/>
          <p:cNvGraphicFramePr/>
          <p:nvPr/>
        </p:nvGraphicFramePr>
        <p:xfrm>
          <a:off x="490876" y="925149"/>
          <a:ext cx="11416871" cy="5331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rPr>
              <a:t>General Introduction</a:t>
            </a:r>
            <a:endParaRPr lang="en-US" dirty="0">
              <a:latin typeface="Trebuchet MS" panose="020B0603020202020204" pitchFamily="34" charset="0"/>
              <a:ea typeface="微软雅黑" panose="020B0503020204020204" pitchFamily="34" charset="-122"/>
              <a:sym typeface="Trebuchet MS" panose="020B0603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DD3DB80-B894-403A-B48E-6FDC1A72010E}" type="slidenum">
              <a:rPr lang="zh-CN" altLang="en-US" smtClean="0"/>
            </a:fld>
            <a:endParaRPr lang="zh-CN" altLang="en-US">
              <a:latin typeface="Trebuchet MS" panose="020B0603020202020204" pitchFamily="34" charset="0"/>
              <a:ea typeface="微软雅黑" panose="020B0503020204020204" pitchFamily="34" charset="-122"/>
              <a:sym typeface="Trebuchet MS" panose="020B0603020202020204" pitchFamily="34" charset="0"/>
            </a:endParaRPr>
          </a:p>
        </p:txBody>
      </p:sp>
      <p:grpSp>
        <p:nvGrpSpPr>
          <p:cNvPr id="5" name="#29314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56350" y="1130300"/>
            <a:ext cx="9396995" cy="5003800"/>
            <a:chOff x="1356350" y="1130300"/>
            <a:chExt cx="9396995" cy="5003800"/>
          </a:xfrm>
        </p:grpSpPr>
        <p:sp>
          <p:nvSpPr>
            <p:cNvPr id="6" name="ïšľiďé"/>
            <p:cNvSpPr/>
            <p:nvPr/>
          </p:nvSpPr>
          <p:spPr bwMode="auto">
            <a:xfrm>
              <a:off x="5068601" y="2838840"/>
              <a:ext cx="5684744" cy="2772856"/>
            </a:xfrm>
            <a:custGeom>
              <a:avLst/>
              <a:gdLst>
                <a:gd name="T0" fmla="*/ 1193 w 3611"/>
                <a:gd name="T1" fmla="*/ 65 h 1760"/>
                <a:gd name="T2" fmla="*/ 1206 w 3611"/>
                <a:gd name="T3" fmla="*/ 92 h 1760"/>
                <a:gd name="T4" fmla="*/ 1114 w 3611"/>
                <a:gd name="T5" fmla="*/ 118 h 1760"/>
                <a:gd name="T6" fmla="*/ 878 w 3611"/>
                <a:gd name="T7" fmla="*/ 183 h 1760"/>
                <a:gd name="T8" fmla="*/ 444 w 3611"/>
                <a:gd name="T9" fmla="*/ 223 h 1760"/>
                <a:gd name="T10" fmla="*/ 2612 w 3611"/>
                <a:gd name="T11" fmla="*/ 223 h 1760"/>
                <a:gd name="T12" fmla="*/ 1363 w 3611"/>
                <a:gd name="T13" fmla="*/ 249 h 1760"/>
                <a:gd name="T14" fmla="*/ 2928 w 3611"/>
                <a:gd name="T15" fmla="*/ 236 h 1760"/>
                <a:gd name="T16" fmla="*/ 431 w 3611"/>
                <a:gd name="T17" fmla="*/ 289 h 1760"/>
                <a:gd name="T18" fmla="*/ 1981 w 3611"/>
                <a:gd name="T19" fmla="*/ 301 h 1760"/>
                <a:gd name="T20" fmla="*/ 3125 w 3611"/>
                <a:gd name="T21" fmla="*/ 301 h 1760"/>
                <a:gd name="T22" fmla="*/ 496 w 3611"/>
                <a:gd name="T23" fmla="*/ 328 h 1760"/>
                <a:gd name="T24" fmla="*/ 1981 w 3611"/>
                <a:gd name="T25" fmla="*/ 315 h 1760"/>
                <a:gd name="T26" fmla="*/ 2836 w 3611"/>
                <a:gd name="T27" fmla="*/ 328 h 1760"/>
                <a:gd name="T28" fmla="*/ 128 w 3611"/>
                <a:gd name="T29" fmla="*/ 380 h 1760"/>
                <a:gd name="T30" fmla="*/ 1232 w 3611"/>
                <a:gd name="T31" fmla="*/ 380 h 1760"/>
                <a:gd name="T32" fmla="*/ 2546 w 3611"/>
                <a:gd name="T33" fmla="*/ 367 h 1760"/>
                <a:gd name="T34" fmla="*/ 3361 w 3611"/>
                <a:gd name="T35" fmla="*/ 355 h 1760"/>
                <a:gd name="T36" fmla="*/ 707 w 3611"/>
                <a:gd name="T37" fmla="*/ 407 h 1760"/>
                <a:gd name="T38" fmla="*/ 2494 w 3611"/>
                <a:gd name="T39" fmla="*/ 420 h 1760"/>
                <a:gd name="T40" fmla="*/ 3401 w 3611"/>
                <a:gd name="T41" fmla="*/ 420 h 1760"/>
                <a:gd name="T42" fmla="*/ 1955 w 3611"/>
                <a:gd name="T43" fmla="*/ 446 h 1760"/>
                <a:gd name="T44" fmla="*/ 2770 w 3611"/>
                <a:gd name="T45" fmla="*/ 434 h 1760"/>
                <a:gd name="T46" fmla="*/ 628 w 3611"/>
                <a:gd name="T47" fmla="*/ 486 h 1760"/>
                <a:gd name="T48" fmla="*/ 2336 w 3611"/>
                <a:gd name="T49" fmla="*/ 499 h 1760"/>
                <a:gd name="T50" fmla="*/ 404 w 3611"/>
                <a:gd name="T51" fmla="*/ 512 h 1760"/>
                <a:gd name="T52" fmla="*/ 1876 w 3611"/>
                <a:gd name="T53" fmla="*/ 525 h 1760"/>
                <a:gd name="T54" fmla="*/ 2691 w 3611"/>
                <a:gd name="T55" fmla="*/ 512 h 1760"/>
                <a:gd name="T56" fmla="*/ 786 w 3611"/>
                <a:gd name="T57" fmla="*/ 565 h 1760"/>
                <a:gd name="T58" fmla="*/ 2218 w 3611"/>
                <a:gd name="T59" fmla="*/ 577 h 1760"/>
                <a:gd name="T60" fmla="*/ 3085 w 3611"/>
                <a:gd name="T61" fmla="*/ 577 h 1760"/>
                <a:gd name="T62" fmla="*/ 1758 w 3611"/>
                <a:gd name="T63" fmla="*/ 604 h 1760"/>
                <a:gd name="T64" fmla="*/ 2573 w 3611"/>
                <a:gd name="T65" fmla="*/ 591 h 1760"/>
                <a:gd name="T66" fmla="*/ 707 w 3611"/>
                <a:gd name="T67" fmla="*/ 643 h 1760"/>
                <a:gd name="T68" fmla="*/ 2376 w 3611"/>
                <a:gd name="T69" fmla="*/ 656 h 1760"/>
                <a:gd name="T70" fmla="*/ 602 w 3611"/>
                <a:gd name="T71" fmla="*/ 696 h 1760"/>
                <a:gd name="T72" fmla="*/ 2270 w 3611"/>
                <a:gd name="T73" fmla="*/ 683 h 1760"/>
                <a:gd name="T74" fmla="*/ 523 w 3611"/>
                <a:gd name="T75" fmla="*/ 710 h 1760"/>
                <a:gd name="T76" fmla="*/ 2284 w 3611"/>
                <a:gd name="T77" fmla="*/ 722 h 1760"/>
                <a:gd name="T78" fmla="*/ 602 w 3611"/>
                <a:gd name="T79" fmla="*/ 774 h 1760"/>
                <a:gd name="T80" fmla="*/ 2415 w 3611"/>
                <a:gd name="T81" fmla="*/ 774 h 1760"/>
                <a:gd name="T82" fmla="*/ 772 w 3611"/>
                <a:gd name="T83" fmla="*/ 801 h 1760"/>
                <a:gd name="T84" fmla="*/ 2415 w 3611"/>
                <a:gd name="T85" fmla="*/ 788 h 1760"/>
                <a:gd name="T86" fmla="*/ 1693 w 3611"/>
                <a:gd name="T87" fmla="*/ 841 h 1760"/>
                <a:gd name="T88" fmla="*/ 2573 w 3611"/>
                <a:gd name="T89" fmla="*/ 853 h 1760"/>
                <a:gd name="T90" fmla="*/ 1981 w 3611"/>
                <a:gd name="T91" fmla="*/ 893 h 1760"/>
                <a:gd name="T92" fmla="*/ 628 w 3611"/>
                <a:gd name="T93" fmla="*/ 919 h 1760"/>
                <a:gd name="T94" fmla="*/ 2218 w 3611"/>
                <a:gd name="T95" fmla="*/ 907 h 1760"/>
                <a:gd name="T96" fmla="*/ 1876 w 3611"/>
                <a:gd name="T97" fmla="*/ 959 h 1760"/>
                <a:gd name="T98" fmla="*/ 1745 w 3611"/>
                <a:gd name="T99" fmla="*/ 1011 h 1760"/>
                <a:gd name="T100" fmla="*/ 1627 w 3611"/>
                <a:gd name="T101" fmla="*/ 1025 h 1760"/>
                <a:gd name="T102" fmla="*/ 1127 w 3611"/>
                <a:gd name="T103" fmla="*/ 1077 h 1760"/>
                <a:gd name="T104" fmla="*/ 1075 w 3611"/>
                <a:gd name="T105" fmla="*/ 1104 h 1760"/>
                <a:gd name="T106" fmla="*/ 1023 w 3611"/>
                <a:gd name="T107" fmla="*/ 1156 h 1760"/>
                <a:gd name="T108" fmla="*/ 917 w 3611"/>
                <a:gd name="T109" fmla="*/ 1183 h 1760"/>
                <a:gd name="T110" fmla="*/ 956 w 3611"/>
                <a:gd name="T111" fmla="*/ 1222 h 1760"/>
                <a:gd name="T112" fmla="*/ 1101 w 3611"/>
                <a:gd name="T113" fmla="*/ 1274 h 1760"/>
                <a:gd name="T114" fmla="*/ 1272 w 3611"/>
                <a:gd name="T115" fmla="*/ 1326 h 1760"/>
                <a:gd name="T116" fmla="*/ 1245 w 3611"/>
                <a:gd name="T117" fmla="*/ 1353 h 1760"/>
                <a:gd name="T118" fmla="*/ 1114 w 3611"/>
                <a:gd name="T119" fmla="*/ 1405 h 1760"/>
                <a:gd name="T120" fmla="*/ 1154 w 3611"/>
                <a:gd name="T121" fmla="*/ 1445 h 1760"/>
                <a:gd name="T122" fmla="*/ 1929 w 3611"/>
                <a:gd name="T123" fmla="*/ 1471 h 1760"/>
                <a:gd name="T124" fmla="*/ 948 w 3611"/>
                <a:gd name="T125" fmla="*/ 159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11" h="1760">
                  <a:moveTo>
                    <a:pt x="825" y="13"/>
                  </a:moveTo>
                  <a:cubicBezTo>
                    <a:pt x="825" y="6"/>
                    <a:pt x="831" y="0"/>
                    <a:pt x="838" y="0"/>
                  </a:cubicBezTo>
                  <a:cubicBezTo>
                    <a:pt x="845" y="0"/>
                    <a:pt x="851" y="6"/>
                    <a:pt x="851" y="13"/>
                  </a:cubicBezTo>
                  <a:cubicBezTo>
                    <a:pt x="851" y="20"/>
                    <a:pt x="845" y="25"/>
                    <a:pt x="838" y="25"/>
                  </a:cubicBezTo>
                  <a:cubicBezTo>
                    <a:pt x="831" y="25"/>
                    <a:pt x="825" y="20"/>
                    <a:pt x="825" y="13"/>
                  </a:cubicBezTo>
                  <a:close/>
                  <a:moveTo>
                    <a:pt x="878" y="25"/>
                  </a:moveTo>
                  <a:cubicBezTo>
                    <a:pt x="885" y="25"/>
                    <a:pt x="890" y="20"/>
                    <a:pt x="890" y="13"/>
                  </a:cubicBezTo>
                  <a:cubicBezTo>
                    <a:pt x="890" y="6"/>
                    <a:pt x="885" y="0"/>
                    <a:pt x="878" y="0"/>
                  </a:cubicBezTo>
                  <a:cubicBezTo>
                    <a:pt x="870" y="0"/>
                    <a:pt x="865" y="6"/>
                    <a:pt x="865" y="13"/>
                  </a:cubicBezTo>
                  <a:cubicBezTo>
                    <a:pt x="865" y="20"/>
                    <a:pt x="870" y="25"/>
                    <a:pt x="878" y="25"/>
                  </a:cubicBezTo>
                  <a:close/>
                  <a:moveTo>
                    <a:pt x="917" y="25"/>
                  </a:moveTo>
                  <a:cubicBezTo>
                    <a:pt x="924" y="25"/>
                    <a:pt x="930" y="20"/>
                    <a:pt x="930" y="13"/>
                  </a:cubicBezTo>
                  <a:cubicBezTo>
                    <a:pt x="930" y="6"/>
                    <a:pt x="924" y="0"/>
                    <a:pt x="917" y="0"/>
                  </a:cubicBezTo>
                  <a:cubicBezTo>
                    <a:pt x="910" y="0"/>
                    <a:pt x="904" y="6"/>
                    <a:pt x="904" y="13"/>
                  </a:cubicBezTo>
                  <a:cubicBezTo>
                    <a:pt x="904" y="20"/>
                    <a:pt x="910" y="25"/>
                    <a:pt x="917" y="25"/>
                  </a:cubicBezTo>
                  <a:close/>
                  <a:moveTo>
                    <a:pt x="956" y="25"/>
                  </a:moveTo>
                  <a:cubicBezTo>
                    <a:pt x="963" y="25"/>
                    <a:pt x="969" y="20"/>
                    <a:pt x="969" y="13"/>
                  </a:cubicBezTo>
                  <a:cubicBezTo>
                    <a:pt x="969" y="6"/>
                    <a:pt x="963" y="0"/>
                    <a:pt x="956" y="0"/>
                  </a:cubicBezTo>
                  <a:cubicBezTo>
                    <a:pt x="949" y="0"/>
                    <a:pt x="944" y="6"/>
                    <a:pt x="944" y="13"/>
                  </a:cubicBezTo>
                  <a:cubicBezTo>
                    <a:pt x="944" y="20"/>
                    <a:pt x="949" y="25"/>
                    <a:pt x="956" y="25"/>
                  </a:cubicBezTo>
                  <a:close/>
                  <a:moveTo>
                    <a:pt x="996" y="25"/>
                  </a:moveTo>
                  <a:cubicBezTo>
                    <a:pt x="1003" y="25"/>
                    <a:pt x="1009" y="20"/>
                    <a:pt x="1009" y="13"/>
                  </a:cubicBezTo>
                  <a:cubicBezTo>
                    <a:pt x="1009" y="6"/>
                    <a:pt x="1003" y="0"/>
                    <a:pt x="996" y="0"/>
                  </a:cubicBezTo>
                  <a:cubicBezTo>
                    <a:pt x="989" y="0"/>
                    <a:pt x="983" y="6"/>
                    <a:pt x="983" y="13"/>
                  </a:cubicBezTo>
                  <a:cubicBezTo>
                    <a:pt x="983" y="20"/>
                    <a:pt x="989" y="25"/>
                    <a:pt x="996" y="25"/>
                  </a:cubicBezTo>
                  <a:close/>
                  <a:moveTo>
                    <a:pt x="1035" y="25"/>
                  </a:moveTo>
                  <a:cubicBezTo>
                    <a:pt x="1042" y="25"/>
                    <a:pt x="1048" y="20"/>
                    <a:pt x="1048" y="13"/>
                  </a:cubicBezTo>
                  <a:cubicBezTo>
                    <a:pt x="1048" y="6"/>
                    <a:pt x="1042" y="0"/>
                    <a:pt x="1035" y="0"/>
                  </a:cubicBezTo>
                  <a:cubicBezTo>
                    <a:pt x="1028" y="0"/>
                    <a:pt x="1022" y="6"/>
                    <a:pt x="1022" y="13"/>
                  </a:cubicBezTo>
                  <a:cubicBezTo>
                    <a:pt x="1022" y="20"/>
                    <a:pt x="1028" y="25"/>
                    <a:pt x="1035" y="25"/>
                  </a:cubicBezTo>
                  <a:close/>
                  <a:moveTo>
                    <a:pt x="1114" y="25"/>
                  </a:moveTo>
                  <a:cubicBezTo>
                    <a:pt x="1121" y="25"/>
                    <a:pt x="1127" y="20"/>
                    <a:pt x="1127" y="13"/>
                  </a:cubicBezTo>
                  <a:cubicBezTo>
                    <a:pt x="1127" y="6"/>
                    <a:pt x="1121" y="0"/>
                    <a:pt x="1114" y="0"/>
                  </a:cubicBezTo>
                  <a:cubicBezTo>
                    <a:pt x="1107" y="0"/>
                    <a:pt x="1101" y="6"/>
                    <a:pt x="1101" y="13"/>
                  </a:cubicBezTo>
                  <a:cubicBezTo>
                    <a:pt x="1101" y="20"/>
                    <a:pt x="1107" y="25"/>
                    <a:pt x="1114" y="25"/>
                  </a:cubicBezTo>
                  <a:close/>
                  <a:moveTo>
                    <a:pt x="1193" y="25"/>
                  </a:moveTo>
                  <a:cubicBezTo>
                    <a:pt x="1200" y="25"/>
                    <a:pt x="1206" y="20"/>
                    <a:pt x="1206" y="13"/>
                  </a:cubicBezTo>
                  <a:cubicBezTo>
                    <a:pt x="1206" y="6"/>
                    <a:pt x="1200" y="0"/>
                    <a:pt x="1193" y="0"/>
                  </a:cubicBezTo>
                  <a:cubicBezTo>
                    <a:pt x="1186" y="0"/>
                    <a:pt x="1180" y="6"/>
                    <a:pt x="1180" y="13"/>
                  </a:cubicBezTo>
                  <a:cubicBezTo>
                    <a:pt x="1180" y="20"/>
                    <a:pt x="1186" y="25"/>
                    <a:pt x="1193" y="25"/>
                  </a:cubicBezTo>
                  <a:close/>
                  <a:moveTo>
                    <a:pt x="1272" y="25"/>
                  </a:moveTo>
                  <a:cubicBezTo>
                    <a:pt x="1279" y="25"/>
                    <a:pt x="1285" y="20"/>
                    <a:pt x="1285" y="13"/>
                  </a:cubicBezTo>
                  <a:cubicBezTo>
                    <a:pt x="1285" y="6"/>
                    <a:pt x="1279" y="0"/>
                    <a:pt x="1272" y="0"/>
                  </a:cubicBezTo>
                  <a:cubicBezTo>
                    <a:pt x="1265" y="0"/>
                    <a:pt x="1259" y="6"/>
                    <a:pt x="1259" y="13"/>
                  </a:cubicBezTo>
                  <a:cubicBezTo>
                    <a:pt x="1259" y="20"/>
                    <a:pt x="1265" y="25"/>
                    <a:pt x="1272" y="25"/>
                  </a:cubicBezTo>
                  <a:close/>
                  <a:moveTo>
                    <a:pt x="1311" y="25"/>
                  </a:moveTo>
                  <a:cubicBezTo>
                    <a:pt x="1318" y="25"/>
                    <a:pt x="1324" y="20"/>
                    <a:pt x="1324" y="13"/>
                  </a:cubicBezTo>
                  <a:cubicBezTo>
                    <a:pt x="1324" y="6"/>
                    <a:pt x="1318" y="0"/>
                    <a:pt x="1311" y="0"/>
                  </a:cubicBezTo>
                  <a:cubicBezTo>
                    <a:pt x="1304" y="0"/>
                    <a:pt x="1298" y="6"/>
                    <a:pt x="1298" y="13"/>
                  </a:cubicBezTo>
                  <a:cubicBezTo>
                    <a:pt x="1298" y="20"/>
                    <a:pt x="1304" y="25"/>
                    <a:pt x="1311" y="25"/>
                  </a:cubicBezTo>
                  <a:close/>
                  <a:moveTo>
                    <a:pt x="1351" y="25"/>
                  </a:moveTo>
                  <a:cubicBezTo>
                    <a:pt x="1358" y="25"/>
                    <a:pt x="1363" y="20"/>
                    <a:pt x="1363" y="13"/>
                  </a:cubicBezTo>
                  <a:cubicBezTo>
                    <a:pt x="1363" y="6"/>
                    <a:pt x="1358" y="0"/>
                    <a:pt x="1351" y="0"/>
                  </a:cubicBezTo>
                  <a:cubicBezTo>
                    <a:pt x="1344" y="0"/>
                    <a:pt x="1338" y="6"/>
                    <a:pt x="1338" y="13"/>
                  </a:cubicBezTo>
                  <a:cubicBezTo>
                    <a:pt x="1338" y="20"/>
                    <a:pt x="1344" y="25"/>
                    <a:pt x="1351" y="25"/>
                  </a:cubicBezTo>
                  <a:close/>
                  <a:moveTo>
                    <a:pt x="1390" y="25"/>
                  </a:moveTo>
                  <a:cubicBezTo>
                    <a:pt x="1397" y="25"/>
                    <a:pt x="1403" y="20"/>
                    <a:pt x="1403" y="13"/>
                  </a:cubicBezTo>
                  <a:cubicBezTo>
                    <a:pt x="1403" y="6"/>
                    <a:pt x="1397" y="0"/>
                    <a:pt x="1390" y="0"/>
                  </a:cubicBezTo>
                  <a:cubicBezTo>
                    <a:pt x="1383" y="0"/>
                    <a:pt x="1377" y="6"/>
                    <a:pt x="1377" y="13"/>
                  </a:cubicBezTo>
                  <a:cubicBezTo>
                    <a:pt x="1377" y="20"/>
                    <a:pt x="1383" y="25"/>
                    <a:pt x="1390" y="25"/>
                  </a:cubicBezTo>
                  <a:close/>
                  <a:moveTo>
                    <a:pt x="1429" y="20"/>
                  </a:moveTo>
                  <a:cubicBezTo>
                    <a:pt x="1434" y="20"/>
                    <a:pt x="1437" y="17"/>
                    <a:pt x="1437" y="13"/>
                  </a:cubicBezTo>
                  <a:cubicBezTo>
                    <a:pt x="1437" y="9"/>
                    <a:pt x="1434" y="5"/>
                    <a:pt x="1429" y="5"/>
                  </a:cubicBezTo>
                  <a:cubicBezTo>
                    <a:pt x="1425" y="5"/>
                    <a:pt x="1422" y="9"/>
                    <a:pt x="1422" y="13"/>
                  </a:cubicBezTo>
                  <a:cubicBezTo>
                    <a:pt x="1422" y="17"/>
                    <a:pt x="1425" y="20"/>
                    <a:pt x="1429" y="20"/>
                  </a:cubicBezTo>
                  <a:close/>
                  <a:moveTo>
                    <a:pt x="759" y="65"/>
                  </a:moveTo>
                  <a:cubicBezTo>
                    <a:pt x="766" y="65"/>
                    <a:pt x="772" y="59"/>
                    <a:pt x="772" y="52"/>
                  </a:cubicBezTo>
                  <a:cubicBezTo>
                    <a:pt x="772" y="45"/>
                    <a:pt x="766" y="39"/>
                    <a:pt x="759" y="39"/>
                  </a:cubicBezTo>
                  <a:cubicBezTo>
                    <a:pt x="752" y="39"/>
                    <a:pt x="746" y="45"/>
                    <a:pt x="746" y="52"/>
                  </a:cubicBezTo>
                  <a:cubicBezTo>
                    <a:pt x="746" y="59"/>
                    <a:pt x="752" y="65"/>
                    <a:pt x="759" y="65"/>
                  </a:cubicBezTo>
                  <a:close/>
                  <a:moveTo>
                    <a:pt x="838" y="43"/>
                  </a:moveTo>
                  <a:cubicBezTo>
                    <a:pt x="833" y="43"/>
                    <a:pt x="829" y="47"/>
                    <a:pt x="829" y="52"/>
                  </a:cubicBezTo>
                  <a:cubicBezTo>
                    <a:pt x="829" y="57"/>
                    <a:pt x="833" y="61"/>
                    <a:pt x="838" y="61"/>
                  </a:cubicBezTo>
                  <a:cubicBezTo>
                    <a:pt x="843" y="61"/>
                    <a:pt x="847" y="57"/>
                    <a:pt x="847" y="52"/>
                  </a:cubicBezTo>
                  <a:cubicBezTo>
                    <a:pt x="847" y="47"/>
                    <a:pt x="843" y="43"/>
                    <a:pt x="838" y="43"/>
                  </a:cubicBezTo>
                  <a:close/>
                  <a:moveTo>
                    <a:pt x="917" y="65"/>
                  </a:moveTo>
                  <a:cubicBezTo>
                    <a:pt x="924" y="65"/>
                    <a:pt x="930" y="59"/>
                    <a:pt x="930" y="52"/>
                  </a:cubicBezTo>
                  <a:cubicBezTo>
                    <a:pt x="930" y="45"/>
                    <a:pt x="924" y="39"/>
                    <a:pt x="917" y="39"/>
                  </a:cubicBezTo>
                  <a:cubicBezTo>
                    <a:pt x="910" y="39"/>
                    <a:pt x="904" y="45"/>
                    <a:pt x="904" y="52"/>
                  </a:cubicBezTo>
                  <a:cubicBezTo>
                    <a:pt x="904" y="59"/>
                    <a:pt x="910" y="65"/>
                    <a:pt x="917" y="65"/>
                  </a:cubicBezTo>
                  <a:close/>
                  <a:moveTo>
                    <a:pt x="956" y="65"/>
                  </a:moveTo>
                  <a:cubicBezTo>
                    <a:pt x="963" y="65"/>
                    <a:pt x="969" y="59"/>
                    <a:pt x="969" y="52"/>
                  </a:cubicBezTo>
                  <a:cubicBezTo>
                    <a:pt x="969" y="45"/>
                    <a:pt x="963" y="39"/>
                    <a:pt x="956" y="39"/>
                  </a:cubicBezTo>
                  <a:cubicBezTo>
                    <a:pt x="949" y="39"/>
                    <a:pt x="944" y="45"/>
                    <a:pt x="944" y="52"/>
                  </a:cubicBezTo>
                  <a:cubicBezTo>
                    <a:pt x="944" y="59"/>
                    <a:pt x="949" y="65"/>
                    <a:pt x="956" y="65"/>
                  </a:cubicBezTo>
                  <a:close/>
                  <a:moveTo>
                    <a:pt x="1035" y="65"/>
                  </a:moveTo>
                  <a:cubicBezTo>
                    <a:pt x="1042" y="65"/>
                    <a:pt x="1048" y="59"/>
                    <a:pt x="1048" y="52"/>
                  </a:cubicBezTo>
                  <a:cubicBezTo>
                    <a:pt x="1048" y="45"/>
                    <a:pt x="1042" y="39"/>
                    <a:pt x="1035" y="39"/>
                  </a:cubicBezTo>
                  <a:cubicBezTo>
                    <a:pt x="1028" y="39"/>
                    <a:pt x="1022" y="45"/>
                    <a:pt x="1022" y="52"/>
                  </a:cubicBezTo>
                  <a:cubicBezTo>
                    <a:pt x="1022" y="59"/>
                    <a:pt x="1028" y="65"/>
                    <a:pt x="1035" y="65"/>
                  </a:cubicBezTo>
                  <a:close/>
                  <a:moveTo>
                    <a:pt x="1075" y="65"/>
                  </a:moveTo>
                  <a:cubicBezTo>
                    <a:pt x="1082" y="65"/>
                    <a:pt x="1087" y="59"/>
                    <a:pt x="1087" y="52"/>
                  </a:cubicBezTo>
                  <a:cubicBezTo>
                    <a:pt x="1087" y="45"/>
                    <a:pt x="1082" y="39"/>
                    <a:pt x="1075" y="39"/>
                  </a:cubicBezTo>
                  <a:cubicBezTo>
                    <a:pt x="1068" y="39"/>
                    <a:pt x="1062" y="45"/>
                    <a:pt x="1062" y="52"/>
                  </a:cubicBezTo>
                  <a:cubicBezTo>
                    <a:pt x="1062" y="59"/>
                    <a:pt x="1068" y="65"/>
                    <a:pt x="1075" y="65"/>
                  </a:cubicBezTo>
                  <a:close/>
                  <a:moveTo>
                    <a:pt x="1114" y="65"/>
                  </a:moveTo>
                  <a:cubicBezTo>
                    <a:pt x="1121" y="65"/>
                    <a:pt x="1127" y="59"/>
                    <a:pt x="1127" y="52"/>
                  </a:cubicBezTo>
                  <a:cubicBezTo>
                    <a:pt x="1127" y="45"/>
                    <a:pt x="1121" y="39"/>
                    <a:pt x="1114" y="39"/>
                  </a:cubicBezTo>
                  <a:cubicBezTo>
                    <a:pt x="1107" y="39"/>
                    <a:pt x="1101" y="45"/>
                    <a:pt x="1101" y="52"/>
                  </a:cubicBezTo>
                  <a:cubicBezTo>
                    <a:pt x="1101" y="59"/>
                    <a:pt x="1107" y="65"/>
                    <a:pt x="1114" y="65"/>
                  </a:cubicBezTo>
                  <a:close/>
                  <a:moveTo>
                    <a:pt x="1153" y="65"/>
                  </a:moveTo>
                  <a:cubicBezTo>
                    <a:pt x="1161" y="65"/>
                    <a:pt x="1166" y="59"/>
                    <a:pt x="1166" y="52"/>
                  </a:cubicBezTo>
                  <a:cubicBezTo>
                    <a:pt x="1166" y="45"/>
                    <a:pt x="1161" y="39"/>
                    <a:pt x="1153" y="39"/>
                  </a:cubicBezTo>
                  <a:cubicBezTo>
                    <a:pt x="1146" y="39"/>
                    <a:pt x="1141" y="45"/>
                    <a:pt x="1141" y="52"/>
                  </a:cubicBezTo>
                  <a:cubicBezTo>
                    <a:pt x="1141" y="59"/>
                    <a:pt x="1146" y="65"/>
                    <a:pt x="1153" y="65"/>
                  </a:cubicBezTo>
                  <a:close/>
                  <a:moveTo>
                    <a:pt x="1193" y="65"/>
                  </a:moveTo>
                  <a:cubicBezTo>
                    <a:pt x="1200" y="65"/>
                    <a:pt x="1206" y="59"/>
                    <a:pt x="1206" y="52"/>
                  </a:cubicBezTo>
                  <a:cubicBezTo>
                    <a:pt x="1206" y="45"/>
                    <a:pt x="1200" y="39"/>
                    <a:pt x="1193" y="39"/>
                  </a:cubicBezTo>
                  <a:cubicBezTo>
                    <a:pt x="1186" y="39"/>
                    <a:pt x="1180" y="45"/>
                    <a:pt x="1180" y="52"/>
                  </a:cubicBezTo>
                  <a:cubicBezTo>
                    <a:pt x="1180" y="59"/>
                    <a:pt x="1186" y="65"/>
                    <a:pt x="1193" y="65"/>
                  </a:cubicBezTo>
                  <a:close/>
                  <a:moveTo>
                    <a:pt x="1232" y="65"/>
                  </a:moveTo>
                  <a:cubicBezTo>
                    <a:pt x="1239" y="65"/>
                    <a:pt x="1245" y="59"/>
                    <a:pt x="1245" y="52"/>
                  </a:cubicBezTo>
                  <a:cubicBezTo>
                    <a:pt x="1245" y="45"/>
                    <a:pt x="1239" y="39"/>
                    <a:pt x="1232" y="39"/>
                  </a:cubicBezTo>
                  <a:cubicBezTo>
                    <a:pt x="1225" y="39"/>
                    <a:pt x="1220" y="45"/>
                    <a:pt x="1220" y="52"/>
                  </a:cubicBezTo>
                  <a:cubicBezTo>
                    <a:pt x="1220" y="59"/>
                    <a:pt x="1225" y="65"/>
                    <a:pt x="1232" y="65"/>
                  </a:cubicBezTo>
                  <a:close/>
                  <a:moveTo>
                    <a:pt x="1272" y="65"/>
                  </a:moveTo>
                  <a:cubicBezTo>
                    <a:pt x="1279" y="65"/>
                    <a:pt x="1285" y="59"/>
                    <a:pt x="1285" y="52"/>
                  </a:cubicBezTo>
                  <a:cubicBezTo>
                    <a:pt x="1285" y="45"/>
                    <a:pt x="1279" y="39"/>
                    <a:pt x="1272" y="39"/>
                  </a:cubicBezTo>
                  <a:cubicBezTo>
                    <a:pt x="1265" y="39"/>
                    <a:pt x="1259" y="45"/>
                    <a:pt x="1259" y="52"/>
                  </a:cubicBezTo>
                  <a:cubicBezTo>
                    <a:pt x="1259" y="59"/>
                    <a:pt x="1265" y="65"/>
                    <a:pt x="1272" y="65"/>
                  </a:cubicBezTo>
                  <a:close/>
                  <a:moveTo>
                    <a:pt x="1311" y="65"/>
                  </a:moveTo>
                  <a:cubicBezTo>
                    <a:pt x="1318" y="65"/>
                    <a:pt x="1324" y="59"/>
                    <a:pt x="1324" y="52"/>
                  </a:cubicBezTo>
                  <a:cubicBezTo>
                    <a:pt x="1324" y="45"/>
                    <a:pt x="1318" y="39"/>
                    <a:pt x="1311" y="39"/>
                  </a:cubicBezTo>
                  <a:cubicBezTo>
                    <a:pt x="1304" y="39"/>
                    <a:pt x="1298" y="45"/>
                    <a:pt x="1298" y="52"/>
                  </a:cubicBezTo>
                  <a:cubicBezTo>
                    <a:pt x="1298" y="59"/>
                    <a:pt x="1304" y="65"/>
                    <a:pt x="1311" y="65"/>
                  </a:cubicBezTo>
                  <a:close/>
                  <a:moveTo>
                    <a:pt x="1351" y="65"/>
                  </a:moveTo>
                  <a:cubicBezTo>
                    <a:pt x="1358" y="65"/>
                    <a:pt x="1363" y="59"/>
                    <a:pt x="1363" y="52"/>
                  </a:cubicBezTo>
                  <a:cubicBezTo>
                    <a:pt x="1363" y="45"/>
                    <a:pt x="1358" y="39"/>
                    <a:pt x="1351" y="39"/>
                  </a:cubicBezTo>
                  <a:cubicBezTo>
                    <a:pt x="1344" y="39"/>
                    <a:pt x="1338" y="45"/>
                    <a:pt x="1338" y="52"/>
                  </a:cubicBezTo>
                  <a:cubicBezTo>
                    <a:pt x="1338" y="59"/>
                    <a:pt x="1344" y="65"/>
                    <a:pt x="1351" y="65"/>
                  </a:cubicBezTo>
                  <a:close/>
                  <a:moveTo>
                    <a:pt x="1390" y="65"/>
                  </a:moveTo>
                  <a:cubicBezTo>
                    <a:pt x="1397" y="65"/>
                    <a:pt x="1403" y="59"/>
                    <a:pt x="1403" y="52"/>
                  </a:cubicBezTo>
                  <a:cubicBezTo>
                    <a:pt x="1403" y="45"/>
                    <a:pt x="1397" y="39"/>
                    <a:pt x="1390" y="39"/>
                  </a:cubicBezTo>
                  <a:cubicBezTo>
                    <a:pt x="1383" y="39"/>
                    <a:pt x="1377" y="45"/>
                    <a:pt x="1377" y="52"/>
                  </a:cubicBezTo>
                  <a:cubicBezTo>
                    <a:pt x="1377" y="59"/>
                    <a:pt x="1383" y="65"/>
                    <a:pt x="1390" y="65"/>
                  </a:cubicBezTo>
                  <a:close/>
                  <a:moveTo>
                    <a:pt x="1429" y="65"/>
                  </a:moveTo>
                  <a:cubicBezTo>
                    <a:pt x="1437" y="65"/>
                    <a:pt x="1442" y="59"/>
                    <a:pt x="1442" y="52"/>
                  </a:cubicBezTo>
                  <a:cubicBezTo>
                    <a:pt x="1442" y="45"/>
                    <a:pt x="1437" y="39"/>
                    <a:pt x="1429" y="39"/>
                  </a:cubicBezTo>
                  <a:cubicBezTo>
                    <a:pt x="1422" y="39"/>
                    <a:pt x="1417" y="45"/>
                    <a:pt x="1417" y="52"/>
                  </a:cubicBezTo>
                  <a:cubicBezTo>
                    <a:pt x="1417" y="59"/>
                    <a:pt x="1422" y="65"/>
                    <a:pt x="1429" y="65"/>
                  </a:cubicBezTo>
                  <a:close/>
                  <a:moveTo>
                    <a:pt x="1469" y="65"/>
                  </a:moveTo>
                  <a:cubicBezTo>
                    <a:pt x="1476" y="65"/>
                    <a:pt x="1482" y="59"/>
                    <a:pt x="1482" y="52"/>
                  </a:cubicBezTo>
                  <a:cubicBezTo>
                    <a:pt x="1482" y="45"/>
                    <a:pt x="1476" y="39"/>
                    <a:pt x="1469" y="39"/>
                  </a:cubicBezTo>
                  <a:cubicBezTo>
                    <a:pt x="1462" y="39"/>
                    <a:pt x="1456" y="45"/>
                    <a:pt x="1456" y="52"/>
                  </a:cubicBezTo>
                  <a:cubicBezTo>
                    <a:pt x="1456" y="59"/>
                    <a:pt x="1462" y="65"/>
                    <a:pt x="1469" y="65"/>
                  </a:cubicBezTo>
                  <a:close/>
                  <a:moveTo>
                    <a:pt x="1508" y="65"/>
                  </a:moveTo>
                  <a:cubicBezTo>
                    <a:pt x="1515" y="65"/>
                    <a:pt x="1521" y="59"/>
                    <a:pt x="1521" y="52"/>
                  </a:cubicBezTo>
                  <a:cubicBezTo>
                    <a:pt x="1521" y="45"/>
                    <a:pt x="1515" y="39"/>
                    <a:pt x="1508" y="39"/>
                  </a:cubicBezTo>
                  <a:cubicBezTo>
                    <a:pt x="1501" y="39"/>
                    <a:pt x="1496" y="45"/>
                    <a:pt x="1496" y="52"/>
                  </a:cubicBezTo>
                  <a:cubicBezTo>
                    <a:pt x="1496" y="59"/>
                    <a:pt x="1501" y="65"/>
                    <a:pt x="1508" y="65"/>
                  </a:cubicBezTo>
                  <a:close/>
                  <a:moveTo>
                    <a:pt x="2652" y="65"/>
                  </a:moveTo>
                  <a:cubicBezTo>
                    <a:pt x="2659" y="65"/>
                    <a:pt x="2664" y="59"/>
                    <a:pt x="2664" y="52"/>
                  </a:cubicBezTo>
                  <a:cubicBezTo>
                    <a:pt x="2664" y="45"/>
                    <a:pt x="2659" y="39"/>
                    <a:pt x="2652" y="39"/>
                  </a:cubicBezTo>
                  <a:cubicBezTo>
                    <a:pt x="2645" y="39"/>
                    <a:pt x="2639" y="45"/>
                    <a:pt x="2639" y="52"/>
                  </a:cubicBezTo>
                  <a:cubicBezTo>
                    <a:pt x="2639" y="59"/>
                    <a:pt x="2645" y="65"/>
                    <a:pt x="2652" y="65"/>
                  </a:cubicBezTo>
                  <a:close/>
                  <a:moveTo>
                    <a:pt x="641" y="102"/>
                  </a:moveTo>
                  <a:cubicBezTo>
                    <a:pt x="647" y="102"/>
                    <a:pt x="652" y="97"/>
                    <a:pt x="652" y="92"/>
                  </a:cubicBezTo>
                  <a:cubicBezTo>
                    <a:pt x="652" y="86"/>
                    <a:pt x="647" y="81"/>
                    <a:pt x="641" y="81"/>
                  </a:cubicBezTo>
                  <a:cubicBezTo>
                    <a:pt x="635" y="81"/>
                    <a:pt x="630" y="86"/>
                    <a:pt x="630" y="92"/>
                  </a:cubicBezTo>
                  <a:cubicBezTo>
                    <a:pt x="630" y="97"/>
                    <a:pt x="635" y="102"/>
                    <a:pt x="641" y="102"/>
                  </a:cubicBezTo>
                  <a:close/>
                  <a:moveTo>
                    <a:pt x="759" y="104"/>
                  </a:moveTo>
                  <a:cubicBezTo>
                    <a:pt x="766" y="104"/>
                    <a:pt x="772" y="99"/>
                    <a:pt x="772" y="92"/>
                  </a:cubicBezTo>
                  <a:cubicBezTo>
                    <a:pt x="772" y="84"/>
                    <a:pt x="766" y="79"/>
                    <a:pt x="759" y="79"/>
                  </a:cubicBezTo>
                  <a:cubicBezTo>
                    <a:pt x="752" y="79"/>
                    <a:pt x="746" y="84"/>
                    <a:pt x="746" y="92"/>
                  </a:cubicBezTo>
                  <a:cubicBezTo>
                    <a:pt x="746" y="99"/>
                    <a:pt x="752" y="104"/>
                    <a:pt x="759" y="104"/>
                  </a:cubicBezTo>
                  <a:close/>
                  <a:moveTo>
                    <a:pt x="799" y="104"/>
                  </a:moveTo>
                  <a:cubicBezTo>
                    <a:pt x="806" y="104"/>
                    <a:pt x="811" y="99"/>
                    <a:pt x="811" y="92"/>
                  </a:cubicBezTo>
                  <a:cubicBezTo>
                    <a:pt x="811" y="84"/>
                    <a:pt x="806" y="79"/>
                    <a:pt x="799" y="79"/>
                  </a:cubicBezTo>
                  <a:cubicBezTo>
                    <a:pt x="792" y="79"/>
                    <a:pt x="786" y="84"/>
                    <a:pt x="786" y="92"/>
                  </a:cubicBezTo>
                  <a:cubicBezTo>
                    <a:pt x="786" y="99"/>
                    <a:pt x="792" y="104"/>
                    <a:pt x="799" y="104"/>
                  </a:cubicBezTo>
                  <a:close/>
                  <a:moveTo>
                    <a:pt x="838" y="104"/>
                  </a:moveTo>
                  <a:cubicBezTo>
                    <a:pt x="845" y="104"/>
                    <a:pt x="851" y="99"/>
                    <a:pt x="851" y="92"/>
                  </a:cubicBezTo>
                  <a:cubicBezTo>
                    <a:pt x="851" y="84"/>
                    <a:pt x="845" y="79"/>
                    <a:pt x="838" y="79"/>
                  </a:cubicBezTo>
                  <a:cubicBezTo>
                    <a:pt x="831" y="79"/>
                    <a:pt x="825" y="84"/>
                    <a:pt x="825" y="92"/>
                  </a:cubicBezTo>
                  <a:cubicBezTo>
                    <a:pt x="825" y="99"/>
                    <a:pt x="831" y="104"/>
                    <a:pt x="838" y="104"/>
                  </a:cubicBezTo>
                  <a:close/>
                  <a:moveTo>
                    <a:pt x="878" y="104"/>
                  </a:moveTo>
                  <a:cubicBezTo>
                    <a:pt x="885" y="104"/>
                    <a:pt x="890" y="99"/>
                    <a:pt x="890" y="92"/>
                  </a:cubicBezTo>
                  <a:cubicBezTo>
                    <a:pt x="890" y="84"/>
                    <a:pt x="885" y="79"/>
                    <a:pt x="878" y="79"/>
                  </a:cubicBezTo>
                  <a:cubicBezTo>
                    <a:pt x="870" y="79"/>
                    <a:pt x="865" y="84"/>
                    <a:pt x="865" y="92"/>
                  </a:cubicBezTo>
                  <a:cubicBezTo>
                    <a:pt x="865" y="99"/>
                    <a:pt x="870" y="104"/>
                    <a:pt x="878" y="104"/>
                  </a:cubicBezTo>
                  <a:close/>
                  <a:moveTo>
                    <a:pt x="917" y="104"/>
                  </a:moveTo>
                  <a:cubicBezTo>
                    <a:pt x="924" y="104"/>
                    <a:pt x="930" y="99"/>
                    <a:pt x="930" y="92"/>
                  </a:cubicBezTo>
                  <a:cubicBezTo>
                    <a:pt x="930" y="84"/>
                    <a:pt x="924" y="79"/>
                    <a:pt x="917" y="79"/>
                  </a:cubicBezTo>
                  <a:cubicBezTo>
                    <a:pt x="910" y="79"/>
                    <a:pt x="904" y="84"/>
                    <a:pt x="904" y="92"/>
                  </a:cubicBezTo>
                  <a:cubicBezTo>
                    <a:pt x="904" y="99"/>
                    <a:pt x="910" y="104"/>
                    <a:pt x="917" y="104"/>
                  </a:cubicBezTo>
                  <a:close/>
                  <a:moveTo>
                    <a:pt x="996" y="104"/>
                  </a:moveTo>
                  <a:cubicBezTo>
                    <a:pt x="1003" y="104"/>
                    <a:pt x="1009" y="99"/>
                    <a:pt x="1009" y="92"/>
                  </a:cubicBezTo>
                  <a:cubicBezTo>
                    <a:pt x="1009" y="84"/>
                    <a:pt x="1003" y="79"/>
                    <a:pt x="996" y="79"/>
                  </a:cubicBezTo>
                  <a:cubicBezTo>
                    <a:pt x="989" y="79"/>
                    <a:pt x="983" y="84"/>
                    <a:pt x="983" y="92"/>
                  </a:cubicBezTo>
                  <a:cubicBezTo>
                    <a:pt x="983" y="99"/>
                    <a:pt x="989" y="104"/>
                    <a:pt x="996" y="104"/>
                  </a:cubicBezTo>
                  <a:close/>
                  <a:moveTo>
                    <a:pt x="1035" y="104"/>
                  </a:moveTo>
                  <a:cubicBezTo>
                    <a:pt x="1042" y="104"/>
                    <a:pt x="1048" y="99"/>
                    <a:pt x="1048" y="92"/>
                  </a:cubicBezTo>
                  <a:cubicBezTo>
                    <a:pt x="1048" y="84"/>
                    <a:pt x="1042" y="79"/>
                    <a:pt x="1035" y="79"/>
                  </a:cubicBezTo>
                  <a:cubicBezTo>
                    <a:pt x="1028" y="79"/>
                    <a:pt x="1022" y="84"/>
                    <a:pt x="1022" y="92"/>
                  </a:cubicBezTo>
                  <a:cubicBezTo>
                    <a:pt x="1022" y="99"/>
                    <a:pt x="1028" y="104"/>
                    <a:pt x="1035" y="104"/>
                  </a:cubicBezTo>
                  <a:close/>
                  <a:moveTo>
                    <a:pt x="1075" y="104"/>
                  </a:moveTo>
                  <a:cubicBezTo>
                    <a:pt x="1082" y="104"/>
                    <a:pt x="1087" y="99"/>
                    <a:pt x="1087" y="92"/>
                  </a:cubicBezTo>
                  <a:cubicBezTo>
                    <a:pt x="1087" y="84"/>
                    <a:pt x="1082" y="79"/>
                    <a:pt x="1075" y="79"/>
                  </a:cubicBezTo>
                  <a:cubicBezTo>
                    <a:pt x="1068" y="79"/>
                    <a:pt x="1062" y="84"/>
                    <a:pt x="1062" y="92"/>
                  </a:cubicBezTo>
                  <a:cubicBezTo>
                    <a:pt x="1062" y="99"/>
                    <a:pt x="1068" y="104"/>
                    <a:pt x="1075" y="104"/>
                  </a:cubicBezTo>
                  <a:close/>
                  <a:moveTo>
                    <a:pt x="1114" y="104"/>
                  </a:moveTo>
                  <a:cubicBezTo>
                    <a:pt x="1121" y="104"/>
                    <a:pt x="1127" y="99"/>
                    <a:pt x="1127" y="92"/>
                  </a:cubicBezTo>
                  <a:cubicBezTo>
                    <a:pt x="1127" y="84"/>
                    <a:pt x="1121" y="79"/>
                    <a:pt x="1114" y="79"/>
                  </a:cubicBezTo>
                  <a:cubicBezTo>
                    <a:pt x="1107" y="79"/>
                    <a:pt x="1101" y="84"/>
                    <a:pt x="1101" y="92"/>
                  </a:cubicBezTo>
                  <a:cubicBezTo>
                    <a:pt x="1101" y="99"/>
                    <a:pt x="1107" y="104"/>
                    <a:pt x="1114" y="104"/>
                  </a:cubicBezTo>
                  <a:close/>
                  <a:moveTo>
                    <a:pt x="1153" y="104"/>
                  </a:moveTo>
                  <a:cubicBezTo>
                    <a:pt x="1161" y="104"/>
                    <a:pt x="1166" y="99"/>
                    <a:pt x="1166" y="92"/>
                  </a:cubicBezTo>
                  <a:cubicBezTo>
                    <a:pt x="1166" y="84"/>
                    <a:pt x="1161" y="79"/>
                    <a:pt x="1153" y="79"/>
                  </a:cubicBezTo>
                  <a:cubicBezTo>
                    <a:pt x="1146" y="79"/>
                    <a:pt x="1141" y="84"/>
                    <a:pt x="1141" y="92"/>
                  </a:cubicBezTo>
                  <a:cubicBezTo>
                    <a:pt x="1141" y="99"/>
                    <a:pt x="1146" y="104"/>
                    <a:pt x="1153" y="104"/>
                  </a:cubicBezTo>
                  <a:close/>
                  <a:moveTo>
                    <a:pt x="1193" y="104"/>
                  </a:moveTo>
                  <a:cubicBezTo>
                    <a:pt x="1200" y="104"/>
                    <a:pt x="1206" y="99"/>
                    <a:pt x="1206" y="92"/>
                  </a:cubicBezTo>
                  <a:cubicBezTo>
                    <a:pt x="1206" y="84"/>
                    <a:pt x="1200" y="79"/>
                    <a:pt x="1193" y="79"/>
                  </a:cubicBezTo>
                  <a:cubicBezTo>
                    <a:pt x="1186" y="79"/>
                    <a:pt x="1180" y="84"/>
                    <a:pt x="1180" y="92"/>
                  </a:cubicBezTo>
                  <a:cubicBezTo>
                    <a:pt x="1180" y="99"/>
                    <a:pt x="1186" y="104"/>
                    <a:pt x="1193" y="104"/>
                  </a:cubicBezTo>
                  <a:close/>
                  <a:moveTo>
                    <a:pt x="1232" y="104"/>
                  </a:moveTo>
                  <a:cubicBezTo>
                    <a:pt x="1239" y="104"/>
                    <a:pt x="1245" y="99"/>
                    <a:pt x="1245" y="92"/>
                  </a:cubicBezTo>
                  <a:cubicBezTo>
                    <a:pt x="1245" y="84"/>
                    <a:pt x="1239" y="79"/>
                    <a:pt x="1232" y="79"/>
                  </a:cubicBezTo>
                  <a:cubicBezTo>
                    <a:pt x="1225" y="79"/>
                    <a:pt x="1220" y="84"/>
                    <a:pt x="1220" y="92"/>
                  </a:cubicBezTo>
                  <a:cubicBezTo>
                    <a:pt x="1220" y="99"/>
                    <a:pt x="1225" y="104"/>
                    <a:pt x="1232" y="104"/>
                  </a:cubicBezTo>
                  <a:close/>
                  <a:moveTo>
                    <a:pt x="1272" y="104"/>
                  </a:moveTo>
                  <a:cubicBezTo>
                    <a:pt x="1279" y="104"/>
                    <a:pt x="1285" y="99"/>
                    <a:pt x="1285" y="92"/>
                  </a:cubicBezTo>
                  <a:cubicBezTo>
                    <a:pt x="1285" y="84"/>
                    <a:pt x="1279" y="79"/>
                    <a:pt x="1272" y="79"/>
                  </a:cubicBezTo>
                  <a:cubicBezTo>
                    <a:pt x="1265" y="79"/>
                    <a:pt x="1259" y="84"/>
                    <a:pt x="1259" y="92"/>
                  </a:cubicBezTo>
                  <a:cubicBezTo>
                    <a:pt x="1259" y="99"/>
                    <a:pt x="1265" y="104"/>
                    <a:pt x="1272" y="104"/>
                  </a:cubicBezTo>
                  <a:close/>
                  <a:moveTo>
                    <a:pt x="1311" y="104"/>
                  </a:moveTo>
                  <a:cubicBezTo>
                    <a:pt x="1318" y="104"/>
                    <a:pt x="1324" y="99"/>
                    <a:pt x="1324" y="92"/>
                  </a:cubicBezTo>
                  <a:cubicBezTo>
                    <a:pt x="1324" y="84"/>
                    <a:pt x="1318" y="79"/>
                    <a:pt x="1311" y="79"/>
                  </a:cubicBezTo>
                  <a:cubicBezTo>
                    <a:pt x="1304" y="79"/>
                    <a:pt x="1298" y="84"/>
                    <a:pt x="1298" y="92"/>
                  </a:cubicBezTo>
                  <a:cubicBezTo>
                    <a:pt x="1298" y="99"/>
                    <a:pt x="1304" y="104"/>
                    <a:pt x="1311" y="104"/>
                  </a:cubicBezTo>
                  <a:close/>
                  <a:moveTo>
                    <a:pt x="1351" y="104"/>
                  </a:moveTo>
                  <a:cubicBezTo>
                    <a:pt x="1358" y="104"/>
                    <a:pt x="1363" y="99"/>
                    <a:pt x="1363" y="92"/>
                  </a:cubicBezTo>
                  <a:cubicBezTo>
                    <a:pt x="1363" y="84"/>
                    <a:pt x="1358" y="79"/>
                    <a:pt x="1351" y="79"/>
                  </a:cubicBezTo>
                  <a:cubicBezTo>
                    <a:pt x="1344" y="79"/>
                    <a:pt x="1338" y="84"/>
                    <a:pt x="1338" y="92"/>
                  </a:cubicBezTo>
                  <a:cubicBezTo>
                    <a:pt x="1338" y="99"/>
                    <a:pt x="1344" y="104"/>
                    <a:pt x="1351" y="104"/>
                  </a:cubicBezTo>
                  <a:close/>
                  <a:moveTo>
                    <a:pt x="1390" y="104"/>
                  </a:moveTo>
                  <a:cubicBezTo>
                    <a:pt x="1397" y="104"/>
                    <a:pt x="1403" y="99"/>
                    <a:pt x="1403" y="92"/>
                  </a:cubicBezTo>
                  <a:cubicBezTo>
                    <a:pt x="1403" y="84"/>
                    <a:pt x="1397" y="79"/>
                    <a:pt x="1390" y="79"/>
                  </a:cubicBezTo>
                  <a:cubicBezTo>
                    <a:pt x="1383" y="79"/>
                    <a:pt x="1377" y="84"/>
                    <a:pt x="1377" y="92"/>
                  </a:cubicBezTo>
                  <a:cubicBezTo>
                    <a:pt x="1377" y="99"/>
                    <a:pt x="1383" y="104"/>
                    <a:pt x="1390" y="104"/>
                  </a:cubicBezTo>
                  <a:close/>
                  <a:moveTo>
                    <a:pt x="1429" y="104"/>
                  </a:moveTo>
                  <a:cubicBezTo>
                    <a:pt x="1437" y="104"/>
                    <a:pt x="1442" y="99"/>
                    <a:pt x="1442" y="92"/>
                  </a:cubicBezTo>
                  <a:cubicBezTo>
                    <a:pt x="1442" y="84"/>
                    <a:pt x="1437" y="79"/>
                    <a:pt x="1429" y="79"/>
                  </a:cubicBezTo>
                  <a:cubicBezTo>
                    <a:pt x="1422" y="79"/>
                    <a:pt x="1417" y="84"/>
                    <a:pt x="1417" y="92"/>
                  </a:cubicBezTo>
                  <a:cubicBezTo>
                    <a:pt x="1417" y="99"/>
                    <a:pt x="1422" y="104"/>
                    <a:pt x="1429" y="104"/>
                  </a:cubicBezTo>
                  <a:close/>
                  <a:moveTo>
                    <a:pt x="1469" y="104"/>
                  </a:moveTo>
                  <a:cubicBezTo>
                    <a:pt x="1476" y="104"/>
                    <a:pt x="1482" y="99"/>
                    <a:pt x="1482" y="92"/>
                  </a:cubicBezTo>
                  <a:cubicBezTo>
                    <a:pt x="1482" y="84"/>
                    <a:pt x="1476" y="79"/>
                    <a:pt x="1469" y="79"/>
                  </a:cubicBezTo>
                  <a:cubicBezTo>
                    <a:pt x="1462" y="79"/>
                    <a:pt x="1456" y="84"/>
                    <a:pt x="1456" y="92"/>
                  </a:cubicBezTo>
                  <a:cubicBezTo>
                    <a:pt x="1456" y="99"/>
                    <a:pt x="1462" y="104"/>
                    <a:pt x="1469" y="104"/>
                  </a:cubicBezTo>
                  <a:close/>
                  <a:moveTo>
                    <a:pt x="1824" y="104"/>
                  </a:moveTo>
                  <a:cubicBezTo>
                    <a:pt x="1831" y="104"/>
                    <a:pt x="1836" y="99"/>
                    <a:pt x="1836" y="92"/>
                  </a:cubicBezTo>
                  <a:cubicBezTo>
                    <a:pt x="1836" y="84"/>
                    <a:pt x="1831" y="79"/>
                    <a:pt x="1824" y="79"/>
                  </a:cubicBezTo>
                  <a:cubicBezTo>
                    <a:pt x="1817" y="79"/>
                    <a:pt x="1811" y="84"/>
                    <a:pt x="1811" y="92"/>
                  </a:cubicBezTo>
                  <a:cubicBezTo>
                    <a:pt x="1811" y="99"/>
                    <a:pt x="1817" y="104"/>
                    <a:pt x="1824" y="104"/>
                  </a:cubicBezTo>
                  <a:close/>
                  <a:moveTo>
                    <a:pt x="1863" y="104"/>
                  </a:moveTo>
                  <a:cubicBezTo>
                    <a:pt x="1870" y="104"/>
                    <a:pt x="1876" y="99"/>
                    <a:pt x="1876" y="92"/>
                  </a:cubicBezTo>
                  <a:cubicBezTo>
                    <a:pt x="1876" y="84"/>
                    <a:pt x="1870" y="79"/>
                    <a:pt x="1863" y="79"/>
                  </a:cubicBezTo>
                  <a:cubicBezTo>
                    <a:pt x="1856" y="79"/>
                    <a:pt x="1850" y="84"/>
                    <a:pt x="1850" y="92"/>
                  </a:cubicBezTo>
                  <a:cubicBezTo>
                    <a:pt x="1850" y="99"/>
                    <a:pt x="1856" y="104"/>
                    <a:pt x="1863" y="104"/>
                  </a:cubicBezTo>
                  <a:close/>
                  <a:moveTo>
                    <a:pt x="1903" y="104"/>
                  </a:moveTo>
                  <a:cubicBezTo>
                    <a:pt x="1910" y="104"/>
                    <a:pt x="1915" y="99"/>
                    <a:pt x="1915" y="92"/>
                  </a:cubicBezTo>
                  <a:cubicBezTo>
                    <a:pt x="1915" y="84"/>
                    <a:pt x="1910" y="79"/>
                    <a:pt x="1903" y="79"/>
                  </a:cubicBezTo>
                  <a:cubicBezTo>
                    <a:pt x="1896" y="79"/>
                    <a:pt x="1890" y="84"/>
                    <a:pt x="1890" y="92"/>
                  </a:cubicBezTo>
                  <a:cubicBezTo>
                    <a:pt x="1890" y="99"/>
                    <a:pt x="1896" y="104"/>
                    <a:pt x="1903" y="104"/>
                  </a:cubicBezTo>
                  <a:close/>
                  <a:moveTo>
                    <a:pt x="2691" y="101"/>
                  </a:moveTo>
                  <a:cubicBezTo>
                    <a:pt x="2696" y="101"/>
                    <a:pt x="2700" y="97"/>
                    <a:pt x="2700" y="92"/>
                  </a:cubicBezTo>
                  <a:cubicBezTo>
                    <a:pt x="2700" y="86"/>
                    <a:pt x="2696" y="82"/>
                    <a:pt x="2691" y="82"/>
                  </a:cubicBezTo>
                  <a:cubicBezTo>
                    <a:pt x="2686" y="82"/>
                    <a:pt x="2682" y="86"/>
                    <a:pt x="2682" y="92"/>
                  </a:cubicBezTo>
                  <a:cubicBezTo>
                    <a:pt x="2682" y="97"/>
                    <a:pt x="2686" y="101"/>
                    <a:pt x="2691" y="101"/>
                  </a:cubicBezTo>
                  <a:close/>
                  <a:moveTo>
                    <a:pt x="2730" y="104"/>
                  </a:moveTo>
                  <a:cubicBezTo>
                    <a:pt x="2737" y="104"/>
                    <a:pt x="2743" y="99"/>
                    <a:pt x="2743" y="92"/>
                  </a:cubicBezTo>
                  <a:cubicBezTo>
                    <a:pt x="2743" y="84"/>
                    <a:pt x="2737" y="79"/>
                    <a:pt x="2730" y="79"/>
                  </a:cubicBezTo>
                  <a:cubicBezTo>
                    <a:pt x="2723" y="79"/>
                    <a:pt x="2718" y="84"/>
                    <a:pt x="2718" y="92"/>
                  </a:cubicBezTo>
                  <a:cubicBezTo>
                    <a:pt x="2718" y="99"/>
                    <a:pt x="2723" y="104"/>
                    <a:pt x="2730" y="104"/>
                  </a:cubicBezTo>
                  <a:close/>
                  <a:moveTo>
                    <a:pt x="483" y="144"/>
                  </a:moveTo>
                  <a:cubicBezTo>
                    <a:pt x="490" y="144"/>
                    <a:pt x="496" y="138"/>
                    <a:pt x="496" y="131"/>
                  </a:cubicBezTo>
                  <a:cubicBezTo>
                    <a:pt x="496" y="124"/>
                    <a:pt x="490" y="118"/>
                    <a:pt x="483" y="118"/>
                  </a:cubicBezTo>
                  <a:cubicBezTo>
                    <a:pt x="476" y="118"/>
                    <a:pt x="471" y="124"/>
                    <a:pt x="471" y="131"/>
                  </a:cubicBezTo>
                  <a:cubicBezTo>
                    <a:pt x="471" y="138"/>
                    <a:pt x="476" y="144"/>
                    <a:pt x="483" y="144"/>
                  </a:cubicBezTo>
                  <a:close/>
                  <a:moveTo>
                    <a:pt x="720" y="144"/>
                  </a:moveTo>
                  <a:cubicBezTo>
                    <a:pt x="727" y="144"/>
                    <a:pt x="733" y="138"/>
                    <a:pt x="733" y="131"/>
                  </a:cubicBezTo>
                  <a:cubicBezTo>
                    <a:pt x="733" y="124"/>
                    <a:pt x="727" y="118"/>
                    <a:pt x="720" y="118"/>
                  </a:cubicBezTo>
                  <a:cubicBezTo>
                    <a:pt x="713" y="118"/>
                    <a:pt x="707" y="124"/>
                    <a:pt x="707" y="131"/>
                  </a:cubicBezTo>
                  <a:cubicBezTo>
                    <a:pt x="707" y="138"/>
                    <a:pt x="713" y="144"/>
                    <a:pt x="720" y="144"/>
                  </a:cubicBezTo>
                  <a:close/>
                  <a:moveTo>
                    <a:pt x="799" y="118"/>
                  </a:moveTo>
                  <a:cubicBezTo>
                    <a:pt x="792" y="118"/>
                    <a:pt x="786" y="124"/>
                    <a:pt x="786" y="131"/>
                  </a:cubicBezTo>
                  <a:cubicBezTo>
                    <a:pt x="786" y="138"/>
                    <a:pt x="792" y="144"/>
                    <a:pt x="799" y="144"/>
                  </a:cubicBezTo>
                  <a:cubicBezTo>
                    <a:pt x="806" y="144"/>
                    <a:pt x="811" y="138"/>
                    <a:pt x="811" y="131"/>
                  </a:cubicBezTo>
                  <a:cubicBezTo>
                    <a:pt x="811" y="124"/>
                    <a:pt x="806" y="118"/>
                    <a:pt x="799" y="118"/>
                  </a:cubicBezTo>
                  <a:close/>
                  <a:moveTo>
                    <a:pt x="838" y="144"/>
                  </a:moveTo>
                  <a:cubicBezTo>
                    <a:pt x="845" y="144"/>
                    <a:pt x="851" y="138"/>
                    <a:pt x="851" y="131"/>
                  </a:cubicBezTo>
                  <a:cubicBezTo>
                    <a:pt x="851" y="124"/>
                    <a:pt x="845" y="118"/>
                    <a:pt x="838" y="118"/>
                  </a:cubicBezTo>
                  <a:cubicBezTo>
                    <a:pt x="831" y="118"/>
                    <a:pt x="825" y="124"/>
                    <a:pt x="825" y="131"/>
                  </a:cubicBezTo>
                  <a:cubicBezTo>
                    <a:pt x="825" y="138"/>
                    <a:pt x="831" y="144"/>
                    <a:pt x="838" y="144"/>
                  </a:cubicBezTo>
                  <a:close/>
                  <a:moveTo>
                    <a:pt x="878" y="144"/>
                  </a:moveTo>
                  <a:cubicBezTo>
                    <a:pt x="885" y="144"/>
                    <a:pt x="890" y="138"/>
                    <a:pt x="890" y="131"/>
                  </a:cubicBezTo>
                  <a:cubicBezTo>
                    <a:pt x="890" y="124"/>
                    <a:pt x="885" y="118"/>
                    <a:pt x="878" y="118"/>
                  </a:cubicBezTo>
                  <a:cubicBezTo>
                    <a:pt x="870" y="118"/>
                    <a:pt x="865" y="124"/>
                    <a:pt x="865" y="131"/>
                  </a:cubicBezTo>
                  <a:cubicBezTo>
                    <a:pt x="865" y="138"/>
                    <a:pt x="870" y="144"/>
                    <a:pt x="878" y="144"/>
                  </a:cubicBezTo>
                  <a:close/>
                  <a:moveTo>
                    <a:pt x="1009" y="131"/>
                  </a:moveTo>
                  <a:cubicBezTo>
                    <a:pt x="1009" y="124"/>
                    <a:pt x="1003" y="118"/>
                    <a:pt x="996" y="118"/>
                  </a:cubicBezTo>
                  <a:cubicBezTo>
                    <a:pt x="989" y="118"/>
                    <a:pt x="983" y="124"/>
                    <a:pt x="983" y="131"/>
                  </a:cubicBezTo>
                  <a:cubicBezTo>
                    <a:pt x="983" y="138"/>
                    <a:pt x="989" y="144"/>
                    <a:pt x="996" y="144"/>
                  </a:cubicBezTo>
                  <a:cubicBezTo>
                    <a:pt x="1003" y="144"/>
                    <a:pt x="1009" y="138"/>
                    <a:pt x="1009" y="131"/>
                  </a:cubicBezTo>
                  <a:close/>
                  <a:moveTo>
                    <a:pt x="1035" y="144"/>
                  </a:moveTo>
                  <a:cubicBezTo>
                    <a:pt x="1042" y="144"/>
                    <a:pt x="1048" y="138"/>
                    <a:pt x="1048" y="131"/>
                  </a:cubicBezTo>
                  <a:cubicBezTo>
                    <a:pt x="1048" y="124"/>
                    <a:pt x="1042" y="118"/>
                    <a:pt x="1035" y="118"/>
                  </a:cubicBezTo>
                  <a:cubicBezTo>
                    <a:pt x="1028" y="118"/>
                    <a:pt x="1022" y="124"/>
                    <a:pt x="1022" y="131"/>
                  </a:cubicBezTo>
                  <a:cubicBezTo>
                    <a:pt x="1022" y="138"/>
                    <a:pt x="1028" y="144"/>
                    <a:pt x="1035" y="144"/>
                  </a:cubicBezTo>
                  <a:close/>
                  <a:moveTo>
                    <a:pt x="1075" y="144"/>
                  </a:moveTo>
                  <a:cubicBezTo>
                    <a:pt x="1082" y="144"/>
                    <a:pt x="1087" y="138"/>
                    <a:pt x="1087" y="131"/>
                  </a:cubicBezTo>
                  <a:cubicBezTo>
                    <a:pt x="1087" y="124"/>
                    <a:pt x="1082" y="118"/>
                    <a:pt x="1075" y="118"/>
                  </a:cubicBezTo>
                  <a:cubicBezTo>
                    <a:pt x="1068" y="118"/>
                    <a:pt x="1062" y="124"/>
                    <a:pt x="1062" y="131"/>
                  </a:cubicBezTo>
                  <a:cubicBezTo>
                    <a:pt x="1062" y="138"/>
                    <a:pt x="1068" y="144"/>
                    <a:pt x="1075" y="144"/>
                  </a:cubicBezTo>
                  <a:close/>
                  <a:moveTo>
                    <a:pt x="1114" y="144"/>
                  </a:moveTo>
                  <a:cubicBezTo>
                    <a:pt x="1121" y="144"/>
                    <a:pt x="1127" y="138"/>
                    <a:pt x="1127" y="131"/>
                  </a:cubicBezTo>
                  <a:cubicBezTo>
                    <a:pt x="1127" y="124"/>
                    <a:pt x="1121" y="118"/>
                    <a:pt x="1114" y="118"/>
                  </a:cubicBezTo>
                  <a:cubicBezTo>
                    <a:pt x="1107" y="118"/>
                    <a:pt x="1101" y="124"/>
                    <a:pt x="1101" y="131"/>
                  </a:cubicBezTo>
                  <a:cubicBezTo>
                    <a:pt x="1101" y="138"/>
                    <a:pt x="1107" y="144"/>
                    <a:pt x="1114" y="144"/>
                  </a:cubicBezTo>
                  <a:close/>
                  <a:moveTo>
                    <a:pt x="1153" y="144"/>
                  </a:moveTo>
                  <a:cubicBezTo>
                    <a:pt x="1161" y="144"/>
                    <a:pt x="1166" y="138"/>
                    <a:pt x="1166" y="131"/>
                  </a:cubicBezTo>
                  <a:cubicBezTo>
                    <a:pt x="1166" y="124"/>
                    <a:pt x="1161" y="118"/>
                    <a:pt x="1153" y="118"/>
                  </a:cubicBezTo>
                  <a:cubicBezTo>
                    <a:pt x="1146" y="118"/>
                    <a:pt x="1141" y="124"/>
                    <a:pt x="1141" y="131"/>
                  </a:cubicBezTo>
                  <a:cubicBezTo>
                    <a:pt x="1141" y="138"/>
                    <a:pt x="1146" y="144"/>
                    <a:pt x="1153" y="144"/>
                  </a:cubicBezTo>
                  <a:close/>
                  <a:moveTo>
                    <a:pt x="1193" y="118"/>
                  </a:moveTo>
                  <a:cubicBezTo>
                    <a:pt x="1186" y="118"/>
                    <a:pt x="1180" y="124"/>
                    <a:pt x="1180" y="131"/>
                  </a:cubicBezTo>
                  <a:cubicBezTo>
                    <a:pt x="1180" y="138"/>
                    <a:pt x="1186" y="144"/>
                    <a:pt x="1193" y="144"/>
                  </a:cubicBezTo>
                  <a:cubicBezTo>
                    <a:pt x="1200" y="144"/>
                    <a:pt x="1206" y="138"/>
                    <a:pt x="1206" y="131"/>
                  </a:cubicBezTo>
                  <a:cubicBezTo>
                    <a:pt x="1206" y="124"/>
                    <a:pt x="1200" y="118"/>
                    <a:pt x="1193" y="118"/>
                  </a:cubicBezTo>
                  <a:close/>
                  <a:moveTo>
                    <a:pt x="1232" y="118"/>
                  </a:moveTo>
                  <a:cubicBezTo>
                    <a:pt x="1225" y="118"/>
                    <a:pt x="1220" y="124"/>
                    <a:pt x="1220" y="131"/>
                  </a:cubicBezTo>
                  <a:cubicBezTo>
                    <a:pt x="1220" y="138"/>
                    <a:pt x="1225" y="144"/>
                    <a:pt x="1232" y="144"/>
                  </a:cubicBezTo>
                  <a:cubicBezTo>
                    <a:pt x="1239" y="144"/>
                    <a:pt x="1245" y="138"/>
                    <a:pt x="1245" y="131"/>
                  </a:cubicBezTo>
                  <a:cubicBezTo>
                    <a:pt x="1245" y="124"/>
                    <a:pt x="1239" y="118"/>
                    <a:pt x="1232" y="118"/>
                  </a:cubicBezTo>
                  <a:close/>
                  <a:moveTo>
                    <a:pt x="1272" y="118"/>
                  </a:moveTo>
                  <a:cubicBezTo>
                    <a:pt x="1265" y="118"/>
                    <a:pt x="1259" y="124"/>
                    <a:pt x="1259" y="131"/>
                  </a:cubicBezTo>
                  <a:cubicBezTo>
                    <a:pt x="1259" y="138"/>
                    <a:pt x="1265" y="144"/>
                    <a:pt x="1272" y="144"/>
                  </a:cubicBezTo>
                  <a:cubicBezTo>
                    <a:pt x="1279" y="144"/>
                    <a:pt x="1285" y="138"/>
                    <a:pt x="1285" y="131"/>
                  </a:cubicBezTo>
                  <a:cubicBezTo>
                    <a:pt x="1285" y="124"/>
                    <a:pt x="1279" y="118"/>
                    <a:pt x="1272" y="118"/>
                  </a:cubicBezTo>
                  <a:close/>
                  <a:moveTo>
                    <a:pt x="1311" y="144"/>
                  </a:moveTo>
                  <a:cubicBezTo>
                    <a:pt x="1318" y="144"/>
                    <a:pt x="1324" y="138"/>
                    <a:pt x="1324" y="131"/>
                  </a:cubicBezTo>
                  <a:cubicBezTo>
                    <a:pt x="1324" y="124"/>
                    <a:pt x="1318" y="118"/>
                    <a:pt x="1311" y="118"/>
                  </a:cubicBezTo>
                  <a:cubicBezTo>
                    <a:pt x="1304" y="118"/>
                    <a:pt x="1298" y="124"/>
                    <a:pt x="1298" y="131"/>
                  </a:cubicBezTo>
                  <a:cubicBezTo>
                    <a:pt x="1298" y="138"/>
                    <a:pt x="1304" y="144"/>
                    <a:pt x="1311" y="144"/>
                  </a:cubicBezTo>
                  <a:close/>
                  <a:moveTo>
                    <a:pt x="1351" y="144"/>
                  </a:moveTo>
                  <a:cubicBezTo>
                    <a:pt x="1358" y="144"/>
                    <a:pt x="1363" y="138"/>
                    <a:pt x="1363" y="131"/>
                  </a:cubicBezTo>
                  <a:cubicBezTo>
                    <a:pt x="1363" y="124"/>
                    <a:pt x="1358" y="118"/>
                    <a:pt x="1351" y="118"/>
                  </a:cubicBezTo>
                  <a:cubicBezTo>
                    <a:pt x="1344" y="118"/>
                    <a:pt x="1338" y="124"/>
                    <a:pt x="1338" y="131"/>
                  </a:cubicBezTo>
                  <a:cubicBezTo>
                    <a:pt x="1338" y="138"/>
                    <a:pt x="1344" y="144"/>
                    <a:pt x="1351" y="144"/>
                  </a:cubicBezTo>
                  <a:close/>
                  <a:moveTo>
                    <a:pt x="1390" y="144"/>
                  </a:moveTo>
                  <a:cubicBezTo>
                    <a:pt x="1397" y="144"/>
                    <a:pt x="1403" y="138"/>
                    <a:pt x="1403" y="131"/>
                  </a:cubicBezTo>
                  <a:cubicBezTo>
                    <a:pt x="1403" y="124"/>
                    <a:pt x="1397" y="118"/>
                    <a:pt x="1390" y="118"/>
                  </a:cubicBezTo>
                  <a:cubicBezTo>
                    <a:pt x="1383" y="118"/>
                    <a:pt x="1377" y="124"/>
                    <a:pt x="1377" y="131"/>
                  </a:cubicBezTo>
                  <a:cubicBezTo>
                    <a:pt x="1377" y="138"/>
                    <a:pt x="1383" y="144"/>
                    <a:pt x="1390" y="144"/>
                  </a:cubicBezTo>
                  <a:close/>
                  <a:moveTo>
                    <a:pt x="1429" y="144"/>
                  </a:moveTo>
                  <a:cubicBezTo>
                    <a:pt x="1437" y="144"/>
                    <a:pt x="1442" y="138"/>
                    <a:pt x="1442" y="131"/>
                  </a:cubicBezTo>
                  <a:cubicBezTo>
                    <a:pt x="1442" y="124"/>
                    <a:pt x="1437" y="118"/>
                    <a:pt x="1429" y="118"/>
                  </a:cubicBezTo>
                  <a:cubicBezTo>
                    <a:pt x="1422" y="118"/>
                    <a:pt x="1417" y="124"/>
                    <a:pt x="1417" y="131"/>
                  </a:cubicBezTo>
                  <a:cubicBezTo>
                    <a:pt x="1417" y="138"/>
                    <a:pt x="1422" y="144"/>
                    <a:pt x="1429" y="144"/>
                  </a:cubicBezTo>
                  <a:close/>
                  <a:moveTo>
                    <a:pt x="1469" y="118"/>
                  </a:moveTo>
                  <a:cubicBezTo>
                    <a:pt x="1462" y="118"/>
                    <a:pt x="1456" y="124"/>
                    <a:pt x="1456" y="131"/>
                  </a:cubicBezTo>
                  <a:cubicBezTo>
                    <a:pt x="1456" y="138"/>
                    <a:pt x="1462" y="144"/>
                    <a:pt x="1469" y="144"/>
                  </a:cubicBezTo>
                  <a:cubicBezTo>
                    <a:pt x="1476" y="144"/>
                    <a:pt x="1482" y="138"/>
                    <a:pt x="1482" y="131"/>
                  </a:cubicBezTo>
                  <a:cubicBezTo>
                    <a:pt x="1482" y="124"/>
                    <a:pt x="1476" y="118"/>
                    <a:pt x="1469" y="118"/>
                  </a:cubicBezTo>
                  <a:close/>
                  <a:moveTo>
                    <a:pt x="1508" y="144"/>
                  </a:moveTo>
                  <a:cubicBezTo>
                    <a:pt x="1515" y="144"/>
                    <a:pt x="1521" y="138"/>
                    <a:pt x="1521" y="131"/>
                  </a:cubicBezTo>
                  <a:cubicBezTo>
                    <a:pt x="1521" y="124"/>
                    <a:pt x="1515" y="118"/>
                    <a:pt x="1508" y="118"/>
                  </a:cubicBezTo>
                  <a:cubicBezTo>
                    <a:pt x="1501" y="118"/>
                    <a:pt x="1496" y="124"/>
                    <a:pt x="1496" y="131"/>
                  </a:cubicBezTo>
                  <a:cubicBezTo>
                    <a:pt x="1496" y="138"/>
                    <a:pt x="1501" y="144"/>
                    <a:pt x="1508" y="144"/>
                  </a:cubicBezTo>
                  <a:close/>
                  <a:moveTo>
                    <a:pt x="1876" y="131"/>
                  </a:moveTo>
                  <a:cubicBezTo>
                    <a:pt x="1876" y="124"/>
                    <a:pt x="1870" y="118"/>
                    <a:pt x="1863" y="118"/>
                  </a:cubicBezTo>
                  <a:cubicBezTo>
                    <a:pt x="1856" y="118"/>
                    <a:pt x="1850" y="124"/>
                    <a:pt x="1850" y="131"/>
                  </a:cubicBezTo>
                  <a:cubicBezTo>
                    <a:pt x="1850" y="138"/>
                    <a:pt x="1856" y="144"/>
                    <a:pt x="1863" y="144"/>
                  </a:cubicBezTo>
                  <a:cubicBezTo>
                    <a:pt x="1870" y="144"/>
                    <a:pt x="1876" y="138"/>
                    <a:pt x="1876" y="131"/>
                  </a:cubicBezTo>
                  <a:close/>
                  <a:moveTo>
                    <a:pt x="2730" y="144"/>
                  </a:moveTo>
                  <a:cubicBezTo>
                    <a:pt x="2738" y="144"/>
                    <a:pt x="2743" y="138"/>
                    <a:pt x="2743" y="131"/>
                  </a:cubicBezTo>
                  <a:cubicBezTo>
                    <a:pt x="2743" y="124"/>
                    <a:pt x="2738" y="118"/>
                    <a:pt x="2730" y="118"/>
                  </a:cubicBezTo>
                  <a:cubicBezTo>
                    <a:pt x="2723" y="118"/>
                    <a:pt x="2718" y="124"/>
                    <a:pt x="2718" y="131"/>
                  </a:cubicBezTo>
                  <a:cubicBezTo>
                    <a:pt x="2718" y="138"/>
                    <a:pt x="2723" y="144"/>
                    <a:pt x="2730" y="144"/>
                  </a:cubicBezTo>
                  <a:close/>
                  <a:moveTo>
                    <a:pt x="2770" y="141"/>
                  </a:moveTo>
                  <a:cubicBezTo>
                    <a:pt x="2775" y="141"/>
                    <a:pt x="2780" y="136"/>
                    <a:pt x="2780" y="131"/>
                  </a:cubicBezTo>
                  <a:cubicBezTo>
                    <a:pt x="2780" y="125"/>
                    <a:pt x="2775" y="121"/>
                    <a:pt x="2770" y="121"/>
                  </a:cubicBezTo>
                  <a:cubicBezTo>
                    <a:pt x="2764" y="121"/>
                    <a:pt x="2760" y="125"/>
                    <a:pt x="2760" y="131"/>
                  </a:cubicBezTo>
                  <a:cubicBezTo>
                    <a:pt x="2760" y="136"/>
                    <a:pt x="2764" y="141"/>
                    <a:pt x="2770" y="141"/>
                  </a:cubicBezTo>
                  <a:close/>
                  <a:moveTo>
                    <a:pt x="523" y="183"/>
                  </a:moveTo>
                  <a:cubicBezTo>
                    <a:pt x="530" y="183"/>
                    <a:pt x="535" y="177"/>
                    <a:pt x="535" y="170"/>
                  </a:cubicBezTo>
                  <a:cubicBezTo>
                    <a:pt x="535" y="163"/>
                    <a:pt x="530" y="158"/>
                    <a:pt x="523" y="158"/>
                  </a:cubicBezTo>
                  <a:cubicBezTo>
                    <a:pt x="516" y="158"/>
                    <a:pt x="510" y="163"/>
                    <a:pt x="510" y="170"/>
                  </a:cubicBezTo>
                  <a:cubicBezTo>
                    <a:pt x="510" y="177"/>
                    <a:pt x="516" y="183"/>
                    <a:pt x="523" y="183"/>
                  </a:cubicBezTo>
                  <a:close/>
                  <a:moveTo>
                    <a:pt x="602" y="183"/>
                  </a:moveTo>
                  <a:cubicBezTo>
                    <a:pt x="609" y="183"/>
                    <a:pt x="614" y="177"/>
                    <a:pt x="614" y="170"/>
                  </a:cubicBezTo>
                  <a:cubicBezTo>
                    <a:pt x="614" y="163"/>
                    <a:pt x="609" y="158"/>
                    <a:pt x="602" y="158"/>
                  </a:cubicBezTo>
                  <a:cubicBezTo>
                    <a:pt x="595" y="158"/>
                    <a:pt x="589" y="163"/>
                    <a:pt x="589" y="170"/>
                  </a:cubicBezTo>
                  <a:cubicBezTo>
                    <a:pt x="589" y="177"/>
                    <a:pt x="595" y="183"/>
                    <a:pt x="602" y="183"/>
                  </a:cubicBezTo>
                  <a:close/>
                  <a:moveTo>
                    <a:pt x="641" y="183"/>
                  </a:moveTo>
                  <a:cubicBezTo>
                    <a:pt x="648" y="183"/>
                    <a:pt x="654" y="177"/>
                    <a:pt x="654" y="170"/>
                  </a:cubicBezTo>
                  <a:cubicBezTo>
                    <a:pt x="654" y="163"/>
                    <a:pt x="648" y="158"/>
                    <a:pt x="641" y="158"/>
                  </a:cubicBezTo>
                  <a:cubicBezTo>
                    <a:pt x="634" y="158"/>
                    <a:pt x="628" y="163"/>
                    <a:pt x="628" y="170"/>
                  </a:cubicBezTo>
                  <a:cubicBezTo>
                    <a:pt x="628" y="177"/>
                    <a:pt x="634" y="183"/>
                    <a:pt x="641" y="183"/>
                  </a:cubicBezTo>
                  <a:close/>
                  <a:moveTo>
                    <a:pt x="680" y="183"/>
                  </a:moveTo>
                  <a:cubicBezTo>
                    <a:pt x="687" y="183"/>
                    <a:pt x="693" y="177"/>
                    <a:pt x="693" y="170"/>
                  </a:cubicBezTo>
                  <a:cubicBezTo>
                    <a:pt x="693" y="163"/>
                    <a:pt x="687" y="158"/>
                    <a:pt x="680" y="158"/>
                  </a:cubicBezTo>
                  <a:cubicBezTo>
                    <a:pt x="673" y="158"/>
                    <a:pt x="668" y="163"/>
                    <a:pt x="668" y="170"/>
                  </a:cubicBezTo>
                  <a:cubicBezTo>
                    <a:pt x="668" y="177"/>
                    <a:pt x="673" y="183"/>
                    <a:pt x="680" y="183"/>
                  </a:cubicBezTo>
                  <a:close/>
                  <a:moveTo>
                    <a:pt x="720" y="183"/>
                  </a:moveTo>
                  <a:cubicBezTo>
                    <a:pt x="727" y="183"/>
                    <a:pt x="733" y="177"/>
                    <a:pt x="733" y="170"/>
                  </a:cubicBezTo>
                  <a:cubicBezTo>
                    <a:pt x="733" y="163"/>
                    <a:pt x="727" y="158"/>
                    <a:pt x="720" y="158"/>
                  </a:cubicBezTo>
                  <a:cubicBezTo>
                    <a:pt x="713" y="158"/>
                    <a:pt x="707" y="163"/>
                    <a:pt x="707" y="170"/>
                  </a:cubicBezTo>
                  <a:cubicBezTo>
                    <a:pt x="707" y="177"/>
                    <a:pt x="713" y="183"/>
                    <a:pt x="720" y="183"/>
                  </a:cubicBezTo>
                  <a:close/>
                  <a:moveTo>
                    <a:pt x="799" y="183"/>
                  </a:moveTo>
                  <a:cubicBezTo>
                    <a:pt x="806" y="183"/>
                    <a:pt x="811" y="177"/>
                    <a:pt x="811" y="170"/>
                  </a:cubicBezTo>
                  <a:cubicBezTo>
                    <a:pt x="811" y="163"/>
                    <a:pt x="806" y="158"/>
                    <a:pt x="799" y="158"/>
                  </a:cubicBezTo>
                  <a:cubicBezTo>
                    <a:pt x="792" y="158"/>
                    <a:pt x="786" y="163"/>
                    <a:pt x="786" y="170"/>
                  </a:cubicBezTo>
                  <a:cubicBezTo>
                    <a:pt x="786" y="177"/>
                    <a:pt x="792" y="183"/>
                    <a:pt x="799" y="183"/>
                  </a:cubicBezTo>
                  <a:close/>
                  <a:moveTo>
                    <a:pt x="838" y="183"/>
                  </a:moveTo>
                  <a:cubicBezTo>
                    <a:pt x="845" y="183"/>
                    <a:pt x="851" y="177"/>
                    <a:pt x="851" y="170"/>
                  </a:cubicBezTo>
                  <a:cubicBezTo>
                    <a:pt x="851" y="163"/>
                    <a:pt x="845" y="158"/>
                    <a:pt x="838" y="158"/>
                  </a:cubicBezTo>
                  <a:cubicBezTo>
                    <a:pt x="831" y="158"/>
                    <a:pt x="825" y="163"/>
                    <a:pt x="825" y="170"/>
                  </a:cubicBezTo>
                  <a:cubicBezTo>
                    <a:pt x="825" y="177"/>
                    <a:pt x="831" y="183"/>
                    <a:pt x="838" y="183"/>
                  </a:cubicBezTo>
                  <a:close/>
                  <a:moveTo>
                    <a:pt x="890" y="170"/>
                  </a:moveTo>
                  <a:cubicBezTo>
                    <a:pt x="890" y="163"/>
                    <a:pt x="885" y="158"/>
                    <a:pt x="878" y="158"/>
                  </a:cubicBezTo>
                  <a:cubicBezTo>
                    <a:pt x="871" y="158"/>
                    <a:pt x="865" y="163"/>
                    <a:pt x="865" y="170"/>
                  </a:cubicBezTo>
                  <a:cubicBezTo>
                    <a:pt x="865" y="177"/>
                    <a:pt x="871" y="183"/>
                    <a:pt x="878" y="183"/>
                  </a:cubicBezTo>
                  <a:cubicBezTo>
                    <a:pt x="885" y="183"/>
                    <a:pt x="890" y="177"/>
                    <a:pt x="890" y="170"/>
                  </a:cubicBezTo>
                  <a:close/>
                  <a:moveTo>
                    <a:pt x="1114" y="183"/>
                  </a:moveTo>
                  <a:cubicBezTo>
                    <a:pt x="1121" y="183"/>
                    <a:pt x="1127" y="177"/>
                    <a:pt x="1127" y="170"/>
                  </a:cubicBezTo>
                  <a:cubicBezTo>
                    <a:pt x="1127" y="163"/>
                    <a:pt x="1121" y="158"/>
                    <a:pt x="1114" y="158"/>
                  </a:cubicBezTo>
                  <a:cubicBezTo>
                    <a:pt x="1107" y="158"/>
                    <a:pt x="1101" y="163"/>
                    <a:pt x="1101" y="170"/>
                  </a:cubicBezTo>
                  <a:cubicBezTo>
                    <a:pt x="1101" y="177"/>
                    <a:pt x="1107" y="183"/>
                    <a:pt x="1114" y="183"/>
                  </a:cubicBezTo>
                  <a:close/>
                  <a:moveTo>
                    <a:pt x="1153" y="183"/>
                  </a:moveTo>
                  <a:cubicBezTo>
                    <a:pt x="1161" y="183"/>
                    <a:pt x="1166" y="177"/>
                    <a:pt x="1166" y="170"/>
                  </a:cubicBezTo>
                  <a:cubicBezTo>
                    <a:pt x="1166" y="163"/>
                    <a:pt x="1161" y="158"/>
                    <a:pt x="1153" y="158"/>
                  </a:cubicBezTo>
                  <a:cubicBezTo>
                    <a:pt x="1146" y="158"/>
                    <a:pt x="1141" y="163"/>
                    <a:pt x="1141" y="170"/>
                  </a:cubicBezTo>
                  <a:cubicBezTo>
                    <a:pt x="1141" y="177"/>
                    <a:pt x="1146" y="183"/>
                    <a:pt x="1153" y="183"/>
                  </a:cubicBezTo>
                  <a:close/>
                  <a:moveTo>
                    <a:pt x="1193" y="183"/>
                  </a:moveTo>
                  <a:cubicBezTo>
                    <a:pt x="1200" y="183"/>
                    <a:pt x="1206" y="177"/>
                    <a:pt x="1206" y="170"/>
                  </a:cubicBezTo>
                  <a:cubicBezTo>
                    <a:pt x="1206" y="163"/>
                    <a:pt x="1200" y="158"/>
                    <a:pt x="1193" y="158"/>
                  </a:cubicBezTo>
                  <a:cubicBezTo>
                    <a:pt x="1186" y="158"/>
                    <a:pt x="1180" y="163"/>
                    <a:pt x="1180" y="170"/>
                  </a:cubicBezTo>
                  <a:cubicBezTo>
                    <a:pt x="1180" y="177"/>
                    <a:pt x="1186" y="183"/>
                    <a:pt x="1193" y="183"/>
                  </a:cubicBezTo>
                  <a:close/>
                  <a:moveTo>
                    <a:pt x="1232" y="183"/>
                  </a:moveTo>
                  <a:cubicBezTo>
                    <a:pt x="1239" y="183"/>
                    <a:pt x="1245" y="177"/>
                    <a:pt x="1245" y="170"/>
                  </a:cubicBezTo>
                  <a:cubicBezTo>
                    <a:pt x="1245" y="163"/>
                    <a:pt x="1239" y="158"/>
                    <a:pt x="1232" y="158"/>
                  </a:cubicBezTo>
                  <a:cubicBezTo>
                    <a:pt x="1225" y="158"/>
                    <a:pt x="1220" y="163"/>
                    <a:pt x="1220" y="170"/>
                  </a:cubicBezTo>
                  <a:cubicBezTo>
                    <a:pt x="1220" y="177"/>
                    <a:pt x="1225" y="183"/>
                    <a:pt x="1232" y="183"/>
                  </a:cubicBezTo>
                  <a:close/>
                  <a:moveTo>
                    <a:pt x="1272" y="183"/>
                  </a:moveTo>
                  <a:cubicBezTo>
                    <a:pt x="1279" y="183"/>
                    <a:pt x="1285" y="177"/>
                    <a:pt x="1285" y="170"/>
                  </a:cubicBezTo>
                  <a:cubicBezTo>
                    <a:pt x="1285" y="163"/>
                    <a:pt x="1279" y="158"/>
                    <a:pt x="1272" y="158"/>
                  </a:cubicBezTo>
                  <a:cubicBezTo>
                    <a:pt x="1265" y="158"/>
                    <a:pt x="1259" y="163"/>
                    <a:pt x="1259" y="170"/>
                  </a:cubicBezTo>
                  <a:cubicBezTo>
                    <a:pt x="1259" y="177"/>
                    <a:pt x="1265" y="183"/>
                    <a:pt x="1272" y="183"/>
                  </a:cubicBezTo>
                  <a:close/>
                  <a:moveTo>
                    <a:pt x="1311" y="183"/>
                  </a:moveTo>
                  <a:cubicBezTo>
                    <a:pt x="1318" y="183"/>
                    <a:pt x="1324" y="177"/>
                    <a:pt x="1324" y="170"/>
                  </a:cubicBezTo>
                  <a:cubicBezTo>
                    <a:pt x="1324" y="163"/>
                    <a:pt x="1318" y="158"/>
                    <a:pt x="1311" y="158"/>
                  </a:cubicBezTo>
                  <a:cubicBezTo>
                    <a:pt x="1304" y="158"/>
                    <a:pt x="1298" y="163"/>
                    <a:pt x="1298" y="170"/>
                  </a:cubicBezTo>
                  <a:cubicBezTo>
                    <a:pt x="1298" y="177"/>
                    <a:pt x="1304" y="183"/>
                    <a:pt x="1311" y="183"/>
                  </a:cubicBezTo>
                  <a:close/>
                  <a:moveTo>
                    <a:pt x="1351" y="183"/>
                  </a:moveTo>
                  <a:cubicBezTo>
                    <a:pt x="1358" y="183"/>
                    <a:pt x="1363" y="177"/>
                    <a:pt x="1363" y="170"/>
                  </a:cubicBezTo>
                  <a:cubicBezTo>
                    <a:pt x="1363" y="163"/>
                    <a:pt x="1358" y="158"/>
                    <a:pt x="1351" y="158"/>
                  </a:cubicBezTo>
                  <a:cubicBezTo>
                    <a:pt x="1344" y="158"/>
                    <a:pt x="1338" y="163"/>
                    <a:pt x="1338" y="170"/>
                  </a:cubicBezTo>
                  <a:cubicBezTo>
                    <a:pt x="1338" y="177"/>
                    <a:pt x="1344" y="183"/>
                    <a:pt x="1351" y="183"/>
                  </a:cubicBezTo>
                  <a:close/>
                  <a:moveTo>
                    <a:pt x="1390" y="183"/>
                  </a:moveTo>
                  <a:cubicBezTo>
                    <a:pt x="1397" y="183"/>
                    <a:pt x="1403" y="177"/>
                    <a:pt x="1403" y="170"/>
                  </a:cubicBezTo>
                  <a:cubicBezTo>
                    <a:pt x="1403" y="163"/>
                    <a:pt x="1397" y="158"/>
                    <a:pt x="1390" y="158"/>
                  </a:cubicBezTo>
                  <a:cubicBezTo>
                    <a:pt x="1383" y="158"/>
                    <a:pt x="1377" y="163"/>
                    <a:pt x="1377" y="170"/>
                  </a:cubicBezTo>
                  <a:cubicBezTo>
                    <a:pt x="1377" y="177"/>
                    <a:pt x="1383" y="183"/>
                    <a:pt x="1390" y="183"/>
                  </a:cubicBezTo>
                  <a:close/>
                  <a:moveTo>
                    <a:pt x="1429" y="183"/>
                  </a:moveTo>
                  <a:cubicBezTo>
                    <a:pt x="1437" y="183"/>
                    <a:pt x="1442" y="177"/>
                    <a:pt x="1442" y="170"/>
                  </a:cubicBezTo>
                  <a:cubicBezTo>
                    <a:pt x="1442" y="163"/>
                    <a:pt x="1437" y="158"/>
                    <a:pt x="1429" y="158"/>
                  </a:cubicBezTo>
                  <a:cubicBezTo>
                    <a:pt x="1422" y="158"/>
                    <a:pt x="1417" y="163"/>
                    <a:pt x="1417" y="170"/>
                  </a:cubicBezTo>
                  <a:cubicBezTo>
                    <a:pt x="1417" y="177"/>
                    <a:pt x="1422" y="183"/>
                    <a:pt x="1429" y="183"/>
                  </a:cubicBezTo>
                  <a:close/>
                  <a:moveTo>
                    <a:pt x="1469" y="183"/>
                  </a:moveTo>
                  <a:cubicBezTo>
                    <a:pt x="1476" y="183"/>
                    <a:pt x="1482" y="177"/>
                    <a:pt x="1482" y="170"/>
                  </a:cubicBezTo>
                  <a:cubicBezTo>
                    <a:pt x="1482" y="163"/>
                    <a:pt x="1476" y="158"/>
                    <a:pt x="1469" y="158"/>
                  </a:cubicBezTo>
                  <a:cubicBezTo>
                    <a:pt x="1462" y="158"/>
                    <a:pt x="1456" y="163"/>
                    <a:pt x="1456" y="170"/>
                  </a:cubicBezTo>
                  <a:cubicBezTo>
                    <a:pt x="1456" y="177"/>
                    <a:pt x="1462" y="183"/>
                    <a:pt x="1469" y="183"/>
                  </a:cubicBezTo>
                  <a:close/>
                  <a:moveTo>
                    <a:pt x="1508" y="158"/>
                  </a:moveTo>
                  <a:cubicBezTo>
                    <a:pt x="1501" y="158"/>
                    <a:pt x="1496" y="163"/>
                    <a:pt x="1496" y="170"/>
                  </a:cubicBezTo>
                  <a:cubicBezTo>
                    <a:pt x="1496" y="177"/>
                    <a:pt x="1501" y="183"/>
                    <a:pt x="1508" y="183"/>
                  </a:cubicBezTo>
                  <a:cubicBezTo>
                    <a:pt x="1515" y="183"/>
                    <a:pt x="1521" y="177"/>
                    <a:pt x="1521" y="170"/>
                  </a:cubicBezTo>
                  <a:cubicBezTo>
                    <a:pt x="1521" y="163"/>
                    <a:pt x="1515" y="158"/>
                    <a:pt x="1508" y="158"/>
                  </a:cubicBezTo>
                  <a:close/>
                  <a:moveTo>
                    <a:pt x="2297" y="183"/>
                  </a:moveTo>
                  <a:cubicBezTo>
                    <a:pt x="2304" y="183"/>
                    <a:pt x="2310" y="177"/>
                    <a:pt x="2310" y="170"/>
                  </a:cubicBezTo>
                  <a:cubicBezTo>
                    <a:pt x="2310" y="163"/>
                    <a:pt x="2304" y="158"/>
                    <a:pt x="2297" y="158"/>
                  </a:cubicBezTo>
                  <a:cubicBezTo>
                    <a:pt x="2290" y="158"/>
                    <a:pt x="2284" y="163"/>
                    <a:pt x="2284" y="170"/>
                  </a:cubicBezTo>
                  <a:cubicBezTo>
                    <a:pt x="2284" y="177"/>
                    <a:pt x="2290" y="183"/>
                    <a:pt x="2297" y="183"/>
                  </a:cubicBezTo>
                  <a:close/>
                  <a:moveTo>
                    <a:pt x="2612" y="183"/>
                  </a:moveTo>
                  <a:cubicBezTo>
                    <a:pt x="2619" y="183"/>
                    <a:pt x="2625" y="177"/>
                    <a:pt x="2625" y="170"/>
                  </a:cubicBezTo>
                  <a:cubicBezTo>
                    <a:pt x="2625" y="163"/>
                    <a:pt x="2619" y="158"/>
                    <a:pt x="2612" y="158"/>
                  </a:cubicBezTo>
                  <a:cubicBezTo>
                    <a:pt x="2605" y="158"/>
                    <a:pt x="2599" y="163"/>
                    <a:pt x="2599" y="170"/>
                  </a:cubicBezTo>
                  <a:cubicBezTo>
                    <a:pt x="2599" y="177"/>
                    <a:pt x="2605" y="183"/>
                    <a:pt x="2612" y="183"/>
                  </a:cubicBezTo>
                  <a:close/>
                  <a:moveTo>
                    <a:pt x="2652" y="158"/>
                  </a:moveTo>
                  <a:cubicBezTo>
                    <a:pt x="2645" y="158"/>
                    <a:pt x="2639" y="163"/>
                    <a:pt x="2639" y="170"/>
                  </a:cubicBezTo>
                  <a:cubicBezTo>
                    <a:pt x="2639" y="177"/>
                    <a:pt x="2645" y="183"/>
                    <a:pt x="2652" y="183"/>
                  </a:cubicBezTo>
                  <a:cubicBezTo>
                    <a:pt x="2659" y="183"/>
                    <a:pt x="2664" y="177"/>
                    <a:pt x="2664" y="170"/>
                  </a:cubicBezTo>
                  <a:cubicBezTo>
                    <a:pt x="2664" y="163"/>
                    <a:pt x="2659" y="158"/>
                    <a:pt x="2652" y="158"/>
                  </a:cubicBezTo>
                  <a:close/>
                  <a:moveTo>
                    <a:pt x="2691" y="183"/>
                  </a:moveTo>
                  <a:cubicBezTo>
                    <a:pt x="2698" y="183"/>
                    <a:pt x="2704" y="177"/>
                    <a:pt x="2704" y="170"/>
                  </a:cubicBezTo>
                  <a:cubicBezTo>
                    <a:pt x="2704" y="163"/>
                    <a:pt x="2698" y="158"/>
                    <a:pt x="2691" y="158"/>
                  </a:cubicBezTo>
                  <a:cubicBezTo>
                    <a:pt x="2684" y="158"/>
                    <a:pt x="2678" y="163"/>
                    <a:pt x="2678" y="170"/>
                  </a:cubicBezTo>
                  <a:cubicBezTo>
                    <a:pt x="2678" y="177"/>
                    <a:pt x="2684" y="183"/>
                    <a:pt x="2691" y="183"/>
                  </a:cubicBezTo>
                  <a:close/>
                  <a:moveTo>
                    <a:pt x="2730" y="183"/>
                  </a:moveTo>
                  <a:cubicBezTo>
                    <a:pt x="2738" y="183"/>
                    <a:pt x="2743" y="177"/>
                    <a:pt x="2743" y="170"/>
                  </a:cubicBezTo>
                  <a:cubicBezTo>
                    <a:pt x="2743" y="163"/>
                    <a:pt x="2738" y="158"/>
                    <a:pt x="2730" y="158"/>
                  </a:cubicBezTo>
                  <a:cubicBezTo>
                    <a:pt x="2723" y="158"/>
                    <a:pt x="2718" y="163"/>
                    <a:pt x="2718" y="170"/>
                  </a:cubicBezTo>
                  <a:cubicBezTo>
                    <a:pt x="2718" y="177"/>
                    <a:pt x="2723" y="183"/>
                    <a:pt x="2730" y="183"/>
                  </a:cubicBezTo>
                  <a:close/>
                  <a:moveTo>
                    <a:pt x="2770" y="183"/>
                  </a:moveTo>
                  <a:cubicBezTo>
                    <a:pt x="2777" y="183"/>
                    <a:pt x="2783" y="177"/>
                    <a:pt x="2783" y="170"/>
                  </a:cubicBezTo>
                  <a:cubicBezTo>
                    <a:pt x="2783" y="163"/>
                    <a:pt x="2777" y="158"/>
                    <a:pt x="2770" y="158"/>
                  </a:cubicBezTo>
                  <a:cubicBezTo>
                    <a:pt x="2763" y="158"/>
                    <a:pt x="2757" y="163"/>
                    <a:pt x="2757" y="170"/>
                  </a:cubicBezTo>
                  <a:cubicBezTo>
                    <a:pt x="2757" y="177"/>
                    <a:pt x="2763" y="183"/>
                    <a:pt x="2770" y="183"/>
                  </a:cubicBezTo>
                  <a:close/>
                  <a:moveTo>
                    <a:pt x="2809" y="183"/>
                  </a:moveTo>
                  <a:cubicBezTo>
                    <a:pt x="2816" y="183"/>
                    <a:pt x="2822" y="177"/>
                    <a:pt x="2822" y="170"/>
                  </a:cubicBezTo>
                  <a:cubicBezTo>
                    <a:pt x="2822" y="163"/>
                    <a:pt x="2816" y="158"/>
                    <a:pt x="2809" y="158"/>
                  </a:cubicBezTo>
                  <a:cubicBezTo>
                    <a:pt x="2802" y="158"/>
                    <a:pt x="2797" y="163"/>
                    <a:pt x="2797" y="170"/>
                  </a:cubicBezTo>
                  <a:cubicBezTo>
                    <a:pt x="2797" y="177"/>
                    <a:pt x="2802" y="183"/>
                    <a:pt x="2809" y="183"/>
                  </a:cubicBezTo>
                  <a:close/>
                  <a:moveTo>
                    <a:pt x="3125" y="183"/>
                  </a:moveTo>
                  <a:cubicBezTo>
                    <a:pt x="3132" y="183"/>
                    <a:pt x="3137" y="177"/>
                    <a:pt x="3137" y="170"/>
                  </a:cubicBezTo>
                  <a:cubicBezTo>
                    <a:pt x="3137" y="163"/>
                    <a:pt x="3132" y="158"/>
                    <a:pt x="3125" y="158"/>
                  </a:cubicBezTo>
                  <a:cubicBezTo>
                    <a:pt x="3118" y="158"/>
                    <a:pt x="3112" y="163"/>
                    <a:pt x="3112" y="170"/>
                  </a:cubicBezTo>
                  <a:cubicBezTo>
                    <a:pt x="3112" y="177"/>
                    <a:pt x="3118" y="183"/>
                    <a:pt x="3125" y="183"/>
                  </a:cubicBezTo>
                  <a:close/>
                  <a:moveTo>
                    <a:pt x="3204" y="183"/>
                  </a:moveTo>
                  <a:cubicBezTo>
                    <a:pt x="3211" y="183"/>
                    <a:pt x="3216" y="177"/>
                    <a:pt x="3216" y="170"/>
                  </a:cubicBezTo>
                  <a:cubicBezTo>
                    <a:pt x="3216" y="163"/>
                    <a:pt x="3211" y="158"/>
                    <a:pt x="3204" y="158"/>
                  </a:cubicBezTo>
                  <a:cubicBezTo>
                    <a:pt x="3197" y="158"/>
                    <a:pt x="3191" y="163"/>
                    <a:pt x="3191" y="170"/>
                  </a:cubicBezTo>
                  <a:cubicBezTo>
                    <a:pt x="3191" y="177"/>
                    <a:pt x="3197" y="183"/>
                    <a:pt x="3204" y="183"/>
                  </a:cubicBezTo>
                  <a:close/>
                  <a:moveTo>
                    <a:pt x="444" y="223"/>
                  </a:moveTo>
                  <a:cubicBezTo>
                    <a:pt x="451" y="223"/>
                    <a:pt x="457" y="217"/>
                    <a:pt x="457" y="210"/>
                  </a:cubicBezTo>
                  <a:cubicBezTo>
                    <a:pt x="457" y="203"/>
                    <a:pt x="451" y="197"/>
                    <a:pt x="444" y="197"/>
                  </a:cubicBezTo>
                  <a:cubicBezTo>
                    <a:pt x="437" y="197"/>
                    <a:pt x="431" y="203"/>
                    <a:pt x="431" y="210"/>
                  </a:cubicBezTo>
                  <a:cubicBezTo>
                    <a:pt x="431" y="217"/>
                    <a:pt x="437" y="223"/>
                    <a:pt x="444" y="223"/>
                  </a:cubicBezTo>
                  <a:close/>
                  <a:moveTo>
                    <a:pt x="483" y="223"/>
                  </a:moveTo>
                  <a:cubicBezTo>
                    <a:pt x="490" y="223"/>
                    <a:pt x="496" y="217"/>
                    <a:pt x="496" y="210"/>
                  </a:cubicBezTo>
                  <a:cubicBezTo>
                    <a:pt x="496" y="203"/>
                    <a:pt x="490" y="197"/>
                    <a:pt x="483" y="197"/>
                  </a:cubicBezTo>
                  <a:cubicBezTo>
                    <a:pt x="476" y="197"/>
                    <a:pt x="471" y="203"/>
                    <a:pt x="471" y="210"/>
                  </a:cubicBezTo>
                  <a:cubicBezTo>
                    <a:pt x="471" y="217"/>
                    <a:pt x="476" y="223"/>
                    <a:pt x="483" y="223"/>
                  </a:cubicBezTo>
                  <a:close/>
                  <a:moveTo>
                    <a:pt x="523" y="223"/>
                  </a:moveTo>
                  <a:cubicBezTo>
                    <a:pt x="530" y="223"/>
                    <a:pt x="535" y="217"/>
                    <a:pt x="535" y="210"/>
                  </a:cubicBezTo>
                  <a:cubicBezTo>
                    <a:pt x="535" y="203"/>
                    <a:pt x="530" y="197"/>
                    <a:pt x="523" y="197"/>
                  </a:cubicBezTo>
                  <a:cubicBezTo>
                    <a:pt x="516" y="197"/>
                    <a:pt x="510" y="203"/>
                    <a:pt x="510" y="210"/>
                  </a:cubicBezTo>
                  <a:cubicBezTo>
                    <a:pt x="510" y="217"/>
                    <a:pt x="516" y="223"/>
                    <a:pt x="523" y="223"/>
                  </a:cubicBezTo>
                  <a:close/>
                  <a:moveTo>
                    <a:pt x="602" y="223"/>
                  </a:moveTo>
                  <a:cubicBezTo>
                    <a:pt x="609" y="223"/>
                    <a:pt x="614" y="217"/>
                    <a:pt x="614" y="210"/>
                  </a:cubicBezTo>
                  <a:cubicBezTo>
                    <a:pt x="614" y="203"/>
                    <a:pt x="609" y="197"/>
                    <a:pt x="602" y="197"/>
                  </a:cubicBezTo>
                  <a:cubicBezTo>
                    <a:pt x="595" y="197"/>
                    <a:pt x="589" y="203"/>
                    <a:pt x="589" y="210"/>
                  </a:cubicBezTo>
                  <a:cubicBezTo>
                    <a:pt x="589" y="217"/>
                    <a:pt x="595" y="223"/>
                    <a:pt x="602" y="223"/>
                  </a:cubicBezTo>
                  <a:close/>
                  <a:moveTo>
                    <a:pt x="680" y="223"/>
                  </a:moveTo>
                  <a:cubicBezTo>
                    <a:pt x="687" y="223"/>
                    <a:pt x="693" y="217"/>
                    <a:pt x="693" y="210"/>
                  </a:cubicBezTo>
                  <a:cubicBezTo>
                    <a:pt x="693" y="203"/>
                    <a:pt x="687" y="197"/>
                    <a:pt x="680" y="197"/>
                  </a:cubicBezTo>
                  <a:cubicBezTo>
                    <a:pt x="673" y="197"/>
                    <a:pt x="668" y="203"/>
                    <a:pt x="668" y="210"/>
                  </a:cubicBezTo>
                  <a:cubicBezTo>
                    <a:pt x="668" y="217"/>
                    <a:pt x="673" y="223"/>
                    <a:pt x="680" y="223"/>
                  </a:cubicBezTo>
                  <a:close/>
                  <a:moveTo>
                    <a:pt x="747" y="210"/>
                  </a:moveTo>
                  <a:cubicBezTo>
                    <a:pt x="747" y="217"/>
                    <a:pt x="752" y="223"/>
                    <a:pt x="759" y="223"/>
                  </a:cubicBezTo>
                  <a:cubicBezTo>
                    <a:pt x="766" y="223"/>
                    <a:pt x="772" y="217"/>
                    <a:pt x="772" y="210"/>
                  </a:cubicBezTo>
                  <a:cubicBezTo>
                    <a:pt x="772" y="203"/>
                    <a:pt x="766" y="197"/>
                    <a:pt x="759" y="197"/>
                  </a:cubicBezTo>
                  <a:cubicBezTo>
                    <a:pt x="752" y="197"/>
                    <a:pt x="747" y="203"/>
                    <a:pt x="747" y="210"/>
                  </a:cubicBezTo>
                  <a:close/>
                  <a:moveTo>
                    <a:pt x="799" y="223"/>
                  </a:moveTo>
                  <a:cubicBezTo>
                    <a:pt x="806" y="223"/>
                    <a:pt x="811" y="217"/>
                    <a:pt x="811" y="210"/>
                  </a:cubicBezTo>
                  <a:cubicBezTo>
                    <a:pt x="811" y="203"/>
                    <a:pt x="806" y="197"/>
                    <a:pt x="799" y="197"/>
                  </a:cubicBezTo>
                  <a:cubicBezTo>
                    <a:pt x="792" y="197"/>
                    <a:pt x="786" y="203"/>
                    <a:pt x="786" y="210"/>
                  </a:cubicBezTo>
                  <a:cubicBezTo>
                    <a:pt x="786" y="217"/>
                    <a:pt x="792" y="223"/>
                    <a:pt x="799" y="223"/>
                  </a:cubicBezTo>
                  <a:close/>
                  <a:moveTo>
                    <a:pt x="838" y="223"/>
                  </a:moveTo>
                  <a:cubicBezTo>
                    <a:pt x="845" y="223"/>
                    <a:pt x="851" y="217"/>
                    <a:pt x="851" y="210"/>
                  </a:cubicBezTo>
                  <a:cubicBezTo>
                    <a:pt x="851" y="203"/>
                    <a:pt x="845" y="197"/>
                    <a:pt x="838" y="197"/>
                  </a:cubicBezTo>
                  <a:cubicBezTo>
                    <a:pt x="831" y="197"/>
                    <a:pt x="825" y="203"/>
                    <a:pt x="825" y="210"/>
                  </a:cubicBezTo>
                  <a:cubicBezTo>
                    <a:pt x="825" y="217"/>
                    <a:pt x="831" y="223"/>
                    <a:pt x="838" y="223"/>
                  </a:cubicBezTo>
                  <a:close/>
                  <a:moveTo>
                    <a:pt x="917" y="197"/>
                  </a:moveTo>
                  <a:cubicBezTo>
                    <a:pt x="910" y="197"/>
                    <a:pt x="904" y="203"/>
                    <a:pt x="904" y="210"/>
                  </a:cubicBezTo>
                  <a:cubicBezTo>
                    <a:pt x="904" y="217"/>
                    <a:pt x="910" y="222"/>
                    <a:pt x="917" y="222"/>
                  </a:cubicBezTo>
                  <a:cubicBezTo>
                    <a:pt x="924" y="222"/>
                    <a:pt x="930" y="217"/>
                    <a:pt x="930" y="210"/>
                  </a:cubicBezTo>
                  <a:cubicBezTo>
                    <a:pt x="930" y="203"/>
                    <a:pt x="924" y="197"/>
                    <a:pt x="917" y="197"/>
                  </a:cubicBezTo>
                  <a:close/>
                  <a:moveTo>
                    <a:pt x="1153" y="223"/>
                  </a:moveTo>
                  <a:cubicBezTo>
                    <a:pt x="1161" y="223"/>
                    <a:pt x="1166" y="217"/>
                    <a:pt x="1166" y="210"/>
                  </a:cubicBezTo>
                  <a:cubicBezTo>
                    <a:pt x="1166" y="203"/>
                    <a:pt x="1161" y="197"/>
                    <a:pt x="1153" y="197"/>
                  </a:cubicBezTo>
                  <a:cubicBezTo>
                    <a:pt x="1146" y="197"/>
                    <a:pt x="1141" y="203"/>
                    <a:pt x="1141" y="210"/>
                  </a:cubicBezTo>
                  <a:cubicBezTo>
                    <a:pt x="1141" y="217"/>
                    <a:pt x="1146" y="223"/>
                    <a:pt x="1153" y="223"/>
                  </a:cubicBezTo>
                  <a:close/>
                  <a:moveTo>
                    <a:pt x="1193" y="223"/>
                  </a:moveTo>
                  <a:cubicBezTo>
                    <a:pt x="1200" y="223"/>
                    <a:pt x="1206" y="217"/>
                    <a:pt x="1206" y="210"/>
                  </a:cubicBezTo>
                  <a:cubicBezTo>
                    <a:pt x="1206" y="203"/>
                    <a:pt x="1200" y="197"/>
                    <a:pt x="1193" y="197"/>
                  </a:cubicBezTo>
                  <a:cubicBezTo>
                    <a:pt x="1186" y="197"/>
                    <a:pt x="1180" y="203"/>
                    <a:pt x="1180" y="210"/>
                  </a:cubicBezTo>
                  <a:cubicBezTo>
                    <a:pt x="1180" y="217"/>
                    <a:pt x="1186" y="223"/>
                    <a:pt x="1193" y="223"/>
                  </a:cubicBezTo>
                  <a:close/>
                  <a:moveTo>
                    <a:pt x="1232" y="223"/>
                  </a:moveTo>
                  <a:cubicBezTo>
                    <a:pt x="1239" y="223"/>
                    <a:pt x="1245" y="217"/>
                    <a:pt x="1245" y="210"/>
                  </a:cubicBezTo>
                  <a:cubicBezTo>
                    <a:pt x="1245" y="203"/>
                    <a:pt x="1239" y="197"/>
                    <a:pt x="1232" y="197"/>
                  </a:cubicBezTo>
                  <a:cubicBezTo>
                    <a:pt x="1225" y="197"/>
                    <a:pt x="1220" y="203"/>
                    <a:pt x="1220" y="210"/>
                  </a:cubicBezTo>
                  <a:cubicBezTo>
                    <a:pt x="1220" y="217"/>
                    <a:pt x="1225" y="223"/>
                    <a:pt x="1232" y="223"/>
                  </a:cubicBezTo>
                  <a:close/>
                  <a:moveTo>
                    <a:pt x="1272" y="223"/>
                  </a:moveTo>
                  <a:cubicBezTo>
                    <a:pt x="1279" y="223"/>
                    <a:pt x="1285" y="217"/>
                    <a:pt x="1285" y="210"/>
                  </a:cubicBezTo>
                  <a:cubicBezTo>
                    <a:pt x="1285" y="203"/>
                    <a:pt x="1279" y="197"/>
                    <a:pt x="1272" y="197"/>
                  </a:cubicBezTo>
                  <a:cubicBezTo>
                    <a:pt x="1265" y="197"/>
                    <a:pt x="1259" y="203"/>
                    <a:pt x="1259" y="210"/>
                  </a:cubicBezTo>
                  <a:cubicBezTo>
                    <a:pt x="1259" y="217"/>
                    <a:pt x="1265" y="223"/>
                    <a:pt x="1272" y="223"/>
                  </a:cubicBezTo>
                  <a:close/>
                  <a:moveTo>
                    <a:pt x="1311" y="223"/>
                  </a:moveTo>
                  <a:cubicBezTo>
                    <a:pt x="1318" y="223"/>
                    <a:pt x="1324" y="217"/>
                    <a:pt x="1324" y="210"/>
                  </a:cubicBezTo>
                  <a:cubicBezTo>
                    <a:pt x="1324" y="203"/>
                    <a:pt x="1318" y="197"/>
                    <a:pt x="1311" y="197"/>
                  </a:cubicBezTo>
                  <a:cubicBezTo>
                    <a:pt x="1304" y="197"/>
                    <a:pt x="1298" y="203"/>
                    <a:pt x="1298" y="210"/>
                  </a:cubicBezTo>
                  <a:cubicBezTo>
                    <a:pt x="1298" y="217"/>
                    <a:pt x="1304" y="223"/>
                    <a:pt x="1311" y="223"/>
                  </a:cubicBezTo>
                  <a:close/>
                  <a:moveTo>
                    <a:pt x="1351" y="223"/>
                  </a:moveTo>
                  <a:cubicBezTo>
                    <a:pt x="1358" y="223"/>
                    <a:pt x="1363" y="217"/>
                    <a:pt x="1363" y="210"/>
                  </a:cubicBezTo>
                  <a:cubicBezTo>
                    <a:pt x="1363" y="203"/>
                    <a:pt x="1358" y="197"/>
                    <a:pt x="1351" y="197"/>
                  </a:cubicBezTo>
                  <a:cubicBezTo>
                    <a:pt x="1344" y="197"/>
                    <a:pt x="1338" y="203"/>
                    <a:pt x="1338" y="210"/>
                  </a:cubicBezTo>
                  <a:cubicBezTo>
                    <a:pt x="1338" y="217"/>
                    <a:pt x="1344" y="223"/>
                    <a:pt x="1351" y="223"/>
                  </a:cubicBezTo>
                  <a:close/>
                  <a:moveTo>
                    <a:pt x="1390" y="223"/>
                  </a:moveTo>
                  <a:cubicBezTo>
                    <a:pt x="1397" y="223"/>
                    <a:pt x="1403" y="217"/>
                    <a:pt x="1403" y="210"/>
                  </a:cubicBezTo>
                  <a:cubicBezTo>
                    <a:pt x="1403" y="203"/>
                    <a:pt x="1397" y="197"/>
                    <a:pt x="1390" y="197"/>
                  </a:cubicBezTo>
                  <a:cubicBezTo>
                    <a:pt x="1383" y="197"/>
                    <a:pt x="1377" y="203"/>
                    <a:pt x="1377" y="210"/>
                  </a:cubicBezTo>
                  <a:cubicBezTo>
                    <a:pt x="1377" y="217"/>
                    <a:pt x="1383" y="223"/>
                    <a:pt x="1390" y="223"/>
                  </a:cubicBezTo>
                  <a:close/>
                  <a:moveTo>
                    <a:pt x="1429" y="223"/>
                  </a:moveTo>
                  <a:cubicBezTo>
                    <a:pt x="1437" y="223"/>
                    <a:pt x="1442" y="217"/>
                    <a:pt x="1442" y="210"/>
                  </a:cubicBezTo>
                  <a:cubicBezTo>
                    <a:pt x="1442" y="203"/>
                    <a:pt x="1437" y="197"/>
                    <a:pt x="1429" y="197"/>
                  </a:cubicBezTo>
                  <a:cubicBezTo>
                    <a:pt x="1422" y="197"/>
                    <a:pt x="1417" y="203"/>
                    <a:pt x="1417" y="210"/>
                  </a:cubicBezTo>
                  <a:cubicBezTo>
                    <a:pt x="1417" y="217"/>
                    <a:pt x="1422" y="223"/>
                    <a:pt x="1429" y="223"/>
                  </a:cubicBezTo>
                  <a:close/>
                  <a:moveTo>
                    <a:pt x="2257" y="223"/>
                  </a:moveTo>
                  <a:cubicBezTo>
                    <a:pt x="2264" y="223"/>
                    <a:pt x="2270" y="217"/>
                    <a:pt x="2270" y="210"/>
                  </a:cubicBezTo>
                  <a:cubicBezTo>
                    <a:pt x="2270" y="203"/>
                    <a:pt x="2264" y="197"/>
                    <a:pt x="2257" y="197"/>
                  </a:cubicBezTo>
                  <a:cubicBezTo>
                    <a:pt x="2250" y="197"/>
                    <a:pt x="2245" y="203"/>
                    <a:pt x="2245" y="210"/>
                  </a:cubicBezTo>
                  <a:cubicBezTo>
                    <a:pt x="2245" y="217"/>
                    <a:pt x="2250" y="223"/>
                    <a:pt x="2257" y="223"/>
                  </a:cubicBezTo>
                  <a:close/>
                  <a:moveTo>
                    <a:pt x="2415" y="223"/>
                  </a:moveTo>
                  <a:cubicBezTo>
                    <a:pt x="2422" y="223"/>
                    <a:pt x="2428" y="217"/>
                    <a:pt x="2428" y="210"/>
                  </a:cubicBezTo>
                  <a:cubicBezTo>
                    <a:pt x="2428" y="203"/>
                    <a:pt x="2422" y="197"/>
                    <a:pt x="2415" y="197"/>
                  </a:cubicBezTo>
                  <a:cubicBezTo>
                    <a:pt x="2408" y="197"/>
                    <a:pt x="2402" y="203"/>
                    <a:pt x="2402" y="210"/>
                  </a:cubicBezTo>
                  <a:cubicBezTo>
                    <a:pt x="2402" y="217"/>
                    <a:pt x="2408" y="223"/>
                    <a:pt x="2415" y="223"/>
                  </a:cubicBezTo>
                  <a:close/>
                  <a:moveTo>
                    <a:pt x="2454" y="218"/>
                  </a:moveTo>
                  <a:cubicBezTo>
                    <a:pt x="2459" y="218"/>
                    <a:pt x="2462" y="214"/>
                    <a:pt x="2462" y="210"/>
                  </a:cubicBezTo>
                  <a:cubicBezTo>
                    <a:pt x="2462" y="205"/>
                    <a:pt x="2459" y="202"/>
                    <a:pt x="2454" y="202"/>
                  </a:cubicBezTo>
                  <a:cubicBezTo>
                    <a:pt x="2450" y="202"/>
                    <a:pt x="2447" y="205"/>
                    <a:pt x="2447" y="210"/>
                  </a:cubicBezTo>
                  <a:cubicBezTo>
                    <a:pt x="2447" y="214"/>
                    <a:pt x="2450" y="218"/>
                    <a:pt x="2454" y="218"/>
                  </a:cubicBezTo>
                  <a:close/>
                  <a:moveTo>
                    <a:pt x="2533" y="223"/>
                  </a:moveTo>
                  <a:cubicBezTo>
                    <a:pt x="2540" y="223"/>
                    <a:pt x="2546" y="217"/>
                    <a:pt x="2546" y="210"/>
                  </a:cubicBezTo>
                  <a:cubicBezTo>
                    <a:pt x="2546" y="203"/>
                    <a:pt x="2540" y="197"/>
                    <a:pt x="2533" y="197"/>
                  </a:cubicBezTo>
                  <a:cubicBezTo>
                    <a:pt x="2526" y="197"/>
                    <a:pt x="2521" y="203"/>
                    <a:pt x="2521" y="210"/>
                  </a:cubicBezTo>
                  <a:cubicBezTo>
                    <a:pt x="2521" y="217"/>
                    <a:pt x="2526" y="223"/>
                    <a:pt x="2533" y="223"/>
                  </a:cubicBezTo>
                  <a:close/>
                  <a:moveTo>
                    <a:pt x="2573" y="223"/>
                  </a:moveTo>
                  <a:cubicBezTo>
                    <a:pt x="2580" y="223"/>
                    <a:pt x="2586" y="217"/>
                    <a:pt x="2586" y="210"/>
                  </a:cubicBezTo>
                  <a:cubicBezTo>
                    <a:pt x="2586" y="203"/>
                    <a:pt x="2580" y="197"/>
                    <a:pt x="2573" y="197"/>
                  </a:cubicBezTo>
                  <a:cubicBezTo>
                    <a:pt x="2566" y="197"/>
                    <a:pt x="2560" y="203"/>
                    <a:pt x="2560" y="210"/>
                  </a:cubicBezTo>
                  <a:cubicBezTo>
                    <a:pt x="2560" y="217"/>
                    <a:pt x="2566" y="223"/>
                    <a:pt x="2573" y="223"/>
                  </a:cubicBezTo>
                  <a:close/>
                  <a:moveTo>
                    <a:pt x="2612" y="223"/>
                  </a:moveTo>
                  <a:cubicBezTo>
                    <a:pt x="2619" y="223"/>
                    <a:pt x="2625" y="217"/>
                    <a:pt x="2625" y="210"/>
                  </a:cubicBezTo>
                  <a:cubicBezTo>
                    <a:pt x="2625" y="203"/>
                    <a:pt x="2619" y="197"/>
                    <a:pt x="2612" y="197"/>
                  </a:cubicBezTo>
                  <a:cubicBezTo>
                    <a:pt x="2605" y="197"/>
                    <a:pt x="2599" y="203"/>
                    <a:pt x="2599" y="210"/>
                  </a:cubicBezTo>
                  <a:cubicBezTo>
                    <a:pt x="2599" y="217"/>
                    <a:pt x="2605" y="223"/>
                    <a:pt x="2612" y="223"/>
                  </a:cubicBezTo>
                  <a:close/>
                  <a:moveTo>
                    <a:pt x="2639" y="210"/>
                  </a:moveTo>
                  <a:cubicBezTo>
                    <a:pt x="2639" y="217"/>
                    <a:pt x="2645" y="223"/>
                    <a:pt x="2652" y="223"/>
                  </a:cubicBezTo>
                  <a:cubicBezTo>
                    <a:pt x="2659" y="223"/>
                    <a:pt x="2664" y="217"/>
                    <a:pt x="2664" y="210"/>
                  </a:cubicBezTo>
                  <a:cubicBezTo>
                    <a:pt x="2664" y="203"/>
                    <a:pt x="2659" y="197"/>
                    <a:pt x="2652" y="197"/>
                  </a:cubicBezTo>
                  <a:cubicBezTo>
                    <a:pt x="2645" y="197"/>
                    <a:pt x="2639" y="203"/>
                    <a:pt x="2639" y="210"/>
                  </a:cubicBezTo>
                  <a:close/>
                  <a:moveTo>
                    <a:pt x="2691" y="197"/>
                  </a:moveTo>
                  <a:cubicBezTo>
                    <a:pt x="2684" y="197"/>
                    <a:pt x="2678" y="203"/>
                    <a:pt x="2678" y="210"/>
                  </a:cubicBezTo>
                  <a:cubicBezTo>
                    <a:pt x="2678" y="217"/>
                    <a:pt x="2684" y="223"/>
                    <a:pt x="2691" y="223"/>
                  </a:cubicBezTo>
                  <a:cubicBezTo>
                    <a:pt x="2698" y="223"/>
                    <a:pt x="2704" y="217"/>
                    <a:pt x="2704" y="210"/>
                  </a:cubicBezTo>
                  <a:cubicBezTo>
                    <a:pt x="2704" y="203"/>
                    <a:pt x="2698" y="197"/>
                    <a:pt x="2691" y="197"/>
                  </a:cubicBezTo>
                  <a:close/>
                  <a:moveTo>
                    <a:pt x="2718" y="210"/>
                  </a:moveTo>
                  <a:cubicBezTo>
                    <a:pt x="2718" y="217"/>
                    <a:pt x="2723" y="223"/>
                    <a:pt x="2730" y="223"/>
                  </a:cubicBezTo>
                  <a:cubicBezTo>
                    <a:pt x="2738" y="223"/>
                    <a:pt x="2743" y="217"/>
                    <a:pt x="2743" y="210"/>
                  </a:cubicBezTo>
                  <a:cubicBezTo>
                    <a:pt x="2743" y="203"/>
                    <a:pt x="2738" y="197"/>
                    <a:pt x="2730" y="197"/>
                  </a:cubicBezTo>
                  <a:cubicBezTo>
                    <a:pt x="2723" y="197"/>
                    <a:pt x="2718" y="203"/>
                    <a:pt x="2718" y="210"/>
                  </a:cubicBezTo>
                  <a:close/>
                  <a:moveTo>
                    <a:pt x="2809" y="197"/>
                  </a:moveTo>
                  <a:cubicBezTo>
                    <a:pt x="2802" y="197"/>
                    <a:pt x="2797" y="203"/>
                    <a:pt x="2797" y="210"/>
                  </a:cubicBezTo>
                  <a:cubicBezTo>
                    <a:pt x="2797" y="217"/>
                    <a:pt x="2802" y="223"/>
                    <a:pt x="2809" y="223"/>
                  </a:cubicBezTo>
                  <a:cubicBezTo>
                    <a:pt x="2816" y="223"/>
                    <a:pt x="2822" y="217"/>
                    <a:pt x="2822" y="210"/>
                  </a:cubicBezTo>
                  <a:cubicBezTo>
                    <a:pt x="2822" y="203"/>
                    <a:pt x="2816" y="197"/>
                    <a:pt x="2809" y="197"/>
                  </a:cubicBezTo>
                  <a:close/>
                  <a:moveTo>
                    <a:pt x="2849" y="223"/>
                  </a:moveTo>
                  <a:cubicBezTo>
                    <a:pt x="2856" y="223"/>
                    <a:pt x="2861" y="217"/>
                    <a:pt x="2861" y="210"/>
                  </a:cubicBezTo>
                  <a:cubicBezTo>
                    <a:pt x="2861" y="203"/>
                    <a:pt x="2856" y="197"/>
                    <a:pt x="2849" y="197"/>
                  </a:cubicBezTo>
                  <a:cubicBezTo>
                    <a:pt x="2842" y="197"/>
                    <a:pt x="2836" y="203"/>
                    <a:pt x="2836" y="210"/>
                  </a:cubicBezTo>
                  <a:cubicBezTo>
                    <a:pt x="2836" y="217"/>
                    <a:pt x="2842" y="223"/>
                    <a:pt x="2849" y="223"/>
                  </a:cubicBezTo>
                  <a:close/>
                  <a:moveTo>
                    <a:pt x="2888" y="223"/>
                  </a:moveTo>
                  <a:cubicBezTo>
                    <a:pt x="2895" y="223"/>
                    <a:pt x="2901" y="217"/>
                    <a:pt x="2901" y="210"/>
                  </a:cubicBezTo>
                  <a:cubicBezTo>
                    <a:pt x="2901" y="203"/>
                    <a:pt x="2895" y="197"/>
                    <a:pt x="2888" y="197"/>
                  </a:cubicBezTo>
                  <a:cubicBezTo>
                    <a:pt x="2881" y="197"/>
                    <a:pt x="2875" y="203"/>
                    <a:pt x="2875" y="210"/>
                  </a:cubicBezTo>
                  <a:cubicBezTo>
                    <a:pt x="2875" y="217"/>
                    <a:pt x="2881" y="223"/>
                    <a:pt x="2888" y="223"/>
                  </a:cubicBezTo>
                  <a:close/>
                  <a:moveTo>
                    <a:pt x="2967" y="223"/>
                  </a:moveTo>
                  <a:cubicBezTo>
                    <a:pt x="2974" y="223"/>
                    <a:pt x="2980" y="217"/>
                    <a:pt x="2980" y="210"/>
                  </a:cubicBezTo>
                  <a:cubicBezTo>
                    <a:pt x="2980" y="203"/>
                    <a:pt x="2974" y="197"/>
                    <a:pt x="2967" y="197"/>
                  </a:cubicBezTo>
                  <a:cubicBezTo>
                    <a:pt x="2960" y="197"/>
                    <a:pt x="2954" y="203"/>
                    <a:pt x="2954" y="210"/>
                  </a:cubicBezTo>
                  <a:cubicBezTo>
                    <a:pt x="2954" y="217"/>
                    <a:pt x="2960" y="223"/>
                    <a:pt x="2967" y="223"/>
                  </a:cubicBezTo>
                  <a:close/>
                  <a:moveTo>
                    <a:pt x="523" y="262"/>
                  </a:moveTo>
                  <a:cubicBezTo>
                    <a:pt x="530" y="262"/>
                    <a:pt x="535" y="256"/>
                    <a:pt x="535" y="249"/>
                  </a:cubicBezTo>
                  <a:cubicBezTo>
                    <a:pt x="535" y="242"/>
                    <a:pt x="530" y="236"/>
                    <a:pt x="523" y="236"/>
                  </a:cubicBezTo>
                  <a:cubicBezTo>
                    <a:pt x="516" y="236"/>
                    <a:pt x="510" y="242"/>
                    <a:pt x="510" y="249"/>
                  </a:cubicBezTo>
                  <a:cubicBezTo>
                    <a:pt x="510" y="256"/>
                    <a:pt x="516" y="262"/>
                    <a:pt x="523" y="262"/>
                  </a:cubicBezTo>
                  <a:close/>
                  <a:moveTo>
                    <a:pt x="562" y="262"/>
                  </a:moveTo>
                  <a:cubicBezTo>
                    <a:pt x="569" y="262"/>
                    <a:pt x="575" y="256"/>
                    <a:pt x="575" y="249"/>
                  </a:cubicBezTo>
                  <a:cubicBezTo>
                    <a:pt x="575" y="242"/>
                    <a:pt x="569" y="236"/>
                    <a:pt x="562" y="236"/>
                  </a:cubicBezTo>
                  <a:cubicBezTo>
                    <a:pt x="555" y="236"/>
                    <a:pt x="549" y="242"/>
                    <a:pt x="549" y="249"/>
                  </a:cubicBezTo>
                  <a:cubicBezTo>
                    <a:pt x="549" y="256"/>
                    <a:pt x="555" y="262"/>
                    <a:pt x="562" y="262"/>
                  </a:cubicBezTo>
                  <a:close/>
                  <a:moveTo>
                    <a:pt x="602" y="262"/>
                  </a:moveTo>
                  <a:cubicBezTo>
                    <a:pt x="609" y="262"/>
                    <a:pt x="614" y="256"/>
                    <a:pt x="614" y="249"/>
                  </a:cubicBezTo>
                  <a:cubicBezTo>
                    <a:pt x="614" y="242"/>
                    <a:pt x="609" y="236"/>
                    <a:pt x="602" y="236"/>
                  </a:cubicBezTo>
                  <a:cubicBezTo>
                    <a:pt x="595" y="236"/>
                    <a:pt x="589" y="242"/>
                    <a:pt x="589" y="249"/>
                  </a:cubicBezTo>
                  <a:cubicBezTo>
                    <a:pt x="589" y="256"/>
                    <a:pt x="595" y="262"/>
                    <a:pt x="602" y="262"/>
                  </a:cubicBezTo>
                  <a:close/>
                  <a:moveTo>
                    <a:pt x="720" y="237"/>
                  </a:moveTo>
                  <a:cubicBezTo>
                    <a:pt x="713" y="237"/>
                    <a:pt x="707" y="242"/>
                    <a:pt x="707" y="249"/>
                  </a:cubicBezTo>
                  <a:cubicBezTo>
                    <a:pt x="707" y="256"/>
                    <a:pt x="713" y="262"/>
                    <a:pt x="720" y="262"/>
                  </a:cubicBezTo>
                  <a:cubicBezTo>
                    <a:pt x="727" y="262"/>
                    <a:pt x="733" y="256"/>
                    <a:pt x="733" y="249"/>
                  </a:cubicBezTo>
                  <a:cubicBezTo>
                    <a:pt x="733" y="242"/>
                    <a:pt x="727" y="237"/>
                    <a:pt x="720" y="237"/>
                  </a:cubicBezTo>
                  <a:close/>
                  <a:moveTo>
                    <a:pt x="803" y="249"/>
                  </a:moveTo>
                  <a:cubicBezTo>
                    <a:pt x="803" y="247"/>
                    <a:pt x="801" y="245"/>
                    <a:pt x="799" y="245"/>
                  </a:cubicBezTo>
                  <a:cubicBezTo>
                    <a:pt x="796" y="245"/>
                    <a:pt x="795" y="247"/>
                    <a:pt x="795" y="249"/>
                  </a:cubicBezTo>
                  <a:cubicBezTo>
                    <a:pt x="795" y="251"/>
                    <a:pt x="796" y="253"/>
                    <a:pt x="799" y="253"/>
                  </a:cubicBezTo>
                  <a:cubicBezTo>
                    <a:pt x="801" y="253"/>
                    <a:pt x="803" y="251"/>
                    <a:pt x="803" y="249"/>
                  </a:cubicBezTo>
                  <a:close/>
                  <a:moveTo>
                    <a:pt x="838" y="262"/>
                  </a:moveTo>
                  <a:cubicBezTo>
                    <a:pt x="845" y="262"/>
                    <a:pt x="851" y="256"/>
                    <a:pt x="851" y="249"/>
                  </a:cubicBezTo>
                  <a:cubicBezTo>
                    <a:pt x="851" y="242"/>
                    <a:pt x="845" y="236"/>
                    <a:pt x="838" y="236"/>
                  </a:cubicBezTo>
                  <a:cubicBezTo>
                    <a:pt x="831" y="236"/>
                    <a:pt x="825" y="242"/>
                    <a:pt x="825" y="249"/>
                  </a:cubicBezTo>
                  <a:cubicBezTo>
                    <a:pt x="825" y="256"/>
                    <a:pt x="831" y="262"/>
                    <a:pt x="838" y="262"/>
                  </a:cubicBezTo>
                  <a:close/>
                  <a:moveTo>
                    <a:pt x="878" y="262"/>
                  </a:moveTo>
                  <a:cubicBezTo>
                    <a:pt x="885" y="262"/>
                    <a:pt x="890" y="256"/>
                    <a:pt x="890" y="249"/>
                  </a:cubicBezTo>
                  <a:cubicBezTo>
                    <a:pt x="890" y="242"/>
                    <a:pt x="885" y="236"/>
                    <a:pt x="878" y="236"/>
                  </a:cubicBezTo>
                  <a:cubicBezTo>
                    <a:pt x="870" y="236"/>
                    <a:pt x="865" y="242"/>
                    <a:pt x="865" y="249"/>
                  </a:cubicBezTo>
                  <a:cubicBezTo>
                    <a:pt x="865" y="256"/>
                    <a:pt x="870" y="262"/>
                    <a:pt x="878" y="262"/>
                  </a:cubicBezTo>
                  <a:close/>
                  <a:moveTo>
                    <a:pt x="917" y="262"/>
                  </a:moveTo>
                  <a:cubicBezTo>
                    <a:pt x="924" y="262"/>
                    <a:pt x="930" y="256"/>
                    <a:pt x="930" y="249"/>
                  </a:cubicBezTo>
                  <a:cubicBezTo>
                    <a:pt x="930" y="242"/>
                    <a:pt x="924" y="236"/>
                    <a:pt x="917" y="236"/>
                  </a:cubicBezTo>
                  <a:cubicBezTo>
                    <a:pt x="910" y="236"/>
                    <a:pt x="904" y="242"/>
                    <a:pt x="904" y="249"/>
                  </a:cubicBezTo>
                  <a:cubicBezTo>
                    <a:pt x="904" y="256"/>
                    <a:pt x="910" y="262"/>
                    <a:pt x="917" y="262"/>
                  </a:cubicBezTo>
                  <a:close/>
                  <a:moveTo>
                    <a:pt x="956" y="237"/>
                  </a:moveTo>
                  <a:cubicBezTo>
                    <a:pt x="949" y="237"/>
                    <a:pt x="944" y="242"/>
                    <a:pt x="944" y="249"/>
                  </a:cubicBezTo>
                  <a:cubicBezTo>
                    <a:pt x="944" y="256"/>
                    <a:pt x="949" y="262"/>
                    <a:pt x="956" y="262"/>
                  </a:cubicBezTo>
                  <a:cubicBezTo>
                    <a:pt x="963" y="262"/>
                    <a:pt x="969" y="256"/>
                    <a:pt x="969" y="249"/>
                  </a:cubicBezTo>
                  <a:cubicBezTo>
                    <a:pt x="969" y="242"/>
                    <a:pt x="963" y="237"/>
                    <a:pt x="956" y="237"/>
                  </a:cubicBezTo>
                  <a:close/>
                  <a:moveTo>
                    <a:pt x="1193" y="262"/>
                  </a:moveTo>
                  <a:cubicBezTo>
                    <a:pt x="1200" y="262"/>
                    <a:pt x="1206" y="256"/>
                    <a:pt x="1206" y="249"/>
                  </a:cubicBezTo>
                  <a:cubicBezTo>
                    <a:pt x="1206" y="242"/>
                    <a:pt x="1200" y="236"/>
                    <a:pt x="1193" y="236"/>
                  </a:cubicBezTo>
                  <a:cubicBezTo>
                    <a:pt x="1186" y="236"/>
                    <a:pt x="1180" y="242"/>
                    <a:pt x="1180" y="249"/>
                  </a:cubicBezTo>
                  <a:cubicBezTo>
                    <a:pt x="1180" y="256"/>
                    <a:pt x="1186" y="262"/>
                    <a:pt x="1193" y="262"/>
                  </a:cubicBezTo>
                  <a:close/>
                  <a:moveTo>
                    <a:pt x="1232" y="262"/>
                  </a:moveTo>
                  <a:cubicBezTo>
                    <a:pt x="1239" y="262"/>
                    <a:pt x="1245" y="256"/>
                    <a:pt x="1245" y="249"/>
                  </a:cubicBezTo>
                  <a:cubicBezTo>
                    <a:pt x="1245" y="242"/>
                    <a:pt x="1239" y="236"/>
                    <a:pt x="1232" y="236"/>
                  </a:cubicBezTo>
                  <a:cubicBezTo>
                    <a:pt x="1225" y="236"/>
                    <a:pt x="1220" y="242"/>
                    <a:pt x="1220" y="249"/>
                  </a:cubicBezTo>
                  <a:cubicBezTo>
                    <a:pt x="1220" y="256"/>
                    <a:pt x="1225" y="262"/>
                    <a:pt x="1232" y="262"/>
                  </a:cubicBezTo>
                  <a:close/>
                  <a:moveTo>
                    <a:pt x="1272" y="262"/>
                  </a:moveTo>
                  <a:cubicBezTo>
                    <a:pt x="1279" y="262"/>
                    <a:pt x="1285" y="256"/>
                    <a:pt x="1285" y="249"/>
                  </a:cubicBezTo>
                  <a:cubicBezTo>
                    <a:pt x="1285" y="242"/>
                    <a:pt x="1279" y="236"/>
                    <a:pt x="1272" y="236"/>
                  </a:cubicBezTo>
                  <a:cubicBezTo>
                    <a:pt x="1265" y="236"/>
                    <a:pt x="1259" y="242"/>
                    <a:pt x="1259" y="249"/>
                  </a:cubicBezTo>
                  <a:cubicBezTo>
                    <a:pt x="1259" y="256"/>
                    <a:pt x="1265" y="262"/>
                    <a:pt x="1272" y="262"/>
                  </a:cubicBezTo>
                  <a:close/>
                  <a:moveTo>
                    <a:pt x="1311" y="262"/>
                  </a:moveTo>
                  <a:cubicBezTo>
                    <a:pt x="1318" y="262"/>
                    <a:pt x="1324" y="256"/>
                    <a:pt x="1324" y="249"/>
                  </a:cubicBezTo>
                  <a:cubicBezTo>
                    <a:pt x="1324" y="242"/>
                    <a:pt x="1318" y="236"/>
                    <a:pt x="1311" y="236"/>
                  </a:cubicBezTo>
                  <a:cubicBezTo>
                    <a:pt x="1304" y="236"/>
                    <a:pt x="1298" y="242"/>
                    <a:pt x="1298" y="249"/>
                  </a:cubicBezTo>
                  <a:cubicBezTo>
                    <a:pt x="1298" y="256"/>
                    <a:pt x="1304" y="262"/>
                    <a:pt x="1311" y="262"/>
                  </a:cubicBezTo>
                  <a:close/>
                  <a:moveTo>
                    <a:pt x="1351" y="262"/>
                  </a:moveTo>
                  <a:cubicBezTo>
                    <a:pt x="1358" y="262"/>
                    <a:pt x="1363" y="256"/>
                    <a:pt x="1363" y="249"/>
                  </a:cubicBezTo>
                  <a:cubicBezTo>
                    <a:pt x="1363" y="242"/>
                    <a:pt x="1358" y="236"/>
                    <a:pt x="1351" y="236"/>
                  </a:cubicBezTo>
                  <a:cubicBezTo>
                    <a:pt x="1344" y="236"/>
                    <a:pt x="1338" y="242"/>
                    <a:pt x="1338" y="249"/>
                  </a:cubicBezTo>
                  <a:cubicBezTo>
                    <a:pt x="1338" y="256"/>
                    <a:pt x="1344" y="262"/>
                    <a:pt x="1351" y="262"/>
                  </a:cubicBezTo>
                  <a:close/>
                  <a:moveTo>
                    <a:pt x="1390" y="262"/>
                  </a:moveTo>
                  <a:cubicBezTo>
                    <a:pt x="1397" y="262"/>
                    <a:pt x="1403" y="256"/>
                    <a:pt x="1403" y="249"/>
                  </a:cubicBezTo>
                  <a:cubicBezTo>
                    <a:pt x="1403" y="242"/>
                    <a:pt x="1397" y="236"/>
                    <a:pt x="1390" y="236"/>
                  </a:cubicBezTo>
                  <a:cubicBezTo>
                    <a:pt x="1383" y="236"/>
                    <a:pt x="1377" y="242"/>
                    <a:pt x="1377" y="249"/>
                  </a:cubicBezTo>
                  <a:cubicBezTo>
                    <a:pt x="1377" y="256"/>
                    <a:pt x="1383" y="262"/>
                    <a:pt x="1390" y="262"/>
                  </a:cubicBezTo>
                  <a:close/>
                  <a:moveTo>
                    <a:pt x="1429" y="262"/>
                  </a:moveTo>
                  <a:cubicBezTo>
                    <a:pt x="1437" y="262"/>
                    <a:pt x="1442" y="256"/>
                    <a:pt x="1442" y="249"/>
                  </a:cubicBezTo>
                  <a:cubicBezTo>
                    <a:pt x="1442" y="242"/>
                    <a:pt x="1437" y="236"/>
                    <a:pt x="1429" y="236"/>
                  </a:cubicBezTo>
                  <a:cubicBezTo>
                    <a:pt x="1422" y="236"/>
                    <a:pt x="1417" y="242"/>
                    <a:pt x="1417" y="249"/>
                  </a:cubicBezTo>
                  <a:cubicBezTo>
                    <a:pt x="1417" y="256"/>
                    <a:pt x="1422" y="262"/>
                    <a:pt x="1429" y="262"/>
                  </a:cubicBezTo>
                  <a:close/>
                  <a:moveTo>
                    <a:pt x="1469" y="236"/>
                  </a:moveTo>
                  <a:cubicBezTo>
                    <a:pt x="1462" y="236"/>
                    <a:pt x="1456" y="242"/>
                    <a:pt x="1456" y="249"/>
                  </a:cubicBezTo>
                  <a:cubicBezTo>
                    <a:pt x="1456" y="256"/>
                    <a:pt x="1462" y="262"/>
                    <a:pt x="1469" y="262"/>
                  </a:cubicBezTo>
                  <a:cubicBezTo>
                    <a:pt x="1476" y="262"/>
                    <a:pt x="1482" y="256"/>
                    <a:pt x="1482" y="249"/>
                  </a:cubicBezTo>
                  <a:cubicBezTo>
                    <a:pt x="1482" y="242"/>
                    <a:pt x="1476" y="236"/>
                    <a:pt x="1469" y="236"/>
                  </a:cubicBezTo>
                  <a:close/>
                  <a:moveTo>
                    <a:pt x="1981" y="262"/>
                  </a:moveTo>
                  <a:cubicBezTo>
                    <a:pt x="1988" y="262"/>
                    <a:pt x="1994" y="256"/>
                    <a:pt x="1994" y="249"/>
                  </a:cubicBezTo>
                  <a:cubicBezTo>
                    <a:pt x="1994" y="242"/>
                    <a:pt x="1988" y="237"/>
                    <a:pt x="1981" y="237"/>
                  </a:cubicBezTo>
                  <a:cubicBezTo>
                    <a:pt x="1974" y="237"/>
                    <a:pt x="1969" y="242"/>
                    <a:pt x="1969" y="249"/>
                  </a:cubicBezTo>
                  <a:cubicBezTo>
                    <a:pt x="1969" y="256"/>
                    <a:pt x="1974" y="262"/>
                    <a:pt x="1981" y="262"/>
                  </a:cubicBezTo>
                  <a:close/>
                  <a:moveTo>
                    <a:pt x="2257" y="262"/>
                  </a:moveTo>
                  <a:cubicBezTo>
                    <a:pt x="2264" y="262"/>
                    <a:pt x="2270" y="256"/>
                    <a:pt x="2270" y="249"/>
                  </a:cubicBezTo>
                  <a:cubicBezTo>
                    <a:pt x="2270" y="242"/>
                    <a:pt x="2264" y="236"/>
                    <a:pt x="2257" y="236"/>
                  </a:cubicBezTo>
                  <a:cubicBezTo>
                    <a:pt x="2250" y="236"/>
                    <a:pt x="2245" y="242"/>
                    <a:pt x="2245" y="249"/>
                  </a:cubicBezTo>
                  <a:cubicBezTo>
                    <a:pt x="2245" y="256"/>
                    <a:pt x="2250" y="262"/>
                    <a:pt x="2257" y="262"/>
                  </a:cubicBezTo>
                  <a:close/>
                  <a:moveTo>
                    <a:pt x="2376" y="262"/>
                  </a:moveTo>
                  <a:cubicBezTo>
                    <a:pt x="2383" y="262"/>
                    <a:pt x="2388" y="256"/>
                    <a:pt x="2388" y="249"/>
                  </a:cubicBezTo>
                  <a:cubicBezTo>
                    <a:pt x="2388" y="242"/>
                    <a:pt x="2383" y="236"/>
                    <a:pt x="2376" y="236"/>
                  </a:cubicBezTo>
                  <a:cubicBezTo>
                    <a:pt x="2369" y="236"/>
                    <a:pt x="2363" y="242"/>
                    <a:pt x="2363" y="249"/>
                  </a:cubicBezTo>
                  <a:cubicBezTo>
                    <a:pt x="2363" y="256"/>
                    <a:pt x="2369" y="262"/>
                    <a:pt x="2376" y="262"/>
                  </a:cubicBezTo>
                  <a:close/>
                  <a:moveTo>
                    <a:pt x="2415" y="262"/>
                  </a:moveTo>
                  <a:cubicBezTo>
                    <a:pt x="2422" y="262"/>
                    <a:pt x="2428" y="256"/>
                    <a:pt x="2428" y="249"/>
                  </a:cubicBezTo>
                  <a:cubicBezTo>
                    <a:pt x="2428" y="242"/>
                    <a:pt x="2422" y="236"/>
                    <a:pt x="2415" y="236"/>
                  </a:cubicBezTo>
                  <a:cubicBezTo>
                    <a:pt x="2408" y="236"/>
                    <a:pt x="2402" y="242"/>
                    <a:pt x="2402" y="249"/>
                  </a:cubicBezTo>
                  <a:cubicBezTo>
                    <a:pt x="2402" y="256"/>
                    <a:pt x="2408" y="262"/>
                    <a:pt x="2415" y="262"/>
                  </a:cubicBezTo>
                  <a:close/>
                  <a:moveTo>
                    <a:pt x="2454" y="262"/>
                  </a:moveTo>
                  <a:cubicBezTo>
                    <a:pt x="2462" y="262"/>
                    <a:pt x="2467" y="256"/>
                    <a:pt x="2467" y="249"/>
                  </a:cubicBezTo>
                  <a:cubicBezTo>
                    <a:pt x="2467" y="242"/>
                    <a:pt x="2462" y="236"/>
                    <a:pt x="2454" y="236"/>
                  </a:cubicBezTo>
                  <a:cubicBezTo>
                    <a:pt x="2447" y="236"/>
                    <a:pt x="2442" y="242"/>
                    <a:pt x="2442" y="249"/>
                  </a:cubicBezTo>
                  <a:cubicBezTo>
                    <a:pt x="2442" y="256"/>
                    <a:pt x="2447" y="262"/>
                    <a:pt x="2454" y="262"/>
                  </a:cubicBezTo>
                  <a:close/>
                  <a:moveTo>
                    <a:pt x="2494" y="262"/>
                  </a:moveTo>
                  <a:cubicBezTo>
                    <a:pt x="2501" y="262"/>
                    <a:pt x="2507" y="256"/>
                    <a:pt x="2507" y="249"/>
                  </a:cubicBezTo>
                  <a:cubicBezTo>
                    <a:pt x="2507" y="242"/>
                    <a:pt x="2501" y="236"/>
                    <a:pt x="2494" y="236"/>
                  </a:cubicBezTo>
                  <a:cubicBezTo>
                    <a:pt x="2487" y="236"/>
                    <a:pt x="2481" y="242"/>
                    <a:pt x="2481" y="249"/>
                  </a:cubicBezTo>
                  <a:cubicBezTo>
                    <a:pt x="2481" y="256"/>
                    <a:pt x="2487" y="262"/>
                    <a:pt x="2494" y="262"/>
                  </a:cubicBezTo>
                  <a:close/>
                  <a:moveTo>
                    <a:pt x="2533" y="262"/>
                  </a:moveTo>
                  <a:cubicBezTo>
                    <a:pt x="2540" y="262"/>
                    <a:pt x="2546" y="256"/>
                    <a:pt x="2546" y="249"/>
                  </a:cubicBezTo>
                  <a:cubicBezTo>
                    <a:pt x="2546" y="242"/>
                    <a:pt x="2540" y="236"/>
                    <a:pt x="2533" y="236"/>
                  </a:cubicBezTo>
                  <a:cubicBezTo>
                    <a:pt x="2526" y="236"/>
                    <a:pt x="2521" y="242"/>
                    <a:pt x="2521" y="249"/>
                  </a:cubicBezTo>
                  <a:cubicBezTo>
                    <a:pt x="2521" y="256"/>
                    <a:pt x="2526" y="262"/>
                    <a:pt x="2533" y="262"/>
                  </a:cubicBezTo>
                  <a:close/>
                  <a:moveTo>
                    <a:pt x="2573" y="262"/>
                  </a:moveTo>
                  <a:cubicBezTo>
                    <a:pt x="2580" y="262"/>
                    <a:pt x="2586" y="256"/>
                    <a:pt x="2586" y="249"/>
                  </a:cubicBezTo>
                  <a:cubicBezTo>
                    <a:pt x="2586" y="242"/>
                    <a:pt x="2580" y="236"/>
                    <a:pt x="2573" y="236"/>
                  </a:cubicBezTo>
                  <a:cubicBezTo>
                    <a:pt x="2566" y="236"/>
                    <a:pt x="2560" y="242"/>
                    <a:pt x="2560" y="249"/>
                  </a:cubicBezTo>
                  <a:cubicBezTo>
                    <a:pt x="2560" y="256"/>
                    <a:pt x="2566" y="262"/>
                    <a:pt x="2573" y="262"/>
                  </a:cubicBezTo>
                  <a:close/>
                  <a:moveTo>
                    <a:pt x="2612" y="262"/>
                  </a:moveTo>
                  <a:cubicBezTo>
                    <a:pt x="2619" y="262"/>
                    <a:pt x="2625" y="256"/>
                    <a:pt x="2625" y="249"/>
                  </a:cubicBezTo>
                  <a:cubicBezTo>
                    <a:pt x="2625" y="242"/>
                    <a:pt x="2619" y="236"/>
                    <a:pt x="2612" y="236"/>
                  </a:cubicBezTo>
                  <a:cubicBezTo>
                    <a:pt x="2605" y="236"/>
                    <a:pt x="2599" y="242"/>
                    <a:pt x="2599" y="249"/>
                  </a:cubicBezTo>
                  <a:cubicBezTo>
                    <a:pt x="2599" y="256"/>
                    <a:pt x="2605" y="262"/>
                    <a:pt x="2612" y="262"/>
                  </a:cubicBezTo>
                  <a:close/>
                  <a:moveTo>
                    <a:pt x="2652" y="262"/>
                  </a:moveTo>
                  <a:cubicBezTo>
                    <a:pt x="2659" y="262"/>
                    <a:pt x="2664" y="256"/>
                    <a:pt x="2664" y="249"/>
                  </a:cubicBezTo>
                  <a:cubicBezTo>
                    <a:pt x="2664" y="242"/>
                    <a:pt x="2659" y="236"/>
                    <a:pt x="2652" y="236"/>
                  </a:cubicBezTo>
                  <a:cubicBezTo>
                    <a:pt x="2645" y="236"/>
                    <a:pt x="2639" y="242"/>
                    <a:pt x="2639" y="249"/>
                  </a:cubicBezTo>
                  <a:cubicBezTo>
                    <a:pt x="2639" y="256"/>
                    <a:pt x="2645" y="262"/>
                    <a:pt x="2652" y="262"/>
                  </a:cubicBezTo>
                  <a:close/>
                  <a:moveTo>
                    <a:pt x="2691" y="262"/>
                  </a:moveTo>
                  <a:cubicBezTo>
                    <a:pt x="2698" y="262"/>
                    <a:pt x="2704" y="256"/>
                    <a:pt x="2704" y="249"/>
                  </a:cubicBezTo>
                  <a:cubicBezTo>
                    <a:pt x="2704" y="242"/>
                    <a:pt x="2698" y="236"/>
                    <a:pt x="2691" y="236"/>
                  </a:cubicBezTo>
                  <a:cubicBezTo>
                    <a:pt x="2684" y="236"/>
                    <a:pt x="2678" y="242"/>
                    <a:pt x="2678" y="249"/>
                  </a:cubicBezTo>
                  <a:cubicBezTo>
                    <a:pt x="2678" y="256"/>
                    <a:pt x="2684" y="262"/>
                    <a:pt x="2691" y="262"/>
                  </a:cubicBezTo>
                  <a:close/>
                  <a:moveTo>
                    <a:pt x="2730" y="262"/>
                  </a:moveTo>
                  <a:cubicBezTo>
                    <a:pt x="2738" y="262"/>
                    <a:pt x="2743" y="256"/>
                    <a:pt x="2743" y="249"/>
                  </a:cubicBezTo>
                  <a:cubicBezTo>
                    <a:pt x="2743" y="242"/>
                    <a:pt x="2738" y="236"/>
                    <a:pt x="2730" y="236"/>
                  </a:cubicBezTo>
                  <a:cubicBezTo>
                    <a:pt x="2723" y="236"/>
                    <a:pt x="2718" y="242"/>
                    <a:pt x="2718" y="249"/>
                  </a:cubicBezTo>
                  <a:cubicBezTo>
                    <a:pt x="2718" y="256"/>
                    <a:pt x="2723" y="262"/>
                    <a:pt x="2730" y="262"/>
                  </a:cubicBezTo>
                  <a:close/>
                  <a:moveTo>
                    <a:pt x="2770" y="262"/>
                  </a:moveTo>
                  <a:cubicBezTo>
                    <a:pt x="2777" y="262"/>
                    <a:pt x="2783" y="256"/>
                    <a:pt x="2783" y="249"/>
                  </a:cubicBezTo>
                  <a:cubicBezTo>
                    <a:pt x="2783" y="242"/>
                    <a:pt x="2777" y="236"/>
                    <a:pt x="2770" y="236"/>
                  </a:cubicBezTo>
                  <a:cubicBezTo>
                    <a:pt x="2763" y="236"/>
                    <a:pt x="2757" y="242"/>
                    <a:pt x="2757" y="249"/>
                  </a:cubicBezTo>
                  <a:cubicBezTo>
                    <a:pt x="2757" y="256"/>
                    <a:pt x="2763" y="262"/>
                    <a:pt x="2770" y="262"/>
                  </a:cubicBezTo>
                  <a:close/>
                  <a:moveTo>
                    <a:pt x="2770" y="223"/>
                  </a:moveTo>
                  <a:cubicBezTo>
                    <a:pt x="2777" y="223"/>
                    <a:pt x="2783" y="217"/>
                    <a:pt x="2783" y="210"/>
                  </a:cubicBezTo>
                  <a:cubicBezTo>
                    <a:pt x="2783" y="203"/>
                    <a:pt x="2777" y="197"/>
                    <a:pt x="2770" y="197"/>
                  </a:cubicBezTo>
                  <a:cubicBezTo>
                    <a:pt x="2763" y="197"/>
                    <a:pt x="2757" y="203"/>
                    <a:pt x="2757" y="210"/>
                  </a:cubicBezTo>
                  <a:cubicBezTo>
                    <a:pt x="2757" y="217"/>
                    <a:pt x="2763" y="223"/>
                    <a:pt x="2770" y="223"/>
                  </a:cubicBezTo>
                  <a:close/>
                  <a:moveTo>
                    <a:pt x="2809" y="262"/>
                  </a:moveTo>
                  <a:cubicBezTo>
                    <a:pt x="2816" y="262"/>
                    <a:pt x="2822" y="256"/>
                    <a:pt x="2822" y="249"/>
                  </a:cubicBezTo>
                  <a:cubicBezTo>
                    <a:pt x="2822" y="242"/>
                    <a:pt x="2816" y="236"/>
                    <a:pt x="2809" y="236"/>
                  </a:cubicBezTo>
                  <a:cubicBezTo>
                    <a:pt x="2802" y="236"/>
                    <a:pt x="2797" y="242"/>
                    <a:pt x="2797" y="249"/>
                  </a:cubicBezTo>
                  <a:cubicBezTo>
                    <a:pt x="2797" y="256"/>
                    <a:pt x="2802" y="262"/>
                    <a:pt x="2809" y="262"/>
                  </a:cubicBezTo>
                  <a:close/>
                  <a:moveTo>
                    <a:pt x="2849" y="262"/>
                  </a:moveTo>
                  <a:cubicBezTo>
                    <a:pt x="2856" y="262"/>
                    <a:pt x="2861" y="256"/>
                    <a:pt x="2861" y="249"/>
                  </a:cubicBezTo>
                  <a:cubicBezTo>
                    <a:pt x="2861" y="242"/>
                    <a:pt x="2856" y="236"/>
                    <a:pt x="2849" y="236"/>
                  </a:cubicBezTo>
                  <a:cubicBezTo>
                    <a:pt x="2842" y="236"/>
                    <a:pt x="2836" y="242"/>
                    <a:pt x="2836" y="249"/>
                  </a:cubicBezTo>
                  <a:cubicBezTo>
                    <a:pt x="2836" y="256"/>
                    <a:pt x="2842" y="262"/>
                    <a:pt x="2849" y="262"/>
                  </a:cubicBezTo>
                  <a:close/>
                  <a:moveTo>
                    <a:pt x="2888" y="262"/>
                  </a:moveTo>
                  <a:cubicBezTo>
                    <a:pt x="2895" y="262"/>
                    <a:pt x="2901" y="256"/>
                    <a:pt x="2901" y="249"/>
                  </a:cubicBezTo>
                  <a:cubicBezTo>
                    <a:pt x="2901" y="242"/>
                    <a:pt x="2895" y="236"/>
                    <a:pt x="2888" y="236"/>
                  </a:cubicBezTo>
                  <a:cubicBezTo>
                    <a:pt x="2881" y="236"/>
                    <a:pt x="2875" y="242"/>
                    <a:pt x="2875" y="249"/>
                  </a:cubicBezTo>
                  <a:cubicBezTo>
                    <a:pt x="2875" y="256"/>
                    <a:pt x="2881" y="262"/>
                    <a:pt x="2888" y="262"/>
                  </a:cubicBezTo>
                  <a:close/>
                  <a:moveTo>
                    <a:pt x="2928" y="262"/>
                  </a:moveTo>
                  <a:cubicBezTo>
                    <a:pt x="2935" y="262"/>
                    <a:pt x="2940" y="256"/>
                    <a:pt x="2940" y="249"/>
                  </a:cubicBezTo>
                  <a:cubicBezTo>
                    <a:pt x="2940" y="242"/>
                    <a:pt x="2935" y="236"/>
                    <a:pt x="2928" y="236"/>
                  </a:cubicBezTo>
                  <a:cubicBezTo>
                    <a:pt x="2921" y="236"/>
                    <a:pt x="2915" y="242"/>
                    <a:pt x="2915" y="249"/>
                  </a:cubicBezTo>
                  <a:cubicBezTo>
                    <a:pt x="2915" y="256"/>
                    <a:pt x="2921" y="262"/>
                    <a:pt x="2928" y="262"/>
                  </a:cubicBezTo>
                  <a:close/>
                  <a:moveTo>
                    <a:pt x="2967" y="262"/>
                  </a:moveTo>
                  <a:cubicBezTo>
                    <a:pt x="2974" y="262"/>
                    <a:pt x="2980" y="256"/>
                    <a:pt x="2980" y="249"/>
                  </a:cubicBezTo>
                  <a:cubicBezTo>
                    <a:pt x="2980" y="242"/>
                    <a:pt x="2974" y="236"/>
                    <a:pt x="2967" y="236"/>
                  </a:cubicBezTo>
                  <a:cubicBezTo>
                    <a:pt x="2960" y="236"/>
                    <a:pt x="2954" y="242"/>
                    <a:pt x="2954" y="249"/>
                  </a:cubicBezTo>
                  <a:cubicBezTo>
                    <a:pt x="2954" y="256"/>
                    <a:pt x="2960" y="262"/>
                    <a:pt x="2967" y="262"/>
                  </a:cubicBezTo>
                  <a:close/>
                  <a:moveTo>
                    <a:pt x="3006" y="262"/>
                  </a:moveTo>
                  <a:cubicBezTo>
                    <a:pt x="3013" y="262"/>
                    <a:pt x="3019" y="256"/>
                    <a:pt x="3019" y="249"/>
                  </a:cubicBezTo>
                  <a:cubicBezTo>
                    <a:pt x="3019" y="242"/>
                    <a:pt x="3013" y="236"/>
                    <a:pt x="3006" y="236"/>
                  </a:cubicBezTo>
                  <a:cubicBezTo>
                    <a:pt x="2999" y="236"/>
                    <a:pt x="2994" y="242"/>
                    <a:pt x="2994" y="249"/>
                  </a:cubicBezTo>
                  <a:cubicBezTo>
                    <a:pt x="2994" y="256"/>
                    <a:pt x="2999" y="262"/>
                    <a:pt x="3006" y="262"/>
                  </a:cubicBezTo>
                  <a:close/>
                  <a:moveTo>
                    <a:pt x="3046" y="262"/>
                  </a:moveTo>
                  <a:cubicBezTo>
                    <a:pt x="3053" y="262"/>
                    <a:pt x="3059" y="256"/>
                    <a:pt x="3059" y="249"/>
                  </a:cubicBezTo>
                  <a:cubicBezTo>
                    <a:pt x="3059" y="242"/>
                    <a:pt x="3053" y="237"/>
                    <a:pt x="3046" y="237"/>
                  </a:cubicBezTo>
                  <a:cubicBezTo>
                    <a:pt x="3039" y="237"/>
                    <a:pt x="3033" y="242"/>
                    <a:pt x="3033" y="249"/>
                  </a:cubicBezTo>
                  <a:cubicBezTo>
                    <a:pt x="3033" y="256"/>
                    <a:pt x="3039" y="262"/>
                    <a:pt x="3046" y="262"/>
                  </a:cubicBezTo>
                  <a:close/>
                  <a:moveTo>
                    <a:pt x="3085" y="262"/>
                  </a:moveTo>
                  <a:cubicBezTo>
                    <a:pt x="3092" y="262"/>
                    <a:pt x="3098" y="256"/>
                    <a:pt x="3098" y="249"/>
                  </a:cubicBezTo>
                  <a:cubicBezTo>
                    <a:pt x="3098" y="242"/>
                    <a:pt x="3092" y="236"/>
                    <a:pt x="3085" y="236"/>
                  </a:cubicBezTo>
                  <a:cubicBezTo>
                    <a:pt x="3078" y="236"/>
                    <a:pt x="3073" y="242"/>
                    <a:pt x="3073" y="249"/>
                  </a:cubicBezTo>
                  <a:cubicBezTo>
                    <a:pt x="3073" y="256"/>
                    <a:pt x="3078" y="262"/>
                    <a:pt x="3085" y="262"/>
                  </a:cubicBezTo>
                  <a:close/>
                  <a:moveTo>
                    <a:pt x="3125" y="262"/>
                  </a:moveTo>
                  <a:cubicBezTo>
                    <a:pt x="3132" y="262"/>
                    <a:pt x="3137" y="256"/>
                    <a:pt x="3137" y="249"/>
                  </a:cubicBezTo>
                  <a:cubicBezTo>
                    <a:pt x="3137" y="242"/>
                    <a:pt x="3132" y="236"/>
                    <a:pt x="3125" y="236"/>
                  </a:cubicBezTo>
                  <a:cubicBezTo>
                    <a:pt x="3118" y="236"/>
                    <a:pt x="3112" y="242"/>
                    <a:pt x="3112" y="249"/>
                  </a:cubicBezTo>
                  <a:cubicBezTo>
                    <a:pt x="3112" y="256"/>
                    <a:pt x="3118" y="262"/>
                    <a:pt x="3125" y="262"/>
                  </a:cubicBezTo>
                  <a:close/>
                  <a:moveTo>
                    <a:pt x="3164" y="262"/>
                  </a:moveTo>
                  <a:cubicBezTo>
                    <a:pt x="3171" y="262"/>
                    <a:pt x="3177" y="256"/>
                    <a:pt x="3177" y="249"/>
                  </a:cubicBezTo>
                  <a:cubicBezTo>
                    <a:pt x="3177" y="242"/>
                    <a:pt x="3171" y="236"/>
                    <a:pt x="3164" y="236"/>
                  </a:cubicBezTo>
                  <a:cubicBezTo>
                    <a:pt x="3157" y="236"/>
                    <a:pt x="3151" y="242"/>
                    <a:pt x="3151" y="249"/>
                  </a:cubicBezTo>
                  <a:cubicBezTo>
                    <a:pt x="3151" y="256"/>
                    <a:pt x="3157" y="262"/>
                    <a:pt x="3164" y="262"/>
                  </a:cubicBezTo>
                  <a:close/>
                  <a:moveTo>
                    <a:pt x="3204" y="262"/>
                  </a:moveTo>
                  <a:cubicBezTo>
                    <a:pt x="3211" y="262"/>
                    <a:pt x="3216" y="256"/>
                    <a:pt x="3216" y="249"/>
                  </a:cubicBezTo>
                  <a:cubicBezTo>
                    <a:pt x="3216" y="242"/>
                    <a:pt x="3211" y="236"/>
                    <a:pt x="3204" y="236"/>
                  </a:cubicBezTo>
                  <a:cubicBezTo>
                    <a:pt x="3197" y="236"/>
                    <a:pt x="3191" y="242"/>
                    <a:pt x="3191" y="249"/>
                  </a:cubicBezTo>
                  <a:cubicBezTo>
                    <a:pt x="3191" y="256"/>
                    <a:pt x="3197" y="262"/>
                    <a:pt x="3204" y="262"/>
                  </a:cubicBezTo>
                  <a:close/>
                  <a:moveTo>
                    <a:pt x="3282" y="262"/>
                  </a:moveTo>
                  <a:cubicBezTo>
                    <a:pt x="3289" y="262"/>
                    <a:pt x="3295" y="256"/>
                    <a:pt x="3295" y="249"/>
                  </a:cubicBezTo>
                  <a:cubicBezTo>
                    <a:pt x="3295" y="242"/>
                    <a:pt x="3289" y="236"/>
                    <a:pt x="3282" y="236"/>
                  </a:cubicBezTo>
                  <a:cubicBezTo>
                    <a:pt x="3275" y="236"/>
                    <a:pt x="3270" y="242"/>
                    <a:pt x="3270" y="249"/>
                  </a:cubicBezTo>
                  <a:cubicBezTo>
                    <a:pt x="3270" y="256"/>
                    <a:pt x="3275" y="262"/>
                    <a:pt x="3282" y="262"/>
                  </a:cubicBezTo>
                  <a:close/>
                  <a:moveTo>
                    <a:pt x="3519" y="262"/>
                  </a:moveTo>
                  <a:cubicBezTo>
                    <a:pt x="3526" y="262"/>
                    <a:pt x="3532" y="256"/>
                    <a:pt x="3532" y="249"/>
                  </a:cubicBezTo>
                  <a:cubicBezTo>
                    <a:pt x="3532" y="242"/>
                    <a:pt x="3526" y="236"/>
                    <a:pt x="3519" y="236"/>
                  </a:cubicBezTo>
                  <a:cubicBezTo>
                    <a:pt x="3512" y="236"/>
                    <a:pt x="3506" y="242"/>
                    <a:pt x="3506" y="249"/>
                  </a:cubicBezTo>
                  <a:cubicBezTo>
                    <a:pt x="3506" y="256"/>
                    <a:pt x="3512" y="262"/>
                    <a:pt x="3519" y="262"/>
                  </a:cubicBezTo>
                  <a:close/>
                  <a:moveTo>
                    <a:pt x="10" y="278"/>
                  </a:moveTo>
                  <a:cubicBezTo>
                    <a:pt x="4" y="278"/>
                    <a:pt x="0" y="283"/>
                    <a:pt x="0" y="289"/>
                  </a:cubicBezTo>
                  <a:cubicBezTo>
                    <a:pt x="0" y="295"/>
                    <a:pt x="4" y="299"/>
                    <a:pt x="10" y="299"/>
                  </a:cubicBezTo>
                  <a:cubicBezTo>
                    <a:pt x="16" y="299"/>
                    <a:pt x="21" y="295"/>
                    <a:pt x="21" y="289"/>
                  </a:cubicBezTo>
                  <a:cubicBezTo>
                    <a:pt x="21" y="283"/>
                    <a:pt x="16" y="278"/>
                    <a:pt x="10" y="278"/>
                  </a:cubicBezTo>
                  <a:close/>
                  <a:moveTo>
                    <a:pt x="50" y="301"/>
                  </a:moveTo>
                  <a:cubicBezTo>
                    <a:pt x="57" y="301"/>
                    <a:pt x="62" y="296"/>
                    <a:pt x="62" y="289"/>
                  </a:cubicBezTo>
                  <a:cubicBezTo>
                    <a:pt x="62" y="282"/>
                    <a:pt x="57" y="276"/>
                    <a:pt x="50" y="276"/>
                  </a:cubicBezTo>
                  <a:cubicBezTo>
                    <a:pt x="43" y="276"/>
                    <a:pt x="37" y="282"/>
                    <a:pt x="37" y="289"/>
                  </a:cubicBezTo>
                  <a:cubicBezTo>
                    <a:pt x="37" y="296"/>
                    <a:pt x="43" y="301"/>
                    <a:pt x="50" y="301"/>
                  </a:cubicBezTo>
                  <a:close/>
                  <a:moveTo>
                    <a:pt x="89" y="301"/>
                  </a:moveTo>
                  <a:cubicBezTo>
                    <a:pt x="96" y="301"/>
                    <a:pt x="102" y="296"/>
                    <a:pt x="102" y="289"/>
                  </a:cubicBezTo>
                  <a:cubicBezTo>
                    <a:pt x="102" y="282"/>
                    <a:pt x="96" y="276"/>
                    <a:pt x="89" y="276"/>
                  </a:cubicBezTo>
                  <a:cubicBezTo>
                    <a:pt x="82" y="276"/>
                    <a:pt x="76" y="282"/>
                    <a:pt x="76" y="289"/>
                  </a:cubicBezTo>
                  <a:cubicBezTo>
                    <a:pt x="76" y="296"/>
                    <a:pt x="82" y="301"/>
                    <a:pt x="89" y="301"/>
                  </a:cubicBezTo>
                  <a:close/>
                  <a:moveTo>
                    <a:pt x="128" y="301"/>
                  </a:moveTo>
                  <a:cubicBezTo>
                    <a:pt x="136" y="301"/>
                    <a:pt x="141" y="296"/>
                    <a:pt x="141" y="289"/>
                  </a:cubicBezTo>
                  <a:cubicBezTo>
                    <a:pt x="141" y="282"/>
                    <a:pt x="136" y="276"/>
                    <a:pt x="128" y="276"/>
                  </a:cubicBezTo>
                  <a:cubicBezTo>
                    <a:pt x="121" y="276"/>
                    <a:pt x="116" y="282"/>
                    <a:pt x="116" y="289"/>
                  </a:cubicBezTo>
                  <a:cubicBezTo>
                    <a:pt x="116" y="296"/>
                    <a:pt x="121" y="301"/>
                    <a:pt x="128" y="301"/>
                  </a:cubicBezTo>
                  <a:close/>
                  <a:moveTo>
                    <a:pt x="168" y="301"/>
                  </a:moveTo>
                  <a:cubicBezTo>
                    <a:pt x="175" y="301"/>
                    <a:pt x="181" y="296"/>
                    <a:pt x="181" y="289"/>
                  </a:cubicBezTo>
                  <a:cubicBezTo>
                    <a:pt x="181" y="282"/>
                    <a:pt x="175" y="276"/>
                    <a:pt x="168" y="276"/>
                  </a:cubicBezTo>
                  <a:cubicBezTo>
                    <a:pt x="161" y="276"/>
                    <a:pt x="155" y="282"/>
                    <a:pt x="155" y="289"/>
                  </a:cubicBezTo>
                  <a:cubicBezTo>
                    <a:pt x="155" y="296"/>
                    <a:pt x="161" y="301"/>
                    <a:pt x="168" y="301"/>
                  </a:cubicBezTo>
                  <a:close/>
                  <a:moveTo>
                    <a:pt x="207" y="301"/>
                  </a:moveTo>
                  <a:cubicBezTo>
                    <a:pt x="214" y="301"/>
                    <a:pt x="220" y="296"/>
                    <a:pt x="220" y="289"/>
                  </a:cubicBezTo>
                  <a:cubicBezTo>
                    <a:pt x="220" y="282"/>
                    <a:pt x="214" y="276"/>
                    <a:pt x="207" y="276"/>
                  </a:cubicBezTo>
                  <a:cubicBezTo>
                    <a:pt x="200" y="276"/>
                    <a:pt x="195" y="282"/>
                    <a:pt x="195" y="289"/>
                  </a:cubicBezTo>
                  <a:cubicBezTo>
                    <a:pt x="195" y="296"/>
                    <a:pt x="200" y="301"/>
                    <a:pt x="207" y="301"/>
                  </a:cubicBezTo>
                  <a:close/>
                  <a:moveTo>
                    <a:pt x="247" y="301"/>
                  </a:moveTo>
                  <a:cubicBezTo>
                    <a:pt x="254" y="301"/>
                    <a:pt x="259" y="296"/>
                    <a:pt x="259" y="289"/>
                  </a:cubicBezTo>
                  <a:cubicBezTo>
                    <a:pt x="259" y="282"/>
                    <a:pt x="254" y="276"/>
                    <a:pt x="247" y="276"/>
                  </a:cubicBezTo>
                  <a:cubicBezTo>
                    <a:pt x="240" y="276"/>
                    <a:pt x="234" y="282"/>
                    <a:pt x="234" y="289"/>
                  </a:cubicBezTo>
                  <a:cubicBezTo>
                    <a:pt x="234" y="296"/>
                    <a:pt x="240" y="301"/>
                    <a:pt x="247" y="301"/>
                  </a:cubicBezTo>
                  <a:close/>
                  <a:moveTo>
                    <a:pt x="286" y="301"/>
                  </a:moveTo>
                  <a:cubicBezTo>
                    <a:pt x="293" y="301"/>
                    <a:pt x="299" y="296"/>
                    <a:pt x="299" y="289"/>
                  </a:cubicBezTo>
                  <a:cubicBezTo>
                    <a:pt x="299" y="282"/>
                    <a:pt x="293" y="276"/>
                    <a:pt x="286" y="276"/>
                  </a:cubicBezTo>
                  <a:cubicBezTo>
                    <a:pt x="279" y="276"/>
                    <a:pt x="273" y="282"/>
                    <a:pt x="273" y="289"/>
                  </a:cubicBezTo>
                  <a:cubicBezTo>
                    <a:pt x="273" y="296"/>
                    <a:pt x="279" y="301"/>
                    <a:pt x="286" y="301"/>
                  </a:cubicBezTo>
                  <a:close/>
                  <a:moveTo>
                    <a:pt x="326" y="301"/>
                  </a:moveTo>
                  <a:cubicBezTo>
                    <a:pt x="333" y="301"/>
                    <a:pt x="338" y="296"/>
                    <a:pt x="338" y="289"/>
                  </a:cubicBezTo>
                  <a:cubicBezTo>
                    <a:pt x="338" y="282"/>
                    <a:pt x="333" y="276"/>
                    <a:pt x="326" y="276"/>
                  </a:cubicBezTo>
                  <a:cubicBezTo>
                    <a:pt x="319" y="276"/>
                    <a:pt x="313" y="282"/>
                    <a:pt x="313" y="289"/>
                  </a:cubicBezTo>
                  <a:cubicBezTo>
                    <a:pt x="313" y="296"/>
                    <a:pt x="319" y="301"/>
                    <a:pt x="326" y="301"/>
                  </a:cubicBezTo>
                  <a:close/>
                  <a:moveTo>
                    <a:pt x="365" y="301"/>
                  </a:moveTo>
                  <a:cubicBezTo>
                    <a:pt x="372" y="301"/>
                    <a:pt x="378" y="296"/>
                    <a:pt x="378" y="289"/>
                  </a:cubicBezTo>
                  <a:cubicBezTo>
                    <a:pt x="378" y="282"/>
                    <a:pt x="372" y="276"/>
                    <a:pt x="365" y="276"/>
                  </a:cubicBezTo>
                  <a:cubicBezTo>
                    <a:pt x="358" y="276"/>
                    <a:pt x="352" y="282"/>
                    <a:pt x="352" y="289"/>
                  </a:cubicBezTo>
                  <a:cubicBezTo>
                    <a:pt x="352" y="296"/>
                    <a:pt x="358" y="301"/>
                    <a:pt x="365" y="301"/>
                  </a:cubicBezTo>
                  <a:close/>
                  <a:moveTo>
                    <a:pt x="404" y="301"/>
                  </a:moveTo>
                  <a:cubicBezTo>
                    <a:pt x="411" y="301"/>
                    <a:pt x="417" y="296"/>
                    <a:pt x="417" y="289"/>
                  </a:cubicBezTo>
                  <a:cubicBezTo>
                    <a:pt x="417" y="282"/>
                    <a:pt x="411" y="276"/>
                    <a:pt x="404" y="276"/>
                  </a:cubicBezTo>
                  <a:cubicBezTo>
                    <a:pt x="397" y="276"/>
                    <a:pt x="392" y="282"/>
                    <a:pt x="392" y="289"/>
                  </a:cubicBezTo>
                  <a:cubicBezTo>
                    <a:pt x="392" y="296"/>
                    <a:pt x="397" y="301"/>
                    <a:pt x="404" y="301"/>
                  </a:cubicBezTo>
                  <a:close/>
                  <a:moveTo>
                    <a:pt x="444" y="301"/>
                  </a:moveTo>
                  <a:cubicBezTo>
                    <a:pt x="451" y="301"/>
                    <a:pt x="457" y="296"/>
                    <a:pt x="457" y="289"/>
                  </a:cubicBezTo>
                  <a:cubicBezTo>
                    <a:pt x="457" y="282"/>
                    <a:pt x="451" y="276"/>
                    <a:pt x="444" y="276"/>
                  </a:cubicBezTo>
                  <a:cubicBezTo>
                    <a:pt x="437" y="276"/>
                    <a:pt x="431" y="282"/>
                    <a:pt x="431" y="289"/>
                  </a:cubicBezTo>
                  <a:cubicBezTo>
                    <a:pt x="431" y="296"/>
                    <a:pt x="437" y="301"/>
                    <a:pt x="444" y="301"/>
                  </a:cubicBezTo>
                  <a:close/>
                  <a:moveTo>
                    <a:pt x="483" y="301"/>
                  </a:moveTo>
                  <a:cubicBezTo>
                    <a:pt x="490" y="301"/>
                    <a:pt x="496" y="296"/>
                    <a:pt x="496" y="289"/>
                  </a:cubicBezTo>
                  <a:cubicBezTo>
                    <a:pt x="496" y="282"/>
                    <a:pt x="490" y="276"/>
                    <a:pt x="483" y="276"/>
                  </a:cubicBezTo>
                  <a:cubicBezTo>
                    <a:pt x="476" y="276"/>
                    <a:pt x="471" y="282"/>
                    <a:pt x="471" y="289"/>
                  </a:cubicBezTo>
                  <a:cubicBezTo>
                    <a:pt x="471" y="296"/>
                    <a:pt x="476" y="301"/>
                    <a:pt x="483" y="301"/>
                  </a:cubicBezTo>
                  <a:close/>
                  <a:moveTo>
                    <a:pt x="523" y="301"/>
                  </a:moveTo>
                  <a:cubicBezTo>
                    <a:pt x="530" y="301"/>
                    <a:pt x="535" y="296"/>
                    <a:pt x="535" y="289"/>
                  </a:cubicBezTo>
                  <a:cubicBezTo>
                    <a:pt x="535" y="282"/>
                    <a:pt x="530" y="276"/>
                    <a:pt x="523" y="276"/>
                  </a:cubicBezTo>
                  <a:cubicBezTo>
                    <a:pt x="516" y="276"/>
                    <a:pt x="510" y="282"/>
                    <a:pt x="510" y="289"/>
                  </a:cubicBezTo>
                  <a:cubicBezTo>
                    <a:pt x="510" y="296"/>
                    <a:pt x="516" y="301"/>
                    <a:pt x="523" y="301"/>
                  </a:cubicBezTo>
                  <a:close/>
                  <a:moveTo>
                    <a:pt x="562" y="301"/>
                  </a:moveTo>
                  <a:cubicBezTo>
                    <a:pt x="569" y="301"/>
                    <a:pt x="575" y="296"/>
                    <a:pt x="575" y="289"/>
                  </a:cubicBezTo>
                  <a:cubicBezTo>
                    <a:pt x="575" y="282"/>
                    <a:pt x="569" y="276"/>
                    <a:pt x="562" y="276"/>
                  </a:cubicBezTo>
                  <a:cubicBezTo>
                    <a:pt x="555" y="276"/>
                    <a:pt x="549" y="282"/>
                    <a:pt x="549" y="289"/>
                  </a:cubicBezTo>
                  <a:cubicBezTo>
                    <a:pt x="549" y="296"/>
                    <a:pt x="555" y="301"/>
                    <a:pt x="562" y="301"/>
                  </a:cubicBezTo>
                  <a:close/>
                  <a:moveTo>
                    <a:pt x="641" y="301"/>
                  </a:moveTo>
                  <a:cubicBezTo>
                    <a:pt x="648" y="301"/>
                    <a:pt x="654" y="296"/>
                    <a:pt x="654" y="289"/>
                  </a:cubicBezTo>
                  <a:cubicBezTo>
                    <a:pt x="654" y="282"/>
                    <a:pt x="648" y="276"/>
                    <a:pt x="641" y="276"/>
                  </a:cubicBezTo>
                  <a:cubicBezTo>
                    <a:pt x="634" y="276"/>
                    <a:pt x="628" y="282"/>
                    <a:pt x="628" y="289"/>
                  </a:cubicBezTo>
                  <a:cubicBezTo>
                    <a:pt x="628" y="296"/>
                    <a:pt x="634" y="301"/>
                    <a:pt x="641" y="301"/>
                  </a:cubicBezTo>
                  <a:close/>
                  <a:moveTo>
                    <a:pt x="720" y="301"/>
                  </a:moveTo>
                  <a:cubicBezTo>
                    <a:pt x="727" y="301"/>
                    <a:pt x="733" y="296"/>
                    <a:pt x="733" y="289"/>
                  </a:cubicBezTo>
                  <a:cubicBezTo>
                    <a:pt x="733" y="282"/>
                    <a:pt x="727" y="276"/>
                    <a:pt x="720" y="276"/>
                  </a:cubicBezTo>
                  <a:cubicBezTo>
                    <a:pt x="713" y="276"/>
                    <a:pt x="707" y="282"/>
                    <a:pt x="707" y="289"/>
                  </a:cubicBezTo>
                  <a:cubicBezTo>
                    <a:pt x="707" y="296"/>
                    <a:pt x="713" y="301"/>
                    <a:pt x="720" y="301"/>
                  </a:cubicBezTo>
                  <a:close/>
                  <a:moveTo>
                    <a:pt x="759" y="301"/>
                  </a:moveTo>
                  <a:cubicBezTo>
                    <a:pt x="766" y="301"/>
                    <a:pt x="772" y="296"/>
                    <a:pt x="772" y="289"/>
                  </a:cubicBezTo>
                  <a:cubicBezTo>
                    <a:pt x="772" y="282"/>
                    <a:pt x="766" y="276"/>
                    <a:pt x="759" y="276"/>
                  </a:cubicBezTo>
                  <a:cubicBezTo>
                    <a:pt x="752" y="276"/>
                    <a:pt x="747" y="282"/>
                    <a:pt x="747" y="289"/>
                  </a:cubicBezTo>
                  <a:cubicBezTo>
                    <a:pt x="747" y="296"/>
                    <a:pt x="752" y="301"/>
                    <a:pt x="759" y="301"/>
                  </a:cubicBezTo>
                  <a:close/>
                  <a:moveTo>
                    <a:pt x="786" y="289"/>
                  </a:moveTo>
                  <a:cubicBezTo>
                    <a:pt x="786" y="296"/>
                    <a:pt x="792" y="301"/>
                    <a:pt x="799" y="301"/>
                  </a:cubicBezTo>
                  <a:cubicBezTo>
                    <a:pt x="806" y="301"/>
                    <a:pt x="811" y="296"/>
                    <a:pt x="811" y="289"/>
                  </a:cubicBezTo>
                  <a:cubicBezTo>
                    <a:pt x="811" y="282"/>
                    <a:pt x="806" y="276"/>
                    <a:pt x="799" y="276"/>
                  </a:cubicBezTo>
                  <a:cubicBezTo>
                    <a:pt x="792" y="276"/>
                    <a:pt x="786" y="282"/>
                    <a:pt x="786" y="289"/>
                  </a:cubicBezTo>
                  <a:close/>
                  <a:moveTo>
                    <a:pt x="838" y="301"/>
                  </a:moveTo>
                  <a:cubicBezTo>
                    <a:pt x="845" y="301"/>
                    <a:pt x="851" y="296"/>
                    <a:pt x="851" y="289"/>
                  </a:cubicBezTo>
                  <a:cubicBezTo>
                    <a:pt x="851" y="282"/>
                    <a:pt x="845" y="276"/>
                    <a:pt x="838" y="276"/>
                  </a:cubicBezTo>
                  <a:cubicBezTo>
                    <a:pt x="831" y="276"/>
                    <a:pt x="825" y="282"/>
                    <a:pt x="825" y="289"/>
                  </a:cubicBezTo>
                  <a:cubicBezTo>
                    <a:pt x="825" y="296"/>
                    <a:pt x="831" y="301"/>
                    <a:pt x="838" y="301"/>
                  </a:cubicBezTo>
                  <a:close/>
                  <a:moveTo>
                    <a:pt x="956" y="301"/>
                  </a:moveTo>
                  <a:cubicBezTo>
                    <a:pt x="963" y="301"/>
                    <a:pt x="969" y="296"/>
                    <a:pt x="969" y="289"/>
                  </a:cubicBezTo>
                  <a:cubicBezTo>
                    <a:pt x="969" y="282"/>
                    <a:pt x="963" y="276"/>
                    <a:pt x="956" y="276"/>
                  </a:cubicBezTo>
                  <a:cubicBezTo>
                    <a:pt x="949" y="276"/>
                    <a:pt x="944" y="282"/>
                    <a:pt x="944" y="289"/>
                  </a:cubicBezTo>
                  <a:cubicBezTo>
                    <a:pt x="944" y="296"/>
                    <a:pt x="949" y="301"/>
                    <a:pt x="956" y="301"/>
                  </a:cubicBezTo>
                  <a:close/>
                  <a:moveTo>
                    <a:pt x="996" y="301"/>
                  </a:moveTo>
                  <a:cubicBezTo>
                    <a:pt x="1003" y="301"/>
                    <a:pt x="1009" y="296"/>
                    <a:pt x="1009" y="289"/>
                  </a:cubicBezTo>
                  <a:cubicBezTo>
                    <a:pt x="1009" y="282"/>
                    <a:pt x="1003" y="276"/>
                    <a:pt x="996" y="276"/>
                  </a:cubicBezTo>
                  <a:cubicBezTo>
                    <a:pt x="989" y="276"/>
                    <a:pt x="983" y="282"/>
                    <a:pt x="983" y="289"/>
                  </a:cubicBezTo>
                  <a:cubicBezTo>
                    <a:pt x="983" y="296"/>
                    <a:pt x="989" y="301"/>
                    <a:pt x="996" y="301"/>
                  </a:cubicBezTo>
                  <a:close/>
                  <a:moveTo>
                    <a:pt x="1193" y="301"/>
                  </a:moveTo>
                  <a:cubicBezTo>
                    <a:pt x="1200" y="301"/>
                    <a:pt x="1206" y="296"/>
                    <a:pt x="1206" y="289"/>
                  </a:cubicBezTo>
                  <a:cubicBezTo>
                    <a:pt x="1206" y="282"/>
                    <a:pt x="1200" y="276"/>
                    <a:pt x="1193" y="276"/>
                  </a:cubicBezTo>
                  <a:cubicBezTo>
                    <a:pt x="1186" y="276"/>
                    <a:pt x="1180" y="282"/>
                    <a:pt x="1180" y="289"/>
                  </a:cubicBezTo>
                  <a:cubicBezTo>
                    <a:pt x="1180" y="296"/>
                    <a:pt x="1186" y="301"/>
                    <a:pt x="1193" y="301"/>
                  </a:cubicBezTo>
                  <a:close/>
                  <a:moveTo>
                    <a:pt x="1232" y="301"/>
                  </a:moveTo>
                  <a:cubicBezTo>
                    <a:pt x="1239" y="301"/>
                    <a:pt x="1245" y="296"/>
                    <a:pt x="1245" y="289"/>
                  </a:cubicBezTo>
                  <a:cubicBezTo>
                    <a:pt x="1245" y="282"/>
                    <a:pt x="1239" y="276"/>
                    <a:pt x="1232" y="276"/>
                  </a:cubicBezTo>
                  <a:cubicBezTo>
                    <a:pt x="1225" y="276"/>
                    <a:pt x="1220" y="282"/>
                    <a:pt x="1220" y="289"/>
                  </a:cubicBezTo>
                  <a:cubicBezTo>
                    <a:pt x="1220" y="296"/>
                    <a:pt x="1225" y="301"/>
                    <a:pt x="1232" y="301"/>
                  </a:cubicBezTo>
                  <a:close/>
                  <a:moveTo>
                    <a:pt x="1272" y="301"/>
                  </a:moveTo>
                  <a:cubicBezTo>
                    <a:pt x="1279" y="301"/>
                    <a:pt x="1285" y="296"/>
                    <a:pt x="1285" y="289"/>
                  </a:cubicBezTo>
                  <a:cubicBezTo>
                    <a:pt x="1285" y="282"/>
                    <a:pt x="1279" y="276"/>
                    <a:pt x="1272" y="276"/>
                  </a:cubicBezTo>
                  <a:cubicBezTo>
                    <a:pt x="1265" y="276"/>
                    <a:pt x="1259" y="282"/>
                    <a:pt x="1259" y="289"/>
                  </a:cubicBezTo>
                  <a:cubicBezTo>
                    <a:pt x="1259" y="296"/>
                    <a:pt x="1265" y="301"/>
                    <a:pt x="1272" y="301"/>
                  </a:cubicBezTo>
                  <a:close/>
                  <a:moveTo>
                    <a:pt x="1311" y="301"/>
                  </a:moveTo>
                  <a:cubicBezTo>
                    <a:pt x="1318" y="301"/>
                    <a:pt x="1324" y="296"/>
                    <a:pt x="1324" y="289"/>
                  </a:cubicBezTo>
                  <a:cubicBezTo>
                    <a:pt x="1324" y="282"/>
                    <a:pt x="1318" y="276"/>
                    <a:pt x="1311" y="276"/>
                  </a:cubicBezTo>
                  <a:cubicBezTo>
                    <a:pt x="1304" y="276"/>
                    <a:pt x="1298" y="282"/>
                    <a:pt x="1298" y="289"/>
                  </a:cubicBezTo>
                  <a:cubicBezTo>
                    <a:pt x="1298" y="296"/>
                    <a:pt x="1304" y="301"/>
                    <a:pt x="1311" y="301"/>
                  </a:cubicBezTo>
                  <a:close/>
                  <a:moveTo>
                    <a:pt x="1351" y="276"/>
                  </a:moveTo>
                  <a:cubicBezTo>
                    <a:pt x="1344" y="276"/>
                    <a:pt x="1338" y="282"/>
                    <a:pt x="1338" y="289"/>
                  </a:cubicBezTo>
                  <a:cubicBezTo>
                    <a:pt x="1338" y="296"/>
                    <a:pt x="1344" y="301"/>
                    <a:pt x="1351" y="301"/>
                  </a:cubicBezTo>
                  <a:cubicBezTo>
                    <a:pt x="1358" y="301"/>
                    <a:pt x="1363" y="296"/>
                    <a:pt x="1363" y="289"/>
                  </a:cubicBezTo>
                  <a:cubicBezTo>
                    <a:pt x="1363" y="282"/>
                    <a:pt x="1358" y="276"/>
                    <a:pt x="1351" y="276"/>
                  </a:cubicBezTo>
                  <a:close/>
                  <a:moveTo>
                    <a:pt x="1390" y="276"/>
                  </a:moveTo>
                  <a:cubicBezTo>
                    <a:pt x="1383" y="276"/>
                    <a:pt x="1377" y="282"/>
                    <a:pt x="1377" y="289"/>
                  </a:cubicBezTo>
                  <a:cubicBezTo>
                    <a:pt x="1377" y="296"/>
                    <a:pt x="1383" y="301"/>
                    <a:pt x="1390" y="301"/>
                  </a:cubicBezTo>
                  <a:cubicBezTo>
                    <a:pt x="1397" y="301"/>
                    <a:pt x="1403" y="296"/>
                    <a:pt x="1403" y="289"/>
                  </a:cubicBezTo>
                  <a:cubicBezTo>
                    <a:pt x="1403" y="282"/>
                    <a:pt x="1397" y="276"/>
                    <a:pt x="1390" y="276"/>
                  </a:cubicBezTo>
                  <a:close/>
                  <a:moveTo>
                    <a:pt x="1429" y="276"/>
                  </a:moveTo>
                  <a:cubicBezTo>
                    <a:pt x="1422" y="276"/>
                    <a:pt x="1417" y="282"/>
                    <a:pt x="1417" y="289"/>
                  </a:cubicBezTo>
                  <a:cubicBezTo>
                    <a:pt x="1417" y="296"/>
                    <a:pt x="1422" y="301"/>
                    <a:pt x="1429" y="301"/>
                  </a:cubicBezTo>
                  <a:cubicBezTo>
                    <a:pt x="1437" y="301"/>
                    <a:pt x="1442" y="296"/>
                    <a:pt x="1442" y="289"/>
                  </a:cubicBezTo>
                  <a:cubicBezTo>
                    <a:pt x="1442" y="282"/>
                    <a:pt x="1437" y="276"/>
                    <a:pt x="1429" y="276"/>
                  </a:cubicBezTo>
                  <a:close/>
                  <a:moveTo>
                    <a:pt x="1859" y="289"/>
                  </a:moveTo>
                  <a:cubicBezTo>
                    <a:pt x="1859" y="291"/>
                    <a:pt x="1861" y="293"/>
                    <a:pt x="1863" y="293"/>
                  </a:cubicBezTo>
                  <a:cubicBezTo>
                    <a:pt x="1865" y="293"/>
                    <a:pt x="1867" y="291"/>
                    <a:pt x="1867" y="289"/>
                  </a:cubicBezTo>
                  <a:cubicBezTo>
                    <a:pt x="1867" y="286"/>
                    <a:pt x="1865" y="284"/>
                    <a:pt x="1863" y="284"/>
                  </a:cubicBezTo>
                  <a:cubicBezTo>
                    <a:pt x="1861" y="284"/>
                    <a:pt x="1859" y="286"/>
                    <a:pt x="1859" y="289"/>
                  </a:cubicBezTo>
                  <a:close/>
                  <a:moveTo>
                    <a:pt x="1903" y="301"/>
                  </a:moveTo>
                  <a:cubicBezTo>
                    <a:pt x="1910" y="301"/>
                    <a:pt x="1915" y="296"/>
                    <a:pt x="1915" y="289"/>
                  </a:cubicBezTo>
                  <a:cubicBezTo>
                    <a:pt x="1915" y="282"/>
                    <a:pt x="1910" y="276"/>
                    <a:pt x="1903" y="276"/>
                  </a:cubicBezTo>
                  <a:cubicBezTo>
                    <a:pt x="1896" y="276"/>
                    <a:pt x="1890" y="282"/>
                    <a:pt x="1890" y="289"/>
                  </a:cubicBezTo>
                  <a:cubicBezTo>
                    <a:pt x="1890" y="296"/>
                    <a:pt x="1896" y="301"/>
                    <a:pt x="1903" y="301"/>
                  </a:cubicBezTo>
                  <a:close/>
                  <a:moveTo>
                    <a:pt x="1942" y="301"/>
                  </a:moveTo>
                  <a:cubicBezTo>
                    <a:pt x="1949" y="301"/>
                    <a:pt x="1955" y="296"/>
                    <a:pt x="1955" y="289"/>
                  </a:cubicBezTo>
                  <a:cubicBezTo>
                    <a:pt x="1955" y="282"/>
                    <a:pt x="1949" y="276"/>
                    <a:pt x="1942" y="276"/>
                  </a:cubicBezTo>
                  <a:cubicBezTo>
                    <a:pt x="1935" y="276"/>
                    <a:pt x="1929" y="282"/>
                    <a:pt x="1929" y="289"/>
                  </a:cubicBezTo>
                  <a:cubicBezTo>
                    <a:pt x="1929" y="296"/>
                    <a:pt x="1935" y="301"/>
                    <a:pt x="1942" y="301"/>
                  </a:cubicBezTo>
                  <a:close/>
                  <a:moveTo>
                    <a:pt x="1981" y="301"/>
                  </a:moveTo>
                  <a:cubicBezTo>
                    <a:pt x="1988" y="301"/>
                    <a:pt x="1994" y="296"/>
                    <a:pt x="1994" y="289"/>
                  </a:cubicBezTo>
                  <a:cubicBezTo>
                    <a:pt x="1994" y="282"/>
                    <a:pt x="1988" y="276"/>
                    <a:pt x="1981" y="276"/>
                  </a:cubicBezTo>
                  <a:cubicBezTo>
                    <a:pt x="1974" y="276"/>
                    <a:pt x="1969" y="282"/>
                    <a:pt x="1969" y="289"/>
                  </a:cubicBezTo>
                  <a:cubicBezTo>
                    <a:pt x="1969" y="296"/>
                    <a:pt x="1974" y="301"/>
                    <a:pt x="1981" y="301"/>
                  </a:cubicBezTo>
                  <a:close/>
                  <a:moveTo>
                    <a:pt x="2021" y="301"/>
                  </a:moveTo>
                  <a:cubicBezTo>
                    <a:pt x="2028" y="301"/>
                    <a:pt x="2034" y="296"/>
                    <a:pt x="2034" y="289"/>
                  </a:cubicBezTo>
                  <a:cubicBezTo>
                    <a:pt x="2034" y="282"/>
                    <a:pt x="2028" y="276"/>
                    <a:pt x="2021" y="276"/>
                  </a:cubicBezTo>
                  <a:cubicBezTo>
                    <a:pt x="2014" y="276"/>
                    <a:pt x="2008" y="282"/>
                    <a:pt x="2008" y="289"/>
                  </a:cubicBezTo>
                  <a:cubicBezTo>
                    <a:pt x="2008" y="296"/>
                    <a:pt x="2014" y="301"/>
                    <a:pt x="2021" y="301"/>
                  </a:cubicBezTo>
                  <a:close/>
                  <a:moveTo>
                    <a:pt x="2060" y="301"/>
                  </a:moveTo>
                  <a:cubicBezTo>
                    <a:pt x="2067" y="301"/>
                    <a:pt x="2073" y="296"/>
                    <a:pt x="2073" y="289"/>
                  </a:cubicBezTo>
                  <a:cubicBezTo>
                    <a:pt x="2073" y="282"/>
                    <a:pt x="2067" y="276"/>
                    <a:pt x="2060" y="276"/>
                  </a:cubicBezTo>
                  <a:cubicBezTo>
                    <a:pt x="2053" y="276"/>
                    <a:pt x="2048" y="282"/>
                    <a:pt x="2048" y="289"/>
                  </a:cubicBezTo>
                  <a:cubicBezTo>
                    <a:pt x="2048" y="296"/>
                    <a:pt x="2053" y="301"/>
                    <a:pt x="2060" y="301"/>
                  </a:cubicBezTo>
                  <a:close/>
                  <a:moveTo>
                    <a:pt x="2288" y="289"/>
                  </a:moveTo>
                  <a:cubicBezTo>
                    <a:pt x="2288" y="293"/>
                    <a:pt x="2292" y="297"/>
                    <a:pt x="2297" y="297"/>
                  </a:cubicBezTo>
                  <a:cubicBezTo>
                    <a:pt x="2302" y="297"/>
                    <a:pt x="2305" y="293"/>
                    <a:pt x="2305" y="289"/>
                  </a:cubicBezTo>
                  <a:cubicBezTo>
                    <a:pt x="2305" y="284"/>
                    <a:pt x="2302" y="280"/>
                    <a:pt x="2297" y="280"/>
                  </a:cubicBezTo>
                  <a:cubicBezTo>
                    <a:pt x="2292" y="280"/>
                    <a:pt x="2288" y="284"/>
                    <a:pt x="2288" y="289"/>
                  </a:cubicBezTo>
                  <a:close/>
                  <a:moveTo>
                    <a:pt x="2336" y="301"/>
                  </a:moveTo>
                  <a:cubicBezTo>
                    <a:pt x="2343" y="301"/>
                    <a:pt x="2349" y="296"/>
                    <a:pt x="2349" y="289"/>
                  </a:cubicBezTo>
                  <a:cubicBezTo>
                    <a:pt x="2349" y="282"/>
                    <a:pt x="2343" y="276"/>
                    <a:pt x="2336" y="276"/>
                  </a:cubicBezTo>
                  <a:cubicBezTo>
                    <a:pt x="2329" y="276"/>
                    <a:pt x="2323" y="282"/>
                    <a:pt x="2323" y="289"/>
                  </a:cubicBezTo>
                  <a:cubicBezTo>
                    <a:pt x="2323" y="296"/>
                    <a:pt x="2329" y="301"/>
                    <a:pt x="2336" y="301"/>
                  </a:cubicBezTo>
                  <a:close/>
                  <a:moveTo>
                    <a:pt x="2415" y="301"/>
                  </a:moveTo>
                  <a:cubicBezTo>
                    <a:pt x="2422" y="301"/>
                    <a:pt x="2428" y="296"/>
                    <a:pt x="2428" y="289"/>
                  </a:cubicBezTo>
                  <a:cubicBezTo>
                    <a:pt x="2428" y="282"/>
                    <a:pt x="2422" y="276"/>
                    <a:pt x="2415" y="276"/>
                  </a:cubicBezTo>
                  <a:cubicBezTo>
                    <a:pt x="2408" y="276"/>
                    <a:pt x="2402" y="282"/>
                    <a:pt x="2402" y="289"/>
                  </a:cubicBezTo>
                  <a:cubicBezTo>
                    <a:pt x="2402" y="296"/>
                    <a:pt x="2408" y="301"/>
                    <a:pt x="2415" y="301"/>
                  </a:cubicBezTo>
                  <a:close/>
                  <a:moveTo>
                    <a:pt x="2494" y="301"/>
                  </a:moveTo>
                  <a:cubicBezTo>
                    <a:pt x="2501" y="301"/>
                    <a:pt x="2507" y="296"/>
                    <a:pt x="2507" y="289"/>
                  </a:cubicBezTo>
                  <a:cubicBezTo>
                    <a:pt x="2507" y="282"/>
                    <a:pt x="2501" y="276"/>
                    <a:pt x="2494" y="276"/>
                  </a:cubicBezTo>
                  <a:cubicBezTo>
                    <a:pt x="2487" y="276"/>
                    <a:pt x="2481" y="282"/>
                    <a:pt x="2481" y="289"/>
                  </a:cubicBezTo>
                  <a:cubicBezTo>
                    <a:pt x="2481" y="296"/>
                    <a:pt x="2487" y="301"/>
                    <a:pt x="2494" y="301"/>
                  </a:cubicBezTo>
                  <a:close/>
                  <a:moveTo>
                    <a:pt x="2533" y="301"/>
                  </a:moveTo>
                  <a:cubicBezTo>
                    <a:pt x="2540" y="301"/>
                    <a:pt x="2546" y="296"/>
                    <a:pt x="2546" y="289"/>
                  </a:cubicBezTo>
                  <a:cubicBezTo>
                    <a:pt x="2546" y="282"/>
                    <a:pt x="2540" y="276"/>
                    <a:pt x="2533" y="276"/>
                  </a:cubicBezTo>
                  <a:cubicBezTo>
                    <a:pt x="2526" y="276"/>
                    <a:pt x="2521" y="282"/>
                    <a:pt x="2521" y="289"/>
                  </a:cubicBezTo>
                  <a:cubicBezTo>
                    <a:pt x="2521" y="296"/>
                    <a:pt x="2526" y="301"/>
                    <a:pt x="2533" y="301"/>
                  </a:cubicBezTo>
                  <a:close/>
                  <a:moveTo>
                    <a:pt x="2573" y="301"/>
                  </a:moveTo>
                  <a:cubicBezTo>
                    <a:pt x="2580" y="301"/>
                    <a:pt x="2586" y="296"/>
                    <a:pt x="2586" y="289"/>
                  </a:cubicBezTo>
                  <a:cubicBezTo>
                    <a:pt x="2586" y="282"/>
                    <a:pt x="2580" y="276"/>
                    <a:pt x="2573" y="276"/>
                  </a:cubicBezTo>
                  <a:cubicBezTo>
                    <a:pt x="2566" y="276"/>
                    <a:pt x="2560" y="282"/>
                    <a:pt x="2560" y="289"/>
                  </a:cubicBezTo>
                  <a:cubicBezTo>
                    <a:pt x="2560" y="296"/>
                    <a:pt x="2566" y="301"/>
                    <a:pt x="2573" y="301"/>
                  </a:cubicBezTo>
                  <a:close/>
                  <a:moveTo>
                    <a:pt x="2612" y="301"/>
                  </a:moveTo>
                  <a:cubicBezTo>
                    <a:pt x="2619" y="301"/>
                    <a:pt x="2625" y="296"/>
                    <a:pt x="2625" y="289"/>
                  </a:cubicBezTo>
                  <a:cubicBezTo>
                    <a:pt x="2625" y="282"/>
                    <a:pt x="2619" y="276"/>
                    <a:pt x="2612" y="276"/>
                  </a:cubicBezTo>
                  <a:cubicBezTo>
                    <a:pt x="2605" y="276"/>
                    <a:pt x="2599" y="282"/>
                    <a:pt x="2599" y="289"/>
                  </a:cubicBezTo>
                  <a:cubicBezTo>
                    <a:pt x="2599" y="296"/>
                    <a:pt x="2605" y="301"/>
                    <a:pt x="2612" y="301"/>
                  </a:cubicBezTo>
                  <a:close/>
                  <a:moveTo>
                    <a:pt x="2652" y="301"/>
                  </a:moveTo>
                  <a:cubicBezTo>
                    <a:pt x="2659" y="301"/>
                    <a:pt x="2664" y="296"/>
                    <a:pt x="2664" y="289"/>
                  </a:cubicBezTo>
                  <a:cubicBezTo>
                    <a:pt x="2664" y="282"/>
                    <a:pt x="2659" y="276"/>
                    <a:pt x="2652" y="276"/>
                  </a:cubicBezTo>
                  <a:cubicBezTo>
                    <a:pt x="2645" y="276"/>
                    <a:pt x="2639" y="282"/>
                    <a:pt x="2639" y="289"/>
                  </a:cubicBezTo>
                  <a:cubicBezTo>
                    <a:pt x="2639" y="296"/>
                    <a:pt x="2645" y="301"/>
                    <a:pt x="2652" y="301"/>
                  </a:cubicBezTo>
                  <a:close/>
                  <a:moveTo>
                    <a:pt x="2691" y="301"/>
                  </a:moveTo>
                  <a:cubicBezTo>
                    <a:pt x="2698" y="301"/>
                    <a:pt x="2704" y="296"/>
                    <a:pt x="2704" y="289"/>
                  </a:cubicBezTo>
                  <a:cubicBezTo>
                    <a:pt x="2704" y="282"/>
                    <a:pt x="2698" y="276"/>
                    <a:pt x="2691" y="276"/>
                  </a:cubicBezTo>
                  <a:cubicBezTo>
                    <a:pt x="2684" y="276"/>
                    <a:pt x="2678" y="282"/>
                    <a:pt x="2678" y="289"/>
                  </a:cubicBezTo>
                  <a:cubicBezTo>
                    <a:pt x="2678" y="296"/>
                    <a:pt x="2684" y="301"/>
                    <a:pt x="2691" y="301"/>
                  </a:cubicBezTo>
                  <a:close/>
                  <a:moveTo>
                    <a:pt x="2730" y="301"/>
                  </a:moveTo>
                  <a:cubicBezTo>
                    <a:pt x="2738" y="301"/>
                    <a:pt x="2743" y="296"/>
                    <a:pt x="2743" y="289"/>
                  </a:cubicBezTo>
                  <a:cubicBezTo>
                    <a:pt x="2743" y="282"/>
                    <a:pt x="2738" y="276"/>
                    <a:pt x="2730" y="276"/>
                  </a:cubicBezTo>
                  <a:cubicBezTo>
                    <a:pt x="2723" y="276"/>
                    <a:pt x="2718" y="282"/>
                    <a:pt x="2718" y="289"/>
                  </a:cubicBezTo>
                  <a:cubicBezTo>
                    <a:pt x="2718" y="296"/>
                    <a:pt x="2723" y="301"/>
                    <a:pt x="2730" y="301"/>
                  </a:cubicBezTo>
                  <a:close/>
                  <a:moveTo>
                    <a:pt x="2770" y="301"/>
                  </a:moveTo>
                  <a:cubicBezTo>
                    <a:pt x="2777" y="301"/>
                    <a:pt x="2783" y="296"/>
                    <a:pt x="2783" y="289"/>
                  </a:cubicBezTo>
                  <a:cubicBezTo>
                    <a:pt x="2783" y="282"/>
                    <a:pt x="2777" y="276"/>
                    <a:pt x="2770" y="276"/>
                  </a:cubicBezTo>
                  <a:cubicBezTo>
                    <a:pt x="2763" y="276"/>
                    <a:pt x="2757" y="282"/>
                    <a:pt x="2757" y="289"/>
                  </a:cubicBezTo>
                  <a:cubicBezTo>
                    <a:pt x="2757" y="296"/>
                    <a:pt x="2763" y="301"/>
                    <a:pt x="2770" y="301"/>
                  </a:cubicBezTo>
                  <a:close/>
                  <a:moveTo>
                    <a:pt x="2809" y="301"/>
                  </a:moveTo>
                  <a:cubicBezTo>
                    <a:pt x="2816" y="301"/>
                    <a:pt x="2822" y="296"/>
                    <a:pt x="2822" y="289"/>
                  </a:cubicBezTo>
                  <a:cubicBezTo>
                    <a:pt x="2822" y="282"/>
                    <a:pt x="2816" y="276"/>
                    <a:pt x="2809" y="276"/>
                  </a:cubicBezTo>
                  <a:cubicBezTo>
                    <a:pt x="2802" y="276"/>
                    <a:pt x="2797" y="282"/>
                    <a:pt x="2797" y="289"/>
                  </a:cubicBezTo>
                  <a:cubicBezTo>
                    <a:pt x="2797" y="296"/>
                    <a:pt x="2802" y="301"/>
                    <a:pt x="2809" y="301"/>
                  </a:cubicBezTo>
                  <a:close/>
                  <a:moveTo>
                    <a:pt x="2849" y="301"/>
                  </a:moveTo>
                  <a:cubicBezTo>
                    <a:pt x="2856" y="301"/>
                    <a:pt x="2861" y="296"/>
                    <a:pt x="2861" y="289"/>
                  </a:cubicBezTo>
                  <a:cubicBezTo>
                    <a:pt x="2861" y="282"/>
                    <a:pt x="2856" y="276"/>
                    <a:pt x="2849" y="276"/>
                  </a:cubicBezTo>
                  <a:cubicBezTo>
                    <a:pt x="2842" y="276"/>
                    <a:pt x="2836" y="282"/>
                    <a:pt x="2836" y="289"/>
                  </a:cubicBezTo>
                  <a:cubicBezTo>
                    <a:pt x="2836" y="296"/>
                    <a:pt x="2842" y="301"/>
                    <a:pt x="2849" y="301"/>
                  </a:cubicBezTo>
                  <a:close/>
                  <a:moveTo>
                    <a:pt x="2888" y="301"/>
                  </a:moveTo>
                  <a:cubicBezTo>
                    <a:pt x="2895" y="301"/>
                    <a:pt x="2901" y="296"/>
                    <a:pt x="2901" y="289"/>
                  </a:cubicBezTo>
                  <a:cubicBezTo>
                    <a:pt x="2901" y="282"/>
                    <a:pt x="2895" y="276"/>
                    <a:pt x="2888" y="276"/>
                  </a:cubicBezTo>
                  <a:cubicBezTo>
                    <a:pt x="2881" y="276"/>
                    <a:pt x="2875" y="282"/>
                    <a:pt x="2875" y="289"/>
                  </a:cubicBezTo>
                  <a:cubicBezTo>
                    <a:pt x="2875" y="296"/>
                    <a:pt x="2881" y="301"/>
                    <a:pt x="2888" y="301"/>
                  </a:cubicBezTo>
                  <a:close/>
                  <a:moveTo>
                    <a:pt x="2928" y="301"/>
                  </a:moveTo>
                  <a:cubicBezTo>
                    <a:pt x="2935" y="301"/>
                    <a:pt x="2940" y="296"/>
                    <a:pt x="2940" y="289"/>
                  </a:cubicBezTo>
                  <a:cubicBezTo>
                    <a:pt x="2940" y="282"/>
                    <a:pt x="2935" y="276"/>
                    <a:pt x="2928" y="276"/>
                  </a:cubicBezTo>
                  <a:cubicBezTo>
                    <a:pt x="2921" y="276"/>
                    <a:pt x="2915" y="282"/>
                    <a:pt x="2915" y="289"/>
                  </a:cubicBezTo>
                  <a:cubicBezTo>
                    <a:pt x="2915" y="296"/>
                    <a:pt x="2921" y="301"/>
                    <a:pt x="2928" y="301"/>
                  </a:cubicBezTo>
                  <a:close/>
                  <a:moveTo>
                    <a:pt x="2967" y="301"/>
                  </a:moveTo>
                  <a:cubicBezTo>
                    <a:pt x="2974" y="301"/>
                    <a:pt x="2980" y="296"/>
                    <a:pt x="2980" y="289"/>
                  </a:cubicBezTo>
                  <a:cubicBezTo>
                    <a:pt x="2980" y="282"/>
                    <a:pt x="2974" y="276"/>
                    <a:pt x="2967" y="276"/>
                  </a:cubicBezTo>
                  <a:cubicBezTo>
                    <a:pt x="2960" y="276"/>
                    <a:pt x="2954" y="282"/>
                    <a:pt x="2954" y="289"/>
                  </a:cubicBezTo>
                  <a:cubicBezTo>
                    <a:pt x="2954" y="296"/>
                    <a:pt x="2960" y="301"/>
                    <a:pt x="2967" y="301"/>
                  </a:cubicBezTo>
                  <a:close/>
                  <a:moveTo>
                    <a:pt x="3006" y="301"/>
                  </a:moveTo>
                  <a:cubicBezTo>
                    <a:pt x="3013" y="301"/>
                    <a:pt x="3019" y="296"/>
                    <a:pt x="3019" y="289"/>
                  </a:cubicBezTo>
                  <a:cubicBezTo>
                    <a:pt x="3019" y="282"/>
                    <a:pt x="3013" y="276"/>
                    <a:pt x="3006" y="276"/>
                  </a:cubicBezTo>
                  <a:cubicBezTo>
                    <a:pt x="2999" y="276"/>
                    <a:pt x="2994" y="282"/>
                    <a:pt x="2994" y="289"/>
                  </a:cubicBezTo>
                  <a:cubicBezTo>
                    <a:pt x="2994" y="296"/>
                    <a:pt x="2999" y="301"/>
                    <a:pt x="3006" y="301"/>
                  </a:cubicBezTo>
                  <a:close/>
                  <a:moveTo>
                    <a:pt x="3046" y="301"/>
                  </a:moveTo>
                  <a:cubicBezTo>
                    <a:pt x="3053" y="301"/>
                    <a:pt x="3059" y="296"/>
                    <a:pt x="3059" y="289"/>
                  </a:cubicBezTo>
                  <a:cubicBezTo>
                    <a:pt x="3059" y="282"/>
                    <a:pt x="3053" y="276"/>
                    <a:pt x="3046" y="276"/>
                  </a:cubicBezTo>
                  <a:cubicBezTo>
                    <a:pt x="3039" y="276"/>
                    <a:pt x="3033" y="282"/>
                    <a:pt x="3033" y="289"/>
                  </a:cubicBezTo>
                  <a:cubicBezTo>
                    <a:pt x="3033" y="296"/>
                    <a:pt x="3039" y="301"/>
                    <a:pt x="3046" y="301"/>
                  </a:cubicBezTo>
                  <a:close/>
                  <a:moveTo>
                    <a:pt x="3085" y="301"/>
                  </a:moveTo>
                  <a:cubicBezTo>
                    <a:pt x="3092" y="301"/>
                    <a:pt x="3098" y="296"/>
                    <a:pt x="3098" y="289"/>
                  </a:cubicBezTo>
                  <a:cubicBezTo>
                    <a:pt x="3098" y="282"/>
                    <a:pt x="3092" y="276"/>
                    <a:pt x="3085" y="276"/>
                  </a:cubicBezTo>
                  <a:cubicBezTo>
                    <a:pt x="3078" y="276"/>
                    <a:pt x="3073" y="282"/>
                    <a:pt x="3073" y="289"/>
                  </a:cubicBezTo>
                  <a:cubicBezTo>
                    <a:pt x="3073" y="296"/>
                    <a:pt x="3078" y="301"/>
                    <a:pt x="3085" y="301"/>
                  </a:cubicBezTo>
                  <a:close/>
                  <a:moveTo>
                    <a:pt x="3125" y="301"/>
                  </a:moveTo>
                  <a:cubicBezTo>
                    <a:pt x="3132" y="301"/>
                    <a:pt x="3137" y="296"/>
                    <a:pt x="3137" y="289"/>
                  </a:cubicBezTo>
                  <a:cubicBezTo>
                    <a:pt x="3137" y="282"/>
                    <a:pt x="3132" y="276"/>
                    <a:pt x="3125" y="276"/>
                  </a:cubicBezTo>
                  <a:cubicBezTo>
                    <a:pt x="3118" y="276"/>
                    <a:pt x="3112" y="282"/>
                    <a:pt x="3112" y="289"/>
                  </a:cubicBezTo>
                  <a:cubicBezTo>
                    <a:pt x="3112" y="296"/>
                    <a:pt x="3118" y="301"/>
                    <a:pt x="3125" y="301"/>
                  </a:cubicBezTo>
                  <a:close/>
                  <a:moveTo>
                    <a:pt x="3164" y="301"/>
                  </a:moveTo>
                  <a:cubicBezTo>
                    <a:pt x="3171" y="301"/>
                    <a:pt x="3177" y="296"/>
                    <a:pt x="3177" y="289"/>
                  </a:cubicBezTo>
                  <a:cubicBezTo>
                    <a:pt x="3177" y="282"/>
                    <a:pt x="3171" y="276"/>
                    <a:pt x="3164" y="276"/>
                  </a:cubicBezTo>
                  <a:cubicBezTo>
                    <a:pt x="3157" y="276"/>
                    <a:pt x="3151" y="282"/>
                    <a:pt x="3151" y="289"/>
                  </a:cubicBezTo>
                  <a:cubicBezTo>
                    <a:pt x="3151" y="296"/>
                    <a:pt x="3157" y="301"/>
                    <a:pt x="3164" y="301"/>
                  </a:cubicBezTo>
                  <a:close/>
                  <a:moveTo>
                    <a:pt x="3204" y="301"/>
                  </a:moveTo>
                  <a:cubicBezTo>
                    <a:pt x="3211" y="301"/>
                    <a:pt x="3216" y="296"/>
                    <a:pt x="3216" y="289"/>
                  </a:cubicBezTo>
                  <a:cubicBezTo>
                    <a:pt x="3216" y="282"/>
                    <a:pt x="3211" y="276"/>
                    <a:pt x="3204" y="276"/>
                  </a:cubicBezTo>
                  <a:cubicBezTo>
                    <a:pt x="3197" y="276"/>
                    <a:pt x="3191" y="282"/>
                    <a:pt x="3191" y="289"/>
                  </a:cubicBezTo>
                  <a:cubicBezTo>
                    <a:pt x="3191" y="296"/>
                    <a:pt x="3197" y="301"/>
                    <a:pt x="3204" y="301"/>
                  </a:cubicBezTo>
                  <a:close/>
                  <a:moveTo>
                    <a:pt x="3243" y="301"/>
                  </a:moveTo>
                  <a:cubicBezTo>
                    <a:pt x="3250" y="301"/>
                    <a:pt x="3256" y="296"/>
                    <a:pt x="3256" y="289"/>
                  </a:cubicBezTo>
                  <a:cubicBezTo>
                    <a:pt x="3256" y="282"/>
                    <a:pt x="3250" y="276"/>
                    <a:pt x="3243" y="276"/>
                  </a:cubicBezTo>
                  <a:cubicBezTo>
                    <a:pt x="3236" y="276"/>
                    <a:pt x="3230" y="282"/>
                    <a:pt x="3230" y="289"/>
                  </a:cubicBezTo>
                  <a:cubicBezTo>
                    <a:pt x="3230" y="296"/>
                    <a:pt x="3236" y="301"/>
                    <a:pt x="3243" y="301"/>
                  </a:cubicBezTo>
                  <a:close/>
                  <a:moveTo>
                    <a:pt x="3282" y="301"/>
                  </a:moveTo>
                  <a:cubicBezTo>
                    <a:pt x="3289" y="301"/>
                    <a:pt x="3295" y="296"/>
                    <a:pt x="3295" y="289"/>
                  </a:cubicBezTo>
                  <a:cubicBezTo>
                    <a:pt x="3295" y="282"/>
                    <a:pt x="3289" y="276"/>
                    <a:pt x="3282" y="276"/>
                  </a:cubicBezTo>
                  <a:cubicBezTo>
                    <a:pt x="3275" y="276"/>
                    <a:pt x="3270" y="282"/>
                    <a:pt x="3270" y="289"/>
                  </a:cubicBezTo>
                  <a:cubicBezTo>
                    <a:pt x="3270" y="296"/>
                    <a:pt x="3275" y="301"/>
                    <a:pt x="3282" y="301"/>
                  </a:cubicBezTo>
                  <a:close/>
                  <a:moveTo>
                    <a:pt x="3322" y="301"/>
                  </a:moveTo>
                  <a:cubicBezTo>
                    <a:pt x="3329" y="301"/>
                    <a:pt x="3335" y="296"/>
                    <a:pt x="3335" y="289"/>
                  </a:cubicBezTo>
                  <a:cubicBezTo>
                    <a:pt x="3335" y="282"/>
                    <a:pt x="3329" y="276"/>
                    <a:pt x="3322" y="276"/>
                  </a:cubicBezTo>
                  <a:cubicBezTo>
                    <a:pt x="3315" y="276"/>
                    <a:pt x="3309" y="282"/>
                    <a:pt x="3309" y="289"/>
                  </a:cubicBezTo>
                  <a:cubicBezTo>
                    <a:pt x="3309" y="296"/>
                    <a:pt x="3315" y="301"/>
                    <a:pt x="3322" y="301"/>
                  </a:cubicBezTo>
                  <a:close/>
                  <a:moveTo>
                    <a:pt x="3361" y="301"/>
                  </a:moveTo>
                  <a:cubicBezTo>
                    <a:pt x="3368" y="301"/>
                    <a:pt x="3374" y="296"/>
                    <a:pt x="3374" y="289"/>
                  </a:cubicBezTo>
                  <a:cubicBezTo>
                    <a:pt x="3374" y="282"/>
                    <a:pt x="3368" y="276"/>
                    <a:pt x="3361" y="276"/>
                  </a:cubicBezTo>
                  <a:cubicBezTo>
                    <a:pt x="3354" y="276"/>
                    <a:pt x="3348" y="282"/>
                    <a:pt x="3348" y="289"/>
                  </a:cubicBezTo>
                  <a:cubicBezTo>
                    <a:pt x="3348" y="296"/>
                    <a:pt x="3354" y="301"/>
                    <a:pt x="3361" y="301"/>
                  </a:cubicBezTo>
                  <a:close/>
                  <a:moveTo>
                    <a:pt x="3401" y="301"/>
                  </a:moveTo>
                  <a:cubicBezTo>
                    <a:pt x="3408" y="301"/>
                    <a:pt x="3413" y="296"/>
                    <a:pt x="3413" y="289"/>
                  </a:cubicBezTo>
                  <a:cubicBezTo>
                    <a:pt x="3413" y="282"/>
                    <a:pt x="3408" y="276"/>
                    <a:pt x="3401" y="276"/>
                  </a:cubicBezTo>
                  <a:cubicBezTo>
                    <a:pt x="3394" y="276"/>
                    <a:pt x="3388" y="282"/>
                    <a:pt x="3388" y="289"/>
                  </a:cubicBezTo>
                  <a:cubicBezTo>
                    <a:pt x="3388" y="296"/>
                    <a:pt x="3394" y="301"/>
                    <a:pt x="3401" y="301"/>
                  </a:cubicBezTo>
                  <a:close/>
                  <a:moveTo>
                    <a:pt x="3440" y="301"/>
                  </a:moveTo>
                  <a:cubicBezTo>
                    <a:pt x="3447" y="301"/>
                    <a:pt x="3453" y="296"/>
                    <a:pt x="3453" y="289"/>
                  </a:cubicBezTo>
                  <a:cubicBezTo>
                    <a:pt x="3453" y="282"/>
                    <a:pt x="3447" y="276"/>
                    <a:pt x="3440" y="276"/>
                  </a:cubicBezTo>
                  <a:cubicBezTo>
                    <a:pt x="3433" y="276"/>
                    <a:pt x="3427" y="282"/>
                    <a:pt x="3427" y="289"/>
                  </a:cubicBezTo>
                  <a:cubicBezTo>
                    <a:pt x="3427" y="296"/>
                    <a:pt x="3433" y="301"/>
                    <a:pt x="3440" y="301"/>
                  </a:cubicBezTo>
                  <a:close/>
                  <a:moveTo>
                    <a:pt x="3480" y="301"/>
                  </a:moveTo>
                  <a:cubicBezTo>
                    <a:pt x="3487" y="301"/>
                    <a:pt x="3492" y="296"/>
                    <a:pt x="3492" y="289"/>
                  </a:cubicBezTo>
                  <a:cubicBezTo>
                    <a:pt x="3492" y="282"/>
                    <a:pt x="3487" y="276"/>
                    <a:pt x="3480" y="276"/>
                  </a:cubicBezTo>
                  <a:cubicBezTo>
                    <a:pt x="3472" y="276"/>
                    <a:pt x="3467" y="282"/>
                    <a:pt x="3467" y="289"/>
                  </a:cubicBezTo>
                  <a:cubicBezTo>
                    <a:pt x="3467" y="296"/>
                    <a:pt x="3472" y="301"/>
                    <a:pt x="3480" y="301"/>
                  </a:cubicBezTo>
                  <a:close/>
                  <a:moveTo>
                    <a:pt x="3519" y="301"/>
                  </a:moveTo>
                  <a:cubicBezTo>
                    <a:pt x="3526" y="301"/>
                    <a:pt x="3532" y="296"/>
                    <a:pt x="3532" y="289"/>
                  </a:cubicBezTo>
                  <a:cubicBezTo>
                    <a:pt x="3532" y="282"/>
                    <a:pt x="3526" y="276"/>
                    <a:pt x="3519" y="276"/>
                  </a:cubicBezTo>
                  <a:cubicBezTo>
                    <a:pt x="3512" y="276"/>
                    <a:pt x="3506" y="282"/>
                    <a:pt x="3506" y="289"/>
                  </a:cubicBezTo>
                  <a:cubicBezTo>
                    <a:pt x="3506" y="296"/>
                    <a:pt x="3512" y="301"/>
                    <a:pt x="3519" y="301"/>
                  </a:cubicBezTo>
                  <a:close/>
                  <a:moveTo>
                    <a:pt x="89" y="341"/>
                  </a:moveTo>
                  <a:cubicBezTo>
                    <a:pt x="96" y="341"/>
                    <a:pt x="102" y="335"/>
                    <a:pt x="102" y="328"/>
                  </a:cubicBezTo>
                  <a:cubicBezTo>
                    <a:pt x="102" y="321"/>
                    <a:pt x="96" y="315"/>
                    <a:pt x="89" y="315"/>
                  </a:cubicBezTo>
                  <a:cubicBezTo>
                    <a:pt x="82" y="315"/>
                    <a:pt x="76" y="321"/>
                    <a:pt x="76" y="328"/>
                  </a:cubicBezTo>
                  <a:cubicBezTo>
                    <a:pt x="76" y="335"/>
                    <a:pt x="82" y="341"/>
                    <a:pt x="89" y="341"/>
                  </a:cubicBezTo>
                  <a:close/>
                  <a:moveTo>
                    <a:pt x="128" y="341"/>
                  </a:moveTo>
                  <a:cubicBezTo>
                    <a:pt x="136" y="341"/>
                    <a:pt x="141" y="335"/>
                    <a:pt x="141" y="328"/>
                  </a:cubicBezTo>
                  <a:cubicBezTo>
                    <a:pt x="141" y="321"/>
                    <a:pt x="136" y="315"/>
                    <a:pt x="128" y="315"/>
                  </a:cubicBezTo>
                  <a:cubicBezTo>
                    <a:pt x="121" y="315"/>
                    <a:pt x="116" y="321"/>
                    <a:pt x="116" y="328"/>
                  </a:cubicBezTo>
                  <a:cubicBezTo>
                    <a:pt x="116" y="335"/>
                    <a:pt x="121" y="341"/>
                    <a:pt x="128" y="341"/>
                  </a:cubicBezTo>
                  <a:close/>
                  <a:moveTo>
                    <a:pt x="168" y="341"/>
                  </a:moveTo>
                  <a:cubicBezTo>
                    <a:pt x="175" y="341"/>
                    <a:pt x="181" y="335"/>
                    <a:pt x="181" y="328"/>
                  </a:cubicBezTo>
                  <a:cubicBezTo>
                    <a:pt x="181" y="321"/>
                    <a:pt x="175" y="315"/>
                    <a:pt x="168" y="315"/>
                  </a:cubicBezTo>
                  <a:cubicBezTo>
                    <a:pt x="161" y="315"/>
                    <a:pt x="155" y="321"/>
                    <a:pt x="155" y="328"/>
                  </a:cubicBezTo>
                  <a:cubicBezTo>
                    <a:pt x="155" y="335"/>
                    <a:pt x="161" y="341"/>
                    <a:pt x="168" y="341"/>
                  </a:cubicBezTo>
                  <a:close/>
                  <a:moveTo>
                    <a:pt x="207" y="341"/>
                  </a:moveTo>
                  <a:cubicBezTo>
                    <a:pt x="214" y="341"/>
                    <a:pt x="220" y="335"/>
                    <a:pt x="220" y="328"/>
                  </a:cubicBezTo>
                  <a:cubicBezTo>
                    <a:pt x="220" y="321"/>
                    <a:pt x="214" y="315"/>
                    <a:pt x="207" y="315"/>
                  </a:cubicBezTo>
                  <a:cubicBezTo>
                    <a:pt x="200" y="315"/>
                    <a:pt x="195" y="321"/>
                    <a:pt x="195" y="328"/>
                  </a:cubicBezTo>
                  <a:cubicBezTo>
                    <a:pt x="195" y="335"/>
                    <a:pt x="200" y="341"/>
                    <a:pt x="207" y="341"/>
                  </a:cubicBezTo>
                  <a:close/>
                  <a:moveTo>
                    <a:pt x="247" y="341"/>
                  </a:moveTo>
                  <a:cubicBezTo>
                    <a:pt x="254" y="341"/>
                    <a:pt x="259" y="335"/>
                    <a:pt x="259" y="328"/>
                  </a:cubicBezTo>
                  <a:cubicBezTo>
                    <a:pt x="259" y="321"/>
                    <a:pt x="254" y="315"/>
                    <a:pt x="247" y="315"/>
                  </a:cubicBezTo>
                  <a:cubicBezTo>
                    <a:pt x="240" y="315"/>
                    <a:pt x="234" y="321"/>
                    <a:pt x="234" y="328"/>
                  </a:cubicBezTo>
                  <a:cubicBezTo>
                    <a:pt x="234" y="335"/>
                    <a:pt x="240" y="341"/>
                    <a:pt x="247" y="341"/>
                  </a:cubicBezTo>
                  <a:close/>
                  <a:moveTo>
                    <a:pt x="286" y="341"/>
                  </a:moveTo>
                  <a:cubicBezTo>
                    <a:pt x="293" y="341"/>
                    <a:pt x="299" y="335"/>
                    <a:pt x="299" y="328"/>
                  </a:cubicBezTo>
                  <a:cubicBezTo>
                    <a:pt x="299" y="321"/>
                    <a:pt x="293" y="315"/>
                    <a:pt x="286" y="315"/>
                  </a:cubicBezTo>
                  <a:cubicBezTo>
                    <a:pt x="279" y="315"/>
                    <a:pt x="273" y="321"/>
                    <a:pt x="273" y="328"/>
                  </a:cubicBezTo>
                  <a:cubicBezTo>
                    <a:pt x="273" y="335"/>
                    <a:pt x="279" y="341"/>
                    <a:pt x="286" y="341"/>
                  </a:cubicBezTo>
                  <a:close/>
                  <a:moveTo>
                    <a:pt x="326" y="341"/>
                  </a:moveTo>
                  <a:cubicBezTo>
                    <a:pt x="333" y="341"/>
                    <a:pt x="338" y="335"/>
                    <a:pt x="338" y="328"/>
                  </a:cubicBezTo>
                  <a:cubicBezTo>
                    <a:pt x="338" y="321"/>
                    <a:pt x="333" y="315"/>
                    <a:pt x="326" y="315"/>
                  </a:cubicBezTo>
                  <a:cubicBezTo>
                    <a:pt x="319" y="315"/>
                    <a:pt x="313" y="321"/>
                    <a:pt x="313" y="328"/>
                  </a:cubicBezTo>
                  <a:cubicBezTo>
                    <a:pt x="313" y="335"/>
                    <a:pt x="319" y="341"/>
                    <a:pt x="326" y="341"/>
                  </a:cubicBezTo>
                  <a:close/>
                  <a:moveTo>
                    <a:pt x="365" y="341"/>
                  </a:moveTo>
                  <a:cubicBezTo>
                    <a:pt x="372" y="341"/>
                    <a:pt x="378" y="335"/>
                    <a:pt x="378" y="328"/>
                  </a:cubicBezTo>
                  <a:cubicBezTo>
                    <a:pt x="378" y="321"/>
                    <a:pt x="372" y="315"/>
                    <a:pt x="365" y="315"/>
                  </a:cubicBezTo>
                  <a:cubicBezTo>
                    <a:pt x="358" y="315"/>
                    <a:pt x="352" y="321"/>
                    <a:pt x="352" y="328"/>
                  </a:cubicBezTo>
                  <a:cubicBezTo>
                    <a:pt x="352" y="335"/>
                    <a:pt x="358" y="341"/>
                    <a:pt x="365" y="341"/>
                  </a:cubicBezTo>
                  <a:close/>
                  <a:moveTo>
                    <a:pt x="404" y="341"/>
                  </a:moveTo>
                  <a:cubicBezTo>
                    <a:pt x="411" y="341"/>
                    <a:pt x="417" y="335"/>
                    <a:pt x="417" y="328"/>
                  </a:cubicBezTo>
                  <a:cubicBezTo>
                    <a:pt x="417" y="321"/>
                    <a:pt x="411" y="315"/>
                    <a:pt x="404" y="315"/>
                  </a:cubicBezTo>
                  <a:cubicBezTo>
                    <a:pt x="397" y="315"/>
                    <a:pt x="392" y="321"/>
                    <a:pt x="392" y="328"/>
                  </a:cubicBezTo>
                  <a:cubicBezTo>
                    <a:pt x="392" y="335"/>
                    <a:pt x="397" y="341"/>
                    <a:pt x="404" y="341"/>
                  </a:cubicBezTo>
                  <a:close/>
                  <a:moveTo>
                    <a:pt x="444" y="341"/>
                  </a:moveTo>
                  <a:cubicBezTo>
                    <a:pt x="451" y="341"/>
                    <a:pt x="457" y="335"/>
                    <a:pt x="457" y="328"/>
                  </a:cubicBezTo>
                  <a:cubicBezTo>
                    <a:pt x="457" y="321"/>
                    <a:pt x="451" y="315"/>
                    <a:pt x="444" y="315"/>
                  </a:cubicBezTo>
                  <a:cubicBezTo>
                    <a:pt x="437" y="315"/>
                    <a:pt x="431" y="321"/>
                    <a:pt x="431" y="328"/>
                  </a:cubicBezTo>
                  <a:cubicBezTo>
                    <a:pt x="431" y="335"/>
                    <a:pt x="437" y="341"/>
                    <a:pt x="444" y="341"/>
                  </a:cubicBezTo>
                  <a:close/>
                  <a:moveTo>
                    <a:pt x="483" y="341"/>
                  </a:moveTo>
                  <a:cubicBezTo>
                    <a:pt x="490" y="341"/>
                    <a:pt x="496" y="335"/>
                    <a:pt x="496" y="328"/>
                  </a:cubicBezTo>
                  <a:cubicBezTo>
                    <a:pt x="496" y="321"/>
                    <a:pt x="490" y="315"/>
                    <a:pt x="483" y="315"/>
                  </a:cubicBezTo>
                  <a:cubicBezTo>
                    <a:pt x="476" y="315"/>
                    <a:pt x="471" y="321"/>
                    <a:pt x="471" y="328"/>
                  </a:cubicBezTo>
                  <a:cubicBezTo>
                    <a:pt x="471" y="335"/>
                    <a:pt x="476" y="341"/>
                    <a:pt x="483" y="341"/>
                  </a:cubicBezTo>
                  <a:close/>
                  <a:moveTo>
                    <a:pt x="523" y="341"/>
                  </a:moveTo>
                  <a:cubicBezTo>
                    <a:pt x="530" y="341"/>
                    <a:pt x="535" y="335"/>
                    <a:pt x="535" y="328"/>
                  </a:cubicBezTo>
                  <a:cubicBezTo>
                    <a:pt x="535" y="321"/>
                    <a:pt x="530" y="315"/>
                    <a:pt x="523" y="315"/>
                  </a:cubicBezTo>
                  <a:cubicBezTo>
                    <a:pt x="516" y="315"/>
                    <a:pt x="510" y="321"/>
                    <a:pt x="510" y="328"/>
                  </a:cubicBezTo>
                  <a:cubicBezTo>
                    <a:pt x="510" y="335"/>
                    <a:pt x="516" y="341"/>
                    <a:pt x="523" y="341"/>
                  </a:cubicBezTo>
                  <a:close/>
                  <a:moveTo>
                    <a:pt x="562" y="341"/>
                  </a:moveTo>
                  <a:cubicBezTo>
                    <a:pt x="569" y="341"/>
                    <a:pt x="575" y="335"/>
                    <a:pt x="575" y="328"/>
                  </a:cubicBezTo>
                  <a:cubicBezTo>
                    <a:pt x="575" y="321"/>
                    <a:pt x="569" y="315"/>
                    <a:pt x="562" y="315"/>
                  </a:cubicBezTo>
                  <a:cubicBezTo>
                    <a:pt x="555" y="315"/>
                    <a:pt x="549" y="321"/>
                    <a:pt x="549" y="328"/>
                  </a:cubicBezTo>
                  <a:cubicBezTo>
                    <a:pt x="549" y="335"/>
                    <a:pt x="555" y="341"/>
                    <a:pt x="562" y="341"/>
                  </a:cubicBezTo>
                  <a:close/>
                  <a:moveTo>
                    <a:pt x="602" y="316"/>
                  </a:moveTo>
                  <a:cubicBezTo>
                    <a:pt x="595" y="316"/>
                    <a:pt x="589" y="321"/>
                    <a:pt x="589" y="328"/>
                  </a:cubicBezTo>
                  <a:cubicBezTo>
                    <a:pt x="589" y="335"/>
                    <a:pt x="595" y="340"/>
                    <a:pt x="602" y="340"/>
                  </a:cubicBezTo>
                  <a:cubicBezTo>
                    <a:pt x="608" y="340"/>
                    <a:pt x="614" y="335"/>
                    <a:pt x="614" y="328"/>
                  </a:cubicBezTo>
                  <a:cubicBezTo>
                    <a:pt x="614" y="321"/>
                    <a:pt x="608" y="316"/>
                    <a:pt x="602" y="316"/>
                  </a:cubicBezTo>
                  <a:close/>
                  <a:moveTo>
                    <a:pt x="641" y="341"/>
                  </a:moveTo>
                  <a:cubicBezTo>
                    <a:pt x="648" y="341"/>
                    <a:pt x="654" y="335"/>
                    <a:pt x="654" y="328"/>
                  </a:cubicBezTo>
                  <a:cubicBezTo>
                    <a:pt x="654" y="321"/>
                    <a:pt x="648" y="315"/>
                    <a:pt x="641" y="315"/>
                  </a:cubicBezTo>
                  <a:cubicBezTo>
                    <a:pt x="634" y="315"/>
                    <a:pt x="628" y="321"/>
                    <a:pt x="628" y="328"/>
                  </a:cubicBezTo>
                  <a:cubicBezTo>
                    <a:pt x="628" y="335"/>
                    <a:pt x="634" y="341"/>
                    <a:pt x="641" y="341"/>
                  </a:cubicBezTo>
                  <a:close/>
                  <a:moveTo>
                    <a:pt x="680" y="341"/>
                  </a:moveTo>
                  <a:cubicBezTo>
                    <a:pt x="687" y="341"/>
                    <a:pt x="693" y="335"/>
                    <a:pt x="693" y="328"/>
                  </a:cubicBezTo>
                  <a:cubicBezTo>
                    <a:pt x="693" y="321"/>
                    <a:pt x="687" y="315"/>
                    <a:pt x="680" y="315"/>
                  </a:cubicBezTo>
                  <a:cubicBezTo>
                    <a:pt x="673" y="315"/>
                    <a:pt x="668" y="321"/>
                    <a:pt x="668" y="328"/>
                  </a:cubicBezTo>
                  <a:cubicBezTo>
                    <a:pt x="668" y="335"/>
                    <a:pt x="673" y="341"/>
                    <a:pt x="680" y="341"/>
                  </a:cubicBezTo>
                  <a:close/>
                  <a:moveTo>
                    <a:pt x="720" y="341"/>
                  </a:moveTo>
                  <a:cubicBezTo>
                    <a:pt x="727" y="341"/>
                    <a:pt x="733" y="335"/>
                    <a:pt x="733" y="328"/>
                  </a:cubicBezTo>
                  <a:cubicBezTo>
                    <a:pt x="733" y="321"/>
                    <a:pt x="727" y="315"/>
                    <a:pt x="720" y="315"/>
                  </a:cubicBezTo>
                  <a:cubicBezTo>
                    <a:pt x="713" y="315"/>
                    <a:pt x="707" y="321"/>
                    <a:pt x="707" y="328"/>
                  </a:cubicBezTo>
                  <a:cubicBezTo>
                    <a:pt x="707" y="335"/>
                    <a:pt x="713" y="341"/>
                    <a:pt x="720" y="341"/>
                  </a:cubicBezTo>
                  <a:close/>
                  <a:moveTo>
                    <a:pt x="759" y="341"/>
                  </a:moveTo>
                  <a:cubicBezTo>
                    <a:pt x="766" y="341"/>
                    <a:pt x="772" y="335"/>
                    <a:pt x="772" y="328"/>
                  </a:cubicBezTo>
                  <a:cubicBezTo>
                    <a:pt x="772" y="321"/>
                    <a:pt x="766" y="315"/>
                    <a:pt x="759" y="315"/>
                  </a:cubicBezTo>
                  <a:cubicBezTo>
                    <a:pt x="752" y="315"/>
                    <a:pt x="747" y="321"/>
                    <a:pt x="747" y="328"/>
                  </a:cubicBezTo>
                  <a:cubicBezTo>
                    <a:pt x="747" y="335"/>
                    <a:pt x="752" y="341"/>
                    <a:pt x="759" y="341"/>
                  </a:cubicBezTo>
                  <a:close/>
                  <a:moveTo>
                    <a:pt x="799" y="341"/>
                  </a:moveTo>
                  <a:cubicBezTo>
                    <a:pt x="806" y="341"/>
                    <a:pt x="811" y="335"/>
                    <a:pt x="811" y="328"/>
                  </a:cubicBezTo>
                  <a:cubicBezTo>
                    <a:pt x="811" y="321"/>
                    <a:pt x="806" y="315"/>
                    <a:pt x="799" y="315"/>
                  </a:cubicBezTo>
                  <a:cubicBezTo>
                    <a:pt x="792" y="315"/>
                    <a:pt x="786" y="321"/>
                    <a:pt x="786" y="328"/>
                  </a:cubicBezTo>
                  <a:cubicBezTo>
                    <a:pt x="786" y="335"/>
                    <a:pt x="792" y="341"/>
                    <a:pt x="799" y="341"/>
                  </a:cubicBezTo>
                  <a:close/>
                  <a:moveTo>
                    <a:pt x="838" y="341"/>
                  </a:moveTo>
                  <a:cubicBezTo>
                    <a:pt x="845" y="341"/>
                    <a:pt x="851" y="335"/>
                    <a:pt x="851" y="328"/>
                  </a:cubicBezTo>
                  <a:cubicBezTo>
                    <a:pt x="851" y="321"/>
                    <a:pt x="845" y="315"/>
                    <a:pt x="838" y="315"/>
                  </a:cubicBezTo>
                  <a:cubicBezTo>
                    <a:pt x="831" y="315"/>
                    <a:pt x="825" y="321"/>
                    <a:pt x="825" y="328"/>
                  </a:cubicBezTo>
                  <a:cubicBezTo>
                    <a:pt x="825" y="335"/>
                    <a:pt x="831" y="341"/>
                    <a:pt x="838" y="341"/>
                  </a:cubicBezTo>
                  <a:close/>
                  <a:moveTo>
                    <a:pt x="956" y="341"/>
                  </a:moveTo>
                  <a:cubicBezTo>
                    <a:pt x="963" y="341"/>
                    <a:pt x="969" y="335"/>
                    <a:pt x="969" y="328"/>
                  </a:cubicBezTo>
                  <a:cubicBezTo>
                    <a:pt x="969" y="321"/>
                    <a:pt x="963" y="315"/>
                    <a:pt x="956" y="315"/>
                  </a:cubicBezTo>
                  <a:cubicBezTo>
                    <a:pt x="949" y="315"/>
                    <a:pt x="944" y="321"/>
                    <a:pt x="944" y="328"/>
                  </a:cubicBezTo>
                  <a:cubicBezTo>
                    <a:pt x="944" y="335"/>
                    <a:pt x="949" y="341"/>
                    <a:pt x="956" y="341"/>
                  </a:cubicBezTo>
                  <a:close/>
                  <a:moveTo>
                    <a:pt x="996" y="341"/>
                  </a:moveTo>
                  <a:cubicBezTo>
                    <a:pt x="1003" y="341"/>
                    <a:pt x="1009" y="335"/>
                    <a:pt x="1009" y="328"/>
                  </a:cubicBezTo>
                  <a:cubicBezTo>
                    <a:pt x="1009" y="321"/>
                    <a:pt x="1003" y="315"/>
                    <a:pt x="996" y="315"/>
                  </a:cubicBezTo>
                  <a:cubicBezTo>
                    <a:pt x="989" y="315"/>
                    <a:pt x="983" y="321"/>
                    <a:pt x="983" y="328"/>
                  </a:cubicBezTo>
                  <a:cubicBezTo>
                    <a:pt x="983" y="335"/>
                    <a:pt x="989" y="341"/>
                    <a:pt x="996" y="341"/>
                  </a:cubicBezTo>
                  <a:close/>
                  <a:moveTo>
                    <a:pt x="1035" y="341"/>
                  </a:moveTo>
                  <a:cubicBezTo>
                    <a:pt x="1042" y="341"/>
                    <a:pt x="1048" y="335"/>
                    <a:pt x="1048" y="328"/>
                  </a:cubicBezTo>
                  <a:cubicBezTo>
                    <a:pt x="1048" y="321"/>
                    <a:pt x="1042" y="315"/>
                    <a:pt x="1035" y="315"/>
                  </a:cubicBezTo>
                  <a:cubicBezTo>
                    <a:pt x="1028" y="315"/>
                    <a:pt x="1022" y="321"/>
                    <a:pt x="1022" y="328"/>
                  </a:cubicBezTo>
                  <a:cubicBezTo>
                    <a:pt x="1022" y="335"/>
                    <a:pt x="1028" y="341"/>
                    <a:pt x="1035" y="341"/>
                  </a:cubicBezTo>
                  <a:close/>
                  <a:moveTo>
                    <a:pt x="1153" y="319"/>
                  </a:moveTo>
                  <a:cubicBezTo>
                    <a:pt x="1148" y="319"/>
                    <a:pt x="1144" y="323"/>
                    <a:pt x="1144" y="328"/>
                  </a:cubicBezTo>
                  <a:cubicBezTo>
                    <a:pt x="1144" y="333"/>
                    <a:pt x="1148" y="337"/>
                    <a:pt x="1153" y="337"/>
                  </a:cubicBezTo>
                  <a:cubicBezTo>
                    <a:pt x="1159" y="337"/>
                    <a:pt x="1163" y="333"/>
                    <a:pt x="1163" y="328"/>
                  </a:cubicBezTo>
                  <a:cubicBezTo>
                    <a:pt x="1163" y="323"/>
                    <a:pt x="1159" y="319"/>
                    <a:pt x="1153" y="319"/>
                  </a:cubicBezTo>
                  <a:close/>
                  <a:moveTo>
                    <a:pt x="1193" y="341"/>
                  </a:moveTo>
                  <a:cubicBezTo>
                    <a:pt x="1200" y="341"/>
                    <a:pt x="1206" y="335"/>
                    <a:pt x="1206" y="328"/>
                  </a:cubicBezTo>
                  <a:cubicBezTo>
                    <a:pt x="1206" y="321"/>
                    <a:pt x="1200" y="315"/>
                    <a:pt x="1193" y="315"/>
                  </a:cubicBezTo>
                  <a:cubicBezTo>
                    <a:pt x="1186" y="315"/>
                    <a:pt x="1180" y="321"/>
                    <a:pt x="1180" y="328"/>
                  </a:cubicBezTo>
                  <a:cubicBezTo>
                    <a:pt x="1180" y="335"/>
                    <a:pt x="1186" y="341"/>
                    <a:pt x="1193" y="341"/>
                  </a:cubicBezTo>
                  <a:close/>
                  <a:moveTo>
                    <a:pt x="1232" y="341"/>
                  </a:moveTo>
                  <a:cubicBezTo>
                    <a:pt x="1239" y="341"/>
                    <a:pt x="1245" y="335"/>
                    <a:pt x="1245" y="328"/>
                  </a:cubicBezTo>
                  <a:cubicBezTo>
                    <a:pt x="1245" y="321"/>
                    <a:pt x="1239" y="315"/>
                    <a:pt x="1232" y="315"/>
                  </a:cubicBezTo>
                  <a:cubicBezTo>
                    <a:pt x="1225" y="315"/>
                    <a:pt x="1220" y="321"/>
                    <a:pt x="1220" y="328"/>
                  </a:cubicBezTo>
                  <a:cubicBezTo>
                    <a:pt x="1220" y="335"/>
                    <a:pt x="1225" y="341"/>
                    <a:pt x="1232" y="341"/>
                  </a:cubicBezTo>
                  <a:close/>
                  <a:moveTo>
                    <a:pt x="1272" y="341"/>
                  </a:moveTo>
                  <a:cubicBezTo>
                    <a:pt x="1279" y="341"/>
                    <a:pt x="1285" y="335"/>
                    <a:pt x="1285" y="328"/>
                  </a:cubicBezTo>
                  <a:cubicBezTo>
                    <a:pt x="1285" y="321"/>
                    <a:pt x="1279" y="315"/>
                    <a:pt x="1272" y="315"/>
                  </a:cubicBezTo>
                  <a:cubicBezTo>
                    <a:pt x="1265" y="315"/>
                    <a:pt x="1259" y="321"/>
                    <a:pt x="1259" y="328"/>
                  </a:cubicBezTo>
                  <a:cubicBezTo>
                    <a:pt x="1259" y="335"/>
                    <a:pt x="1265" y="341"/>
                    <a:pt x="1272" y="341"/>
                  </a:cubicBezTo>
                  <a:close/>
                  <a:moveTo>
                    <a:pt x="1311" y="341"/>
                  </a:moveTo>
                  <a:cubicBezTo>
                    <a:pt x="1318" y="341"/>
                    <a:pt x="1324" y="335"/>
                    <a:pt x="1324" y="328"/>
                  </a:cubicBezTo>
                  <a:cubicBezTo>
                    <a:pt x="1324" y="321"/>
                    <a:pt x="1318" y="315"/>
                    <a:pt x="1311" y="315"/>
                  </a:cubicBezTo>
                  <a:cubicBezTo>
                    <a:pt x="1304" y="315"/>
                    <a:pt x="1298" y="321"/>
                    <a:pt x="1298" y="328"/>
                  </a:cubicBezTo>
                  <a:cubicBezTo>
                    <a:pt x="1298" y="335"/>
                    <a:pt x="1304" y="341"/>
                    <a:pt x="1311" y="341"/>
                  </a:cubicBezTo>
                  <a:close/>
                  <a:moveTo>
                    <a:pt x="1863" y="341"/>
                  </a:moveTo>
                  <a:cubicBezTo>
                    <a:pt x="1870" y="341"/>
                    <a:pt x="1876" y="335"/>
                    <a:pt x="1876" y="328"/>
                  </a:cubicBezTo>
                  <a:cubicBezTo>
                    <a:pt x="1876" y="321"/>
                    <a:pt x="1870" y="315"/>
                    <a:pt x="1863" y="315"/>
                  </a:cubicBezTo>
                  <a:cubicBezTo>
                    <a:pt x="1856" y="315"/>
                    <a:pt x="1850" y="321"/>
                    <a:pt x="1850" y="328"/>
                  </a:cubicBezTo>
                  <a:cubicBezTo>
                    <a:pt x="1850" y="335"/>
                    <a:pt x="1856" y="341"/>
                    <a:pt x="1863" y="341"/>
                  </a:cubicBezTo>
                  <a:close/>
                  <a:moveTo>
                    <a:pt x="1903" y="341"/>
                  </a:moveTo>
                  <a:cubicBezTo>
                    <a:pt x="1910" y="341"/>
                    <a:pt x="1915" y="335"/>
                    <a:pt x="1915" y="328"/>
                  </a:cubicBezTo>
                  <a:cubicBezTo>
                    <a:pt x="1915" y="321"/>
                    <a:pt x="1910" y="315"/>
                    <a:pt x="1903" y="315"/>
                  </a:cubicBezTo>
                  <a:cubicBezTo>
                    <a:pt x="1896" y="315"/>
                    <a:pt x="1890" y="321"/>
                    <a:pt x="1890" y="328"/>
                  </a:cubicBezTo>
                  <a:cubicBezTo>
                    <a:pt x="1890" y="335"/>
                    <a:pt x="1896" y="341"/>
                    <a:pt x="1903" y="341"/>
                  </a:cubicBezTo>
                  <a:close/>
                  <a:moveTo>
                    <a:pt x="1942" y="341"/>
                  </a:moveTo>
                  <a:cubicBezTo>
                    <a:pt x="1949" y="341"/>
                    <a:pt x="1955" y="335"/>
                    <a:pt x="1955" y="328"/>
                  </a:cubicBezTo>
                  <a:cubicBezTo>
                    <a:pt x="1955" y="321"/>
                    <a:pt x="1949" y="315"/>
                    <a:pt x="1942" y="315"/>
                  </a:cubicBezTo>
                  <a:cubicBezTo>
                    <a:pt x="1935" y="315"/>
                    <a:pt x="1929" y="321"/>
                    <a:pt x="1929" y="328"/>
                  </a:cubicBezTo>
                  <a:cubicBezTo>
                    <a:pt x="1929" y="335"/>
                    <a:pt x="1935" y="341"/>
                    <a:pt x="1942" y="341"/>
                  </a:cubicBezTo>
                  <a:close/>
                  <a:moveTo>
                    <a:pt x="1981" y="341"/>
                  </a:moveTo>
                  <a:cubicBezTo>
                    <a:pt x="1988" y="341"/>
                    <a:pt x="1994" y="335"/>
                    <a:pt x="1994" y="328"/>
                  </a:cubicBezTo>
                  <a:cubicBezTo>
                    <a:pt x="1994" y="321"/>
                    <a:pt x="1988" y="315"/>
                    <a:pt x="1981" y="315"/>
                  </a:cubicBezTo>
                  <a:cubicBezTo>
                    <a:pt x="1974" y="315"/>
                    <a:pt x="1969" y="321"/>
                    <a:pt x="1969" y="328"/>
                  </a:cubicBezTo>
                  <a:cubicBezTo>
                    <a:pt x="1969" y="335"/>
                    <a:pt x="1974" y="341"/>
                    <a:pt x="1981" y="341"/>
                  </a:cubicBezTo>
                  <a:close/>
                  <a:moveTo>
                    <a:pt x="2021" y="315"/>
                  </a:moveTo>
                  <a:cubicBezTo>
                    <a:pt x="2014" y="315"/>
                    <a:pt x="2008" y="321"/>
                    <a:pt x="2008" y="328"/>
                  </a:cubicBezTo>
                  <a:cubicBezTo>
                    <a:pt x="2008" y="335"/>
                    <a:pt x="2014" y="341"/>
                    <a:pt x="2021" y="341"/>
                  </a:cubicBezTo>
                  <a:cubicBezTo>
                    <a:pt x="2028" y="341"/>
                    <a:pt x="2034" y="335"/>
                    <a:pt x="2034" y="328"/>
                  </a:cubicBezTo>
                  <a:cubicBezTo>
                    <a:pt x="2034" y="321"/>
                    <a:pt x="2028" y="315"/>
                    <a:pt x="2021" y="315"/>
                  </a:cubicBezTo>
                  <a:close/>
                  <a:moveTo>
                    <a:pt x="2060" y="315"/>
                  </a:moveTo>
                  <a:cubicBezTo>
                    <a:pt x="2053" y="315"/>
                    <a:pt x="2048" y="321"/>
                    <a:pt x="2048" y="328"/>
                  </a:cubicBezTo>
                  <a:cubicBezTo>
                    <a:pt x="2048" y="335"/>
                    <a:pt x="2053" y="341"/>
                    <a:pt x="2060" y="341"/>
                  </a:cubicBezTo>
                  <a:cubicBezTo>
                    <a:pt x="2067" y="341"/>
                    <a:pt x="2073" y="335"/>
                    <a:pt x="2073" y="328"/>
                  </a:cubicBezTo>
                  <a:cubicBezTo>
                    <a:pt x="2073" y="321"/>
                    <a:pt x="2067" y="315"/>
                    <a:pt x="2060" y="315"/>
                  </a:cubicBezTo>
                  <a:close/>
                  <a:moveTo>
                    <a:pt x="2100" y="341"/>
                  </a:moveTo>
                  <a:cubicBezTo>
                    <a:pt x="2107" y="341"/>
                    <a:pt x="2112" y="335"/>
                    <a:pt x="2112" y="328"/>
                  </a:cubicBezTo>
                  <a:cubicBezTo>
                    <a:pt x="2112" y="321"/>
                    <a:pt x="2107" y="315"/>
                    <a:pt x="2100" y="315"/>
                  </a:cubicBezTo>
                  <a:cubicBezTo>
                    <a:pt x="2093" y="315"/>
                    <a:pt x="2087" y="321"/>
                    <a:pt x="2087" y="328"/>
                  </a:cubicBezTo>
                  <a:cubicBezTo>
                    <a:pt x="2087" y="335"/>
                    <a:pt x="2093" y="341"/>
                    <a:pt x="2100" y="341"/>
                  </a:cubicBezTo>
                  <a:close/>
                  <a:moveTo>
                    <a:pt x="2179" y="341"/>
                  </a:moveTo>
                  <a:cubicBezTo>
                    <a:pt x="2186" y="341"/>
                    <a:pt x="2191" y="335"/>
                    <a:pt x="2191" y="328"/>
                  </a:cubicBezTo>
                  <a:cubicBezTo>
                    <a:pt x="2191" y="321"/>
                    <a:pt x="2186" y="315"/>
                    <a:pt x="2179" y="315"/>
                  </a:cubicBezTo>
                  <a:cubicBezTo>
                    <a:pt x="2171" y="315"/>
                    <a:pt x="2166" y="321"/>
                    <a:pt x="2166" y="328"/>
                  </a:cubicBezTo>
                  <a:cubicBezTo>
                    <a:pt x="2166" y="335"/>
                    <a:pt x="2171" y="341"/>
                    <a:pt x="2179" y="341"/>
                  </a:cubicBezTo>
                  <a:close/>
                  <a:moveTo>
                    <a:pt x="2218" y="341"/>
                  </a:moveTo>
                  <a:cubicBezTo>
                    <a:pt x="2225" y="341"/>
                    <a:pt x="2231" y="335"/>
                    <a:pt x="2231" y="328"/>
                  </a:cubicBezTo>
                  <a:cubicBezTo>
                    <a:pt x="2231" y="321"/>
                    <a:pt x="2225" y="315"/>
                    <a:pt x="2218" y="315"/>
                  </a:cubicBezTo>
                  <a:cubicBezTo>
                    <a:pt x="2211" y="315"/>
                    <a:pt x="2205" y="321"/>
                    <a:pt x="2205" y="328"/>
                  </a:cubicBezTo>
                  <a:cubicBezTo>
                    <a:pt x="2205" y="335"/>
                    <a:pt x="2211" y="341"/>
                    <a:pt x="2218" y="341"/>
                  </a:cubicBezTo>
                  <a:close/>
                  <a:moveTo>
                    <a:pt x="2257" y="341"/>
                  </a:moveTo>
                  <a:cubicBezTo>
                    <a:pt x="2264" y="341"/>
                    <a:pt x="2270" y="335"/>
                    <a:pt x="2270" y="328"/>
                  </a:cubicBezTo>
                  <a:cubicBezTo>
                    <a:pt x="2270" y="321"/>
                    <a:pt x="2264" y="315"/>
                    <a:pt x="2257" y="315"/>
                  </a:cubicBezTo>
                  <a:cubicBezTo>
                    <a:pt x="2250" y="315"/>
                    <a:pt x="2245" y="321"/>
                    <a:pt x="2245" y="328"/>
                  </a:cubicBezTo>
                  <a:cubicBezTo>
                    <a:pt x="2245" y="335"/>
                    <a:pt x="2250" y="341"/>
                    <a:pt x="2257" y="341"/>
                  </a:cubicBezTo>
                  <a:close/>
                  <a:moveTo>
                    <a:pt x="2297" y="341"/>
                  </a:moveTo>
                  <a:cubicBezTo>
                    <a:pt x="2304" y="341"/>
                    <a:pt x="2310" y="335"/>
                    <a:pt x="2310" y="328"/>
                  </a:cubicBezTo>
                  <a:cubicBezTo>
                    <a:pt x="2310" y="321"/>
                    <a:pt x="2304" y="315"/>
                    <a:pt x="2297" y="315"/>
                  </a:cubicBezTo>
                  <a:cubicBezTo>
                    <a:pt x="2290" y="315"/>
                    <a:pt x="2284" y="321"/>
                    <a:pt x="2284" y="328"/>
                  </a:cubicBezTo>
                  <a:cubicBezTo>
                    <a:pt x="2284" y="335"/>
                    <a:pt x="2290" y="341"/>
                    <a:pt x="2297" y="341"/>
                  </a:cubicBezTo>
                  <a:close/>
                  <a:moveTo>
                    <a:pt x="2336" y="341"/>
                  </a:moveTo>
                  <a:cubicBezTo>
                    <a:pt x="2343" y="341"/>
                    <a:pt x="2349" y="335"/>
                    <a:pt x="2349" y="328"/>
                  </a:cubicBezTo>
                  <a:cubicBezTo>
                    <a:pt x="2349" y="321"/>
                    <a:pt x="2343" y="315"/>
                    <a:pt x="2336" y="315"/>
                  </a:cubicBezTo>
                  <a:cubicBezTo>
                    <a:pt x="2329" y="315"/>
                    <a:pt x="2323" y="321"/>
                    <a:pt x="2323" y="328"/>
                  </a:cubicBezTo>
                  <a:cubicBezTo>
                    <a:pt x="2323" y="335"/>
                    <a:pt x="2329" y="341"/>
                    <a:pt x="2336" y="341"/>
                  </a:cubicBezTo>
                  <a:close/>
                  <a:moveTo>
                    <a:pt x="2376" y="341"/>
                  </a:moveTo>
                  <a:cubicBezTo>
                    <a:pt x="2383" y="341"/>
                    <a:pt x="2388" y="335"/>
                    <a:pt x="2388" y="328"/>
                  </a:cubicBezTo>
                  <a:cubicBezTo>
                    <a:pt x="2388" y="321"/>
                    <a:pt x="2383" y="315"/>
                    <a:pt x="2376" y="315"/>
                  </a:cubicBezTo>
                  <a:cubicBezTo>
                    <a:pt x="2369" y="315"/>
                    <a:pt x="2363" y="321"/>
                    <a:pt x="2363" y="328"/>
                  </a:cubicBezTo>
                  <a:cubicBezTo>
                    <a:pt x="2363" y="335"/>
                    <a:pt x="2369" y="341"/>
                    <a:pt x="2376" y="341"/>
                  </a:cubicBezTo>
                  <a:close/>
                  <a:moveTo>
                    <a:pt x="2415" y="316"/>
                  </a:moveTo>
                  <a:cubicBezTo>
                    <a:pt x="2408" y="316"/>
                    <a:pt x="2403" y="321"/>
                    <a:pt x="2403" y="328"/>
                  </a:cubicBezTo>
                  <a:cubicBezTo>
                    <a:pt x="2403" y="335"/>
                    <a:pt x="2408" y="340"/>
                    <a:pt x="2415" y="340"/>
                  </a:cubicBezTo>
                  <a:cubicBezTo>
                    <a:pt x="2422" y="340"/>
                    <a:pt x="2427" y="335"/>
                    <a:pt x="2427" y="328"/>
                  </a:cubicBezTo>
                  <a:cubicBezTo>
                    <a:pt x="2427" y="321"/>
                    <a:pt x="2422" y="316"/>
                    <a:pt x="2415" y="316"/>
                  </a:cubicBezTo>
                  <a:close/>
                  <a:moveTo>
                    <a:pt x="2454" y="341"/>
                  </a:moveTo>
                  <a:cubicBezTo>
                    <a:pt x="2462" y="341"/>
                    <a:pt x="2467" y="335"/>
                    <a:pt x="2467" y="328"/>
                  </a:cubicBezTo>
                  <a:cubicBezTo>
                    <a:pt x="2467" y="321"/>
                    <a:pt x="2462" y="315"/>
                    <a:pt x="2454" y="315"/>
                  </a:cubicBezTo>
                  <a:cubicBezTo>
                    <a:pt x="2447" y="315"/>
                    <a:pt x="2442" y="321"/>
                    <a:pt x="2442" y="328"/>
                  </a:cubicBezTo>
                  <a:cubicBezTo>
                    <a:pt x="2442" y="335"/>
                    <a:pt x="2447" y="341"/>
                    <a:pt x="2454" y="341"/>
                  </a:cubicBezTo>
                  <a:close/>
                  <a:moveTo>
                    <a:pt x="2494" y="341"/>
                  </a:moveTo>
                  <a:cubicBezTo>
                    <a:pt x="2501" y="341"/>
                    <a:pt x="2507" y="335"/>
                    <a:pt x="2507" y="328"/>
                  </a:cubicBezTo>
                  <a:cubicBezTo>
                    <a:pt x="2507" y="321"/>
                    <a:pt x="2501" y="315"/>
                    <a:pt x="2494" y="315"/>
                  </a:cubicBezTo>
                  <a:cubicBezTo>
                    <a:pt x="2487" y="315"/>
                    <a:pt x="2481" y="321"/>
                    <a:pt x="2481" y="328"/>
                  </a:cubicBezTo>
                  <a:cubicBezTo>
                    <a:pt x="2481" y="335"/>
                    <a:pt x="2487" y="341"/>
                    <a:pt x="2494" y="341"/>
                  </a:cubicBezTo>
                  <a:close/>
                  <a:moveTo>
                    <a:pt x="2533" y="341"/>
                  </a:moveTo>
                  <a:cubicBezTo>
                    <a:pt x="2540" y="341"/>
                    <a:pt x="2546" y="335"/>
                    <a:pt x="2546" y="328"/>
                  </a:cubicBezTo>
                  <a:cubicBezTo>
                    <a:pt x="2546" y="321"/>
                    <a:pt x="2540" y="315"/>
                    <a:pt x="2533" y="315"/>
                  </a:cubicBezTo>
                  <a:cubicBezTo>
                    <a:pt x="2526" y="315"/>
                    <a:pt x="2521" y="321"/>
                    <a:pt x="2521" y="328"/>
                  </a:cubicBezTo>
                  <a:cubicBezTo>
                    <a:pt x="2521" y="335"/>
                    <a:pt x="2526" y="341"/>
                    <a:pt x="2533" y="341"/>
                  </a:cubicBezTo>
                  <a:close/>
                  <a:moveTo>
                    <a:pt x="2573" y="341"/>
                  </a:moveTo>
                  <a:cubicBezTo>
                    <a:pt x="2580" y="341"/>
                    <a:pt x="2586" y="335"/>
                    <a:pt x="2586" y="328"/>
                  </a:cubicBezTo>
                  <a:cubicBezTo>
                    <a:pt x="2586" y="321"/>
                    <a:pt x="2580" y="315"/>
                    <a:pt x="2573" y="315"/>
                  </a:cubicBezTo>
                  <a:cubicBezTo>
                    <a:pt x="2566" y="315"/>
                    <a:pt x="2560" y="321"/>
                    <a:pt x="2560" y="328"/>
                  </a:cubicBezTo>
                  <a:cubicBezTo>
                    <a:pt x="2560" y="335"/>
                    <a:pt x="2566" y="341"/>
                    <a:pt x="2573" y="341"/>
                  </a:cubicBezTo>
                  <a:close/>
                  <a:moveTo>
                    <a:pt x="2612" y="341"/>
                  </a:moveTo>
                  <a:cubicBezTo>
                    <a:pt x="2619" y="341"/>
                    <a:pt x="2625" y="335"/>
                    <a:pt x="2625" y="328"/>
                  </a:cubicBezTo>
                  <a:cubicBezTo>
                    <a:pt x="2625" y="321"/>
                    <a:pt x="2619" y="315"/>
                    <a:pt x="2612" y="315"/>
                  </a:cubicBezTo>
                  <a:cubicBezTo>
                    <a:pt x="2605" y="315"/>
                    <a:pt x="2599" y="321"/>
                    <a:pt x="2599" y="328"/>
                  </a:cubicBezTo>
                  <a:cubicBezTo>
                    <a:pt x="2599" y="335"/>
                    <a:pt x="2605" y="341"/>
                    <a:pt x="2612" y="341"/>
                  </a:cubicBezTo>
                  <a:close/>
                  <a:moveTo>
                    <a:pt x="2652" y="341"/>
                  </a:moveTo>
                  <a:cubicBezTo>
                    <a:pt x="2659" y="341"/>
                    <a:pt x="2664" y="335"/>
                    <a:pt x="2664" y="328"/>
                  </a:cubicBezTo>
                  <a:cubicBezTo>
                    <a:pt x="2664" y="321"/>
                    <a:pt x="2659" y="315"/>
                    <a:pt x="2652" y="315"/>
                  </a:cubicBezTo>
                  <a:cubicBezTo>
                    <a:pt x="2645" y="315"/>
                    <a:pt x="2639" y="321"/>
                    <a:pt x="2639" y="328"/>
                  </a:cubicBezTo>
                  <a:cubicBezTo>
                    <a:pt x="2639" y="335"/>
                    <a:pt x="2645" y="341"/>
                    <a:pt x="2652" y="341"/>
                  </a:cubicBezTo>
                  <a:close/>
                  <a:moveTo>
                    <a:pt x="2691" y="341"/>
                  </a:moveTo>
                  <a:cubicBezTo>
                    <a:pt x="2698" y="341"/>
                    <a:pt x="2704" y="335"/>
                    <a:pt x="2704" y="328"/>
                  </a:cubicBezTo>
                  <a:cubicBezTo>
                    <a:pt x="2704" y="321"/>
                    <a:pt x="2698" y="315"/>
                    <a:pt x="2691" y="315"/>
                  </a:cubicBezTo>
                  <a:cubicBezTo>
                    <a:pt x="2684" y="315"/>
                    <a:pt x="2678" y="321"/>
                    <a:pt x="2678" y="328"/>
                  </a:cubicBezTo>
                  <a:cubicBezTo>
                    <a:pt x="2678" y="335"/>
                    <a:pt x="2684" y="341"/>
                    <a:pt x="2691" y="341"/>
                  </a:cubicBezTo>
                  <a:close/>
                  <a:moveTo>
                    <a:pt x="2730" y="341"/>
                  </a:moveTo>
                  <a:cubicBezTo>
                    <a:pt x="2738" y="341"/>
                    <a:pt x="2743" y="335"/>
                    <a:pt x="2743" y="328"/>
                  </a:cubicBezTo>
                  <a:cubicBezTo>
                    <a:pt x="2743" y="321"/>
                    <a:pt x="2738" y="315"/>
                    <a:pt x="2730" y="315"/>
                  </a:cubicBezTo>
                  <a:cubicBezTo>
                    <a:pt x="2723" y="315"/>
                    <a:pt x="2718" y="321"/>
                    <a:pt x="2718" y="328"/>
                  </a:cubicBezTo>
                  <a:cubicBezTo>
                    <a:pt x="2718" y="335"/>
                    <a:pt x="2723" y="341"/>
                    <a:pt x="2730" y="341"/>
                  </a:cubicBezTo>
                  <a:close/>
                  <a:moveTo>
                    <a:pt x="2770" y="341"/>
                  </a:moveTo>
                  <a:cubicBezTo>
                    <a:pt x="2777" y="341"/>
                    <a:pt x="2783" y="335"/>
                    <a:pt x="2783" y="328"/>
                  </a:cubicBezTo>
                  <a:cubicBezTo>
                    <a:pt x="2783" y="321"/>
                    <a:pt x="2777" y="315"/>
                    <a:pt x="2770" y="315"/>
                  </a:cubicBezTo>
                  <a:cubicBezTo>
                    <a:pt x="2763" y="315"/>
                    <a:pt x="2757" y="321"/>
                    <a:pt x="2757" y="328"/>
                  </a:cubicBezTo>
                  <a:cubicBezTo>
                    <a:pt x="2757" y="335"/>
                    <a:pt x="2763" y="341"/>
                    <a:pt x="2770" y="341"/>
                  </a:cubicBezTo>
                  <a:close/>
                  <a:moveTo>
                    <a:pt x="2809" y="341"/>
                  </a:moveTo>
                  <a:cubicBezTo>
                    <a:pt x="2816" y="341"/>
                    <a:pt x="2822" y="335"/>
                    <a:pt x="2822" y="328"/>
                  </a:cubicBezTo>
                  <a:cubicBezTo>
                    <a:pt x="2822" y="321"/>
                    <a:pt x="2816" y="315"/>
                    <a:pt x="2809" y="315"/>
                  </a:cubicBezTo>
                  <a:cubicBezTo>
                    <a:pt x="2802" y="315"/>
                    <a:pt x="2797" y="321"/>
                    <a:pt x="2797" y="328"/>
                  </a:cubicBezTo>
                  <a:cubicBezTo>
                    <a:pt x="2797" y="335"/>
                    <a:pt x="2802" y="341"/>
                    <a:pt x="2809" y="341"/>
                  </a:cubicBezTo>
                  <a:close/>
                  <a:moveTo>
                    <a:pt x="2849" y="341"/>
                  </a:moveTo>
                  <a:cubicBezTo>
                    <a:pt x="2856" y="341"/>
                    <a:pt x="2861" y="335"/>
                    <a:pt x="2861" y="328"/>
                  </a:cubicBezTo>
                  <a:cubicBezTo>
                    <a:pt x="2861" y="321"/>
                    <a:pt x="2856" y="315"/>
                    <a:pt x="2849" y="315"/>
                  </a:cubicBezTo>
                  <a:cubicBezTo>
                    <a:pt x="2842" y="315"/>
                    <a:pt x="2836" y="321"/>
                    <a:pt x="2836" y="328"/>
                  </a:cubicBezTo>
                  <a:cubicBezTo>
                    <a:pt x="2836" y="335"/>
                    <a:pt x="2842" y="341"/>
                    <a:pt x="2849" y="341"/>
                  </a:cubicBezTo>
                  <a:close/>
                  <a:moveTo>
                    <a:pt x="2888" y="341"/>
                  </a:moveTo>
                  <a:cubicBezTo>
                    <a:pt x="2895" y="341"/>
                    <a:pt x="2901" y="335"/>
                    <a:pt x="2901" y="328"/>
                  </a:cubicBezTo>
                  <a:cubicBezTo>
                    <a:pt x="2901" y="321"/>
                    <a:pt x="2895" y="315"/>
                    <a:pt x="2888" y="315"/>
                  </a:cubicBezTo>
                  <a:cubicBezTo>
                    <a:pt x="2881" y="315"/>
                    <a:pt x="2875" y="321"/>
                    <a:pt x="2875" y="328"/>
                  </a:cubicBezTo>
                  <a:cubicBezTo>
                    <a:pt x="2875" y="335"/>
                    <a:pt x="2881" y="341"/>
                    <a:pt x="2888" y="341"/>
                  </a:cubicBezTo>
                  <a:close/>
                  <a:moveTo>
                    <a:pt x="2928" y="341"/>
                  </a:moveTo>
                  <a:cubicBezTo>
                    <a:pt x="2935" y="341"/>
                    <a:pt x="2940" y="335"/>
                    <a:pt x="2940" y="328"/>
                  </a:cubicBezTo>
                  <a:cubicBezTo>
                    <a:pt x="2940" y="321"/>
                    <a:pt x="2935" y="315"/>
                    <a:pt x="2928" y="315"/>
                  </a:cubicBezTo>
                  <a:cubicBezTo>
                    <a:pt x="2921" y="315"/>
                    <a:pt x="2915" y="321"/>
                    <a:pt x="2915" y="328"/>
                  </a:cubicBezTo>
                  <a:cubicBezTo>
                    <a:pt x="2915" y="335"/>
                    <a:pt x="2921" y="341"/>
                    <a:pt x="2928" y="341"/>
                  </a:cubicBezTo>
                  <a:close/>
                  <a:moveTo>
                    <a:pt x="2967" y="341"/>
                  </a:moveTo>
                  <a:cubicBezTo>
                    <a:pt x="2974" y="341"/>
                    <a:pt x="2980" y="335"/>
                    <a:pt x="2980" y="328"/>
                  </a:cubicBezTo>
                  <a:cubicBezTo>
                    <a:pt x="2980" y="321"/>
                    <a:pt x="2974" y="315"/>
                    <a:pt x="2967" y="315"/>
                  </a:cubicBezTo>
                  <a:cubicBezTo>
                    <a:pt x="2960" y="315"/>
                    <a:pt x="2954" y="321"/>
                    <a:pt x="2954" y="328"/>
                  </a:cubicBezTo>
                  <a:cubicBezTo>
                    <a:pt x="2954" y="335"/>
                    <a:pt x="2960" y="341"/>
                    <a:pt x="2967" y="341"/>
                  </a:cubicBezTo>
                  <a:close/>
                  <a:moveTo>
                    <a:pt x="3006" y="341"/>
                  </a:moveTo>
                  <a:cubicBezTo>
                    <a:pt x="3013" y="341"/>
                    <a:pt x="3019" y="335"/>
                    <a:pt x="3019" y="328"/>
                  </a:cubicBezTo>
                  <a:cubicBezTo>
                    <a:pt x="3019" y="321"/>
                    <a:pt x="3013" y="315"/>
                    <a:pt x="3006" y="315"/>
                  </a:cubicBezTo>
                  <a:cubicBezTo>
                    <a:pt x="2999" y="315"/>
                    <a:pt x="2994" y="321"/>
                    <a:pt x="2994" y="328"/>
                  </a:cubicBezTo>
                  <a:cubicBezTo>
                    <a:pt x="2994" y="335"/>
                    <a:pt x="2999" y="341"/>
                    <a:pt x="3006" y="341"/>
                  </a:cubicBezTo>
                  <a:close/>
                  <a:moveTo>
                    <a:pt x="3046" y="341"/>
                  </a:moveTo>
                  <a:cubicBezTo>
                    <a:pt x="3053" y="341"/>
                    <a:pt x="3059" y="335"/>
                    <a:pt x="3059" y="328"/>
                  </a:cubicBezTo>
                  <a:cubicBezTo>
                    <a:pt x="3059" y="321"/>
                    <a:pt x="3053" y="315"/>
                    <a:pt x="3046" y="315"/>
                  </a:cubicBezTo>
                  <a:cubicBezTo>
                    <a:pt x="3039" y="315"/>
                    <a:pt x="3033" y="321"/>
                    <a:pt x="3033" y="328"/>
                  </a:cubicBezTo>
                  <a:cubicBezTo>
                    <a:pt x="3033" y="335"/>
                    <a:pt x="3039" y="341"/>
                    <a:pt x="3046" y="341"/>
                  </a:cubicBezTo>
                  <a:close/>
                  <a:moveTo>
                    <a:pt x="3085" y="341"/>
                  </a:moveTo>
                  <a:cubicBezTo>
                    <a:pt x="3092" y="341"/>
                    <a:pt x="3098" y="335"/>
                    <a:pt x="3098" y="328"/>
                  </a:cubicBezTo>
                  <a:cubicBezTo>
                    <a:pt x="3098" y="321"/>
                    <a:pt x="3092" y="315"/>
                    <a:pt x="3085" y="315"/>
                  </a:cubicBezTo>
                  <a:cubicBezTo>
                    <a:pt x="3078" y="315"/>
                    <a:pt x="3073" y="321"/>
                    <a:pt x="3073" y="328"/>
                  </a:cubicBezTo>
                  <a:cubicBezTo>
                    <a:pt x="3073" y="335"/>
                    <a:pt x="3078" y="341"/>
                    <a:pt x="3085" y="341"/>
                  </a:cubicBezTo>
                  <a:close/>
                  <a:moveTo>
                    <a:pt x="3125" y="341"/>
                  </a:moveTo>
                  <a:cubicBezTo>
                    <a:pt x="3132" y="341"/>
                    <a:pt x="3137" y="335"/>
                    <a:pt x="3137" y="328"/>
                  </a:cubicBezTo>
                  <a:cubicBezTo>
                    <a:pt x="3137" y="321"/>
                    <a:pt x="3132" y="315"/>
                    <a:pt x="3125" y="315"/>
                  </a:cubicBezTo>
                  <a:cubicBezTo>
                    <a:pt x="3118" y="315"/>
                    <a:pt x="3112" y="321"/>
                    <a:pt x="3112" y="328"/>
                  </a:cubicBezTo>
                  <a:cubicBezTo>
                    <a:pt x="3112" y="335"/>
                    <a:pt x="3118" y="341"/>
                    <a:pt x="3125" y="341"/>
                  </a:cubicBezTo>
                  <a:close/>
                  <a:moveTo>
                    <a:pt x="3164" y="341"/>
                  </a:moveTo>
                  <a:cubicBezTo>
                    <a:pt x="3171" y="341"/>
                    <a:pt x="3177" y="335"/>
                    <a:pt x="3177" y="328"/>
                  </a:cubicBezTo>
                  <a:cubicBezTo>
                    <a:pt x="3177" y="321"/>
                    <a:pt x="3171" y="315"/>
                    <a:pt x="3164" y="315"/>
                  </a:cubicBezTo>
                  <a:cubicBezTo>
                    <a:pt x="3157" y="315"/>
                    <a:pt x="3151" y="321"/>
                    <a:pt x="3151" y="328"/>
                  </a:cubicBezTo>
                  <a:cubicBezTo>
                    <a:pt x="3151" y="335"/>
                    <a:pt x="3157" y="341"/>
                    <a:pt x="3164" y="341"/>
                  </a:cubicBezTo>
                  <a:close/>
                  <a:moveTo>
                    <a:pt x="3204" y="341"/>
                  </a:moveTo>
                  <a:cubicBezTo>
                    <a:pt x="3211" y="341"/>
                    <a:pt x="3216" y="335"/>
                    <a:pt x="3216" y="328"/>
                  </a:cubicBezTo>
                  <a:cubicBezTo>
                    <a:pt x="3216" y="321"/>
                    <a:pt x="3211" y="315"/>
                    <a:pt x="3204" y="315"/>
                  </a:cubicBezTo>
                  <a:cubicBezTo>
                    <a:pt x="3197" y="315"/>
                    <a:pt x="3191" y="321"/>
                    <a:pt x="3191" y="328"/>
                  </a:cubicBezTo>
                  <a:cubicBezTo>
                    <a:pt x="3191" y="335"/>
                    <a:pt x="3197" y="341"/>
                    <a:pt x="3204" y="341"/>
                  </a:cubicBezTo>
                  <a:close/>
                  <a:moveTo>
                    <a:pt x="3243" y="341"/>
                  </a:moveTo>
                  <a:cubicBezTo>
                    <a:pt x="3250" y="341"/>
                    <a:pt x="3256" y="335"/>
                    <a:pt x="3256" y="328"/>
                  </a:cubicBezTo>
                  <a:cubicBezTo>
                    <a:pt x="3256" y="321"/>
                    <a:pt x="3250" y="315"/>
                    <a:pt x="3243" y="315"/>
                  </a:cubicBezTo>
                  <a:cubicBezTo>
                    <a:pt x="3236" y="315"/>
                    <a:pt x="3230" y="321"/>
                    <a:pt x="3230" y="328"/>
                  </a:cubicBezTo>
                  <a:cubicBezTo>
                    <a:pt x="3230" y="335"/>
                    <a:pt x="3236" y="341"/>
                    <a:pt x="3243" y="341"/>
                  </a:cubicBezTo>
                  <a:close/>
                  <a:moveTo>
                    <a:pt x="3282" y="341"/>
                  </a:moveTo>
                  <a:cubicBezTo>
                    <a:pt x="3289" y="341"/>
                    <a:pt x="3295" y="335"/>
                    <a:pt x="3295" y="328"/>
                  </a:cubicBezTo>
                  <a:cubicBezTo>
                    <a:pt x="3295" y="321"/>
                    <a:pt x="3289" y="315"/>
                    <a:pt x="3282" y="315"/>
                  </a:cubicBezTo>
                  <a:cubicBezTo>
                    <a:pt x="3275" y="315"/>
                    <a:pt x="3270" y="321"/>
                    <a:pt x="3270" y="328"/>
                  </a:cubicBezTo>
                  <a:cubicBezTo>
                    <a:pt x="3270" y="335"/>
                    <a:pt x="3275" y="341"/>
                    <a:pt x="3282" y="341"/>
                  </a:cubicBezTo>
                  <a:close/>
                  <a:moveTo>
                    <a:pt x="3322" y="341"/>
                  </a:moveTo>
                  <a:cubicBezTo>
                    <a:pt x="3329" y="341"/>
                    <a:pt x="3335" y="335"/>
                    <a:pt x="3335" y="328"/>
                  </a:cubicBezTo>
                  <a:cubicBezTo>
                    <a:pt x="3335" y="321"/>
                    <a:pt x="3329" y="315"/>
                    <a:pt x="3322" y="315"/>
                  </a:cubicBezTo>
                  <a:cubicBezTo>
                    <a:pt x="3315" y="315"/>
                    <a:pt x="3309" y="321"/>
                    <a:pt x="3309" y="328"/>
                  </a:cubicBezTo>
                  <a:cubicBezTo>
                    <a:pt x="3309" y="335"/>
                    <a:pt x="3315" y="341"/>
                    <a:pt x="3322" y="341"/>
                  </a:cubicBezTo>
                  <a:close/>
                  <a:moveTo>
                    <a:pt x="3361" y="341"/>
                  </a:moveTo>
                  <a:cubicBezTo>
                    <a:pt x="3368" y="341"/>
                    <a:pt x="3374" y="335"/>
                    <a:pt x="3374" y="328"/>
                  </a:cubicBezTo>
                  <a:cubicBezTo>
                    <a:pt x="3374" y="321"/>
                    <a:pt x="3368" y="315"/>
                    <a:pt x="3361" y="315"/>
                  </a:cubicBezTo>
                  <a:cubicBezTo>
                    <a:pt x="3354" y="315"/>
                    <a:pt x="3348" y="321"/>
                    <a:pt x="3348" y="328"/>
                  </a:cubicBezTo>
                  <a:cubicBezTo>
                    <a:pt x="3348" y="335"/>
                    <a:pt x="3354" y="341"/>
                    <a:pt x="3361" y="341"/>
                  </a:cubicBezTo>
                  <a:close/>
                  <a:moveTo>
                    <a:pt x="3401" y="341"/>
                  </a:moveTo>
                  <a:cubicBezTo>
                    <a:pt x="3408" y="341"/>
                    <a:pt x="3413" y="335"/>
                    <a:pt x="3413" y="328"/>
                  </a:cubicBezTo>
                  <a:cubicBezTo>
                    <a:pt x="3413" y="321"/>
                    <a:pt x="3408" y="315"/>
                    <a:pt x="3401" y="315"/>
                  </a:cubicBezTo>
                  <a:cubicBezTo>
                    <a:pt x="3394" y="315"/>
                    <a:pt x="3388" y="321"/>
                    <a:pt x="3388" y="328"/>
                  </a:cubicBezTo>
                  <a:cubicBezTo>
                    <a:pt x="3388" y="335"/>
                    <a:pt x="3394" y="341"/>
                    <a:pt x="3401" y="341"/>
                  </a:cubicBezTo>
                  <a:close/>
                  <a:moveTo>
                    <a:pt x="3440" y="341"/>
                  </a:moveTo>
                  <a:cubicBezTo>
                    <a:pt x="3447" y="341"/>
                    <a:pt x="3453" y="335"/>
                    <a:pt x="3453" y="328"/>
                  </a:cubicBezTo>
                  <a:cubicBezTo>
                    <a:pt x="3453" y="321"/>
                    <a:pt x="3447" y="315"/>
                    <a:pt x="3440" y="315"/>
                  </a:cubicBezTo>
                  <a:cubicBezTo>
                    <a:pt x="3433" y="315"/>
                    <a:pt x="3427" y="321"/>
                    <a:pt x="3427" y="328"/>
                  </a:cubicBezTo>
                  <a:cubicBezTo>
                    <a:pt x="3427" y="335"/>
                    <a:pt x="3433" y="341"/>
                    <a:pt x="3440" y="341"/>
                  </a:cubicBezTo>
                  <a:close/>
                  <a:moveTo>
                    <a:pt x="3480" y="341"/>
                  </a:moveTo>
                  <a:cubicBezTo>
                    <a:pt x="3487" y="341"/>
                    <a:pt x="3492" y="335"/>
                    <a:pt x="3492" y="328"/>
                  </a:cubicBezTo>
                  <a:cubicBezTo>
                    <a:pt x="3492" y="321"/>
                    <a:pt x="3487" y="315"/>
                    <a:pt x="3480" y="315"/>
                  </a:cubicBezTo>
                  <a:cubicBezTo>
                    <a:pt x="3472" y="315"/>
                    <a:pt x="3467" y="321"/>
                    <a:pt x="3467" y="328"/>
                  </a:cubicBezTo>
                  <a:cubicBezTo>
                    <a:pt x="3467" y="335"/>
                    <a:pt x="3472" y="341"/>
                    <a:pt x="3480" y="341"/>
                  </a:cubicBezTo>
                  <a:close/>
                  <a:moveTo>
                    <a:pt x="3519" y="315"/>
                  </a:moveTo>
                  <a:cubicBezTo>
                    <a:pt x="3512" y="315"/>
                    <a:pt x="3506" y="321"/>
                    <a:pt x="3506" y="328"/>
                  </a:cubicBezTo>
                  <a:cubicBezTo>
                    <a:pt x="3506" y="335"/>
                    <a:pt x="3512" y="341"/>
                    <a:pt x="3519" y="341"/>
                  </a:cubicBezTo>
                  <a:cubicBezTo>
                    <a:pt x="3526" y="341"/>
                    <a:pt x="3532" y="335"/>
                    <a:pt x="3532" y="328"/>
                  </a:cubicBezTo>
                  <a:cubicBezTo>
                    <a:pt x="3532" y="321"/>
                    <a:pt x="3526" y="315"/>
                    <a:pt x="3519" y="315"/>
                  </a:cubicBezTo>
                  <a:close/>
                  <a:moveTo>
                    <a:pt x="3558" y="315"/>
                  </a:moveTo>
                  <a:cubicBezTo>
                    <a:pt x="3551" y="315"/>
                    <a:pt x="3546" y="321"/>
                    <a:pt x="3546" y="328"/>
                  </a:cubicBezTo>
                  <a:cubicBezTo>
                    <a:pt x="3546" y="335"/>
                    <a:pt x="3551" y="341"/>
                    <a:pt x="3558" y="341"/>
                  </a:cubicBezTo>
                  <a:cubicBezTo>
                    <a:pt x="3565" y="341"/>
                    <a:pt x="3571" y="335"/>
                    <a:pt x="3571" y="328"/>
                  </a:cubicBezTo>
                  <a:cubicBezTo>
                    <a:pt x="3571" y="321"/>
                    <a:pt x="3565" y="315"/>
                    <a:pt x="3558" y="315"/>
                  </a:cubicBezTo>
                  <a:close/>
                  <a:moveTo>
                    <a:pt x="3598" y="315"/>
                  </a:moveTo>
                  <a:cubicBezTo>
                    <a:pt x="3591" y="315"/>
                    <a:pt x="3585" y="321"/>
                    <a:pt x="3585" y="328"/>
                  </a:cubicBezTo>
                  <a:cubicBezTo>
                    <a:pt x="3585" y="335"/>
                    <a:pt x="3591" y="341"/>
                    <a:pt x="3598" y="341"/>
                  </a:cubicBezTo>
                  <a:cubicBezTo>
                    <a:pt x="3605" y="341"/>
                    <a:pt x="3611" y="335"/>
                    <a:pt x="3611" y="328"/>
                  </a:cubicBezTo>
                  <a:cubicBezTo>
                    <a:pt x="3611" y="321"/>
                    <a:pt x="3605" y="315"/>
                    <a:pt x="3598" y="315"/>
                  </a:cubicBezTo>
                  <a:close/>
                  <a:moveTo>
                    <a:pt x="89" y="380"/>
                  </a:moveTo>
                  <a:cubicBezTo>
                    <a:pt x="96" y="380"/>
                    <a:pt x="102" y="375"/>
                    <a:pt x="102" y="367"/>
                  </a:cubicBezTo>
                  <a:cubicBezTo>
                    <a:pt x="102" y="360"/>
                    <a:pt x="96" y="355"/>
                    <a:pt x="89" y="355"/>
                  </a:cubicBezTo>
                  <a:cubicBezTo>
                    <a:pt x="82" y="355"/>
                    <a:pt x="76" y="360"/>
                    <a:pt x="76" y="367"/>
                  </a:cubicBezTo>
                  <a:cubicBezTo>
                    <a:pt x="76" y="375"/>
                    <a:pt x="82" y="380"/>
                    <a:pt x="89" y="380"/>
                  </a:cubicBezTo>
                  <a:close/>
                  <a:moveTo>
                    <a:pt x="128" y="380"/>
                  </a:moveTo>
                  <a:cubicBezTo>
                    <a:pt x="136" y="380"/>
                    <a:pt x="141" y="375"/>
                    <a:pt x="141" y="367"/>
                  </a:cubicBezTo>
                  <a:cubicBezTo>
                    <a:pt x="141" y="360"/>
                    <a:pt x="136" y="355"/>
                    <a:pt x="128" y="355"/>
                  </a:cubicBezTo>
                  <a:cubicBezTo>
                    <a:pt x="121" y="355"/>
                    <a:pt x="116" y="360"/>
                    <a:pt x="116" y="367"/>
                  </a:cubicBezTo>
                  <a:cubicBezTo>
                    <a:pt x="116" y="375"/>
                    <a:pt x="121" y="380"/>
                    <a:pt x="128" y="380"/>
                  </a:cubicBezTo>
                  <a:close/>
                  <a:moveTo>
                    <a:pt x="168" y="380"/>
                  </a:moveTo>
                  <a:cubicBezTo>
                    <a:pt x="175" y="380"/>
                    <a:pt x="181" y="375"/>
                    <a:pt x="181" y="367"/>
                  </a:cubicBezTo>
                  <a:cubicBezTo>
                    <a:pt x="181" y="360"/>
                    <a:pt x="175" y="355"/>
                    <a:pt x="168" y="355"/>
                  </a:cubicBezTo>
                  <a:cubicBezTo>
                    <a:pt x="161" y="355"/>
                    <a:pt x="155" y="360"/>
                    <a:pt x="155" y="367"/>
                  </a:cubicBezTo>
                  <a:cubicBezTo>
                    <a:pt x="155" y="375"/>
                    <a:pt x="161" y="380"/>
                    <a:pt x="168" y="380"/>
                  </a:cubicBezTo>
                  <a:close/>
                  <a:moveTo>
                    <a:pt x="207" y="380"/>
                  </a:moveTo>
                  <a:cubicBezTo>
                    <a:pt x="214" y="380"/>
                    <a:pt x="220" y="375"/>
                    <a:pt x="220" y="367"/>
                  </a:cubicBezTo>
                  <a:cubicBezTo>
                    <a:pt x="220" y="360"/>
                    <a:pt x="214" y="355"/>
                    <a:pt x="207" y="355"/>
                  </a:cubicBezTo>
                  <a:cubicBezTo>
                    <a:pt x="200" y="355"/>
                    <a:pt x="195" y="360"/>
                    <a:pt x="195" y="367"/>
                  </a:cubicBezTo>
                  <a:cubicBezTo>
                    <a:pt x="195" y="375"/>
                    <a:pt x="200" y="380"/>
                    <a:pt x="207" y="380"/>
                  </a:cubicBezTo>
                  <a:close/>
                  <a:moveTo>
                    <a:pt x="247" y="380"/>
                  </a:moveTo>
                  <a:cubicBezTo>
                    <a:pt x="254" y="380"/>
                    <a:pt x="259" y="375"/>
                    <a:pt x="259" y="367"/>
                  </a:cubicBezTo>
                  <a:cubicBezTo>
                    <a:pt x="259" y="360"/>
                    <a:pt x="254" y="355"/>
                    <a:pt x="247" y="355"/>
                  </a:cubicBezTo>
                  <a:cubicBezTo>
                    <a:pt x="240" y="355"/>
                    <a:pt x="234" y="360"/>
                    <a:pt x="234" y="367"/>
                  </a:cubicBezTo>
                  <a:cubicBezTo>
                    <a:pt x="234" y="375"/>
                    <a:pt x="240" y="380"/>
                    <a:pt x="247" y="380"/>
                  </a:cubicBezTo>
                  <a:close/>
                  <a:moveTo>
                    <a:pt x="286" y="380"/>
                  </a:moveTo>
                  <a:cubicBezTo>
                    <a:pt x="293" y="380"/>
                    <a:pt x="299" y="375"/>
                    <a:pt x="299" y="367"/>
                  </a:cubicBezTo>
                  <a:cubicBezTo>
                    <a:pt x="299" y="360"/>
                    <a:pt x="293" y="355"/>
                    <a:pt x="286" y="355"/>
                  </a:cubicBezTo>
                  <a:cubicBezTo>
                    <a:pt x="279" y="355"/>
                    <a:pt x="273" y="360"/>
                    <a:pt x="273" y="367"/>
                  </a:cubicBezTo>
                  <a:cubicBezTo>
                    <a:pt x="273" y="375"/>
                    <a:pt x="279" y="380"/>
                    <a:pt x="286" y="380"/>
                  </a:cubicBezTo>
                  <a:close/>
                  <a:moveTo>
                    <a:pt x="326" y="380"/>
                  </a:moveTo>
                  <a:cubicBezTo>
                    <a:pt x="333" y="380"/>
                    <a:pt x="338" y="375"/>
                    <a:pt x="338" y="367"/>
                  </a:cubicBezTo>
                  <a:cubicBezTo>
                    <a:pt x="338" y="360"/>
                    <a:pt x="333" y="355"/>
                    <a:pt x="326" y="355"/>
                  </a:cubicBezTo>
                  <a:cubicBezTo>
                    <a:pt x="319" y="355"/>
                    <a:pt x="313" y="360"/>
                    <a:pt x="313" y="367"/>
                  </a:cubicBezTo>
                  <a:cubicBezTo>
                    <a:pt x="313" y="375"/>
                    <a:pt x="319" y="380"/>
                    <a:pt x="326" y="380"/>
                  </a:cubicBezTo>
                  <a:close/>
                  <a:moveTo>
                    <a:pt x="365" y="380"/>
                  </a:moveTo>
                  <a:cubicBezTo>
                    <a:pt x="372" y="380"/>
                    <a:pt x="378" y="375"/>
                    <a:pt x="378" y="367"/>
                  </a:cubicBezTo>
                  <a:cubicBezTo>
                    <a:pt x="378" y="360"/>
                    <a:pt x="372" y="355"/>
                    <a:pt x="365" y="355"/>
                  </a:cubicBezTo>
                  <a:cubicBezTo>
                    <a:pt x="358" y="355"/>
                    <a:pt x="352" y="360"/>
                    <a:pt x="352" y="367"/>
                  </a:cubicBezTo>
                  <a:cubicBezTo>
                    <a:pt x="352" y="375"/>
                    <a:pt x="358" y="380"/>
                    <a:pt x="365" y="380"/>
                  </a:cubicBezTo>
                  <a:close/>
                  <a:moveTo>
                    <a:pt x="404" y="380"/>
                  </a:moveTo>
                  <a:cubicBezTo>
                    <a:pt x="411" y="380"/>
                    <a:pt x="417" y="375"/>
                    <a:pt x="417" y="367"/>
                  </a:cubicBezTo>
                  <a:cubicBezTo>
                    <a:pt x="417" y="360"/>
                    <a:pt x="411" y="355"/>
                    <a:pt x="404" y="355"/>
                  </a:cubicBezTo>
                  <a:cubicBezTo>
                    <a:pt x="397" y="355"/>
                    <a:pt x="392" y="360"/>
                    <a:pt x="392" y="367"/>
                  </a:cubicBezTo>
                  <a:cubicBezTo>
                    <a:pt x="392" y="375"/>
                    <a:pt x="397" y="380"/>
                    <a:pt x="404" y="380"/>
                  </a:cubicBezTo>
                  <a:close/>
                  <a:moveTo>
                    <a:pt x="444" y="380"/>
                  </a:moveTo>
                  <a:cubicBezTo>
                    <a:pt x="451" y="380"/>
                    <a:pt x="457" y="375"/>
                    <a:pt x="457" y="367"/>
                  </a:cubicBezTo>
                  <a:cubicBezTo>
                    <a:pt x="457" y="360"/>
                    <a:pt x="451" y="355"/>
                    <a:pt x="444" y="355"/>
                  </a:cubicBezTo>
                  <a:cubicBezTo>
                    <a:pt x="437" y="355"/>
                    <a:pt x="431" y="360"/>
                    <a:pt x="431" y="367"/>
                  </a:cubicBezTo>
                  <a:cubicBezTo>
                    <a:pt x="431" y="375"/>
                    <a:pt x="437" y="380"/>
                    <a:pt x="444" y="380"/>
                  </a:cubicBezTo>
                  <a:close/>
                  <a:moveTo>
                    <a:pt x="483" y="380"/>
                  </a:moveTo>
                  <a:cubicBezTo>
                    <a:pt x="490" y="380"/>
                    <a:pt x="496" y="375"/>
                    <a:pt x="496" y="367"/>
                  </a:cubicBezTo>
                  <a:cubicBezTo>
                    <a:pt x="496" y="360"/>
                    <a:pt x="490" y="355"/>
                    <a:pt x="483" y="355"/>
                  </a:cubicBezTo>
                  <a:cubicBezTo>
                    <a:pt x="476" y="355"/>
                    <a:pt x="471" y="360"/>
                    <a:pt x="471" y="367"/>
                  </a:cubicBezTo>
                  <a:cubicBezTo>
                    <a:pt x="471" y="375"/>
                    <a:pt x="476" y="380"/>
                    <a:pt x="483" y="380"/>
                  </a:cubicBezTo>
                  <a:close/>
                  <a:moveTo>
                    <a:pt x="523" y="380"/>
                  </a:moveTo>
                  <a:cubicBezTo>
                    <a:pt x="530" y="380"/>
                    <a:pt x="535" y="375"/>
                    <a:pt x="535" y="367"/>
                  </a:cubicBezTo>
                  <a:cubicBezTo>
                    <a:pt x="535" y="360"/>
                    <a:pt x="530" y="355"/>
                    <a:pt x="523" y="355"/>
                  </a:cubicBezTo>
                  <a:cubicBezTo>
                    <a:pt x="516" y="355"/>
                    <a:pt x="510" y="360"/>
                    <a:pt x="510" y="367"/>
                  </a:cubicBezTo>
                  <a:cubicBezTo>
                    <a:pt x="510" y="375"/>
                    <a:pt x="516" y="380"/>
                    <a:pt x="523" y="380"/>
                  </a:cubicBezTo>
                  <a:close/>
                  <a:moveTo>
                    <a:pt x="562" y="380"/>
                  </a:moveTo>
                  <a:cubicBezTo>
                    <a:pt x="569" y="380"/>
                    <a:pt x="575" y="375"/>
                    <a:pt x="575" y="367"/>
                  </a:cubicBezTo>
                  <a:cubicBezTo>
                    <a:pt x="575" y="360"/>
                    <a:pt x="569" y="355"/>
                    <a:pt x="562" y="355"/>
                  </a:cubicBezTo>
                  <a:cubicBezTo>
                    <a:pt x="555" y="355"/>
                    <a:pt x="549" y="360"/>
                    <a:pt x="549" y="367"/>
                  </a:cubicBezTo>
                  <a:cubicBezTo>
                    <a:pt x="549" y="375"/>
                    <a:pt x="555" y="380"/>
                    <a:pt x="562" y="380"/>
                  </a:cubicBezTo>
                  <a:close/>
                  <a:moveTo>
                    <a:pt x="602" y="380"/>
                  </a:moveTo>
                  <a:cubicBezTo>
                    <a:pt x="609" y="380"/>
                    <a:pt x="614" y="375"/>
                    <a:pt x="614" y="367"/>
                  </a:cubicBezTo>
                  <a:cubicBezTo>
                    <a:pt x="614" y="360"/>
                    <a:pt x="609" y="355"/>
                    <a:pt x="602" y="355"/>
                  </a:cubicBezTo>
                  <a:cubicBezTo>
                    <a:pt x="595" y="355"/>
                    <a:pt x="589" y="360"/>
                    <a:pt x="589" y="367"/>
                  </a:cubicBezTo>
                  <a:cubicBezTo>
                    <a:pt x="589" y="375"/>
                    <a:pt x="595" y="380"/>
                    <a:pt x="602" y="380"/>
                  </a:cubicBezTo>
                  <a:close/>
                  <a:moveTo>
                    <a:pt x="641" y="380"/>
                  </a:moveTo>
                  <a:cubicBezTo>
                    <a:pt x="648" y="380"/>
                    <a:pt x="654" y="375"/>
                    <a:pt x="654" y="367"/>
                  </a:cubicBezTo>
                  <a:cubicBezTo>
                    <a:pt x="654" y="360"/>
                    <a:pt x="648" y="355"/>
                    <a:pt x="641" y="355"/>
                  </a:cubicBezTo>
                  <a:cubicBezTo>
                    <a:pt x="634" y="355"/>
                    <a:pt x="628" y="360"/>
                    <a:pt x="628" y="367"/>
                  </a:cubicBezTo>
                  <a:cubicBezTo>
                    <a:pt x="628" y="375"/>
                    <a:pt x="634" y="380"/>
                    <a:pt x="641" y="380"/>
                  </a:cubicBezTo>
                  <a:close/>
                  <a:moveTo>
                    <a:pt x="680" y="380"/>
                  </a:moveTo>
                  <a:cubicBezTo>
                    <a:pt x="687" y="380"/>
                    <a:pt x="693" y="375"/>
                    <a:pt x="693" y="367"/>
                  </a:cubicBezTo>
                  <a:cubicBezTo>
                    <a:pt x="693" y="360"/>
                    <a:pt x="687" y="355"/>
                    <a:pt x="680" y="355"/>
                  </a:cubicBezTo>
                  <a:cubicBezTo>
                    <a:pt x="673" y="355"/>
                    <a:pt x="668" y="360"/>
                    <a:pt x="668" y="367"/>
                  </a:cubicBezTo>
                  <a:cubicBezTo>
                    <a:pt x="668" y="375"/>
                    <a:pt x="673" y="380"/>
                    <a:pt x="680" y="380"/>
                  </a:cubicBezTo>
                  <a:close/>
                  <a:moveTo>
                    <a:pt x="720" y="380"/>
                  </a:moveTo>
                  <a:cubicBezTo>
                    <a:pt x="727" y="380"/>
                    <a:pt x="733" y="375"/>
                    <a:pt x="733" y="367"/>
                  </a:cubicBezTo>
                  <a:cubicBezTo>
                    <a:pt x="733" y="360"/>
                    <a:pt x="727" y="355"/>
                    <a:pt x="720" y="355"/>
                  </a:cubicBezTo>
                  <a:cubicBezTo>
                    <a:pt x="713" y="355"/>
                    <a:pt x="707" y="360"/>
                    <a:pt x="707" y="367"/>
                  </a:cubicBezTo>
                  <a:cubicBezTo>
                    <a:pt x="707" y="375"/>
                    <a:pt x="713" y="380"/>
                    <a:pt x="720" y="380"/>
                  </a:cubicBezTo>
                  <a:close/>
                  <a:moveTo>
                    <a:pt x="759" y="380"/>
                  </a:moveTo>
                  <a:cubicBezTo>
                    <a:pt x="766" y="380"/>
                    <a:pt x="772" y="375"/>
                    <a:pt x="772" y="367"/>
                  </a:cubicBezTo>
                  <a:cubicBezTo>
                    <a:pt x="772" y="360"/>
                    <a:pt x="766" y="355"/>
                    <a:pt x="759" y="355"/>
                  </a:cubicBezTo>
                  <a:cubicBezTo>
                    <a:pt x="752" y="355"/>
                    <a:pt x="747" y="360"/>
                    <a:pt x="747" y="367"/>
                  </a:cubicBezTo>
                  <a:cubicBezTo>
                    <a:pt x="747" y="375"/>
                    <a:pt x="752" y="380"/>
                    <a:pt x="759" y="380"/>
                  </a:cubicBezTo>
                  <a:close/>
                  <a:moveTo>
                    <a:pt x="799" y="380"/>
                  </a:moveTo>
                  <a:cubicBezTo>
                    <a:pt x="806" y="380"/>
                    <a:pt x="811" y="375"/>
                    <a:pt x="811" y="367"/>
                  </a:cubicBezTo>
                  <a:cubicBezTo>
                    <a:pt x="811" y="360"/>
                    <a:pt x="806" y="355"/>
                    <a:pt x="799" y="355"/>
                  </a:cubicBezTo>
                  <a:cubicBezTo>
                    <a:pt x="792" y="355"/>
                    <a:pt x="786" y="360"/>
                    <a:pt x="786" y="367"/>
                  </a:cubicBezTo>
                  <a:cubicBezTo>
                    <a:pt x="786" y="375"/>
                    <a:pt x="792" y="380"/>
                    <a:pt x="799" y="380"/>
                  </a:cubicBezTo>
                  <a:close/>
                  <a:moveTo>
                    <a:pt x="838" y="380"/>
                  </a:moveTo>
                  <a:cubicBezTo>
                    <a:pt x="845" y="380"/>
                    <a:pt x="851" y="375"/>
                    <a:pt x="851" y="367"/>
                  </a:cubicBezTo>
                  <a:cubicBezTo>
                    <a:pt x="851" y="360"/>
                    <a:pt x="845" y="355"/>
                    <a:pt x="838" y="355"/>
                  </a:cubicBezTo>
                  <a:cubicBezTo>
                    <a:pt x="831" y="355"/>
                    <a:pt x="825" y="360"/>
                    <a:pt x="825" y="367"/>
                  </a:cubicBezTo>
                  <a:cubicBezTo>
                    <a:pt x="825" y="375"/>
                    <a:pt x="831" y="380"/>
                    <a:pt x="838" y="380"/>
                  </a:cubicBezTo>
                  <a:close/>
                  <a:moveTo>
                    <a:pt x="956" y="380"/>
                  </a:moveTo>
                  <a:cubicBezTo>
                    <a:pt x="963" y="380"/>
                    <a:pt x="969" y="375"/>
                    <a:pt x="969" y="367"/>
                  </a:cubicBezTo>
                  <a:cubicBezTo>
                    <a:pt x="969" y="360"/>
                    <a:pt x="963" y="355"/>
                    <a:pt x="956" y="355"/>
                  </a:cubicBezTo>
                  <a:cubicBezTo>
                    <a:pt x="949" y="355"/>
                    <a:pt x="944" y="360"/>
                    <a:pt x="944" y="367"/>
                  </a:cubicBezTo>
                  <a:cubicBezTo>
                    <a:pt x="944" y="375"/>
                    <a:pt x="949" y="380"/>
                    <a:pt x="956" y="380"/>
                  </a:cubicBezTo>
                  <a:close/>
                  <a:moveTo>
                    <a:pt x="996" y="380"/>
                  </a:moveTo>
                  <a:cubicBezTo>
                    <a:pt x="1003" y="380"/>
                    <a:pt x="1009" y="375"/>
                    <a:pt x="1009" y="367"/>
                  </a:cubicBezTo>
                  <a:cubicBezTo>
                    <a:pt x="1009" y="360"/>
                    <a:pt x="1003" y="355"/>
                    <a:pt x="996" y="355"/>
                  </a:cubicBezTo>
                  <a:cubicBezTo>
                    <a:pt x="989" y="355"/>
                    <a:pt x="983" y="360"/>
                    <a:pt x="983" y="367"/>
                  </a:cubicBezTo>
                  <a:cubicBezTo>
                    <a:pt x="983" y="375"/>
                    <a:pt x="989" y="380"/>
                    <a:pt x="996" y="380"/>
                  </a:cubicBezTo>
                  <a:close/>
                  <a:moveTo>
                    <a:pt x="1193" y="380"/>
                  </a:moveTo>
                  <a:cubicBezTo>
                    <a:pt x="1200" y="380"/>
                    <a:pt x="1206" y="375"/>
                    <a:pt x="1206" y="367"/>
                  </a:cubicBezTo>
                  <a:cubicBezTo>
                    <a:pt x="1206" y="360"/>
                    <a:pt x="1200" y="355"/>
                    <a:pt x="1193" y="355"/>
                  </a:cubicBezTo>
                  <a:cubicBezTo>
                    <a:pt x="1186" y="355"/>
                    <a:pt x="1180" y="360"/>
                    <a:pt x="1180" y="367"/>
                  </a:cubicBezTo>
                  <a:cubicBezTo>
                    <a:pt x="1180" y="375"/>
                    <a:pt x="1186" y="380"/>
                    <a:pt x="1193" y="380"/>
                  </a:cubicBezTo>
                  <a:close/>
                  <a:moveTo>
                    <a:pt x="1232" y="380"/>
                  </a:moveTo>
                  <a:cubicBezTo>
                    <a:pt x="1239" y="380"/>
                    <a:pt x="1245" y="375"/>
                    <a:pt x="1245" y="367"/>
                  </a:cubicBezTo>
                  <a:cubicBezTo>
                    <a:pt x="1245" y="360"/>
                    <a:pt x="1239" y="355"/>
                    <a:pt x="1232" y="355"/>
                  </a:cubicBezTo>
                  <a:cubicBezTo>
                    <a:pt x="1225" y="355"/>
                    <a:pt x="1220" y="360"/>
                    <a:pt x="1220" y="367"/>
                  </a:cubicBezTo>
                  <a:cubicBezTo>
                    <a:pt x="1220" y="375"/>
                    <a:pt x="1225" y="380"/>
                    <a:pt x="1232" y="380"/>
                  </a:cubicBezTo>
                  <a:close/>
                  <a:moveTo>
                    <a:pt x="1272" y="380"/>
                  </a:moveTo>
                  <a:cubicBezTo>
                    <a:pt x="1279" y="380"/>
                    <a:pt x="1285" y="375"/>
                    <a:pt x="1285" y="367"/>
                  </a:cubicBezTo>
                  <a:cubicBezTo>
                    <a:pt x="1285" y="360"/>
                    <a:pt x="1279" y="355"/>
                    <a:pt x="1272" y="355"/>
                  </a:cubicBezTo>
                  <a:cubicBezTo>
                    <a:pt x="1265" y="355"/>
                    <a:pt x="1259" y="360"/>
                    <a:pt x="1259" y="367"/>
                  </a:cubicBezTo>
                  <a:cubicBezTo>
                    <a:pt x="1259" y="375"/>
                    <a:pt x="1265" y="380"/>
                    <a:pt x="1272" y="380"/>
                  </a:cubicBezTo>
                  <a:close/>
                  <a:moveTo>
                    <a:pt x="1508" y="355"/>
                  </a:moveTo>
                  <a:cubicBezTo>
                    <a:pt x="1501" y="355"/>
                    <a:pt x="1496" y="360"/>
                    <a:pt x="1496" y="367"/>
                  </a:cubicBezTo>
                  <a:cubicBezTo>
                    <a:pt x="1496" y="375"/>
                    <a:pt x="1501" y="380"/>
                    <a:pt x="1508" y="380"/>
                  </a:cubicBezTo>
                  <a:cubicBezTo>
                    <a:pt x="1515" y="380"/>
                    <a:pt x="1521" y="375"/>
                    <a:pt x="1521" y="367"/>
                  </a:cubicBezTo>
                  <a:cubicBezTo>
                    <a:pt x="1521" y="360"/>
                    <a:pt x="1515" y="355"/>
                    <a:pt x="1508" y="355"/>
                  </a:cubicBezTo>
                  <a:close/>
                  <a:moveTo>
                    <a:pt x="1824" y="380"/>
                  </a:moveTo>
                  <a:cubicBezTo>
                    <a:pt x="1831" y="380"/>
                    <a:pt x="1836" y="375"/>
                    <a:pt x="1836" y="367"/>
                  </a:cubicBezTo>
                  <a:cubicBezTo>
                    <a:pt x="1836" y="360"/>
                    <a:pt x="1831" y="355"/>
                    <a:pt x="1824" y="355"/>
                  </a:cubicBezTo>
                  <a:cubicBezTo>
                    <a:pt x="1817" y="355"/>
                    <a:pt x="1811" y="360"/>
                    <a:pt x="1811" y="367"/>
                  </a:cubicBezTo>
                  <a:cubicBezTo>
                    <a:pt x="1811" y="375"/>
                    <a:pt x="1817" y="380"/>
                    <a:pt x="1824" y="380"/>
                  </a:cubicBezTo>
                  <a:close/>
                  <a:moveTo>
                    <a:pt x="1863" y="380"/>
                  </a:moveTo>
                  <a:cubicBezTo>
                    <a:pt x="1870" y="380"/>
                    <a:pt x="1876" y="375"/>
                    <a:pt x="1876" y="367"/>
                  </a:cubicBezTo>
                  <a:cubicBezTo>
                    <a:pt x="1876" y="360"/>
                    <a:pt x="1870" y="355"/>
                    <a:pt x="1863" y="355"/>
                  </a:cubicBezTo>
                  <a:cubicBezTo>
                    <a:pt x="1856" y="355"/>
                    <a:pt x="1850" y="360"/>
                    <a:pt x="1850" y="367"/>
                  </a:cubicBezTo>
                  <a:cubicBezTo>
                    <a:pt x="1850" y="375"/>
                    <a:pt x="1856" y="380"/>
                    <a:pt x="1863" y="380"/>
                  </a:cubicBezTo>
                  <a:close/>
                  <a:moveTo>
                    <a:pt x="1903" y="380"/>
                  </a:moveTo>
                  <a:cubicBezTo>
                    <a:pt x="1910" y="380"/>
                    <a:pt x="1915" y="375"/>
                    <a:pt x="1915" y="367"/>
                  </a:cubicBezTo>
                  <a:cubicBezTo>
                    <a:pt x="1915" y="360"/>
                    <a:pt x="1910" y="355"/>
                    <a:pt x="1903" y="355"/>
                  </a:cubicBezTo>
                  <a:cubicBezTo>
                    <a:pt x="1896" y="355"/>
                    <a:pt x="1890" y="360"/>
                    <a:pt x="1890" y="367"/>
                  </a:cubicBezTo>
                  <a:cubicBezTo>
                    <a:pt x="1890" y="375"/>
                    <a:pt x="1896" y="380"/>
                    <a:pt x="1903" y="380"/>
                  </a:cubicBezTo>
                  <a:close/>
                  <a:moveTo>
                    <a:pt x="1942" y="380"/>
                  </a:moveTo>
                  <a:cubicBezTo>
                    <a:pt x="1949" y="380"/>
                    <a:pt x="1955" y="375"/>
                    <a:pt x="1955" y="367"/>
                  </a:cubicBezTo>
                  <a:cubicBezTo>
                    <a:pt x="1955" y="360"/>
                    <a:pt x="1949" y="355"/>
                    <a:pt x="1942" y="355"/>
                  </a:cubicBezTo>
                  <a:cubicBezTo>
                    <a:pt x="1935" y="355"/>
                    <a:pt x="1929" y="360"/>
                    <a:pt x="1929" y="367"/>
                  </a:cubicBezTo>
                  <a:cubicBezTo>
                    <a:pt x="1929" y="375"/>
                    <a:pt x="1935" y="380"/>
                    <a:pt x="1942" y="380"/>
                  </a:cubicBezTo>
                  <a:close/>
                  <a:moveTo>
                    <a:pt x="1981" y="380"/>
                  </a:moveTo>
                  <a:cubicBezTo>
                    <a:pt x="1988" y="380"/>
                    <a:pt x="1994" y="375"/>
                    <a:pt x="1994" y="367"/>
                  </a:cubicBezTo>
                  <a:cubicBezTo>
                    <a:pt x="1994" y="360"/>
                    <a:pt x="1988" y="355"/>
                    <a:pt x="1981" y="355"/>
                  </a:cubicBezTo>
                  <a:cubicBezTo>
                    <a:pt x="1974" y="355"/>
                    <a:pt x="1969" y="360"/>
                    <a:pt x="1969" y="367"/>
                  </a:cubicBezTo>
                  <a:cubicBezTo>
                    <a:pt x="1969" y="375"/>
                    <a:pt x="1974" y="380"/>
                    <a:pt x="1981" y="380"/>
                  </a:cubicBezTo>
                  <a:close/>
                  <a:moveTo>
                    <a:pt x="2021" y="380"/>
                  </a:moveTo>
                  <a:cubicBezTo>
                    <a:pt x="2028" y="380"/>
                    <a:pt x="2034" y="375"/>
                    <a:pt x="2034" y="367"/>
                  </a:cubicBezTo>
                  <a:cubicBezTo>
                    <a:pt x="2034" y="360"/>
                    <a:pt x="2028" y="355"/>
                    <a:pt x="2021" y="355"/>
                  </a:cubicBezTo>
                  <a:cubicBezTo>
                    <a:pt x="2014" y="355"/>
                    <a:pt x="2008" y="360"/>
                    <a:pt x="2008" y="367"/>
                  </a:cubicBezTo>
                  <a:cubicBezTo>
                    <a:pt x="2008" y="375"/>
                    <a:pt x="2014" y="380"/>
                    <a:pt x="2021" y="380"/>
                  </a:cubicBezTo>
                  <a:close/>
                  <a:moveTo>
                    <a:pt x="2060" y="380"/>
                  </a:moveTo>
                  <a:cubicBezTo>
                    <a:pt x="2067" y="380"/>
                    <a:pt x="2073" y="375"/>
                    <a:pt x="2073" y="367"/>
                  </a:cubicBezTo>
                  <a:cubicBezTo>
                    <a:pt x="2073" y="360"/>
                    <a:pt x="2067" y="355"/>
                    <a:pt x="2060" y="355"/>
                  </a:cubicBezTo>
                  <a:cubicBezTo>
                    <a:pt x="2053" y="355"/>
                    <a:pt x="2048" y="360"/>
                    <a:pt x="2048" y="367"/>
                  </a:cubicBezTo>
                  <a:cubicBezTo>
                    <a:pt x="2048" y="375"/>
                    <a:pt x="2053" y="380"/>
                    <a:pt x="2060" y="380"/>
                  </a:cubicBezTo>
                  <a:close/>
                  <a:moveTo>
                    <a:pt x="2100" y="380"/>
                  </a:moveTo>
                  <a:cubicBezTo>
                    <a:pt x="2107" y="380"/>
                    <a:pt x="2112" y="375"/>
                    <a:pt x="2112" y="367"/>
                  </a:cubicBezTo>
                  <a:cubicBezTo>
                    <a:pt x="2112" y="360"/>
                    <a:pt x="2107" y="355"/>
                    <a:pt x="2100" y="355"/>
                  </a:cubicBezTo>
                  <a:cubicBezTo>
                    <a:pt x="2093" y="355"/>
                    <a:pt x="2087" y="360"/>
                    <a:pt x="2087" y="367"/>
                  </a:cubicBezTo>
                  <a:cubicBezTo>
                    <a:pt x="2087" y="375"/>
                    <a:pt x="2093" y="380"/>
                    <a:pt x="2100" y="380"/>
                  </a:cubicBezTo>
                  <a:close/>
                  <a:moveTo>
                    <a:pt x="2139" y="380"/>
                  </a:moveTo>
                  <a:cubicBezTo>
                    <a:pt x="2146" y="380"/>
                    <a:pt x="2152" y="375"/>
                    <a:pt x="2152" y="367"/>
                  </a:cubicBezTo>
                  <a:cubicBezTo>
                    <a:pt x="2152" y="360"/>
                    <a:pt x="2146" y="355"/>
                    <a:pt x="2139" y="355"/>
                  </a:cubicBezTo>
                  <a:cubicBezTo>
                    <a:pt x="2132" y="355"/>
                    <a:pt x="2126" y="360"/>
                    <a:pt x="2126" y="367"/>
                  </a:cubicBezTo>
                  <a:cubicBezTo>
                    <a:pt x="2126" y="375"/>
                    <a:pt x="2132" y="380"/>
                    <a:pt x="2139" y="380"/>
                  </a:cubicBezTo>
                  <a:close/>
                  <a:moveTo>
                    <a:pt x="2179" y="380"/>
                  </a:moveTo>
                  <a:cubicBezTo>
                    <a:pt x="2186" y="380"/>
                    <a:pt x="2191" y="375"/>
                    <a:pt x="2191" y="367"/>
                  </a:cubicBezTo>
                  <a:cubicBezTo>
                    <a:pt x="2191" y="360"/>
                    <a:pt x="2186" y="355"/>
                    <a:pt x="2179" y="355"/>
                  </a:cubicBezTo>
                  <a:cubicBezTo>
                    <a:pt x="2171" y="355"/>
                    <a:pt x="2166" y="360"/>
                    <a:pt x="2166" y="367"/>
                  </a:cubicBezTo>
                  <a:cubicBezTo>
                    <a:pt x="2166" y="375"/>
                    <a:pt x="2171" y="380"/>
                    <a:pt x="2179" y="380"/>
                  </a:cubicBezTo>
                  <a:close/>
                  <a:moveTo>
                    <a:pt x="2218" y="380"/>
                  </a:moveTo>
                  <a:cubicBezTo>
                    <a:pt x="2225" y="380"/>
                    <a:pt x="2231" y="375"/>
                    <a:pt x="2231" y="367"/>
                  </a:cubicBezTo>
                  <a:cubicBezTo>
                    <a:pt x="2231" y="360"/>
                    <a:pt x="2225" y="355"/>
                    <a:pt x="2218" y="355"/>
                  </a:cubicBezTo>
                  <a:cubicBezTo>
                    <a:pt x="2211" y="355"/>
                    <a:pt x="2205" y="360"/>
                    <a:pt x="2205" y="367"/>
                  </a:cubicBezTo>
                  <a:cubicBezTo>
                    <a:pt x="2205" y="375"/>
                    <a:pt x="2211" y="380"/>
                    <a:pt x="2218" y="380"/>
                  </a:cubicBezTo>
                  <a:close/>
                  <a:moveTo>
                    <a:pt x="2257" y="380"/>
                  </a:moveTo>
                  <a:cubicBezTo>
                    <a:pt x="2264" y="380"/>
                    <a:pt x="2270" y="375"/>
                    <a:pt x="2270" y="367"/>
                  </a:cubicBezTo>
                  <a:cubicBezTo>
                    <a:pt x="2270" y="360"/>
                    <a:pt x="2264" y="355"/>
                    <a:pt x="2257" y="355"/>
                  </a:cubicBezTo>
                  <a:cubicBezTo>
                    <a:pt x="2250" y="355"/>
                    <a:pt x="2245" y="360"/>
                    <a:pt x="2245" y="367"/>
                  </a:cubicBezTo>
                  <a:cubicBezTo>
                    <a:pt x="2245" y="375"/>
                    <a:pt x="2250" y="380"/>
                    <a:pt x="2257" y="380"/>
                  </a:cubicBezTo>
                  <a:close/>
                  <a:moveTo>
                    <a:pt x="2297" y="380"/>
                  </a:moveTo>
                  <a:cubicBezTo>
                    <a:pt x="2304" y="380"/>
                    <a:pt x="2310" y="375"/>
                    <a:pt x="2310" y="367"/>
                  </a:cubicBezTo>
                  <a:cubicBezTo>
                    <a:pt x="2310" y="360"/>
                    <a:pt x="2304" y="355"/>
                    <a:pt x="2297" y="355"/>
                  </a:cubicBezTo>
                  <a:cubicBezTo>
                    <a:pt x="2290" y="355"/>
                    <a:pt x="2284" y="360"/>
                    <a:pt x="2284" y="367"/>
                  </a:cubicBezTo>
                  <a:cubicBezTo>
                    <a:pt x="2284" y="375"/>
                    <a:pt x="2290" y="380"/>
                    <a:pt x="2297" y="380"/>
                  </a:cubicBezTo>
                  <a:close/>
                  <a:moveTo>
                    <a:pt x="2336" y="380"/>
                  </a:moveTo>
                  <a:cubicBezTo>
                    <a:pt x="2343" y="380"/>
                    <a:pt x="2349" y="375"/>
                    <a:pt x="2349" y="367"/>
                  </a:cubicBezTo>
                  <a:cubicBezTo>
                    <a:pt x="2349" y="360"/>
                    <a:pt x="2343" y="355"/>
                    <a:pt x="2336" y="355"/>
                  </a:cubicBezTo>
                  <a:cubicBezTo>
                    <a:pt x="2329" y="355"/>
                    <a:pt x="2323" y="360"/>
                    <a:pt x="2323" y="367"/>
                  </a:cubicBezTo>
                  <a:cubicBezTo>
                    <a:pt x="2323" y="375"/>
                    <a:pt x="2329" y="380"/>
                    <a:pt x="2336" y="380"/>
                  </a:cubicBezTo>
                  <a:close/>
                  <a:moveTo>
                    <a:pt x="2376" y="380"/>
                  </a:moveTo>
                  <a:cubicBezTo>
                    <a:pt x="2383" y="380"/>
                    <a:pt x="2388" y="375"/>
                    <a:pt x="2388" y="367"/>
                  </a:cubicBezTo>
                  <a:cubicBezTo>
                    <a:pt x="2388" y="360"/>
                    <a:pt x="2383" y="355"/>
                    <a:pt x="2376" y="355"/>
                  </a:cubicBezTo>
                  <a:cubicBezTo>
                    <a:pt x="2369" y="355"/>
                    <a:pt x="2363" y="360"/>
                    <a:pt x="2363" y="367"/>
                  </a:cubicBezTo>
                  <a:cubicBezTo>
                    <a:pt x="2363" y="375"/>
                    <a:pt x="2369" y="380"/>
                    <a:pt x="2376" y="380"/>
                  </a:cubicBezTo>
                  <a:close/>
                  <a:moveTo>
                    <a:pt x="2415" y="380"/>
                  </a:moveTo>
                  <a:cubicBezTo>
                    <a:pt x="2422" y="380"/>
                    <a:pt x="2428" y="375"/>
                    <a:pt x="2428" y="367"/>
                  </a:cubicBezTo>
                  <a:cubicBezTo>
                    <a:pt x="2428" y="360"/>
                    <a:pt x="2422" y="355"/>
                    <a:pt x="2415" y="355"/>
                  </a:cubicBezTo>
                  <a:cubicBezTo>
                    <a:pt x="2408" y="355"/>
                    <a:pt x="2402" y="360"/>
                    <a:pt x="2402" y="367"/>
                  </a:cubicBezTo>
                  <a:cubicBezTo>
                    <a:pt x="2402" y="375"/>
                    <a:pt x="2408" y="380"/>
                    <a:pt x="2415" y="380"/>
                  </a:cubicBezTo>
                  <a:close/>
                  <a:moveTo>
                    <a:pt x="2454" y="380"/>
                  </a:moveTo>
                  <a:cubicBezTo>
                    <a:pt x="2462" y="380"/>
                    <a:pt x="2467" y="375"/>
                    <a:pt x="2467" y="367"/>
                  </a:cubicBezTo>
                  <a:cubicBezTo>
                    <a:pt x="2467" y="360"/>
                    <a:pt x="2462" y="355"/>
                    <a:pt x="2454" y="355"/>
                  </a:cubicBezTo>
                  <a:cubicBezTo>
                    <a:pt x="2447" y="355"/>
                    <a:pt x="2442" y="360"/>
                    <a:pt x="2442" y="367"/>
                  </a:cubicBezTo>
                  <a:cubicBezTo>
                    <a:pt x="2442" y="375"/>
                    <a:pt x="2447" y="380"/>
                    <a:pt x="2454" y="380"/>
                  </a:cubicBezTo>
                  <a:close/>
                  <a:moveTo>
                    <a:pt x="2494" y="380"/>
                  </a:moveTo>
                  <a:cubicBezTo>
                    <a:pt x="2501" y="380"/>
                    <a:pt x="2507" y="375"/>
                    <a:pt x="2507" y="367"/>
                  </a:cubicBezTo>
                  <a:cubicBezTo>
                    <a:pt x="2507" y="360"/>
                    <a:pt x="2501" y="355"/>
                    <a:pt x="2494" y="355"/>
                  </a:cubicBezTo>
                  <a:cubicBezTo>
                    <a:pt x="2487" y="355"/>
                    <a:pt x="2481" y="360"/>
                    <a:pt x="2481" y="367"/>
                  </a:cubicBezTo>
                  <a:cubicBezTo>
                    <a:pt x="2481" y="375"/>
                    <a:pt x="2487" y="380"/>
                    <a:pt x="2494" y="380"/>
                  </a:cubicBezTo>
                  <a:close/>
                  <a:moveTo>
                    <a:pt x="2533" y="380"/>
                  </a:moveTo>
                  <a:cubicBezTo>
                    <a:pt x="2540" y="380"/>
                    <a:pt x="2546" y="375"/>
                    <a:pt x="2546" y="367"/>
                  </a:cubicBezTo>
                  <a:cubicBezTo>
                    <a:pt x="2546" y="360"/>
                    <a:pt x="2540" y="355"/>
                    <a:pt x="2533" y="355"/>
                  </a:cubicBezTo>
                  <a:cubicBezTo>
                    <a:pt x="2526" y="355"/>
                    <a:pt x="2521" y="360"/>
                    <a:pt x="2521" y="367"/>
                  </a:cubicBezTo>
                  <a:cubicBezTo>
                    <a:pt x="2521" y="375"/>
                    <a:pt x="2526" y="380"/>
                    <a:pt x="2533" y="380"/>
                  </a:cubicBezTo>
                  <a:close/>
                  <a:moveTo>
                    <a:pt x="2573" y="380"/>
                  </a:moveTo>
                  <a:cubicBezTo>
                    <a:pt x="2580" y="380"/>
                    <a:pt x="2586" y="375"/>
                    <a:pt x="2586" y="367"/>
                  </a:cubicBezTo>
                  <a:cubicBezTo>
                    <a:pt x="2586" y="360"/>
                    <a:pt x="2580" y="355"/>
                    <a:pt x="2573" y="355"/>
                  </a:cubicBezTo>
                  <a:cubicBezTo>
                    <a:pt x="2566" y="355"/>
                    <a:pt x="2560" y="360"/>
                    <a:pt x="2560" y="367"/>
                  </a:cubicBezTo>
                  <a:cubicBezTo>
                    <a:pt x="2560" y="375"/>
                    <a:pt x="2566" y="380"/>
                    <a:pt x="2573" y="380"/>
                  </a:cubicBezTo>
                  <a:close/>
                  <a:moveTo>
                    <a:pt x="2612" y="380"/>
                  </a:moveTo>
                  <a:cubicBezTo>
                    <a:pt x="2619" y="380"/>
                    <a:pt x="2625" y="375"/>
                    <a:pt x="2625" y="367"/>
                  </a:cubicBezTo>
                  <a:cubicBezTo>
                    <a:pt x="2625" y="360"/>
                    <a:pt x="2619" y="355"/>
                    <a:pt x="2612" y="355"/>
                  </a:cubicBezTo>
                  <a:cubicBezTo>
                    <a:pt x="2605" y="355"/>
                    <a:pt x="2599" y="360"/>
                    <a:pt x="2599" y="367"/>
                  </a:cubicBezTo>
                  <a:cubicBezTo>
                    <a:pt x="2599" y="375"/>
                    <a:pt x="2605" y="380"/>
                    <a:pt x="2612" y="380"/>
                  </a:cubicBezTo>
                  <a:close/>
                  <a:moveTo>
                    <a:pt x="2652" y="380"/>
                  </a:moveTo>
                  <a:cubicBezTo>
                    <a:pt x="2659" y="380"/>
                    <a:pt x="2664" y="375"/>
                    <a:pt x="2664" y="367"/>
                  </a:cubicBezTo>
                  <a:cubicBezTo>
                    <a:pt x="2664" y="360"/>
                    <a:pt x="2659" y="355"/>
                    <a:pt x="2652" y="355"/>
                  </a:cubicBezTo>
                  <a:cubicBezTo>
                    <a:pt x="2645" y="355"/>
                    <a:pt x="2639" y="360"/>
                    <a:pt x="2639" y="367"/>
                  </a:cubicBezTo>
                  <a:cubicBezTo>
                    <a:pt x="2639" y="375"/>
                    <a:pt x="2645" y="380"/>
                    <a:pt x="2652" y="380"/>
                  </a:cubicBezTo>
                  <a:close/>
                  <a:moveTo>
                    <a:pt x="2691" y="380"/>
                  </a:moveTo>
                  <a:cubicBezTo>
                    <a:pt x="2698" y="380"/>
                    <a:pt x="2704" y="375"/>
                    <a:pt x="2704" y="367"/>
                  </a:cubicBezTo>
                  <a:cubicBezTo>
                    <a:pt x="2704" y="360"/>
                    <a:pt x="2698" y="355"/>
                    <a:pt x="2691" y="355"/>
                  </a:cubicBezTo>
                  <a:cubicBezTo>
                    <a:pt x="2684" y="355"/>
                    <a:pt x="2678" y="360"/>
                    <a:pt x="2678" y="367"/>
                  </a:cubicBezTo>
                  <a:cubicBezTo>
                    <a:pt x="2678" y="375"/>
                    <a:pt x="2684" y="380"/>
                    <a:pt x="2691" y="380"/>
                  </a:cubicBezTo>
                  <a:close/>
                  <a:moveTo>
                    <a:pt x="2730" y="380"/>
                  </a:moveTo>
                  <a:cubicBezTo>
                    <a:pt x="2738" y="380"/>
                    <a:pt x="2743" y="375"/>
                    <a:pt x="2743" y="367"/>
                  </a:cubicBezTo>
                  <a:cubicBezTo>
                    <a:pt x="2743" y="360"/>
                    <a:pt x="2738" y="355"/>
                    <a:pt x="2730" y="355"/>
                  </a:cubicBezTo>
                  <a:cubicBezTo>
                    <a:pt x="2723" y="355"/>
                    <a:pt x="2718" y="360"/>
                    <a:pt x="2718" y="367"/>
                  </a:cubicBezTo>
                  <a:cubicBezTo>
                    <a:pt x="2718" y="375"/>
                    <a:pt x="2723" y="380"/>
                    <a:pt x="2730" y="380"/>
                  </a:cubicBezTo>
                  <a:close/>
                  <a:moveTo>
                    <a:pt x="2770" y="380"/>
                  </a:moveTo>
                  <a:cubicBezTo>
                    <a:pt x="2777" y="380"/>
                    <a:pt x="2783" y="375"/>
                    <a:pt x="2783" y="367"/>
                  </a:cubicBezTo>
                  <a:cubicBezTo>
                    <a:pt x="2783" y="360"/>
                    <a:pt x="2777" y="355"/>
                    <a:pt x="2770" y="355"/>
                  </a:cubicBezTo>
                  <a:cubicBezTo>
                    <a:pt x="2763" y="355"/>
                    <a:pt x="2757" y="360"/>
                    <a:pt x="2757" y="367"/>
                  </a:cubicBezTo>
                  <a:cubicBezTo>
                    <a:pt x="2757" y="375"/>
                    <a:pt x="2763" y="380"/>
                    <a:pt x="2770" y="380"/>
                  </a:cubicBezTo>
                  <a:close/>
                  <a:moveTo>
                    <a:pt x="2809" y="380"/>
                  </a:moveTo>
                  <a:cubicBezTo>
                    <a:pt x="2816" y="380"/>
                    <a:pt x="2822" y="375"/>
                    <a:pt x="2822" y="367"/>
                  </a:cubicBezTo>
                  <a:cubicBezTo>
                    <a:pt x="2822" y="360"/>
                    <a:pt x="2816" y="355"/>
                    <a:pt x="2809" y="355"/>
                  </a:cubicBezTo>
                  <a:cubicBezTo>
                    <a:pt x="2802" y="355"/>
                    <a:pt x="2797" y="360"/>
                    <a:pt x="2797" y="367"/>
                  </a:cubicBezTo>
                  <a:cubicBezTo>
                    <a:pt x="2797" y="375"/>
                    <a:pt x="2802" y="380"/>
                    <a:pt x="2809" y="380"/>
                  </a:cubicBezTo>
                  <a:close/>
                  <a:moveTo>
                    <a:pt x="2849" y="380"/>
                  </a:moveTo>
                  <a:cubicBezTo>
                    <a:pt x="2856" y="380"/>
                    <a:pt x="2861" y="375"/>
                    <a:pt x="2861" y="367"/>
                  </a:cubicBezTo>
                  <a:cubicBezTo>
                    <a:pt x="2861" y="360"/>
                    <a:pt x="2856" y="355"/>
                    <a:pt x="2849" y="355"/>
                  </a:cubicBezTo>
                  <a:cubicBezTo>
                    <a:pt x="2842" y="355"/>
                    <a:pt x="2836" y="360"/>
                    <a:pt x="2836" y="367"/>
                  </a:cubicBezTo>
                  <a:cubicBezTo>
                    <a:pt x="2836" y="375"/>
                    <a:pt x="2842" y="380"/>
                    <a:pt x="2849" y="380"/>
                  </a:cubicBezTo>
                  <a:close/>
                  <a:moveTo>
                    <a:pt x="2888" y="380"/>
                  </a:moveTo>
                  <a:cubicBezTo>
                    <a:pt x="2895" y="380"/>
                    <a:pt x="2901" y="375"/>
                    <a:pt x="2901" y="367"/>
                  </a:cubicBezTo>
                  <a:cubicBezTo>
                    <a:pt x="2901" y="360"/>
                    <a:pt x="2895" y="355"/>
                    <a:pt x="2888" y="355"/>
                  </a:cubicBezTo>
                  <a:cubicBezTo>
                    <a:pt x="2881" y="355"/>
                    <a:pt x="2875" y="360"/>
                    <a:pt x="2875" y="367"/>
                  </a:cubicBezTo>
                  <a:cubicBezTo>
                    <a:pt x="2875" y="375"/>
                    <a:pt x="2881" y="380"/>
                    <a:pt x="2888" y="380"/>
                  </a:cubicBezTo>
                  <a:close/>
                  <a:moveTo>
                    <a:pt x="2928" y="380"/>
                  </a:moveTo>
                  <a:cubicBezTo>
                    <a:pt x="2935" y="380"/>
                    <a:pt x="2940" y="375"/>
                    <a:pt x="2940" y="367"/>
                  </a:cubicBezTo>
                  <a:cubicBezTo>
                    <a:pt x="2940" y="360"/>
                    <a:pt x="2935" y="355"/>
                    <a:pt x="2928" y="355"/>
                  </a:cubicBezTo>
                  <a:cubicBezTo>
                    <a:pt x="2921" y="355"/>
                    <a:pt x="2915" y="360"/>
                    <a:pt x="2915" y="367"/>
                  </a:cubicBezTo>
                  <a:cubicBezTo>
                    <a:pt x="2915" y="375"/>
                    <a:pt x="2921" y="380"/>
                    <a:pt x="2928" y="380"/>
                  </a:cubicBezTo>
                  <a:close/>
                  <a:moveTo>
                    <a:pt x="2967" y="380"/>
                  </a:moveTo>
                  <a:cubicBezTo>
                    <a:pt x="2974" y="380"/>
                    <a:pt x="2980" y="375"/>
                    <a:pt x="2980" y="367"/>
                  </a:cubicBezTo>
                  <a:cubicBezTo>
                    <a:pt x="2980" y="360"/>
                    <a:pt x="2974" y="355"/>
                    <a:pt x="2967" y="355"/>
                  </a:cubicBezTo>
                  <a:cubicBezTo>
                    <a:pt x="2960" y="355"/>
                    <a:pt x="2954" y="360"/>
                    <a:pt x="2954" y="367"/>
                  </a:cubicBezTo>
                  <a:cubicBezTo>
                    <a:pt x="2954" y="375"/>
                    <a:pt x="2960" y="380"/>
                    <a:pt x="2967" y="380"/>
                  </a:cubicBezTo>
                  <a:close/>
                  <a:moveTo>
                    <a:pt x="3006" y="380"/>
                  </a:moveTo>
                  <a:cubicBezTo>
                    <a:pt x="3013" y="380"/>
                    <a:pt x="3019" y="375"/>
                    <a:pt x="3019" y="367"/>
                  </a:cubicBezTo>
                  <a:cubicBezTo>
                    <a:pt x="3019" y="360"/>
                    <a:pt x="3013" y="355"/>
                    <a:pt x="3006" y="355"/>
                  </a:cubicBezTo>
                  <a:cubicBezTo>
                    <a:pt x="2999" y="355"/>
                    <a:pt x="2994" y="360"/>
                    <a:pt x="2994" y="367"/>
                  </a:cubicBezTo>
                  <a:cubicBezTo>
                    <a:pt x="2994" y="375"/>
                    <a:pt x="2999" y="380"/>
                    <a:pt x="3006" y="380"/>
                  </a:cubicBezTo>
                  <a:close/>
                  <a:moveTo>
                    <a:pt x="3046" y="380"/>
                  </a:moveTo>
                  <a:cubicBezTo>
                    <a:pt x="3053" y="380"/>
                    <a:pt x="3059" y="375"/>
                    <a:pt x="3059" y="367"/>
                  </a:cubicBezTo>
                  <a:cubicBezTo>
                    <a:pt x="3059" y="360"/>
                    <a:pt x="3053" y="355"/>
                    <a:pt x="3046" y="355"/>
                  </a:cubicBezTo>
                  <a:cubicBezTo>
                    <a:pt x="3039" y="355"/>
                    <a:pt x="3033" y="360"/>
                    <a:pt x="3033" y="367"/>
                  </a:cubicBezTo>
                  <a:cubicBezTo>
                    <a:pt x="3033" y="375"/>
                    <a:pt x="3039" y="380"/>
                    <a:pt x="3046" y="380"/>
                  </a:cubicBezTo>
                  <a:close/>
                  <a:moveTo>
                    <a:pt x="3085" y="380"/>
                  </a:moveTo>
                  <a:cubicBezTo>
                    <a:pt x="3092" y="380"/>
                    <a:pt x="3098" y="375"/>
                    <a:pt x="3098" y="367"/>
                  </a:cubicBezTo>
                  <a:cubicBezTo>
                    <a:pt x="3098" y="360"/>
                    <a:pt x="3092" y="355"/>
                    <a:pt x="3085" y="355"/>
                  </a:cubicBezTo>
                  <a:cubicBezTo>
                    <a:pt x="3078" y="355"/>
                    <a:pt x="3073" y="360"/>
                    <a:pt x="3073" y="367"/>
                  </a:cubicBezTo>
                  <a:cubicBezTo>
                    <a:pt x="3073" y="375"/>
                    <a:pt x="3078" y="380"/>
                    <a:pt x="3085" y="380"/>
                  </a:cubicBezTo>
                  <a:close/>
                  <a:moveTo>
                    <a:pt x="3125" y="380"/>
                  </a:moveTo>
                  <a:cubicBezTo>
                    <a:pt x="3132" y="380"/>
                    <a:pt x="3137" y="375"/>
                    <a:pt x="3137" y="367"/>
                  </a:cubicBezTo>
                  <a:cubicBezTo>
                    <a:pt x="3137" y="360"/>
                    <a:pt x="3132" y="355"/>
                    <a:pt x="3125" y="355"/>
                  </a:cubicBezTo>
                  <a:cubicBezTo>
                    <a:pt x="3118" y="355"/>
                    <a:pt x="3112" y="360"/>
                    <a:pt x="3112" y="367"/>
                  </a:cubicBezTo>
                  <a:cubicBezTo>
                    <a:pt x="3112" y="375"/>
                    <a:pt x="3118" y="380"/>
                    <a:pt x="3125" y="380"/>
                  </a:cubicBezTo>
                  <a:close/>
                  <a:moveTo>
                    <a:pt x="3164" y="380"/>
                  </a:moveTo>
                  <a:cubicBezTo>
                    <a:pt x="3171" y="380"/>
                    <a:pt x="3177" y="375"/>
                    <a:pt x="3177" y="367"/>
                  </a:cubicBezTo>
                  <a:cubicBezTo>
                    <a:pt x="3177" y="360"/>
                    <a:pt x="3171" y="355"/>
                    <a:pt x="3164" y="355"/>
                  </a:cubicBezTo>
                  <a:cubicBezTo>
                    <a:pt x="3157" y="355"/>
                    <a:pt x="3151" y="360"/>
                    <a:pt x="3151" y="367"/>
                  </a:cubicBezTo>
                  <a:cubicBezTo>
                    <a:pt x="3151" y="375"/>
                    <a:pt x="3157" y="380"/>
                    <a:pt x="3164" y="380"/>
                  </a:cubicBezTo>
                  <a:close/>
                  <a:moveTo>
                    <a:pt x="3204" y="380"/>
                  </a:moveTo>
                  <a:cubicBezTo>
                    <a:pt x="3211" y="380"/>
                    <a:pt x="3216" y="375"/>
                    <a:pt x="3216" y="367"/>
                  </a:cubicBezTo>
                  <a:cubicBezTo>
                    <a:pt x="3216" y="360"/>
                    <a:pt x="3211" y="355"/>
                    <a:pt x="3204" y="355"/>
                  </a:cubicBezTo>
                  <a:cubicBezTo>
                    <a:pt x="3197" y="355"/>
                    <a:pt x="3191" y="360"/>
                    <a:pt x="3191" y="367"/>
                  </a:cubicBezTo>
                  <a:cubicBezTo>
                    <a:pt x="3191" y="375"/>
                    <a:pt x="3197" y="380"/>
                    <a:pt x="3204" y="380"/>
                  </a:cubicBezTo>
                  <a:close/>
                  <a:moveTo>
                    <a:pt x="3243" y="380"/>
                  </a:moveTo>
                  <a:cubicBezTo>
                    <a:pt x="3250" y="380"/>
                    <a:pt x="3256" y="375"/>
                    <a:pt x="3256" y="367"/>
                  </a:cubicBezTo>
                  <a:cubicBezTo>
                    <a:pt x="3256" y="360"/>
                    <a:pt x="3250" y="355"/>
                    <a:pt x="3243" y="355"/>
                  </a:cubicBezTo>
                  <a:cubicBezTo>
                    <a:pt x="3236" y="355"/>
                    <a:pt x="3230" y="360"/>
                    <a:pt x="3230" y="367"/>
                  </a:cubicBezTo>
                  <a:cubicBezTo>
                    <a:pt x="3230" y="375"/>
                    <a:pt x="3236" y="380"/>
                    <a:pt x="3243" y="380"/>
                  </a:cubicBezTo>
                  <a:close/>
                  <a:moveTo>
                    <a:pt x="3282" y="380"/>
                  </a:moveTo>
                  <a:cubicBezTo>
                    <a:pt x="3289" y="380"/>
                    <a:pt x="3295" y="375"/>
                    <a:pt x="3295" y="367"/>
                  </a:cubicBezTo>
                  <a:cubicBezTo>
                    <a:pt x="3295" y="360"/>
                    <a:pt x="3289" y="355"/>
                    <a:pt x="3282" y="355"/>
                  </a:cubicBezTo>
                  <a:cubicBezTo>
                    <a:pt x="3275" y="355"/>
                    <a:pt x="3270" y="360"/>
                    <a:pt x="3270" y="367"/>
                  </a:cubicBezTo>
                  <a:cubicBezTo>
                    <a:pt x="3270" y="375"/>
                    <a:pt x="3275" y="380"/>
                    <a:pt x="3282" y="380"/>
                  </a:cubicBezTo>
                  <a:close/>
                  <a:moveTo>
                    <a:pt x="3322" y="380"/>
                  </a:moveTo>
                  <a:cubicBezTo>
                    <a:pt x="3329" y="380"/>
                    <a:pt x="3335" y="375"/>
                    <a:pt x="3335" y="367"/>
                  </a:cubicBezTo>
                  <a:cubicBezTo>
                    <a:pt x="3335" y="360"/>
                    <a:pt x="3329" y="355"/>
                    <a:pt x="3322" y="355"/>
                  </a:cubicBezTo>
                  <a:cubicBezTo>
                    <a:pt x="3315" y="355"/>
                    <a:pt x="3309" y="360"/>
                    <a:pt x="3309" y="367"/>
                  </a:cubicBezTo>
                  <a:cubicBezTo>
                    <a:pt x="3309" y="375"/>
                    <a:pt x="3315" y="380"/>
                    <a:pt x="3322" y="380"/>
                  </a:cubicBezTo>
                  <a:close/>
                  <a:moveTo>
                    <a:pt x="3361" y="380"/>
                  </a:moveTo>
                  <a:cubicBezTo>
                    <a:pt x="3368" y="380"/>
                    <a:pt x="3374" y="375"/>
                    <a:pt x="3374" y="367"/>
                  </a:cubicBezTo>
                  <a:cubicBezTo>
                    <a:pt x="3374" y="360"/>
                    <a:pt x="3368" y="355"/>
                    <a:pt x="3361" y="355"/>
                  </a:cubicBezTo>
                  <a:cubicBezTo>
                    <a:pt x="3354" y="355"/>
                    <a:pt x="3348" y="360"/>
                    <a:pt x="3348" y="367"/>
                  </a:cubicBezTo>
                  <a:cubicBezTo>
                    <a:pt x="3348" y="375"/>
                    <a:pt x="3354" y="380"/>
                    <a:pt x="3361" y="380"/>
                  </a:cubicBezTo>
                  <a:close/>
                  <a:moveTo>
                    <a:pt x="3401" y="380"/>
                  </a:moveTo>
                  <a:cubicBezTo>
                    <a:pt x="3408" y="380"/>
                    <a:pt x="3413" y="375"/>
                    <a:pt x="3413" y="367"/>
                  </a:cubicBezTo>
                  <a:cubicBezTo>
                    <a:pt x="3413" y="360"/>
                    <a:pt x="3408" y="355"/>
                    <a:pt x="3401" y="355"/>
                  </a:cubicBezTo>
                  <a:cubicBezTo>
                    <a:pt x="3394" y="355"/>
                    <a:pt x="3388" y="360"/>
                    <a:pt x="3388" y="367"/>
                  </a:cubicBezTo>
                  <a:cubicBezTo>
                    <a:pt x="3388" y="375"/>
                    <a:pt x="3394" y="380"/>
                    <a:pt x="3401" y="380"/>
                  </a:cubicBezTo>
                  <a:close/>
                  <a:moveTo>
                    <a:pt x="3440" y="380"/>
                  </a:moveTo>
                  <a:cubicBezTo>
                    <a:pt x="3447" y="380"/>
                    <a:pt x="3453" y="375"/>
                    <a:pt x="3453" y="367"/>
                  </a:cubicBezTo>
                  <a:cubicBezTo>
                    <a:pt x="3453" y="360"/>
                    <a:pt x="3447" y="355"/>
                    <a:pt x="3440" y="355"/>
                  </a:cubicBezTo>
                  <a:cubicBezTo>
                    <a:pt x="3433" y="355"/>
                    <a:pt x="3427" y="360"/>
                    <a:pt x="3427" y="367"/>
                  </a:cubicBezTo>
                  <a:cubicBezTo>
                    <a:pt x="3427" y="375"/>
                    <a:pt x="3433" y="380"/>
                    <a:pt x="3440" y="380"/>
                  </a:cubicBezTo>
                  <a:close/>
                  <a:moveTo>
                    <a:pt x="3480" y="380"/>
                  </a:moveTo>
                  <a:cubicBezTo>
                    <a:pt x="3487" y="380"/>
                    <a:pt x="3492" y="375"/>
                    <a:pt x="3492" y="367"/>
                  </a:cubicBezTo>
                  <a:cubicBezTo>
                    <a:pt x="3492" y="360"/>
                    <a:pt x="3487" y="355"/>
                    <a:pt x="3480" y="355"/>
                  </a:cubicBezTo>
                  <a:cubicBezTo>
                    <a:pt x="3472" y="355"/>
                    <a:pt x="3467" y="360"/>
                    <a:pt x="3467" y="367"/>
                  </a:cubicBezTo>
                  <a:cubicBezTo>
                    <a:pt x="3467" y="375"/>
                    <a:pt x="3472" y="380"/>
                    <a:pt x="3480" y="380"/>
                  </a:cubicBezTo>
                  <a:close/>
                  <a:moveTo>
                    <a:pt x="50" y="394"/>
                  </a:moveTo>
                  <a:cubicBezTo>
                    <a:pt x="43" y="394"/>
                    <a:pt x="37" y="400"/>
                    <a:pt x="37" y="407"/>
                  </a:cubicBezTo>
                  <a:cubicBezTo>
                    <a:pt x="37" y="414"/>
                    <a:pt x="43" y="420"/>
                    <a:pt x="50" y="420"/>
                  </a:cubicBezTo>
                  <a:cubicBezTo>
                    <a:pt x="57" y="420"/>
                    <a:pt x="62" y="414"/>
                    <a:pt x="62" y="407"/>
                  </a:cubicBezTo>
                  <a:cubicBezTo>
                    <a:pt x="62" y="400"/>
                    <a:pt x="57" y="394"/>
                    <a:pt x="50" y="394"/>
                  </a:cubicBezTo>
                  <a:close/>
                  <a:moveTo>
                    <a:pt x="89" y="420"/>
                  </a:moveTo>
                  <a:cubicBezTo>
                    <a:pt x="96" y="420"/>
                    <a:pt x="102" y="414"/>
                    <a:pt x="102" y="407"/>
                  </a:cubicBezTo>
                  <a:cubicBezTo>
                    <a:pt x="102" y="400"/>
                    <a:pt x="96" y="394"/>
                    <a:pt x="89" y="394"/>
                  </a:cubicBezTo>
                  <a:cubicBezTo>
                    <a:pt x="82" y="394"/>
                    <a:pt x="76" y="400"/>
                    <a:pt x="76" y="407"/>
                  </a:cubicBezTo>
                  <a:cubicBezTo>
                    <a:pt x="76" y="414"/>
                    <a:pt x="82" y="420"/>
                    <a:pt x="89" y="420"/>
                  </a:cubicBezTo>
                  <a:close/>
                  <a:moveTo>
                    <a:pt x="128" y="420"/>
                  </a:moveTo>
                  <a:cubicBezTo>
                    <a:pt x="136" y="420"/>
                    <a:pt x="141" y="414"/>
                    <a:pt x="141" y="407"/>
                  </a:cubicBezTo>
                  <a:cubicBezTo>
                    <a:pt x="141" y="400"/>
                    <a:pt x="136" y="394"/>
                    <a:pt x="128" y="394"/>
                  </a:cubicBezTo>
                  <a:cubicBezTo>
                    <a:pt x="121" y="394"/>
                    <a:pt x="116" y="400"/>
                    <a:pt x="116" y="407"/>
                  </a:cubicBezTo>
                  <a:cubicBezTo>
                    <a:pt x="116" y="414"/>
                    <a:pt x="121" y="420"/>
                    <a:pt x="128" y="420"/>
                  </a:cubicBezTo>
                  <a:close/>
                  <a:moveTo>
                    <a:pt x="168" y="394"/>
                  </a:moveTo>
                  <a:cubicBezTo>
                    <a:pt x="161" y="394"/>
                    <a:pt x="155" y="400"/>
                    <a:pt x="155" y="407"/>
                  </a:cubicBezTo>
                  <a:cubicBezTo>
                    <a:pt x="155" y="414"/>
                    <a:pt x="161" y="420"/>
                    <a:pt x="168" y="420"/>
                  </a:cubicBezTo>
                  <a:cubicBezTo>
                    <a:pt x="175" y="420"/>
                    <a:pt x="181" y="414"/>
                    <a:pt x="181" y="407"/>
                  </a:cubicBezTo>
                  <a:cubicBezTo>
                    <a:pt x="181" y="400"/>
                    <a:pt x="175" y="394"/>
                    <a:pt x="168" y="394"/>
                  </a:cubicBezTo>
                  <a:close/>
                  <a:moveTo>
                    <a:pt x="207" y="394"/>
                  </a:moveTo>
                  <a:cubicBezTo>
                    <a:pt x="200" y="394"/>
                    <a:pt x="195" y="400"/>
                    <a:pt x="195" y="407"/>
                  </a:cubicBezTo>
                  <a:cubicBezTo>
                    <a:pt x="195" y="414"/>
                    <a:pt x="200" y="420"/>
                    <a:pt x="207" y="420"/>
                  </a:cubicBezTo>
                  <a:cubicBezTo>
                    <a:pt x="214" y="420"/>
                    <a:pt x="220" y="414"/>
                    <a:pt x="220" y="407"/>
                  </a:cubicBezTo>
                  <a:cubicBezTo>
                    <a:pt x="220" y="400"/>
                    <a:pt x="214" y="394"/>
                    <a:pt x="207" y="394"/>
                  </a:cubicBezTo>
                  <a:close/>
                  <a:moveTo>
                    <a:pt x="247" y="394"/>
                  </a:moveTo>
                  <a:cubicBezTo>
                    <a:pt x="240" y="394"/>
                    <a:pt x="234" y="400"/>
                    <a:pt x="234" y="407"/>
                  </a:cubicBezTo>
                  <a:cubicBezTo>
                    <a:pt x="234" y="414"/>
                    <a:pt x="240" y="420"/>
                    <a:pt x="247" y="420"/>
                  </a:cubicBezTo>
                  <a:cubicBezTo>
                    <a:pt x="254" y="420"/>
                    <a:pt x="260" y="414"/>
                    <a:pt x="260" y="407"/>
                  </a:cubicBezTo>
                  <a:cubicBezTo>
                    <a:pt x="260" y="400"/>
                    <a:pt x="254" y="394"/>
                    <a:pt x="247" y="394"/>
                  </a:cubicBezTo>
                  <a:close/>
                  <a:moveTo>
                    <a:pt x="286" y="394"/>
                  </a:moveTo>
                  <a:cubicBezTo>
                    <a:pt x="279" y="394"/>
                    <a:pt x="273" y="400"/>
                    <a:pt x="273" y="407"/>
                  </a:cubicBezTo>
                  <a:cubicBezTo>
                    <a:pt x="273" y="414"/>
                    <a:pt x="279" y="420"/>
                    <a:pt x="286" y="420"/>
                  </a:cubicBezTo>
                  <a:cubicBezTo>
                    <a:pt x="293" y="420"/>
                    <a:pt x="299" y="414"/>
                    <a:pt x="299" y="407"/>
                  </a:cubicBezTo>
                  <a:cubicBezTo>
                    <a:pt x="299" y="400"/>
                    <a:pt x="293" y="394"/>
                    <a:pt x="286" y="394"/>
                  </a:cubicBezTo>
                  <a:close/>
                  <a:moveTo>
                    <a:pt x="326" y="420"/>
                  </a:moveTo>
                  <a:cubicBezTo>
                    <a:pt x="333" y="420"/>
                    <a:pt x="338" y="414"/>
                    <a:pt x="338" y="407"/>
                  </a:cubicBezTo>
                  <a:cubicBezTo>
                    <a:pt x="338" y="400"/>
                    <a:pt x="333" y="394"/>
                    <a:pt x="326" y="394"/>
                  </a:cubicBezTo>
                  <a:cubicBezTo>
                    <a:pt x="319" y="394"/>
                    <a:pt x="313" y="400"/>
                    <a:pt x="313" y="407"/>
                  </a:cubicBezTo>
                  <a:cubicBezTo>
                    <a:pt x="313" y="414"/>
                    <a:pt x="319" y="420"/>
                    <a:pt x="326" y="420"/>
                  </a:cubicBezTo>
                  <a:close/>
                  <a:moveTo>
                    <a:pt x="365" y="420"/>
                  </a:moveTo>
                  <a:cubicBezTo>
                    <a:pt x="372" y="420"/>
                    <a:pt x="378" y="414"/>
                    <a:pt x="378" y="407"/>
                  </a:cubicBezTo>
                  <a:cubicBezTo>
                    <a:pt x="378" y="400"/>
                    <a:pt x="372" y="394"/>
                    <a:pt x="365" y="394"/>
                  </a:cubicBezTo>
                  <a:cubicBezTo>
                    <a:pt x="358" y="394"/>
                    <a:pt x="352" y="400"/>
                    <a:pt x="352" y="407"/>
                  </a:cubicBezTo>
                  <a:cubicBezTo>
                    <a:pt x="352" y="414"/>
                    <a:pt x="358" y="420"/>
                    <a:pt x="365" y="420"/>
                  </a:cubicBezTo>
                  <a:close/>
                  <a:moveTo>
                    <a:pt x="404" y="420"/>
                  </a:moveTo>
                  <a:cubicBezTo>
                    <a:pt x="411" y="420"/>
                    <a:pt x="417" y="414"/>
                    <a:pt x="417" y="407"/>
                  </a:cubicBezTo>
                  <a:cubicBezTo>
                    <a:pt x="417" y="400"/>
                    <a:pt x="411" y="394"/>
                    <a:pt x="404" y="394"/>
                  </a:cubicBezTo>
                  <a:cubicBezTo>
                    <a:pt x="397" y="394"/>
                    <a:pt x="392" y="400"/>
                    <a:pt x="392" y="407"/>
                  </a:cubicBezTo>
                  <a:cubicBezTo>
                    <a:pt x="392" y="414"/>
                    <a:pt x="397" y="420"/>
                    <a:pt x="404" y="420"/>
                  </a:cubicBezTo>
                  <a:close/>
                  <a:moveTo>
                    <a:pt x="444" y="420"/>
                  </a:moveTo>
                  <a:cubicBezTo>
                    <a:pt x="451" y="420"/>
                    <a:pt x="457" y="414"/>
                    <a:pt x="457" y="407"/>
                  </a:cubicBezTo>
                  <a:cubicBezTo>
                    <a:pt x="457" y="400"/>
                    <a:pt x="451" y="394"/>
                    <a:pt x="444" y="394"/>
                  </a:cubicBezTo>
                  <a:cubicBezTo>
                    <a:pt x="437" y="394"/>
                    <a:pt x="431" y="400"/>
                    <a:pt x="431" y="407"/>
                  </a:cubicBezTo>
                  <a:cubicBezTo>
                    <a:pt x="431" y="414"/>
                    <a:pt x="437" y="420"/>
                    <a:pt x="444" y="420"/>
                  </a:cubicBezTo>
                  <a:close/>
                  <a:moveTo>
                    <a:pt x="483" y="420"/>
                  </a:moveTo>
                  <a:cubicBezTo>
                    <a:pt x="490" y="420"/>
                    <a:pt x="496" y="414"/>
                    <a:pt x="496" y="407"/>
                  </a:cubicBezTo>
                  <a:cubicBezTo>
                    <a:pt x="496" y="400"/>
                    <a:pt x="490" y="394"/>
                    <a:pt x="483" y="394"/>
                  </a:cubicBezTo>
                  <a:cubicBezTo>
                    <a:pt x="476" y="394"/>
                    <a:pt x="471" y="400"/>
                    <a:pt x="471" y="407"/>
                  </a:cubicBezTo>
                  <a:cubicBezTo>
                    <a:pt x="471" y="414"/>
                    <a:pt x="476" y="420"/>
                    <a:pt x="483" y="420"/>
                  </a:cubicBezTo>
                  <a:close/>
                  <a:moveTo>
                    <a:pt x="523" y="396"/>
                  </a:moveTo>
                  <a:cubicBezTo>
                    <a:pt x="517" y="396"/>
                    <a:pt x="512" y="401"/>
                    <a:pt x="512" y="407"/>
                  </a:cubicBezTo>
                  <a:cubicBezTo>
                    <a:pt x="512" y="413"/>
                    <a:pt x="517" y="418"/>
                    <a:pt x="523" y="418"/>
                  </a:cubicBezTo>
                  <a:cubicBezTo>
                    <a:pt x="529" y="418"/>
                    <a:pt x="533" y="413"/>
                    <a:pt x="533" y="407"/>
                  </a:cubicBezTo>
                  <a:cubicBezTo>
                    <a:pt x="533" y="401"/>
                    <a:pt x="529" y="396"/>
                    <a:pt x="523" y="396"/>
                  </a:cubicBezTo>
                  <a:close/>
                  <a:moveTo>
                    <a:pt x="562" y="394"/>
                  </a:moveTo>
                  <a:cubicBezTo>
                    <a:pt x="555" y="394"/>
                    <a:pt x="549" y="400"/>
                    <a:pt x="549" y="407"/>
                  </a:cubicBezTo>
                  <a:cubicBezTo>
                    <a:pt x="549" y="414"/>
                    <a:pt x="555" y="420"/>
                    <a:pt x="562" y="420"/>
                  </a:cubicBezTo>
                  <a:cubicBezTo>
                    <a:pt x="569" y="420"/>
                    <a:pt x="575" y="414"/>
                    <a:pt x="575" y="407"/>
                  </a:cubicBezTo>
                  <a:cubicBezTo>
                    <a:pt x="575" y="400"/>
                    <a:pt x="569" y="394"/>
                    <a:pt x="562" y="394"/>
                  </a:cubicBezTo>
                  <a:close/>
                  <a:moveTo>
                    <a:pt x="602" y="420"/>
                  </a:moveTo>
                  <a:cubicBezTo>
                    <a:pt x="609" y="420"/>
                    <a:pt x="614" y="414"/>
                    <a:pt x="614" y="407"/>
                  </a:cubicBezTo>
                  <a:cubicBezTo>
                    <a:pt x="614" y="400"/>
                    <a:pt x="609" y="394"/>
                    <a:pt x="602" y="394"/>
                  </a:cubicBezTo>
                  <a:cubicBezTo>
                    <a:pt x="595" y="394"/>
                    <a:pt x="589" y="400"/>
                    <a:pt x="589" y="407"/>
                  </a:cubicBezTo>
                  <a:cubicBezTo>
                    <a:pt x="589" y="414"/>
                    <a:pt x="595" y="420"/>
                    <a:pt x="602" y="420"/>
                  </a:cubicBezTo>
                  <a:close/>
                  <a:moveTo>
                    <a:pt x="641" y="420"/>
                  </a:moveTo>
                  <a:cubicBezTo>
                    <a:pt x="648" y="420"/>
                    <a:pt x="654" y="414"/>
                    <a:pt x="654" y="407"/>
                  </a:cubicBezTo>
                  <a:cubicBezTo>
                    <a:pt x="654" y="400"/>
                    <a:pt x="648" y="394"/>
                    <a:pt x="641" y="394"/>
                  </a:cubicBezTo>
                  <a:cubicBezTo>
                    <a:pt x="634" y="394"/>
                    <a:pt x="628" y="400"/>
                    <a:pt x="628" y="407"/>
                  </a:cubicBezTo>
                  <a:cubicBezTo>
                    <a:pt x="628" y="414"/>
                    <a:pt x="634" y="420"/>
                    <a:pt x="641" y="420"/>
                  </a:cubicBezTo>
                  <a:close/>
                  <a:moveTo>
                    <a:pt x="680" y="420"/>
                  </a:moveTo>
                  <a:cubicBezTo>
                    <a:pt x="687" y="420"/>
                    <a:pt x="693" y="414"/>
                    <a:pt x="693" y="407"/>
                  </a:cubicBezTo>
                  <a:cubicBezTo>
                    <a:pt x="693" y="400"/>
                    <a:pt x="687" y="394"/>
                    <a:pt x="680" y="394"/>
                  </a:cubicBezTo>
                  <a:cubicBezTo>
                    <a:pt x="673" y="394"/>
                    <a:pt x="668" y="400"/>
                    <a:pt x="668" y="407"/>
                  </a:cubicBezTo>
                  <a:cubicBezTo>
                    <a:pt x="668" y="414"/>
                    <a:pt x="673" y="420"/>
                    <a:pt x="680" y="420"/>
                  </a:cubicBezTo>
                  <a:close/>
                  <a:moveTo>
                    <a:pt x="720" y="420"/>
                  </a:moveTo>
                  <a:cubicBezTo>
                    <a:pt x="727" y="420"/>
                    <a:pt x="733" y="414"/>
                    <a:pt x="733" y="407"/>
                  </a:cubicBezTo>
                  <a:cubicBezTo>
                    <a:pt x="733" y="400"/>
                    <a:pt x="727" y="394"/>
                    <a:pt x="720" y="394"/>
                  </a:cubicBezTo>
                  <a:cubicBezTo>
                    <a:pt x="713" y="394"/>
                    <a:pt x="707" y="400"/>
                    <a:pt x="707" y="407"/>
                  </a:cubicBezTo>
                  <a:cubicBezTo>
                    <a:pt x="707" y="414"/>
                    <a:pt x="713" y="420"/>
                    <a:pt x="720" y="420"/>
                  </a:cubicBezTo>
                  <a:close/>
                  <a:moveTo>
                    <a:pt x="917" y="420"/>
                  </a:moveTo>
                  <a:cubicBezTo>
                    <a:pt x="924" y="420"/>
                    <a:pt x="930" y="414"/>
                    <a:pt x="930" y="407"/>
                  </a:cubicBezTo>
                  <a:cubicBezTo>
                    <a:pt x="930" y="400"/>
                    <a:pt x="924" y="394"/>
                    <a:pt x="917" y="394"/>
                  </a:cubicBezTo>
                  <a:cubicBezTo>
                    <a:pt x="910" y="394"/>
                    <a:pt x="904" y="400"/>
                    <a:pt x="904" y="407"/>
                  </a:cubicBezTo>
                  <a:cubicBezTo>
                    <a:pt x="904" y="414"/>
                    <a:pt x="910" y="420"/>
                    <a:pt x="917" y="420"/>
                  </a:cubicBezTo>
                  <a:close/>
                  <a:moveTo>
                    <a:pt x="956" y="394"/>
                  </a:moveTo>
                  <a:cubicBezTo>
                    <a:pt x="949" y="394"/>
                    <a:pt x="944" y="400"/>
                    <a:pt x="944" y="407"/>
                  </a:cubicBezTo>
                  <a:cubicBezTo>
                    <a:pt x="944" y="414"/>
                    <a:pt x="949" y="420"/>
                    <a:pt x="956" y="420"/>
                  </a:cubicBezTo>
                  <a:cubicBezTo>
                    <a:pt x="963" y="420"/>
                    <a:pt x="969" y="414"/>
                    <a:pt x="969" y="407"/>
                  </a:cubicBezTo>
                  <a:cubicBezTo>
                    <a:pt x="969" y="400"/>
                    <a:pt x="963" y="394"/>
                    <a:pt x="956" y="394"/>
                  </a:cubicBezTo>
                  <a:close/>
                  <a:moveTo>
                    <a:pt x="1232" y="420"/>
                  </a:moveTo>
                  <a:cubicBezTo>
                    <a:pt x="1239" y="420"/>
                    <a:pt x="1245" y="414"/>
                    <a:pt x="1245" y="407"/>
                  </a:cubicBezTo>
                  <a:cubicBezTo>
                    <a:pt x="1245" y="400"/>
                    <a:pt x="1239" y="394"/>
                    <a:pt x="1232" y="394"/>
                  </a:cubicBezTo>
                  <a:cubicBezTo>
                    <a:pt x="1225" y="394"/>
                    <a:pt x="1220" y="400"/>
                    <a:pt x="1220" y="407"/>
                  </a:cubicBezTo>
                  <a:cubicBezTo>
                    <a:pt x="1220" y="414"/>
                    <a:pt x="1225" y="420"/>
                    <a:pt x="1232" y="420"/>
                  </a:cubicBezTo>
                  <a:close/>
                  <a:moveTo>
                    <a:pt x="1784" y="420"/>
                  </a:moveTo>
                  <a:cubicBezTo>
                    <a:pt x="1791" y="420"/>
                    <a:pt x="1797" y="414"/>
                    <a:pt x="1797" y="407"/>
                  </a:cubicBezTo>
                  <a:cubicBezTo>
                    <a:pt x="1797" y="400"/>
                    <a:pt x="1791" y="394"/>
                    <a:pt x="1784" y="394"/>
                  </a:cubicBezTo>
                  <a:cubicBezTo>
                    <a:pt x="1777" y="394"/>
                    <a:pt x="1772" y="400"/>
                    <a:pt x="1772" y="407"/>
                  </a:cubicBezTo>
                  <a:cubicBezTo>
                    <a:pt x="1772" y="414"/>
                    <a:pt x="1777" y="420"/>
                    <a:pt x="1784" y="420"/>
                  </a:cubicBezTo>
                  <a:close/>
                  <a:moveTo>
                    <a:pt x="1824" y="420"/>
                  </a:moveTo>
                  <a:cubicBezTo>
                    <a:pt x="1831" y="420"/>
                    <a:pt x="1836" y="414"/>
                    <a:pt x="1836" y="407"/>
                  </a:cubicBezTo>
                  <a:cubicBezTo>
                    <a:pt x="1836" y="400"/>
                    <a:pt x="1831" y="394"/>
                    <a:pt x="1824" y="394"/>
                  </a:cubicBezTo>
                  <a:cubicBezTo>
                    <a:pt x="1817" y="394"/>
                    <a:pt x="1811" y="400"/>
                    <a:pt x="1811" y="407"/>
                  </a:cubicBezTo>
                  <a:cubicBezTo>
                    <a:pt x="1811" y="414"/>
                    <a:pt x="1817" y="420"/>
                    <a:pt x="1824" y="420"/>
                  </a:cubicBezTo>
                  <a:close/>
                  <a:moveTo>
                    <a:pt x="1863" y="420"/>
                  </a:moveTo>
                  <a:cubicBezTo>
                    <a:pt x="1870" y="420"/>
                    <a:pt x="1876" y="414"/>
                    <a:pt x="1876" y="407"/>
                  </a:cubicBezTo>
                  <a:cubicBezTo>
                    <a:pt x="1876" y="400"/>
                    <a:pt x="1870" y="394"/>
                    <a:pt x="1863" y="394"/>
                  </a:cubicBezTo>
                  <a:cubicBezTo>
                    <a:pt x="1856" y="394"/>
                    <a:pt x="1850" y="400"/>
                    <a:pt x="1850" y="407"/>
                  </a:cubicBezTo>
                  <a:cubicBezTo>
                    <a:pt x="1850" y="414"/>
                    <a:pt x="1856" y="420"/>
                    <a:pt x="1863" y="420"/>
                  </a:cubicBezTo>
                  <a:close/>
                  <a:moveTo>
                    <a:pt x="1942" y="420"/>
                  </a:moveTo>
                  <a:cubicBezTo>
                    <a:pt x="1949" y="420"/>
                    <a:pt x="1955" y="414"/>
                    <a:pt x="1955" y="407"/>
                  </a:cubicBezTo>
                  <a:cubicBezTo>
                    <a:pt x="1955" y="400"/>
                    <a:pt x="1949" y="394"/>
                    <a:pt x="1942" y="394"/>
                  </a:cubicBezTo>
                  <a:cubicBezTo>
                    <a:pt x="1935" y="394"/>
                    <a:pt x="1929" y="400"/>
                    <a:pt x="1929" y="407"/>
                  </a:cubicBezTo>
                  <a:cubicBezTo>
                    <a:pt x="1929" y="414"/>
                    <a:pt x="1935" y="420"/>
                    <a:pt x="1942" y="420"/>
                  </a:cubicBezTo>
                  <a:close/>
                  <a:moveTo>
                    <a:pt x="1981" y="420"/>
                  </a:moveTo>
                  <a:cubicBezTo>
                    <a:pt x="1988" y="420"/>
                    <a:pt x="1994" y="414"/>
                    <a:pt x="1994" y="407"/>
                  </a:cubicBezTo>
                  <a:cubicBezTo>
                    <a:pt x="1994" y="400"/>
                    <a:pt x="1988" y="394"/>
                    <a:pt x="1981" y="394"/>
                  </a:cubicBezTo>
                  <a:cubicBezTo>
                    <a:pt x="1974" y="394"/>
                    <a:pt x="1969" y="400"/>
                    <a:pt x="1969" y="407"/>
                  </a:cubicBezTo>
                  <a:cubicBezTo>
                    <a:pt x="1969" y="414"/>
                    <a:pt x="1974" y="420"/>
                    <a:pt x="1981" y="420"/>
                  </a:cubicBezTo>
                  <a:close/>
                  <a:moveTo>
                    <a:pt x="2021" y="420"/>
                  </a:moveTo>
                  <a:cubicBezTo>
                    <a:pt x="2028" y="420"/>
                    <a:pt x="2034" y="414"/>
                    <a:pt x="2034" y="407"/>
                  </a:cubicBezTo>
                  <a:cubicBezTo>
                    <a:pt x="2034" y="400"/>
                    <a:pt x="2028" y="394"/>
                    <a:pt x="2021" y="394"/>
                  </a:cubicBezTo>
                  <a:cubicBezTo>
                    <a:pt x="2014" y="394"/>
                    <a:pt x="2008" y="400"/>
                    <a:pt x="2008" y="407"/>
                  </a:cubicBezTo>
                  <a:cubicBezTo>
                    <a:pt x="2008" y="414"/>
                    <a:pt x="2014" y="420"/>
                    <a:pt x="2021" y="420"/>
                  </a:cubicBezTo>
                  <a:close/>
                  <a:moveTo>
                    <a:pt x="2060" y="420"/>
                  </a:moveTo>
                  <a:cubicBezTo>
                    <a:pt x="2067" y="420"/>
                    <a:pt x="2073" y="414"/>
                    <a:pt x="2073" y="407"/>
                  </a:cubicBezTo>
                  <a:cubicBezTo>
                    <a:pt x="2073" y="400"/>
                    <a:pt x="2067" y="394"/>
                    <a:pt x="2060" y="394"/>
                  </a:cubicBezTo>
                  <a:cubicBezTo>
                    <a:pt x="2053" y="394"/>
                    <a:pt x="2048" y="400"/>
                    <a:pt x="2048" y="407"/>
                  </a:cubicBezTo>
                  <a:cubicBezTo>
                    <a:pt x="2048" y="414"/>
                    <a:pt x="2053" y="420"/>
                    <a:pt x="2060" y="420"/>
                  </a:cubicBezTo>
                  <a:close/>
                  <a:moveTo>
                    <a:pt x="2100" y="420"/>
                  </a:moveTo>
                  <a:cubicBezTo>
                    <a:pt x="2107" y="420"/>
                    <a:pt x="2112" y="414"/>
                    <a:pt x="2112" y="407"/>
                  </a:cubicBezTo>
                  <a:cubicBezTo>
                    <a:pt x="2112" y="400"/>
                    <a:pt x="2107" y="394"/>
                    <a:pt x="2100" y="394"/>
                  </a:cubicBezTo>
                  <a:cubicBezTo>
                    <a:pt x="2093" y="394"/>
                    <a:pt x="2087" y="400"/>
                    <a:pt x="2087" y="407"/>
                  </a:cubicBezTo>
                  <a:cubicBezTo>
                    <a:pt x="2087" y="414"/>
                    <a:pt x="2093" y="420"/>
                    <a:pt x="2100" y="420"/>
                  </a:cubicBezTo>
                  <a:close/>
                  <a:moveTo>
                    <a:pt x="2139" y="420"/>
                  </a:moveTo>
                  <a:cubicBezTo>
                    <a:pt x="2146" y="420"/>
                    <a:pt x="2152" y="414"/>
                    <a:pt x="2152" y="407"/>
                  </a:cubicBezTo>
                  <a:cubicBezTo>
                    <a:pt x="2152" y="400"/>
                    <a:pt x="2146" y="394"/>
                    <a:pt x="2139" y="394"/>
                  </a:cubicBezTo>
                  <a:cubicBezTo>
                    <a:pt x="2132" y="394"/>
                    <a:pt x="2126" y="400"/>
                    <a:pt x="2126" y="407"/>
                  </a:cubicBezTo>
                  <a:cubicBezTo>
                    <a:pt x="2126" y="414"/>
                    <a:pt x="2132" y="420"/>
                    <a:pt x="2139" y="420"/>
                  </a:cubicBezTo>
                  <a:close/>
                  <a:moveTo>
                    <a:pt x="2179" y="420"/>
                  </a:moveTo>
                  <a:cubicBezTo>
                    <a:pt x="2186" y="420"/>
                    <a:pt x="2191" y="414"/>
                    <a:pt x="2191" y="407"/>
                  </a:cubicBezTo>
                  <a:cubicBezTo>
                    <a:pt x="2191" y="400"/>
                    <a:pt x="2186" y="394"/>
                    <a:pt x="2179" y="394"/>
                  </a:cubicBezTo>
                  <a:cubicBezTo>
                    <a:pt x="2171" y="394"/>
                    <a:pt x="2166" y="400"/>
                    <a:pt x="2166" y="407"/>
                  </a:cubicBezTo>
                  <a:cubicBezTo>
                    <a:pt x="2166" y="414"/>
                    <a:pt x="2171" y="420"/>
                    <a:pt x="2179" y="420"/>
                  </a:cubicBezTo>
                  <a:close/>
                  <a:moveTo>
                    <a:pt x="2218" y="420"/>
                  </a:moveTo>
                  <a:cubicBezTo>
                    <a:pt x="2225" y="420"/>
                    <a:pt x="2231" y="414"/>
                    <a:pt x="2231" y="407"/>
                  </a:cubicBezTo>
                  <a:cubicBezTo>
                    <a:pt x="2231" y="400"/>
                    <a:pt x="2225" y="394"/>
                    <a:pt x="2218" y="394"/>
                  </a:cubicBezTo>
                  <a:cubicBezTo>
                    <a:pt x="2211" y="394"/>
                    <a:pt x="2205" y="400"/>
                    <a:pt x="2205" y="407"/>
                  </a:cubicBezTo>
                  <a:cubicBezTo>
                    <a:pt x="2205" y="414"/>
                    <a:pt x="2211" y="420"/>
                    <a:pt x="2218" y="420"/>
                  </a:cubicBezTo>
                  <a:close/>
                  <a:moveTo>
                    <a:pt x="2257" y="420"/>
                  </a:moveTo>
                  <a:cubicBezTo>
                    <a:pt x="2264" y="420"/>
                    <a:pt x="2270" y="414"/>
                    <a:pt x="2270" y="407"/>
                  </a:cubicBezTo>
                  <a:cubicBezTo>
                    <a:pt x="2270" y="400"/>
                    <a:pt x="2264" y="394"/>
                    <a:pt x="2257" y="394"/>
                  </a:cubicBezTo>
                  <a:cubicBezTo>
                    <a:pt x="2250" y="394"/>
                    <a:pt x="2245" y="400"/>
                    <a:pt x="2245" y="407"/>
                  </a:cubicBezTo>
                  <a:cubicBezTo>
                    <a:pt x="2245" y="414"/>
                    <a:pt x="2250" y="420"/>
                    <a:pt x="2257" y="420"/>
                  </a:cubicBezTo>
                  <a:close/>
                  <a:moveTo>
                    <a:pt x="2297" y="420"/>
                  </a:moveTo>
                  <a:cubicBezTo>
                    <a:pt x="2304" y="420"/>
                    <a:pt x="2310" y="414"/>
                    <a:pt x="2310" y="407"/>
                  </a:cubicBezTo>
                  <a:cubicBezTo>
                    <a:pt x="2310" y="400"/>
                    <a:pt x="2304" y="394"/>
                    <a:pt x="2297" y="394"/>
                  </a:cubicBezTo>
                  <a:cubicBezTo>
                    <a:pt x="2290" y="394"/>
                    <a:pt x="2284" y="400"/>
                    <a:pt x="2284" y="407"/>
                  </a:cubicBezTo>
                  <a:cubicBezTo>
                    <a:pt x="2284" y="414"/>
                    <a:pt x="2290" y="420"/>
                    <a:pt x="2297" y="420"/>
                  </a:cubicBezTo>
                  <a:close/>
                  <a:moveTo>
                    <a:pt x="2336" y="420"/>
                  </a:moveTo>
                  <a:cubicBezTo>
                    <a:pt x="2343" y="420"/>
                    <a:pt x="2349" y="414"/>
                    <a:pt x="2349" y="407"/>
                  </a:cubicBezTo>
                  <a:cubicBezTo>
                    <a:pt x="2349" y="400"/>
                    <a:pt x="2343" y="394"/>
                    <a:pt x="2336" y="394"/>
                  </a:cubicBezTo>
                  <a:cubicBezTo>
                    <a:pt x="2329" y="394"/>
                    <a:pt x="2323" y="400"/>
                    <a:pt x="2323" y="407"/>
                  </a:cubicBezTo>
                  <a:cubicBezTo>
                    <a:pt x="2323" y="414"/>
                    <a:pt x="2329" y="420"/>
                    <a:pt x="2336" y="420"/>
                  </a:cubicBezTo>
                  <a:close/>
                  <a:moveTo>
                    <a:pt x="2376" y="420"/>
                  </a:moveTo>
                  <a:cubicBezTo>
                    <a:pt x="2383" y="420"/>
                    <a:pt x="2388" y="414"/>
                    <a:pt x="2388" y="407"/>
                  </a:cubicBezTo>
                  <a:cubicBezTo>
                    <a:pt x="2388" y="400"/>
                    <a:pt x="2383" y="394"/>
                    <a:pt x="2376" y="394"/>
                  </a:cubicBezTo>
                  <a:cubicBezTo>
                    <a:pt x="2369" y="394"/>
                    <a:pt x="2363" y="400"/>
                    <a:pt x="2363" y="407"/>
                  </a:cubicBezTo>
                  <a:cubicBezTo>
                    <a:pt x="2363" y="414"/>
                    <a:pt x="2369" y="420"/>
                    <a:pt x="2376" y="420"/>
                  </a:cubicBezTo>
                  <a:close/>
                  <a:moveTo>
                    <a:pt x="2415" y="420"/>
                  </a:moveTo>
                  <a:cubicBezTo>
                    <a:pt x="2422" y="420"/>
                    <a:pt x="2428" y="414"/>
                    <a:pt x="2428" y="407"/>
                  </a:cubicBezTo>
                  <a:cubicBezTo>
                    <a:pt x="2428" y="400"/>
                    <a:pt x="2422" y="394"/>
                    <a:pt x="2415" y="394"/>
                  </a:cubicBezTo>
                  <a:cubicBezTo>
                    <a:pt x="2408" y="394"/>
                    <a:pt x="2402" y="400"/>
                    <a:pt x="2402" y="407"/>
                  </a:cubicBezTo>
                  <a:cubicBezTo>
                    <a:pt x="2402" y="414"/>
                    <a:pt x="2408" y="420"/>
                    <a:pt x="2415" y="420"/>
                  </a:cubicBezTo>
                  <a:close/>
                  <a:moveTo>
                    <a:pt x="2454" y="420"/>
                  </a:moveTo>
                  <a:cubicBezTo>
                    <a:pt x="2462" y="420"/>
                    <a:pt x="2467" y="414"/>
                    <a:pt x="2467" y="407"/>
                  </a:cubicBezTo>
                  <a:cubicBezTo>
                    <a:pt x="2467" y="400"/>
                    <a:pt x="2462" y="394"/>
                    <a:pt x="2454" y="394"/>
                  </a:cubicBezTo>
                  <a:cubicBezTo>
                    <a:pt x="2447" y="394"/>
                    <a:pt x="2442" y="400"/>
                    <a:pt x="2442" y="407"/>
                  </a:cubicBezTo>
                  <a:cubicBezTo>
                    <a:pt x="2442" y="414"/>
                    <a:pt x="2447" y="420"/>
                    <a:pt x="2454" y="420"/>
                  </a:cubicBezTo>
                  <a:close/>
                  <a:moveTo>
                    <a:pt x="2494" y="420"/>
                  </a:moveTo>
                  <a:cubicBezTo>
                    <a:pt x="2501" y="420"/>
                    <a:pt x="2507" y="414"/>
                    <a:pt x="2507" y="407"/>
                  </a:cubicBezTo>
                  <a:cubicBezTo>
                    <a:pt x="2507" y="400"/>
                    <a:pt x="2501" y="394"/>
                    <a:pt x="2494" y="394"/>
                  </a:cubicBezTo>
                  <a:cubicBezTo>
                    <a:pt x="2487" y="394"/>
                    <a:pt x="2481" y="400"/>
                    <a:pt x="2481" y="407"/>
                  </a:cubicBezTo>
                  <a:cubicBezTo>
                    <a:pt x="2481" y="414"/>
                    <a:pt x="2487" y="420"/>
                    <a:pt x="2494" y="420"/>
                  </a:cubicBezTo>
                  <a:close/>
                  <a:moveTo>
                    <a:pt x="2533" y="420"/>
                  </a:moveTo>
                  <a:cubicBezTo>
                    <a:pt x="2540" y="420"/>
                    <a:pt x="2546" y="414"/>
                    <a:pt x="2546" y="407"/>
                  </a:cubicBezTo>
                  <a:cubicBezTo>
                    <a:pt x="2546" y="400"/>
                    <a:pt x="2540" y="394"/>
                    <a:pt x="2533" y="394"/>
                  </a:cubicBezTo>
                  <a:cubicBezTo>
                    <a:pt x="2526" y="394"/>
                    <a:pt x="2521" y="400"/>
                    <a:pt x="2521" y="407"/>
                  </a:cubicBezTo>
                  <a:cubicBezTo>
                    <a:pt x="2521" y="414"/>
                    <a:pt x="2526" y="420"/>
                    <a:pt x="2533" y="420"/>
                  </a:cubicBezTo>
                  <a:close/>
                  <a:moveTo>
                    <a:pt x="2573" y="420"/>
                  </a:moveTo>
                  <a:cubicBezTo>
                    <a:pt x="2580" y="420"/>
                    <a:pt x="2586" y="414"/>
                    <a:pt x="2586" y="407"/>
                  </a:cubicBezTo>
                  <a:cubicBezTo>
                    <a:pt x="2586" y="400"/>
                    <a:pt x="2580" y="394"/>
                    <a:pt x="2573" y="394"/>
                  </a:cubicBezTo>
                  <a:cubicBezTo>
                    <a:pt x="2566" y="394"/>
                    <a:pt x="2560" y="400"/>
                    <a:pt x="2560" y="407"/>
                  </a:cubicBezTo>
                  <a:cubicBezTo>
                    <a:pt x="2560" y="414"/>
                    <a:pt x="2566" y="420"/>
                    <a:pt x="2573" y="420"/>
                  </a:cubicBezTo>
                  <a:close/>
                  <a:moveTo>
                    <a:pt x="2612" y="420"/>
                  </a:moveTo>
                  <a:cubicBezTo>
                    <a:pt x="2619" y="420"/>
                    <a:pt x="2625" y="414"/>
                    <a:pt x="2625" y="407"/>
                  </a:cubicBezTo>
                  <a:cubicBezTo>
                    <a:pt x="2625" y="400"/>
                    <a:pt x="2619" y="394"/>
                    <a:pt x="2612" y="394"/>
                  </a:cubicBezTo>
                  <a:cubicBezTo>
                    <a:pt x="2605" y="394"/>
                    <a:pt x="2599" y="400"/>
                    <a:pt x="2599" y="407"/>
                  </a:cubicBezTo>
                  <a:cubicBezTo>
                    <a:pt x="2599" y="414"/>
                    <a:pt x="2605" y="420"/>
                    <a:pt x="2612" y="420"/>
                  </a:cubicBezTo>
                  <a:close/>
                  <a:moveTo>
                    <a:pt x="2652" y="420"/>
                  </a:moveTo>
                  <a:cubicBezTo>
                    <a:pt x="2659" y="420"/>
                    <a:pt x="2664" y="414"/>
                    <a:pt x="2664" y="407"/>
                  </a:cubicBezTo>
                  <a:cubicBezTo>
                    <a:pt x="2664" y="400"/>
                    <a:pt x="2659" y="394"/>
                    <a:pt x="2652" y="394"/>
                  </a:cubicBezTo>
                  <a:cubicBezTo>
                    <a:pt x="2645" y="394"/>
                    <a:pt x="2639" y="400"/>
                    <a:pt x="2639" y="407"/>
                  </a:cubicBezTo>
                  <a:cubicBezTo>
                    <a:pt x="2639" y="414"/>
                    <a:pt x="2645" y="420"/>
                    <a:pt x="2652" y="420"/>
                  </a:cubicBezTo>
                  <a:close/>
                  <a:moveTo>
                    <a:pt x="2691" y="420"/>
                  </a:moveTo>
                  <a:cubicBezTo>
                    <a:pt x="2698" y="420"/>
                    <a:pt x="2704" y="414"/>
                    <a:pt x="2704" y="407"/>
                  </a:cubicBezTo>
                  <a:cubicBezTo>
                    <a:pt x="2704" y="400"/>
                    <a:pt x="2698" y="394"/>
                    <a:pt x="2691" y="394"/>
                  </a:cubicBezTo>
                  <a:cubicBezTo>
                    <a:pt x="2684" y="394"/>
                    <a:pt x="2678" y="400"/>
                    <a:pt x="2678" y="407"/>
                  </a:cubicBezTo>
                  <a:cubicBezTo>
                    <a:pt x="2678" y="414"/>
                    <a:pt x="2684" y="420"/>
                    <a:pt x="2691" y="420"/>
                  </a:cubicBezTo>
                  <a:close/>
                  <a:moveTo>
                    <a:pt x="2730" y="420"/>
                  </a:moveTo>
                  <a:cubicBezTo>
                    <a:pt x="2738" y="420"/>
                    <a:pt x="2743" y="414"/>
                    <a:pt x="2743" y="407"/>
                  </a:cubicBezTo>
                  <a:cubicBezTo>
                    <a:pt x="2743" y="400"/>
                    <a:pt x="2738" y="394"/>
                    <a:pt x="2730" y="394"/>
                  </a:cubicBezTo>
                  <a:cubicBezTo>
                    <a:pt x="2723" y="394"/>
                    <a:pt x="2718" y="400"/>
                    <a:pt x="2718" y="407"/>
                  </a:cubicBezTo>
                  <a:cubicBezTo>
                    <a:pt x="2718" y="414"/>
                    <a:pt x="2723" y="420"/>
                    <a:pt x="2730" y="420"/>
                  </a:cubicBezTo>
                  <a:close/>
                  <a:moveTo>
                    <a:pt x="2770" y="420"/>
                  </a:moveTo>
                  <a:cubicBezTo>
                    <a:pt x="2777" y="420"/>
                    <a:pt x="2783" y="414"/>
                    <a:pt x="2783" y="407"/>
                  </a:cubicBezTo>
                  <a:cubicBezTo>
                    <a:pt x="2783" y="400"/>
                    <a:pt x="2777" y="394"/>
                    <a:pt x="2770" y="394"/>
                  </a:cubicBezTo>
                  <a:cubicBezTo>
                    <a:pt x="2763" y="394"/>
                    <a:pt x="2757" y="400"/>
                    <a:pt x="2757" y="407"/>
                  </a:cubicBezTo>
                  <a:cubicBezTo>
                    <a:pt x="2757" y="414"/>
                    <a:pt x="2763" y="420"/>
                    <a:pt x="2770" y="420"/>
                  </a:cubicBezTo>
                  <a:close/>
                  <a:moveTo>
                    <a:pt x="2809" y="420"/>
                  </a:moveTo>
                  <a:cubicBezTo>
                    <a:pt x="2816" y="420"/>
                    <a:pt x="2822" y="414"/>
                    <a:pt x="2822" y="407"/>
                  </a:cubicBezTo>
                  <a:cubicBezTo>
                    <a:pt x="2822" y="400"/>
                    <a:pt x="2816" y="394"/>
                    <a:pt x="2809" y="394"/>
                  </a:cubicBezTo>
                  <a:cubicBezTo>
                    <a:pt x="2802" y="394"/>
                    <a:pt x="2797" y="400"/>
                    <a:pt x="2797" y="407"/>
                  </a:cubicBezTo>
                  <a:cubicBezTo>
                    <a:pt x="2797" y="414"/>
                    <a:pt x="2802" y="420"/>
                    <a:pt x="2809" y="420"/>
                  </a:cubicBezTo>
                  <a:close/>
                  <a:moveTo>
                    <a:pt x="2849" y="420"/>
                  </a:moveTo>
                  <a:cubicBezTo>
                    <a:pt x="2856" y="420"/>
                    <a:pt x="2861" y="414"/>
                    <a:pt x="2861" y="407"/>
                  </a:cubicBezTo>
                  <a:cubicBezTo>
                    <a:pt x="2861" y="400"/>
                    <a:pt x="2856" y="394"/>
                    <a:pt x="2849" y="394"/>
                  </a:cubicBezTo>
                  <a:cubicBezTo>
                    <a:pt x="2842" y="394"/>
                    <a:pt x="2836" y="400"/>
                    <a:pt x="2836" y="407"/>
                  </a:cubicBezTo>
                  <a:cubicBezTo>
                    <a:pt x="2836" y="414"/>
                    <a:pt x="2842" y="420"/>
                    <a:pt x="2849" y="420"/>
                  </a:cubicBezTo>
                  <a:close/>
                  <a:moveTo>
                    <a:pt x="2888" y="420"/>
                  </a:moveTo>
                  <a:cubicBezTo>
                    <a:pt x="2895" y="420"/>
                    <a:pt x="2901" y="414"/>
                    <a:pt x="2901" y="407"/>
                  </a:cubicBezTo>
                  <a:cubicBezTo>
                    <a:pt x="2901" y="400"/>
                    <a:pt x="2895" y="394"/>
                    <a:pt x="2888" y="394"/>
                  </a:cubicBezTo>
                  <a:cubicBezTo>
                    <a:pt x="2881" y="394"/>
                    <a:pt x="2875" y="400"/>
                    <a:pt x="2875" y="407"/>
                  </a:cubicBezTo>
                  <a:cubicBezTo>
                    <a:pt x="2875" y="414"/>
                    <a:pt x="2881" y="420"/>
                    <a:pt x="2888" y="420"/>
                  </a:cubicBezTo>
                  <a:close/>
                  <a:moveTo>
                    <a:pt x="2928" y="420"/>
                  </a:moveTo>
                  <a:cubicBezTo>
                    <a:pt x="2935" y="420"/>
                    <a:pt x="2940" y="414"/>
                    <a:pt x="2940" y="407"/>
                  </a:cubicBezTo>
                  <a:cubicBezTo>
                    <a:pt x="2940" y="400"/>
                    <a:pt x="2935" y="394"/>
                    <a:pt x="2928" y="394"/>
                  </a:cubicBezTo>
                  <a:cubicBezTo>
                    <a:pt x="2921" y="394"/>
                    <a:pt x="2915" y="400"/>
                    <a:pt x="2915" y="407"/>
                  </a:cubicBezTo>
                  <a:cubicBezTo>
                    <a:pt x="2915" y="414"/>
                    <a:pt x="2921" y="420"/>
                    <a:pt x="2928" y="420"/>
                  </a:cubicBezTo>
                  <a:close/>
                  <a:moveTo>
                    <a:pt x="2967" y="420"/>
                  </a:moveTo>
                  <a:cubicBezTo>
                    <a:pt x="2974" y="420"/>
                    <a:pt x="2980" y="414"/>
                    <a:pt x="2980" y="407"/>
                  </a:cubicBezTo>
                  <a:cubicBezTo>
                    <a:pt x="2980" y="400"/>
                    <a:pt x="2974" y="394"/>
                    <a:pt x="2967" y="394"/>
                  </a:cubicBezTo>
                  <a:cubicBezTo>
                    <a:pt x="2960" y="394"/>
                    <a:pt x="2954" y="400"/>
                    <a:pt x="2954" y="407"/>
                  </a:cubicBezTo>
                  <a:cubicBezTo>
                    <a:pt x="2954" y="414"/>
                    <a:pt x="2960" y="420"/>
                    <a:pt x="2967" y="420"/>
                  </a:cubicBezTo>
                  <a:close/>
                  <a:moveTo>
                    <a:pt x="3006" y="420"/>
                  </a:moveTo>
                  <a:cubicBezTo>
                    <a:pt x="3013" y="420"/>
                    <a:pt x="3019" y="414"/>
                    <a:pt x="3019" y="407"/>
                  </a:cubicBezTo>
                  <a:cubicBezTo>
                    <a:pt x="3019" y="400"/>
                    <a:pt x="3013" y="394"/>
                    <a:pt x="3006" y="394"/>
                  </a:cubicBezTo>
                  <a:cubicBezTo>
                    <a:pt x="2999" y="394"/>
                    <a:pt x="2994" y="400"/>
                    <a:pt x="2994" y="407"/>
                  </a:cubicBezTo>
                  <a:cubicBezTo>
                    <a:pt x="2994" y="414"/>
                    <a:pt x="2999" y="420"/>
                    <a:pt x="3006" y="420"/>
                  </a:cubicBezTo>
                  <a:close/>
                  <a:moveTo>
                    <a:pt x="3046" y="420"/>
                  </a:moveTo>
                  <a:cubicBezTo>
                    <a:pt x="3053" y="420"/>
                    <a:pt x="3059" y="414"/>
                    <a:pt x="3059" y="407"/>
                  </a:cubicBezTo>
                  <a:cubicBezTo>
                    <a:pt x="3059" y="400"/>
                    <a:pt x="3053" y="394"/>
                    <a:pt x="3046" y="394"/>
                  </a:cubicBezTo>
                  <a:cubicBezTo>
                    <a:pt x="3039" y="394"/>
                    <a:pt x="3033" y="400"/>
                    <a:pt x="3033" y="407"/>
                  </a:cubicBezTo>
                  <a:cubicBezTo>
                    <a:pt x="3033" y="414"/>
                    <a:pt x="3039" y="420"/>
                    <a:pt x="3046" y="420"/>
                  </a:cubicBezTo>
                  <a:close/>
                  <a:moveTo>
                    <a:pt x="3085" y="420"/>
                  </a:moveTo>
                  <a:cubicBezTo>
                    <a:pt x="3092" y="420"/>
                    <a:pt x="3098" y="414"/>
                    <a:pt x="3098" y="407"/>
                  </a:cubicBezTo>
                  <a:cubicBezTo>
                    <a:pt x="3098" y="400"/>
                    <a:pt x="3092" y="394"/>
                    <a:pt x="3085" y="394"/>
                  </a:cubicBezTo>
                  <a:cubicBezTo>
                    <a:pt x="3078" y="394"/>
                    <a:pt x="3073" y="400"/>
                    <a:pt x="3073" y="407"/>
                  </a:cubicBezTo>
                  <a:cubicBezTo>
                    <a:pt x="3073" y="414"/>
                    <a:pt x="3078" y="420"/>
                    <a:pt x="3085" y="420"/>
                  </a:cubicBezTo>
                  <a:close/>
                  <a:moveTo>
                    <a:pt x="3125" y="420"/>
                  </a:moveTo>
                  <a:cubicBezTo>
                    <a:pt x="3132" y="420"/>
                    <a:pt x="3137" y="414"/>
                    <a:pt x="3137" y="407"/>
                  </a:cubicBezTo>
                  <a:cubicBezTo>
                    <a:pt x="3137" y="400"/>
                    <a:pt x="3132" y="394"/>
                    <a:pt x="3125" y="394"/>
                  </a:cubicBezTo>
                  <a:cubicBezTo>
                    <a:pt x="3118" y="394"/>
                    <a:pt x="3112" y="400"/>
                    <a:pt x="3112" y="407"/>
                  </a:cubicBezTo>
                  <a:cubicBezTo>
                    <a:pt x="3112" y="414"/>
                    <a:pt x="3118" y="420"/>
                    <a:pt x="3125" y="420"/>
                  </a:cubicBezTo>
                  <a:close/>
                  <a:moveTo>
                    <a:pt x="3164" y="420"/>
                  </a:moveTo>
                  <a:cubicBezTo>
                    <a:pt x="3171" y="420"/>
                    <a:pt x="3177" y="414"/>
                    <a:pt x="3177" y="407"/>
                  </a:cubicBezTo>
                  <a:cubicBezTo>
                    <a:pt x="3177" y="400"/>
                    <a:pt x="3171" y="394"/>
                    <a:pt x="3164" y="394"/>
                  </a:cubicBezTo>
                  <a:cubicBezTo>
                    <a:pt x="3157" y="394"/>
                    <a:pt x="3151" y="400"/>
                    <a:pt x="3151" y="407"/>
                  </a:cubicBezTo>
                  <a:cubicBezTo>
                    <a:pt x="3151" y="414"/>
                    <a:pt x="3157" y="420"/>
                    <a:pt x="3164" y="420"/>
                  </a:cubicBezTo>
                  <a:close/>
                  <a:moveTo>
                    <a:pt x="3204" y="420"/>
                  </a:moveTo>
                  <a:cubicBezTo>
                    <a:pt x="3211" y="420"/>
                    <a:pt x="3216" y="414"/>
                    <a:pt x="3216" y="407"/>
                  </a:cubicBezTo>
                  <a:cubicBezTo>
                    <a:pt x="3216" y="400"/>
                    <a:pt x="3211" y="394"/>
                    <a:pt x="3204" y="394"/>
                  </a:cubicBezTo>
                  <a:cubicBezTo>
                    <a:pt x="3197" y="394"/>
                    <a:pt x="3191" y="400"/>
                    <a:pt x="3191" y="407"/>
                  </a:cubicBezTo>
                  <a:cubicBezTo>
                    <a:pt x="3191" y="414"/>
                    <a:pt x="3197" y="420"/>
                    <a:pt x="3204" y="420"/>
                  </a:cubicBezTo>
                  <a:close/>
                  <a:moveTo>
                    <a:pt x="3243" y="420"/>
                  </a:moveTo>
                  <a:cubicBezTo>
                    <a:pt x="3250" y="420"/>
                    <a:pt x="3256" y="414"/>
                    <a:pt x="3256" y="407"/>
                  </a:cubicBezTo>
                  <a:cubicBezTo>
                    <a:pt x="3256" y="400"/>
                    <a:pt x="3250" y="394"/>
                    <a:pt x="3243" y="394"/>
                  </a:cubicBezTo>
                  <a:cubicBezTo>
                    <a:pt x="3236" y="394"/>
                    <a:pt x="3230" y="400"/>
                    <a:pt x="3230" y="407"/>
                  </a:cubicBezTo>
                  <a:cubicBezTo>
                    <a:pt x="3230" y="414"/>
                    <a:pt x="3236" y="420"/>
                    <a:pt x="3243" y="420"/>
                  </a:cubicBezTo>
                  <a:close/>
                  <a:moveTo>
                    <a:pt x="3282" y="420"/>
                  </a:moveTo>
                  <a:cubicBezTo>
                    <a:pt x="3289" y="420"/>
                    <a:pt x="3295" y="414"/>
                    <a:pt x="3295" y="407"/>
                  </a:cubicBezTo>
                  <a:cubicBezTo>
                    <a:pt x="3295" y="400"/>
                    <a:pt x="3289" y="394"/>
                    <a:pt x="3282" y="394"/>
                  </a:cubicBezTo>
                  <a:cubicBezTo>
                    <a:pt x="3275" y="394"/>
                    <a:pt x="3270" y="400"/>
                    <a:pt x="3270" y="407"/>
                  </a:cubicBezTo>
                  <a:cubicBezTo>
                    <a:pt x="3270" y="414"/>
                    <a:pt x="3275" y="420"/>
                    <a:pt x="3282" y="420"/>
                  </a:cubicBezTo>
                  <a:close/>
                  <a:moveTo>
                    <a:pt x="3361" y="394"/>
                  </a:moveTo>
                  <a:cubicBezTo>
                    <a:pt x="3354" y="394"/>
                    <a:pt x="3349" y="400"/>
                    <a:pt x="3349" y="407"/>
                  </a:cubicBezTo>
                  <a:cubicBezTo>
                    <a:pt x="3349" y="414"/>
                    <a:pt x="3354" y="420"/>
                    <a:pt x="3361" y="420"/>
                  </a:cubicBezTo>
                  <a:cubicBezTo>
                    <a:pt x="3368" y="420"/>
                    <a:pt x="3374" y="414"/>
                    <a:pt x="3374" y="407"/>
                  </a:cubicBezTo>
                  <a:cubicBezTo>
                    <a:pt x="3374" y="400"/>
                    <a:pt x="3368" y="394"/>
                    <a:pt x="3361" y="394"/>
                  </a:cubicBezTo>
                  <a:close/>
                  <a:moveTo>
                    <a:pt x="3401" y="420"/>
                  </a:moveTo>
                  <a:cubicBezTo>
                    <a:pt x="3408" y="420"/>
                    <a:pt x="3413" y="414"/>
                    <a:pt x="3413" y="407"/>
                  </a:cubicBezTo>
                  <a:cubicBezTo>
                    <a:pt x="3413" y="400"/>
                    <a:pt x="3408" y="394"/>
                    <a:pt x="3401" y="394"/>
                  </a:cubicBezTo>
                  <a:cubicBezTo>
                    <a:pt x="3394" y="394"/>
                    <a:pt x="3388" y="400"/>
                    <a:pt x="3388" y="407"/>
                  </a:cubicBezTo>
                  <a:cubicBezTo>
                    <a:pt x="3388" y="414"/>
                    <a:pt x="3394" y="420"/>
                    <a:pt x="3401" y="420"/>
                  </a:cubicBezTo>
                  <a:close/>
                  <a:moveTo>
                    <a:pt x="3440" y="420"/>
                  </a:moveTo>
                  <a:cubicBezTo>
                    <a:pt x="3447" y="420"/>
                    <a:pt x="3453" y="414"/>
                    <a:pt x="3453" y="407"/>
                  </a:cubicBezTo>
                  <a:cubicBezTo>
                    <a:pt x="3453" y="400"/>
                    <a:pt x="3447" y="394"/>
                    <a:pt x="3440" y="394"/>
                  </a:cubicBezTo>
                  <a:cubicBezTo>
                    <a:pt x="3433" y="394"/>
                    <a:pt x="3427" y="400"/>
                    <a:pt x="3427" y="407"/>
                  </a:cubicBezTo>
                  <a:cubicBezTo>
                    <a:pt x="3427" y="414"/>
                    <a:pt x="3433" y="420"/>
                    <a:pt x="3440" y="420"/>
                  </a:cubicBezTo>
                  <a:close/>
                  <a:moveTo>
                    <a:pt x="89" y="434"/>
                  </a:moveTo>
                  <a:cubicBezTo>
                    <a:pt x="82" y="434"/>
                    <a:pt x="76" y="439"/>
                    <a:pt x="76" y="446"/>
                  </a:cubicBezTo>
                  <a:cubicBezTo>
                    <a:pt x="76" y="453"/>
                    <a:pt x="82" y="459"/>
                    <a:pt x="89" y="459"/>
                  </a:cubicBezTo>
                  <a:cubicBezTo>
                    <a:pt x="96" y="459"/>
                    <a:pt x="102" y="453"/>
                    <a:pt x="102" y="446"/>
                  </a:cubicBezTo>
                  <a:cubicBezTo>
                    <a:pt x="102" y="439"/>
                    <a:pt x="96" y="434"/>
                    <a:pt x="89" y="434"/>
                  </a:cubicBezTo>
                  <a:close/>
                  <a:moveTo>
                    <a:pt x="128" y="434"/>
                  </a:moveTo>
                  <a:cubicBezTo>
                    <a:pt x="121" y="434"/>
                    <a:pt x="116" y="439"/>
                    <a:pt x="116" y="446"/>
                  </a:cubicBezTo>
                  <a:cubicBezTo>
                    <a:pt x="116" y="453"/>
                    <a:pt x="121" y="459"/>
                    <a:pt x="128" y="459"/>
                  </a:cubicBezTo>
                  <a:cubicBezTo>
                    <a:pt x="136" y="459"/>
                    <a:pt x="141" y="453"/>
                    <a:pt x="141" y="446"/>
                  </a:cubicBezTo>
                  <a:cubicBezTo>
                    <a:pt x="141" y="439"/>
                    <a:pt x="136" y="434"/>
                    <a:pt x="128" y="434"/>
                  </a:cubicBezTo>
                  <a:close/>
                  <a:moveTo>
                    <a:pt x="326" y="434"/>
                  </a:moveTo>
                  <a:cubicBezTo>
                    <a:pt x="319" y="434"/>
                    <a:pt x="313" y="439"/>
                    <a:pt x="313" y="446"/>
                  </a:cubicBezTo>
                  <a:cubicBezTo>
                    <a:pt x="313" y="453"/>
                    <a:pt x="319" y="459"/>
                    <a:pt x="326" y="459"/>
                  </a:cubicBezTo>
                  <a:cubicBezTo>
                    <a:pt x="333" y="459"/>
                    <a:pt x="338" y="453"/>
                    <a:pt x="338" y="446"/>
                  </a:cubicBezTo>
                  <a:cubicBezTo>
                    <a:pt x="338" y="439"/>
                    <a:pt x="333" y="434"/>
                    <a:pt x="326" y="434"/>
                  </a:cubicBezTo>
                  <a:close/>
                  <a:moveTo>
                    <a:pt x="365" y="459"/>
                  </a:moveTo>
                  <a:cubicBezTo>
                    <a:pt x="372" y="459"/>
                    <a:pt x="378" y="453"/>
                    <a:pt x="378" y="446"/>
                  </a:cubicBezTo>
                  <a:cubicBezTo>
                    <a:pt x="378" y="439"/>
                    <a:pt x="372" y="434"/>
                    <a:pt x="365" y="434"/>
                  </a:cubicBezTo>
                  <a:cubicBezTo>
                    <a:pt x="358" y="434"/>
                    <a:pt x="352" y="439"/>
                    <a:pt x="352" y="446"/>
                  </a:cubicBezTo>
                  <a:cubicBezTo>
                    <a:pt x="352" y="453"/>
                    <a:pt x="358" y="459"/>
                    <a:pt x="365" y="459"/>
                  </a:cubicBezTo>
                  <a:close/>
                  <a:moveTo>
                    <a:pt x="404" y="459"/>
                  </a:moveTo>
                  <a:cubicBezTo>
                    <a:pt x="411" y="459"/>
                    <a:pt x="417" y="453"/>
                    <a:pt x="417" y="446"/>
                  </a:cubicBezTo>
                  <a:cubicBezTo>
                    <a:pt x="417" y="439"/>
                    <a:pt x="411" y="434"/>
                    <a:pt x="404" y="434"/>
                  </a:cubicBezTo>
                  <a:cubicBezTo>
                    <a:pt x="397" y="434"/>
                    <a:pt x="392" y="439"/>
                    <a:pt x="392" y="446"/>
                  </a:cubicBezTo>
                  <a:cubicBezTo>
                    <a:pt x="392" y="453"/>
                    <a:pt x="397" y="459"/>
                    <a:pt x="404" y="459"/>
                  </a:cubicBezTo>
                  <a:close/>
                  <a:moveTo>
                    <a:pt x="444" y="459"/>
                  </a:moveTo>
                  <a:cubicBezTo>
                    <a:pt x="451" y="459"/>
                    <a:pt x="457" y="453"/>
                    <a:pt x="457" y="446"/>
                  </a:cubicBezTo>
                  <a:cubicBezTo>
                    <a:pt x="457" y="439"/>
                    <a:pt x="451" y="434"/>
                    <a:pt x="444" y="434"/>
                  </a:cubicBezTo>
                  <a:cubicBezTo>
                    <a:pt x="437" y="434"/>
                    <a:pt x="431" y="439"/>
                    <a:pt x="431" y="446"/>
                  </a:cubicBezTo>
                  <a:cubicBezTo>
                    <a:pt x="431" y="453"/>
                    <a:pt x="437" y="459"/>
                    <a:pt x="444" y="459"/>
                  </a:cubicBezTo>
                  <a:close/>
                  <a:moveTo>
                    <a:pt x="483" y="459"/>
                  </a:moveTo>
                  <a:cubicBezTo>
                    <a:pt x="490" y="459"/>
                    <a:pt x="496" y="453"/>
                    <a:pt x="496" y="446"/>
                  </a:cubicBezTo>
                  <a:cubicBezTo>
                    <a:pt x="496" y="439"/>
                    <a:pt x="490" y="434"/>
                    <a:pt x="483" y="434"/>
                  </a:cubicBezTo>
                  <a:cubicBezTo>
                    <a:pt x="476" y="434"/>
                    <a:pt x="471" y="439"/>
                    <a:pt x="471" y="446"/>
                  </a:cubicBezTo>
                  <a:cubicBezTo>
                    <a:pt x="471" y="453"/>
                    <a:pt x="476" y="459"/>
                    <a:pt x="483" y="459"/>
                  </a:cubicBezTo>
                  <a:close/>
                  <a:moveTo>
                    <a:pt x="523" y="459"/>
                  </a:moveTo>
                  <a:cubicBezTo>
                    <a:pt x="530" y="459"/>
                    <a:pt x="535" y="453"/>
                    <a:pt x="535" y="446"/>
                  </a:cubicBezTo>
                  <a:cubicBezTo>
                    <a:pt x="535" y="439"/>
                    <a:pt x="530" y="434"/>
                    <a:pt x="523" y="434"/>
                  </a:cubicBezTo>
                  <a:cubicBezTo>
                    <a:pt x="516" y="434"/>
                    <a:pt x="510" y="439"/>
                    <a:pt x="510" y="446"/>
                  </a:cubicBezTo>
                  <a:cubicBezTo>
                    <a:pt x="510" y="453"/>
                    <a:pt x="516" y="459"/>
                    <a:pt x="523" y="459"/>
                  </a:cubicBezTo>
                  <a:close/>
                  <a:moveTo>
                    <a:pt x="562" y="459"/>
                  </a:moveTo>
                  <a:cubicBezTo>
                    <a:pt x="569" y="459"/>
                    <a:pt x="575" y="453"/>
                    <a:pt x="575" y="446"/>
                  </a:cubicBezTo>
                  <a:cubicBezTo>
                    <a:pt x="575" y="439"/>
                    <a:pt x="569" y="434"/>
                    <a:pt x="562" y="434"/>
                  </a:cubicBezTo>
                  <a:cubicBezTo>
                    <a:pt x="555" y="434"/>
                    <a:pt x="549" y="439"/>
                    <a:pt x="549" y="446"/>
                  </a:cubicBezTo>
                  <a:cubicBezTo>
                    <a:pt x="549" y="453"/>
                    <a:pt x="555" y="459"/>
                    <a:pt x="562" y="459"/>
                  </a:cubicBezTo>
                  <a:close/>
                  <a:moveTo>
                    <a:pt x="602" y="459"/>
                  </a:moveTo>
                  <a:cubicBezTo>
                    <a:pt x="609" y="459"/>
                    <a:pt x="614" y="453"/>
                    <a:pt x="614" y="446"/>
                  </a:cubicBezTo>
                  <a:cubicBezTo>
                    <a:pt x="614" y="439"/>
                    <a:pt x="609" y="434"/>
                    <a:pt x="602" y="434"/>
                  </a:cubicBezTo>
                  <a:cubicBezTo>
                    <a:pt x="595" y="434"/>
                    <a:pt x="589" y="439"/>
                    <a:pt x="589" y="446"/>
                  </a:cubicBezTo>
                  <a:cubicBezTo>
                    <a:pt x="589" y="453"/>
                    <a:pt x="595" y="459"/>
                    <a:pt x="602" y="459"/>
                  </a:cubicBezTo>
                  <a:close/>
                  <a:moveTo>
                    <a:pt x="641" y="459"/>
                  </a:moveTo>
                  <a:cubicBezTo>
                    <a:pt x="648" y="459"/>
                    <a:pt x="654" y="453"/>
                    <a:pt x="654" y="446"/>
                  </a:cubicBezTo>
                  <a:cubicBezTo>
                    <a:pt x="654" y="439"/>
                    <a:pt x="648" y="434"/>
                    <a:pt x="641" y="434"/>
                  </a:cubicBezTo>
                  <a:cubicBezTo>
                    <a:pt x="634" y="434"/>
                    <a:pt x="628" y="439"/>
                    <a:pt x="628" y="446"/>
                  </a:cubicBezTo>
                  <a:cubicBezTo>
                    <a:pt x="628" y="453"/>
                    <a:pt x="634" y="459"/>
                    <a:pt x="641" y="459"/>
                  </a:cubicBezTo>
                  <a:close/>
                  <a:moveTo>
                    <a:pt x="680" y="459"/>
                  </a:moveTo>
                  <a:cubicBezTo>
                    <a:pt x="687" y="459"/>
                    <a:pt x="693" y="453"/>
                    <a:pt x="693" y="446"/>
                  </a:cubicBezTo>
                  <a:cubicBezTo>
                    <a:pt x="693" y="439"/>
                    <a:pt x="687" y="434"/>
                    <a:pt x="680" y="434"/>
                  </a:cubicBezTo>
                  <a:cubicBezTo>
                    <a:pt x="673" y="434"/>
                    <a:pt x="668" y="439"/>
                    <a:pt x="668" y="446"/>
                  </a:cubicBezTo>
                  <a:cubicBezTo>
                    <a:pt x="668" y="453"/>
                    <a:pt x="673" y="459"/>
                    <a:pt x="680" y="459"/>
                  </a:cubicBezTo>
                  <a:close/>
                  <a:moveTo>
                    <a:pt x="720" y="459"/>
                  </a:moveTo>
                  <a:cubicBezTo>
                    <a:pt x="727" y="459"/>
                    <a:pt x="733" y="453"/>
                    <a:pt x="733" y="446"/>
                  </a:cubicBezTo>
                  <a:cubicBezTo>
                    <a:pt x="733" y="439"/>
                    <a:pt x="727" y="434"/>
                    <a:pt x="720" y="434"/>
                  </a:cubicBezTo>
                  <a:cubicBezTo>
                    <a:pt x="713" y="434"/>
                    <a:pt x="707" y="439"/>
                    <a:pt x="707" y="446"/>
                  </a:cubicBezTo>
                  <a:cubicBezTo>
                    <a:pt x="707" y="453"/>
                    <a:pt x="713" y="459"/>
                    <a:pt x="720" y="459"/>
                  </a:cubicBezTo>
                  <a:close/>
                  <a:moveTo>
                    <a:pt x="917" y="459"/>
                  </a:moveTo>
                  <a:cubicBezTo>
                    <a:pt x="924" y="459"/>
                    <a:pt x="930" y="453"/>
                    <a:pt x="930" y="446"/>
                  </a:cubicBezTo>
                  <a:cubicBezTo>
                    <a:pt x="930" y="439"/>
                    <a:pt x="924" y="434"/>
                    <a:pt x="917" y="434"/>
                  </a:cubicBezTo>
                  <a:cubicBezTo>
                    <a:pt x="910" y="434"/>
                    <a:pt x="904" y="439"/>
                    <a:pt x="904" y="446"/>
                  </a:cubicBezTo>
                  <a:cubicBezTo>
                    <a:pt x="904" y="453"/>
                    <a:pt x="910" y="459"/>
                    <a:pt x="917" y="459"/>
                  </a:cubicBezTo>
                  <a:close/>
                  <a:moveTo>
                    <a:pt x="956" y="459"/>
                  </a:moveTo>
                  <a:cubicBezTo>
                    <a:pt x="963" y="459"/>
                    <a:pt x="969" y="453"/>
                    <a:pt x="969" y="446"/>
                  </a:cubicBezTo>
                  <a:cubicBezTo>
                    <a:pt x="969" y="439"/>
                    <a:pt x="963" y="434"/>
                    <a:pt x="956" y="434"/>
                  </a:cubicBezTo>
                  <a:cubicBezTo>
                    <a:pt x="949" y="434"/>
                    <a:pt x="944" y="439"/>
                    <a:pt x="944" y="446"/>
                  </a:cubicBezTo>
                  <a:cubicBezTo>
                    <a:pt x="944" y="453"/>
                    <a:pt x="949" y="459"/>
                    <a:pt x="956" y="459"/>
                  </a:cubicBezTo>
                  <a:close/>
                  <a:moveTo>
                    <a:pt x="1035" y="459"/>
                  </a:moveTo>
                  <a:cubicBezTo>
                    <a:pt x="1042" y="459"/>
                    <a:pt x="1048" y="453"/>
                    <a:pt x="1048" y="446"/>
                  </a:cubicBezTo>
                  <a:cubicBezTo>
                    <a:pt x="1048" y="439"/>
                    <a:pt x="1042" y="434"/>
                    <a:pt x="1035" y="434"/>
                  </a:cubicBezTo>
                  <a:cubicBezTo>
                    <a:pt x="1028" y="434"/>
                    <a:pt x="1022" y="439"/>
                    <a:pt x="1022" y="446"/>
                  </a:cubicBezTo>
                  <a:cubicBezTo>
                    <a:pt x="1022" y="453"/>
                    <a:pt x="1028" y="459"/>
                    <a:pt x="1035" y="459"/>
                  </a:cubicBezTo>
                  <a:close/>
                  <a:moveTo>
                    <a:pt x="1784" y="459"/>
                  </a:moveTo>
                  <a:cubicBezTo>
                    <a:pt x="1791" y="459"/>
                    <a:pt x="1797" y="453"/>
                    <a:pt x="1797" y="446"/>
                  </a:cubicBezTo>
                  <a:cubicBezTo>
                    <a:pt x="1797" y="439"/>
                    <a:pt x="1791" y="434"/>
                    <a:pt x="1784" y="434"/>
                  </a:cubicBezTo>
                  <a:cubicBezTo>
                    <a:pt x="1777" y="434"/>
                    <a:pt x="1772" y="439"/>
                    <a:pt x="1772" y="446"/>
                  </a:cubicBezTo>
                  <a:cubicBezTo>
                    <a:pt x="1772" y="453"/>
                    <a:pt x="1777" y="459"/>
                    <a:pt x="1784" y="459"/>
                  </a:cubicBezTo>
                  <a:close/>
                  <a:moveTo>
                    <a:pt x="1824" y="459"/>
                  </a:moveTo>
                  <a:cubicBezTo>
                    <a:pt x="1831" y="459"/>
                    <a:pt x="1836" y="453"/>
                    <a:pt x="1836" y="446"/>
                  </a:cubicBezTo>
                  <a:cubicBezTo>
                    <a:pt x="1836" y="439"/>
                    <a:pt x="1831" y="434"/>
                    <a:pt x="1824" y="434"/>
                  </a:cubicBezTo>
                  <a:cubicBezTo>
                    <a:pt x="1817" y="434"/>
                    <a:pt x="1811" y="439"/>
                    <a:pt x="1811" y="446"/>
                  </a:cubicBezTo>
                  <a:cubicBezTo>
                    <a:pt x="1811" y="453"/>
                    <a:pt x="1817" y="459"/>
                    <a:pt x="1824" y="459"/>
                  </a:cubicBezTo>
                  <a:close/>
                  <a:moveTo>
                    <a:pt x="1863" y="459"/>
                  </a:moveTo>
                  <a:cubicBezTo>
                    <a:pt x="1870" y="459"/>
                    <a:pt x="1876" y="453"/>
                    <a:pt x="1876" y="446"/>
                  </a:cubicBezTo>
                  <a:cubicBezTo>
                    <a:pt x="1876" y="439"/>
                    <a:pt x="1870" y="434"/>
                    <a:pt x="1863" y="434"/>
                  </a:cubicBezTo>
                  <a:cubicBezTo>
                    <a:pt x="1856" y="434"/>
                    <a:pt x="1850" y="439"/>
                    <a:pt x="1850" y="446"/>
                  </a:cubicBezTo>
                  <a:cubicBezTo>
                    <a:pt x="1850" y="453"/>
                    <a:pt x="1856" y="459"/>
                    <a:pt x="1863" y="459"/>
                  </a:cubicBezTo>
                  <a:close/>
                  <a:moveTo>
                    <a:pt x="1942" y="459"/>
                  </a:moveTo>
                  <a:cubicBezTo>
                    <a:pt x="1949" y="459"/>
                    <a:pt x="1955" y="453"/>
                    <a:pt x="1955" y="446"/>
                  </a:cubicBezTo>
                  <a:cubicBezTo>
                    <a:pt x="1955" y="439"/>
                    <a:pt x="1949" y="434"/>
                    <a:pt x="1942" y="434"/>
                  </a:cubicBezTo>
                  <a:cubicBezTo>
                    <a:pt x="1935" y="434"/>
                    <a:pt x="1929" y="439"/>
                    <a:pt x="1929" y="446"/>
                  </a:cubicBezTo>
                  <a:cubicBezTo>
                    <a:pt x="1929" y="453"/>
                    <a:pt x="1935" y="459"/>
                    <a:pt x="1942" y="459"/>
                  </a:cubicBezTo>
                  <a:close/>
                  <a:moveTo>
                    <a:pt x="1981" y="459"/>
                  </a:moveTo>
                  <a:cubicBezTo>
                    <a:pt x="1988" y="459"/>
                    <a:pt x="1994" y="453"/>
                    <a:pt x="1994" y="446"/>
                  </a:cubicBezTo>
                  <a:cubicBezTo>
                    <a:pt x="1994" y="439"/>
                    <a:pt x="1988" y="434"/>
                    <a:pt x="1981" y="434"/>
                  </a:cubicBezTo>
                  <a:cubicBezTo>
                    <a:pt x="1974" y="434"/>
                    <a:pt x="1969" y="439"/>
                    <a:pt x="1969" y="446"/>
                  </a:cubicBezTo>
                  <a:cubicBezTo>
                    <a:pt x="1969" y="453"/>
                    <a:pt x="1974" y="459"/>
                    <a:pt x="1981" y="459"/>
                  </a:cubicBezTo>
                  <a:close/>
                  <a:moveTo>
                    <a:pt x="2021" y="459"/>
                  </a:moveTo>
                  <a:cubicBezTo>
                    <a:pt x="2028" y="459"/>
                    <a:pt x="2034" y="453"/>
                    <a:pt x="2034" y="446"/>
                  </a:cubicBezTo>
                  <a:cubicBezTo>
                    <a:pt x="2034" y="439"/>
                    <a:pt x="2028" y="434"/>
                    <a:pt x="2021" y="434"/>
                  </a:cubicBezTo>
                  <a:cubicBezTo>
                    <a:pt x="2014" y="434"/>
                    <a:pt x="2008" y="439"/>
                    <a:pt x="2008" y="446"/>
                  </a:cubicBezTo>
                  <a:cubicBezTo>
                    <a:pt x="2008" y="453"/>
                    <a:pt x="2014" y="459"/>
                    <a:pt x="2021" y="459"/>
                  </a:cubicBezTo>
                  <a:close/>
                  <a:moveTo>
                    <a:pt x="2060" y="459"/>
                  </a:moveTo>
                  <a:cubicBezTo>
                    <a:pt x="2067" y="459"/>
                    <a:pt x="2073" y="453"/>
                    <a:pt x="2073" y="446"/>
                  </a:cubicBezTo>
                  <a:cubicBezTo>
                    <a:pt x="2073" y="439"/>
                    <a:pt x="2067" y="434"/>
                    <a:pt x="2060" y="434"/>
                  </a:cubicBezTo>
                  <a:cubicBezTo>
                    <a:pt x="2053" y="434"/>
                    <a:pt x="2048" y="439"/>
                    <a:pt x="2048" y="446"/>
                  </a:cubicBezTo>
                  <a:cubicBezTo>
                    <a:pt x="2048" y="453"/>
                    <a:pt x="2053" y="459"/>
                    <a:pt x="2060" y="459"/>
                  </a:cubicBezTo>
                  <a:close/>
                  <a:moveTo>
                    <a:pt x="2100" y="459"/>
                  </a:moveTo>
                  <a:cubicBezTo>
                    <a:pt x="2107" y="459"/>
                    <a:pt x="2112" y="453"/>
                    <a:pt x="2112" y="446"/>
                  </a:cubicBezTo>
                  <a:cubicBezTo>
                    <a:pt x="2112" y="439"/>
                    <a:pt x="2107" y="434"/>
                    <a:pt x="2100" y="434"/>
                  </a:cubicBezTo>
                  <a:cubicBezTo>
                    <a:pt x="2093" y="434"/>
                    <a:pt x="2087" y="439"/>
                    <a:pt x="2087" y="446"/>
                  </a:cubicBezTo>
                  <a:cubicBezTo>
                    <a:pt x="2087" y="453"/>
                    <a:pt x="2093" y="459"/>
                    <a:pt x="2100" y="459"/>
                  </a:cubicBezTo>
                  <a:close/>
                  <a:moveTo>
                    <a:pt x="2139" y="459"/>
                  </a:moveTo>
                  <a:cubicBezTo>
                    <a:pt x="2146" y="459"/>
                    <a:pt x="2152" y="453"/>
                    <a:pt x="2152" y="446"/>
                  </a:cubicBezTo>
                  <a:cubicBezTo>
                    <a:pt x="2152" y="439"/>
                    <a:pt x="2146" y="434"/>
                    <a:pt x="2139" y="434"/>
                  </a:cubicBezTo>
                  <a:cubicBezTo>
                    <a:pt x="2132" y="434"/>
                    <a:pt x="2126" y="439"/>
                    <a:pt x="2126" y="446"/>
                  </a:cubicBezTo>
                  <a:cubicBezTo>
                    <a:pt x="2126" y="453"/>
                    <a:pt x="2132" y="459"/>
                    <a:pt x="2139" y="459"/>
                  </a:cubicBezTo>
                  <a:close/>
                  <a:moveTo>
                    <a:pt x="2179" y="459"/>
                  </a:moveTo>
                  <a:cubicBezTo>
                    <a:pt x="2186" y="459"/>
                    <a:pt x="2191" y="453"/>
                    <a:pt x="2191" y="446"/>
                  </a:cubicBezTo>
                  <a:cubicBezTo>
                    <a:pt x="2191" y="439"/>
                    <a:pt x="2186" y="434"/>
                    <a:pt x="2179" y="434"/>
                  </a:cubicBezTo>
                  <a:cubicBezTo>
                    <a:pt x="2171" y="434"/>
                    <a:pt x="2166" y="439"/>
                    <a:pt x="2166" y="446"/>
                  </a:cubicBezTo>
                  <a:cubicBezTo>
                    <a:pt x="2166" y="453"/>
                    <a:pt x="2171" y="459"/>
                    <a:pt x="2179" y="459"/>
                  </a:cubicBezTo>
                  <a:close/>
                  <a:moveTo>
                    <a:pt x="2218" y="459"/>
                  </a:moveTo>
                  <a:cubicBezTo>
                    <a:pt x="2225" y="459"/>
                    <a:pt x="2231" y="453"/>
                    <a:pt x="2231" y="446"/>
                  </a:cubicBezTo>
                  <a:cubicBezTo>
                    <a:pt x="2231" y="439"/>
                    <a:pt x="2225" y="434"/>
                    <a:pt x="2218" y="434"/>
                  </a:cubicBezTo>
                  <a:cubicBezTo>
                    <a:pt x="2211" y="434"/>
                    <a:pt x="2205" y="439"/>
                    <a:pt x="2205" y="446"/>
                  </a:cubicBezTo>
                  <a:cubicBezTo>
                    <a:pt x="2205" y="453"/>
                    <a:pt x="2211" y="459"/>
                    <a:pt x="2218" y="459"/>
                  </a:cubicBezTo>
                  <a:close/>
                  <a:moveTo>
                    <a:pt x="2257" y="459"/>
                  </a:moveTo>
                  <a:cubicBezTo>
                    <a:pt x="2264" y="459"/>
                    <a:pt x="2270" y="453"/>
                    <a:pt x="2270" y="446"/>
                  </a:cubicBezTo>
                  <a:cubicBezTo>
                    <a:pt x="2270" y="439"/>
                    <a:pt x="2264" y="434"/>
                    <a:pt x="2257" y="434"/>
                  </a:cubicBezTo>
                  <a:cubicBezTo>
                    <a:pt x="2250" y="434"/>
                    <a:pt x="2245" y="439"/>
                    <a:pt x="2245" y="446"/>
                  </a:cubicBezTo>
                  <a:cubicBezTo>
                    <a:pt x="2245" y="453"/>
                    <a:pt x="2250" y="459"/>
                    <a:pt x="2257" y="459"/>
                  </a:cubicBezTo>
                  <a:close/>
                  <a:moveTo>
                    <a:pt x="2297" y="459"/>
                  </a:moveTo>
                  <a:cubicBezTo>
                    <a:pt x="2304" y="459"/>
                    <a:pt x="2310" y="453"/>
                    <a:pt x="2310" y="446"/>
                  </a:cubicBezTo>
                  <a:cubicBezTo>
                    <a:pt x="2310" y="439"/>
                    <a:pt x="2304" y="434"/>
                    <a:pt x="2297" y="434"/>
                  </a:cubicBezTo>
                  <a:cubicBezTo>
                    <a:pt x="2290" y="434"/>
                    <a:pt x="2284" y="439"/>
                    <a:pt x="2284" y="446"/>
                  </a:cubicBezTo>
                  <a:cubicBezTo>
                    <a:pt x="2284" y="453"/>
                    <a:pt x="2290" y="459"/>
                    <a:pt x="2297" y="459"/>
                  </a:cubicBezTo>
                  <a:close/>
                  <a:moveTo>
                    <a:pt x="2336" y="459"/>
                  </a:moveTo>
                  <a:cubicBezTo>
                    <a:pt x="2343" y="459"/>
                    <a:pt x="2349" y="453"/>
                    <a:pt x="2349" y="446"/>
                  </a:cubicBezTo>
                  <a:cubicBezTo>
                    <a:pt x="2349" y="439"/>
                    <a:pt x="2343" y="434"/>
                    <a:pt x="2336" y="434"/>
                  </a:cubicBezTo>
                  <a:cubicBezTo>
                    <a:pt x="2329" y="434"/>
                    <a:pt x="2323" y="439"/>
                    <a:pt x="2323" y="446"/>
                  </a:cubicBezTo>
                  <a:cubicBezTo>
                    <a:pt x="2323" y="453"/>
                    <a:pt x="2329" y="459"/>
                    <a:pt x="2336" y="459"/>
                  </a:cubicBezTo>
                  <a:close/>
                  <a:moveTo>
                    <a:pt x="2376" y="459"/>
                  </a:moveTo>
                  <a:cubicBezTo>
                    <a:pt x="2383" y="459"/>
                    <a:pt x="2388" y="453"/>
                    <a:pt x="2388" y="446"/>
                  </a:cubicBezTo>
                  <a:cubicBezTo>
                    <a:pt x="2388" y="439"/>
                    <a:pt x="2383" y="434"/>
                    <a:pt x="2376" y="434"/>
                  </a:cubicBezTo>
                  <a:cubicBezTo>
                    <a:pt x="2369" y="434"/>
                    <a:pt x="2363" y="439"/>
                    <a:pt x="2363" y="446"/>
                  </a:cubicBezTo>
                  <a:cubicBezTo>
                    <a:pt x="2363" y="453"/>
                    <a:pt x="2369" y="459"/>
                    <a:pt x="2376" y="459"/>
                  </a:cubicBezTo>
                  <a:close/>
                  <a:moveTo>
                    <a:pt x="2415" y="459"/>
                  </a:moveTo>
                  <a:cubicBezTo>
                    <a:pt x="2422" y="459"/>
                    <a:pt x="2428" y="453"/>
                    <a:pt x="2428" y="446"/>
                  </a:cubicBezTo>
                  <a:cubicBezTo>
                    <a:pt x="2428" y="439"/>
                    <a:pt x="2422" y="434"/>
                    <a:pt x="2415" y="434"/>
                  </a:cubicBezTo>
                  <a:cubicBezTo>
                    <a:pt x="2408" y="434"/>
                    <a:pt x="2402" y="439"/>
                    <a:pt x="2402" y="446"/>
                  </a:cubicBezTo>
                  <a:cubicBezTo>
                    <a:pt x="2402" y="453"/>
                    <a:pt x="2408" y="459"/>
                    <a:pt x="2415" y="459"/>
                  </a:cubicBezTo>
                  <a:close/>
                  <a:moveTo>
                    <a:pt x="2454" y="459"/>
                  </a:moveTo>
                  <a:cubicBezTo>
                    <a:pt x="2462" y="459"/>
                    <a:pt x="2467" y="453"/>
                    <a:pt x="2467" y="446"/>
                  </a:cubicBezTo>
                  <a:cubicBezTo>
                    <a:pt x="2467" y="439"/>
                    <a:pt x="2462" y="434"/>
                    <a:pt x="2454" y="434"/>
                  </a:cubicBezTo>
                  <a:cubicBezTo>
                    <a:pt x="2447" y="434"/>
                    <a:pt x="2442" y="439"/>
                    <a:pt x="2442" y="446"/>
                  </a:cubicBezTo>
                  <a:cubicBezTo>
                    <a:pt x="2442" y="453"/>
                    <a:pt x="2447" y="459"/>
                    <a:pt x="2454" y="459"/>
                  </a:cubicBezTo>
                  <a:close/>
                  <a:moveTo>
                    <a:pt x="2494" y="459"/>
                  </a:moveTo>
                  <a:cubicBezTo>
                    <a:pt x="2501" y="459"/>
                    <a:pt x="2507" y="453"/>
                    <a:pt x="2507" y="446"/>
                  </a:cubicBezTo>
                  <a:cubicBezTo>
                    <a:pt x="2507" y="439"/>
                    <a:pt x="2501" y="434"/>
                    <a:pt x="2494" y="434"/>
                  </a:cubicBezTo>
                  <a:cubicBezTo>
                    <a:pt x="2487" y="434"/>
                    <a:pt x="2481" y="439"/>
                    <a:pt x="2481" y="446"/>
                  </a:cubicBezTo>
                  <a:cubicBezTo>
                    <a:pt x="2481" y="453"/>
                    <a:pt x="2487" y="459"/>
                    <a:pt x="2494" y="459"/>
                  </a:cubicBezTo>
                  <a:close/>
                  <a:moveTo>
                    <a:pt x="2533" y="459"/>
                  </a:moveTo>
                  <a:cubicBezTo>
                    <a:pt x="2540" y="459"/>
                    <a:pt x="2546" y="453"/>
                    <a:pt x="2546" y="446"/>
                  </a:cubicBezTo>
                  <a:cubicBezTo>
                    <a:pt x="2546" y="439"/>
                    <a:pt x="2540" y="434"/>
                    <a:pt x="2533" y="434"/>
                  </a:cubicBezTo>
                  <a:cubicBezTo>
                    <a:pt x="2526" y="434"/>
                    <a:pt x="2521" y="439"/>
                    <a:pt x="2521" y="446"/>
                  </a:cubicBezTo>
                  <a:cubicBezTo>
                    <a:pt x="2521" y="453"/>
                    <a:pt x="2526" y="459"/>
                    <a:pt x="2533" y="459"/>
                  </a:cubicBezTo>
                  <a:close/>
                  <a:moveTo>
                    <a:pt x="2573" y="459"/>
                  </a:moveTo>
                  <a:cubicBezTo>
                    <a:pt x="2580" y="459"/>
                    <a:pt x="2586" y="453"/>
                    <a:pt x="2586" y="446"/>
                  </a:cubicBezTo>
                  <a:cubicBezTo>
                    <a:pt x="2586" y="439"/>
                    <a:pt x="2580" y="434"/>
                    <a:pt x="2573" y="434"/>
                  </a:cubicBezTo>
                  <a:cubicBezTo>
                    <a:pt x="2566" y="434"/>
                    <a:pt x="2560" y="439"/>
                    <a:pt x="2560" y="446"/>
                  </a:cubicBezTo>
                  <a:cubicBezTo>
                    <a:pt x="2560" y="453"/>
                    <a:pt x="2566" y="459"/>
                    <a:pt x="2573" y="459"/>
                  </a:cubicBezTo>
                  <a:close/>
                  <a:moveTo>
                    <a:pt x="2612" y="459"/>
                  </a:moveTo>
                  <a:cubicBezTo>
                    <a:pt x="2619" y="459"/>
                    <a:pt x="2625" y="453"/>
                    <a:pt x="2625" y="446"/>
                  </a:cubicBezTo>
                  <a:cubicBezTo>
                    <a:pt x="2625" y="439"/>
                    <a:pt x="2619" y="434"/>
                    <a:pt x="2612" y="434"/>
                  </a:cubicBezTo>
                  <a:cubicBezTo>
                    <a:pt x="2605" y="434"/>
                    <a:pt x="2599" y="439"/>
                    <a:pt x="2599" y="446"/>
                  </a:cubicBezTo>
                  <a:cubicBezTo>
                    <a:pt x="2599" y="453"/>
                    <a:pt x="2605" y="459"/>
                    <a:pt x="2612" y="459"/>
                  </a:cubicBezTo>
                  <a:close/>
                  <a:moveTo>
                    <a:pt x="2652" y="459"/>
                  </a:moveTo>
                  <a:cubicBezTo>
                    <a:pt x="2659" y="459"/>
                    <a:pt x="2664" y="453"/>
                    <a:pt x="2664" y="446"/>
                  </a:cubicBezTo>
                  <a:cubicBezTo>
                    <a:pt x="2664" y="439"/>
                    <a:pt x="2659" y="434"/>
                    <a:pt x="2652" y="434"/>
                  </a:cubicBezTo>
                  <a:cubicBezTo>
                    <a:pt x="2645" y="434"/>
                    <a:pt x="2639" y="439"/>
                    <a:pt x="2639" y="446"/>
                  </a:cubicBezTo>
                  <a:cubicBezTo>
                    <a:pt x="2639" y="453"/>
                    <a:pt x="2645" y="459"/>
                    <a:pt x="2652" y="459"/>
                  </a:cubicBezTo>
                  <a:close/>
                  <a:moveTo>
                    <a:pt x="2691" y="459"/>
                  </a:moveTo>
                  <a:cubicBezTo>
                    <a:pt x="2698" y="459"/>
                    <a:pt x="2704" y="453"/>
                    <a:pt x="2704" y="446"/>
                  </a:cubicBezTo>
                  <a:cubicBezTo>
                    <a:pt x="2704" y="439"/>
                    <a:pt x="2698" y="434"/>
                    <a:pt x="2691" y="434"/>
                  </a:cubicBezTo>
                  <a:cubicBezTo>
                    <a:pt x="2684" y="434"/>
                    <a:pt x="2678" y="439"/>
                    <a:pt x="2678" y="446"/>
                  </a:cubicBezTo>
                  <a:cubicBezTo>
                    <a:pt x="2678" y="453"/>
                    <a:pt x="2684" y="459"/>
                    <a:pt x="2691" y="459"/>
                  </a:cubicBezTo>
                  <a:close/>
                  <a:moveTo>
                    <a:pt x="2730" y="459"/>
                  </a:moveTo>
                  <a:cubicBezTo>
                    <a:pt x="2738" y="459"/>
                    <a:pt x="2743" y="453"/>
                    <a:pt x="2743" y="446"/>
                  </a:cubicBezTo>
                  <a:cubicBezTo>
                    <a:pt x="2743" y="439"/>
                    <a:pt x="2738" y="434"/>
                    <a:pt x="2730" y="434"/>
                  </a:cubicBezTo>
                  <a:cubicBezTo>
                    <a:pt x="2723" y="434"/>
                    <a:pt x="2718" y="439"/>
                    <a:pt x="2718" y="446"/>
                  </a:cubicBezTo>
                  <a:cubicBezTo>
                    <a:pt x="2718" y="453"/>
                    <a:pt x="2723" y="459"/>
                    <a:pt x="2730" y="459"/>
                  </a:cubicBezTo>
                  <a:close/>
                  <a:moveTo>
                    <a:pt x="2770" y="459"/>
                  </a:moveTo>
                  <a:cubicBezTo>
                    <a:pt x="2777" y="459"/>
                    <a:pt x="2783" y="453"/>
                    <a:pt x="2783" y="446"/>
                  </a:cubicBezTo>
                  <a:cubicBezTo>
                    <a:pt x="2783" y="439"/>
                    <a:pt x="2777" y="434"/>
                    <a:pt x="2770" y="434"/>
                  </a:cubicBezTo>
                  <a:cubicBezTo>
                    <a:pt x="2763" y="434"/>
                    <a:pt x="2757" y="439"/>
                    <a:pt x="2757" y="446"/>
                  </a:cubicBezTo>
                  <a:cubicBezTo>
                    <a:pt x="2757" y="453"/>
                    <a:pt x="2763" y="459"/>
                    <a:pt x="2770" y="459"/>
                  </a:cubicBezTo>
                  <a:close/>
                  <a:moveTo>
                    <a:pt x="2809" y="459"/>
                  </a:moveTo>
                  <a:cubicBezTo>
                    <a:pt x="2816" y="459"/>
                    <a:pt x="2822" y="453"/>
                    <a:pt x="2822" y="446"/>
                  </a:cubicBezTo>
                  <a:cubicBezTo>
                    <a:pt x="2822" y="439"/>
                    <a:pt x="2816" y="434"/>
                    <a:pt x="2809" y="434"/>
                  </a:cubicBezTo>
                  <a:cubicBezTo>
                    <a:pt x="2802" y="434"/>
                    <a:pt x="2797" y="439"/>
                    <a:pt x="2797" y="446"/>
                  </a:cubicBezTo>
                  <a:cubicBezTo>
                    <a:pt x="2797" y="453"/>
                    <a:pt x="2802" y="459"/>
                    <a:pt x="2809" y="459"/>
                  </a:cubicBezTo>
                  <a:close/>
                  <a:moveTo>
                    <a:pt x="2849" y="459"/>
                  </a:moveTo>
                  <a:cubicBezTo>
                    <a:pt x="2856" y="459"/>
                    <a:pt x="2861" y="453"/>
                    <a:pt x="2861" y="446"/>
                  </a:cubicBezTo>
                  <a:cubicBezTo>
                    <a:pt x="2861" y="439"/>
                    <a:pt x="2856" y="434"/>
                    <a:pt x="2849" y="434"/>
                  </a:cubicBezTo>
                  <a:cubicBezTo>
                    <a:pt x="2842" y="434"/>
                    <a:pt x="2836" y="439"/>
                    <a:pt x="2836" y="446"/>
                  </a:cubicBezTo>
                  <a:cubicBezTo>
                    <a:pt x="2836" y="453"/>
                    <a:pt x="2842" y="459"/>
                    <a:pt x="2849" y="459"/>
                  </a:cubicBezTo>
                  <a:close/>
                  <a:moveTo>
                    <a:pt x="2888" y="459"/>
                  </a:moveTo>
                  <a:cubicBezTo>
                    <a:pt x="2895" y="459"/>
                    <a:pt x="2901" y="453"/>
                    <a:pt x="2901" y="446"/>
                  </a:cubicBezTo>
                  <a:cubicBezTo>
                    <a:pt x="2901" y="439"/>
                    <a:pt x="2895" y="434"/>
                    <a:pt x="2888" y="434"/>
                  </a:cubicBezTo>
                  <a:cubicBezTo>
                    <a:pt x="2881" y="434"/>
                    <a:pt x="2875" y="439"/>
                    <a:pt x="2875" y="446"/>
                  </a:cubicBezTo>
                  <a:cubicBezTo>
                    <a:pt x="2875" y="453"/>
                    <a:pt x="2881" y="459"/>
                    <a:pt x="2888" y="459"/>
                  </a:cubicBezTo>
                  <a:close/>
                  <a:moveTo>
                    <a:pt x="2928" y="459"/>
                  </a:moveTo>
                  <a:cubicBezTo>
                    <a:pt x="2935" y="459"/>
                    <a:pt x="2940" y="453"/>
                    <a:pt x="2940" y="446"/>
                  </a:cubicBezTo>
                  <a:cubicBezTo>
                    <a:pt x="2940" y="439"/>
                    <a:pt x="2935" y="434"/>
                    <a:pt x="2928" y="434"/>
                  </a:cubicBezTo>
                  <a:cubicBezTo>
                    <a:pt x="2921" y="434"/>
                    <a:pt x="2915" y="439"/>
                    <a:pt x="2915" y="446"/>
                  </a:cubicBezTo>
                  <a:cubicBezTo>
                    <a:pt x="2915" y="453"/>
                    <a:pt x="2921" y="459"/>
                    <a:pt x="2928" y="459"/>
                  </a:cubicBezTo>
                  <a:close/>
                  <a:moveTo>
                    <a:pt x="2967" y="459"/>
                  </a:moveTo>
                  <a:cubicBezTo>
                    <a:pt x="2974" y="459"/>
                    <a:pt x="2980" y="453"/>
                    <a:pt x="2980" y="446"/>
                  </a:cubicBezTo>
                  <a:cubicBezTo>
                    <a:pt x="2980" y="439"/>
                    <a:pt x="2974" y="434"/>
                    <a:pt x="2967" y="434"/>
                  </a:cubicBezTo>
                  <a:cubicBezTo>
                    <a:pt x="2960" y="434"/>
                    <a:pt x="2954" y="439"/>
                    <a:pt x="2954" y="446"/>
                  </a:cubicBezTo>
                  <a:cubicBezTo>
                    <a:pt x="2954" y="453"/>
                    <a:pt x="2960" y="459"/>
                    <a:pt x="2967" y="459"/>
                  </a:cubicBezTo>
                  <a:close/>
                  <a:moveTo>
                    <a:pt x="3006" y="459"/>
                  </a:moveTo>
                  <a:cubicBezTo>
                    <a:pt x="3013" y="459"/>
                    <a:pt x="3019" y="453"/>
                    <a:pt x="3019" y="446"/>
                  </a:cubicBezTo>
                  <a:cubicBezTo>
                    <a:pt x="3019" y="439"/>
                    <a:pt x="3013" y="434"/>
                    <a:pt x="3006" y="434"/>
                  </a:cubicBezTo>
                  <a:cubicBezTo>
                    <a:pt x="2999" y="434"/>
                    <a:pt x="2994" y="439"/>
                    <a:pt x="2994" y="446"/>
                  </a:cubicBezTo>
                  <a:cubicBezTo>
                    <a:pt x="2994" y="453"/>
                    <a:pt x="2999" y="459"/>
                    <a:pt x="3006" y="459"/>
                  </a:cubicBezTo>
                  <a:close/>
                  <a:moveTo>
                    <a:pt x="3046" y="459"/>
                  </a:moveTo>
                  <a:cubicBezTo>
                    <a:pt x="3053" y="459"/>
                    <a:pt x="3059" y="453"/>
                    <a:pt x="3059" y="446"/>
                  </a:cubicBezTo>
                  <a:cubicBezTo>
                    <a:pt x="3059" y="439"/>
                    <a:pt x="3053" y="434"/>
                    <a:pt x="3046" y="434"/>
                  </a:cubicBezTo>
                  <a:cubicBezTo>
                    <a:pt x="3039" y="434"/>
                    <a:pt x="3033" y="439"/>
                    <a:pt x="3033" y="446"/>
                  </a:cubicBezTo>
                  <a:cubicBezTo>
                    <a:pt x="3033" y="453"/>
                    <a:pt x="3039" y="459"/>
                    <a:pt x="3046" y="459"/>
                  </a:cubicBezTo>
                  <a:close/>
                  <a:moveTo>
                    <a:pt x="3085" y="459"/>
                  </a:moveTo>
                  <a:cubicBezTo>
                    <a:pt x="3092" y="459"/>
                    <a:pt x="3098" y="453"/>
                    <a:pt x="3098" y="446"/>
                  </a:cubicBezTo>
                  <a:cubicBezTo>
                    <a:pt x="3098" y="439"/>
                    <a:pt x="3092" y="434"/>
                    <a:pt x="3085" y="434"/>
                  </a:cubicBezTo>
                  <a:cubicBezTo>
                    <a:pt x="3078" y="434"/>
                    <a:pt x="3073" y="439"/>
                    <a:pt x="3073" y="446"/>
                  </a:cubicBezTo>
                  <a:cubicBezTo>
                    <a:pt x="3073" y="453"/>
                    <a:pt x="3078" y="459"/>
                    <a:pt x="3085" y="459"/>
                  </a:cubicBezTo>
                  <a:close/>
                  <a:moveTo>
                    <a:pt x="3125" y="459"/>
                  </a:moveTo>
                  <a:cubicBezTo>
                    <a:pt x="3132" y="459"/>
                    <a:pt x="3137" y="453"/>
                    <a:pt x="3137" y="446"/>
                  </a:cubicBezTo>
                  <a:cubicBezTo>
                    <a:pt x="3137" y="439"/>
                    <a:pt x="3132" y="434"/>
                    <a:pt x="3125" y="434"/>
                  </a:cubicBezTo>
                  <a:cubicBezTo>
                    <a:pt x="3118" y="434"/>
                    <a:pt x="3112" y="439"/>
                    <a:pt x="3112" y="446"/>
                  </a:cubicBezTo>
                  <a:cubicBezTo>
                    <a:pt x="3112" y="453"/>
                    <a:pt x="3118" y="459"/>
                    <a:pt x="3125" y="459"/>
                  </a:cubicBezTo>
                  <a:close/>
                  <a:moveTo>
                    <a:pt x="3243" y="459"/>
                  </a:moveTo>
                  <a:cubicBezTo>
                    <a:pt x="3250" y="459"/>
                    <a:pt x="3256" y="453"/>
                    <a:pt x="3256" y="446"/>
                  </a:cubicBezTo>
                  <a:cubicBezTo>
                    <a:pt x="3256" y="439"/>
                    <a:pt x="3250" y="434"/>
                    <a:pt x="3243" y="434"/>
                  </a:cubicBezTo>
                  <a:cubicBezTo>
                    <a:pt x="3236" y="434"/>
                    <a:pt x="3230" y="439"/>
                    <a:pt x="3230" y="446"/>
                  </a:cubicBezTo>
                  <a:cubicBezTo>
                    <a:pt x="3230" y="453"/>
                    <a:pt x="3236" y="459"/>
                    <a:pt x="3243" y="459"/>
                  </a:cubicBezTo>
                  <a:close/>
                  <a:moveTo>
                    <a:pt x="3309" y="446"/>
                  </a:moveTo>
                  <a:cubicBezTo>
                    <a:pt x="3309" y="453"/>
                    <a:pt x="3315" y="459"/>
                    <a:pt x="3322" y="459"/>
                  </a:cubicBezTo>
                  <a:cubicBezTo>
                    <a:pt x="3329" y="459"/>
                    <a:pt x="3335" y="453"/>
                    <a:pt x="3335" y="446"/>
                  </a:cubicBezTo>
                  <a:cubicBezTo>
                    <a:pt x="3335" y="439"/>
                    <a:pt x="3329" y="434"/>
                    <a:pt x="3322" y="434"/>
                  </a:cubicBezTo>
                  <a:cubicBezTo>
                    <a:pt x="3315" y="434"/>
                    <a:pt x="3309" y="439"/>
                    <a:pt x="3309" y="446"/>
                  </a:cubicBezTo>
                  <a:close/>
                  <a:moveTo>
                    <a:pt x="89" y="478"/>
                  </a:moveTo>
                  <a:cubicBezTo>
                    <a:pt x="85" y="478"/>
                    <a:pt x="82" y="482"/>
                    <a:pt x="82" y="486"/>
                  </a:cubicBezTo>
                  <a:cubicBezTo>
                    <a:pt x="82" y="490"/>
                    <a:pt x="85" y="493"/>
                    <a:pt x="89" y="493"/>
                  </a:cubicBezTo>
                  <a:cubicBezTo>
                    <a:pt x="93" y="493"/>
                    <a:pt x="96" y="490"/>
                    <a:pt x="96" y="486"/>
                  </a:cubicBezTo>
                  <a:cubicBezTo>
                    <a:pt x="96" y="482"/>
                    <a:pt x="93" y="478"/>
                    <a:pt x="89" y="478"/>
                  </a:cubicBezTo>
                  <a:close/>
                  <a:moveTo>
                    <a:pt x="326" y="476"/>
                  </a:moveTo>
                  <a:cubicBezTo>
                    <a:pt x="320" y="476"/>
                    <a:pt x="316" y="480"/>
                    <a:pt x="316" y="486"/>
                  </a:cubicBezTo>
                  <a:cubicBezTo>
                    <a:pt x="316" y="491"/>
                    <a:pt x="320" y="496"/>
                    <a:pt x="326" y="496"/>
                  </a:cubicBezTo>
                  <a:cubicBezTo>
                    <a:pt x="331" y="496"/>
                    <a:pt x="336" y="491"/>
                    <a:pt x="336" y="486"/>
                  </a:cubicBezTo>
                  <a:cubicBezTo>
                    <a:pt x="336" y="480"/>
                    <a:pt x="331" y="476"/>
                    <a:pt x="326" y="476"/>
                  </a:cubicBezTo>
                  <a:close/>
                  <a:moveTo>
                    <a:pt x="365" y="473"/>
                  </a:moveTo>
                  <a:cubicBezTo>
                    <a:pt x="358" y="473"/>
                    <a:pt x="352" y="479"/>
                    <a:pt x="352" y="486"/>
                  </a:cubicBezTo>
                  <a:cubicBezTo>
                    <a:pt x="352" y="493"/>
                    <a:pt x="358" y="499"/>
                    <a:pt x="365" y="499"/>
                  </a:cubicBezTo>
                  <a:cubicBezTo>
                    <a:pt x="372" y="499"/>
                    <a:pt x="378" y="493"/>
                    <a:pt x="378" y="486"/>
                  </a:cubicBezTo>
                  <a:cubicBezTo>
                    <a:pt x="378" y="479"/>
                    <a:pt x="372" y="473"/>
                    <a:pt x="365" y="473"/>
                  </a:cubicBezTo>
                  <a:close/>
                  <a:moveTo>
                    <a:pt x="404" y="499"/>
                  </a:moveTo>
                  <a:cubicBezTo>
                    <a:pt x="411" y="499"/>
                    <a:pt x="417" y="493"/>
                    <a:pt x="417" y="486"/>
                  </a:cubicBezTo>
                  <a:cubicBezTo>
                    <a:pt x="417" y="479"/>
                    <a:pt x="411" y="473"/>
                    <a:pt x="404" y="473"/>
                  </a:cubicBezTo>
                  <a:cubicBezTo>
                    <a:pt x="397" y="473"/>
                    <a:pt x="392" y="479"/>
                    <a:pt x="392" y="486"/>
                  </a:cubicBezTo>
                  <a:cubicBezTo>
                    <a:pt x="392" y="493"/>
                    <a:pt x="397" y="499"/>
                    <a:pt x="404" y="499"/>
                  </a:cubicBezTo>
                  <a:close/>
                  <a:moveTo>
                    <a:pt x="444" y="499"/>
                  </a:moveTo>
                  <a:cubicBezTo>
                    <a:pt x="451" y="499"/>
                    <a:pt x="457" y="493"/>
                    <a:pt x="457" y="486"/>
                  </a:cubicBezTo>
                  <a:cubicBezTo>
                    <a:pt x="457" y="479"/>
                    <a:pt x="451" y="473"/>
                    <a:pt x="444" y="473"/>
                  </a:cubicBezTo>
                  <a:cubicBezTo>
                    <a:pt x="437" y="473"/>
                    <a:pt x="431" y="479"/>
                    <a:pt x="431" y="486"/>
                  </a:cubicBezTo>
                  <a:cubicBezTo>
                    <a:pt x="431" y="493"/>
                    <a:pt x="437" y="499"/>
                    <a:pt x="444" y="499"/>
                  </a:cubicBezTo>
                  <a:close/>
                  <a:moveTo>
                    <a:pt x="483" y="499"/>
                  </a:moveTo>
                  <a:cubicBezTo>
                    <a:pt x="490" y="499"/>
                    <a:pt x="496" y="493"/>
                    <a:pt x="496" y="486"/>
                  </a:cubicBezTo>
                  <a:cubicBezTo>
                    <a:pt x="496" y="479"/>
                    <a:pt x="490" y="473"/>
                    <a:pt x="483" y="473"/>
                  </a:cubicBezTo>
                  <a:cubicBezTo>
                    <a:pt x="476" y="473"/>
                    <a:pt x="471" y="479"/>
                    <a:pt x="471" y="486"/>
                  </a:cubicBezTo>
                  <a:cubicBezTo>
                    <a:pt x="471" y="493"/>
                    <a:pt x="476" y="499"/>
                    <a:pt x="483" y="499"/>
                  </a:cubicBezTo>
                  <a:close/>
                  <a:moveTo>
                    <a:pt x="523" y="499"/>
                  </a:moveTo>
                  <a:cubicBezTo>
                    <a:pt x="530" y="499"/>
                    <a:pt x="535" y="493"/>
                    <a:pt x="535" y="486"/>
                  </a:cubicBezTo>
                  <a:cubicBezTo>
                    <a:pt x="535" y="479"/>
                    <a:pt x="530" y="473"/>
                    <a:pt x="523" y="473"/>
                  </a:cubicBezTo>
                  <a:cubicBezTo>
                    <a:pt x="516" y="473"/>
                    <a:pt x="510" y="479"/>
                    <a:pt x="510" y="486"/>
                  </a:cubicBezTo>
                  <a:cubicBezTo>
                    <a:pt x="510" y="493"/>
                    <a:pt x="516" y="499"/>
                    <a:pt x="523" y="499"/>
                  </a:cubicBezTo>
                  <a:close/>
                  <a:moveTo>
                    <a:pt x="562" y="499"/>
                  </a:moveTo>
                  <a:cubicBezTo>
                    <a:pt x="569" y="499"/>
                    <a:pt x="575" y="493"/>
                    <a:pt x="575" y="486"/>
                  </a:cubicBezTo>
                  <a:cubicBezTo>
                    <a:pt x="575" y="479"/>
                    <a:pt x="569" y="473"/>
                    <a:pt x="562" y="473"/>
                  </a:cubicBezTo>
                  <a:cubicBezTo>
                    <a:pt x="555" y="473"/>
                    <a:pt x="549" y="479"/>
                    <a:pt x="549" y="486"/>
                  </a:cubicBezTo>
                  <a:cubicBezTo>
                    <a:pt x="549" y="493"/>
                    <a:pt x="555" y="499"/>
                    <a:pt x="562" y="499"/>
                  </a:cubicBezTo>
                  <a:close/>
                  <a:moveTo>
                    <a:pt x="602" y="499"/>
                  </a:moveTo>
                  <a:cubicBezTo>
                    <a:pt x="609" y="499"/>
                    <a:pt x="614" y="493"/>
                    <a:pt x="614" y="486"/>
                  </a:cubicBezTo>
                  <a:cubicBezTo>
                    <a:pt x="614" y="479"/>
                    <a:pt x="609" y="473"/>
                    <a:pt x="602" y="473"/>
                  </a:cubicBezTo>
                  <a:cubicBezTo>
                    <a:pt x="595" y="473"/>
                    <a:pt x="589" y="479"/>
                    <a:pt x="589" y="486"/>
                  </a:cubicBezTo>
                  <a:cubicBezTo>
                    <a:pt x="589" y="493"/>
                    <a:pt x="595" y="499"/>
                    <a:pt x="602" y="499"/>
                  </a:cubicBezTo>
                  <a:close/>
                  <a:moveTo>
                    <a:pt x="641" y="499"/>
                  </a:moveTo>
                  <a:cubicBezTo>
                    <a:pt x="648" y="499"/>
                    <a:pt x="654" y="493"/>
                    <a:pt x="654" y="486"/>
                  </a:cubicBezTo>
                  <a:cubicBezTo>
                    <a:pt x="654" y="479"/>
                    <a:pt x="648" y="473"/>
                    <a:pt x="641" y="473"/>
                  </a:cubicBezTo>
                  <a:cubicBezTo>
                    <a:pt x="634" y="473"/>
                    <a:pt x="628" y="479"/>
                    <a:pt x="628" y="486"/>
                  </a:cubicBezTo>
                  <a:cubicBezTo>
                    <a:pt x="628" y="493"/>
                    <a:pt x="634" y="499"/>
                    <a:pt x="641" y="499"/>
                  </a:cubicBezTo>
                  <a:close/>
                  <a:moveTo>
                    <a:pt x="680" y="499"/>
                  </a:moveTo>
                  <a:cubicBezTo>
                    <a:pt x="687" y="499"/>
                    <a:pt x="693" y="493"/>
                    <a:pt x="693" y="486"/>
                  </a:cubicBezTo>
                  <a:cubicBezTo>
                    <a:pt x="693" y="479"/>
                    <a:pt x="687" y="473"/>
                    <a:pt x="680" y="473"/>
                  </a:cubicBezTo>
                  <a:cubicBezTo>
                    <a:pt x="673" y="473"/>
                    <a:pt x="668" y="479"/>
                    <a:pt x="668" y="486"/>
                  </a:cubicBezTo>
                  <a:cubicBezTo>
                    <a:pt x="668" y="493"/>
                    <a:pt x="673" y="499"/>
                    <a:pt x="680" y="499"/>
                  </a:cubicBezTo>
                  <a:close/>
                  <a:moveTo>
                    <a:pt x="720" y="499"/>
                  </a:moveTo>
                  <a:cubicBezTo>
                    <a:pt x="727" y="499"/>
                    <a:pt x="733" y="493"/>
                    <a:pt x="733" y="486"/>
                  </a:cubicBezTo>
                  <a:cubicBezTo>
                    <a:pt x="733" y="479"/>
                    <a:pt x="727" y="473"/>
                    <a:pt x="720" y="473"/>
                  </a:cubicBezTo>
                  <a:cubicBezTo>
                    <a:pt x="713" y="473"/>
                    <a:pt x="707" y="479"/>
                    <a:pt x="707" y="486"/>
                  </a:cubicBezTo>
                  <a:cubicBezTo>
                    <a:pt x="707" y="493"/>
                    <a:pt x="713" y="499"/>
                    <a:pt x="720" y="499"/>
                  </a:cubicBezTo>
                  <a:close/>
                  <a:moveTo>
                    <a:pt x="759" y="499"/>
                  </a:moveTo>
                  <a:cubicBezTo>
                    <a:pt x="766" y="499"/>
                    <a:pt x="772" y="493"/>
                    <a:pt x="772" y="486"/>
                  </a:cubicBezTo>
                  <a:cubicBezTo>
                    <a:pt x="772" y="479"/>
                    <a:pt x="766" y="473"/>
                    <a:pt x="759" y="473"/>
                  </a:cubicBezTo>
                  <a:cubicBezTo>
                    <a:pt x="752" y="473"/>
                    <a:pt x="747" y="479"/>
                    <a:pt x="747" y="486"/>
                  </a:cubicBezTo>
                  <a:cubicBezTo>
                    <a:pt x="747" y="493"/>
                    <a:pt x="752" y="499"/>
                    <a:pt x="759" y="499"/>
                  </a:cubicBezTo>
                  <a:close/>
                  <a:moveTo>
                    <a:pt x="799" y="499"/>
                  </a:moveTo>
                  <a:cubicBezTo>
                    <a:pt x="806" y="499"/>
                    <a:pt x="811" y="493"/>
                    <a:pt x="811" y="486"/>
                  </a:cubicBezTo>
                  <a:cubicBezTo>
                    <a:pt x="811" y="479"/>
                    <a:pt x="806" y="473"/>
                    <a:pt x="799" y="473"/>
                  </a:cubicBezTo>
                  <a:cubicBezTo>
                    <a:pt x="792" y="473"/>
                    <a:pt x="786" y="479"/>
                    <a:pt x="786" y="486"/>
                  </a:cubicBezTo>
                  <a:cubicBezTo>
                    <a:pt x="786" y="493"/>
                    <a:pt x="792" y="499"/>
                    <a:pt x="799" y="499"/>
                  </a:cubicBezTo>
                  <a:close/>
                  <a:moveTo>
                    <a:pt x="956" y="499"/>
                  </a:moveTo>
                  <a:cubicBezTo>
                    <a:pt x="963" y="499"/>
                    <a:pt x="969" y="493"/>
                    <a:pt x="969" y="486"/>
                  </a:cubicBezTo>
                  <a:cubicBezTo>
                    <a:pt x="969" y="479"/>
                    <a:pt x="963" y="473"/>
                    <a:pt x="956" y="473"/>
                  </a:cubicBezTo>
                  <a:cubicBezTo>
                    <a:pt x="949" y="473"/>
                    <a:pt x="944" y="479"/>
                    <a:pt x="944" y="486"/>
                  </a:cubicBezTo>
                  <a:cubicBezTo>
                    <a:pt x="944" y="493"/>
                    <a:pt x="949" y="499"/>
                    <a:pt x="956" y="499"/>
                  </a:cubicBezTo>
                  <a:close/>
                  <a:moveTo>
                    <a:pt x="996" y="499"/>
                  </a:moveTo>
                  <a:cubicBezTo>
                    <a:pt x="1003" y="499"/>
                    <a:pt x="1009" y="493"/>
                    <a:pt x="1009" y="486"/>
                  </a:cubicBezTo>
                  <a:cubicBezTo>
                    <a:pt x="1009" y="479"/>
                    <a:pt x="1003" y="473"/>
                    <a:pt x="996" y="473"/>
                  </a:cubicBezTo>
                  <a:cubicBezTo>
                    <a:pt x="989" y="473"/>
                    <a:pt x="983" y="479"/>
                    <a:pt x="983" y="486"/>
                  </a:cubicBezTo>
                  <a:cubicBezTo>
                    <a:pt x="983" y="493"/>
                    <a:pt x="989" y="499"/>
                    <a:pt x="996" y="499"/>
                  </a:cubicBezTo>
                  <a:close/>
                  <a:moveTo>
                    <a:pt x="1035" y="499"/>
                  </a:moveTo>
                  <a:cubicBezTo>
                    <a:pt x="1042" y="499"/>
                    <a:pt x="1048" y="493"/>
                    <a:pt x="1048" y="486"/>
                  </a:cubicBezTo>
                  <a:cubicBezTo>
                    <a:pt x="1048" y="479"/>
                    <a:pt x="1042" y="473"/>
                    <a:pt x="1035" y="473"/>
                  </a:cubicBezTo>
                  <a:cubicBezTo>
                    <a:pt x="1028" y="473"/>
                    <a:pt x="1022" y="479"/>
                    <a:pt x="1022" y="486"/>
                  </a:cubicBezTo>
                  <a:cubicBezTo>
                    <a:pt x="1022" y="493"/>
                    <a:pt x="1028" y="499"/>
                    <a:pt x="1035" y="499"/>
                  </a:cubicBezTo>
                  <a:close/>
                  <a:moveTo>
                    <a:pt x="1666" y="493"/>
                  </a:moveTo>
                  <a:cubicBezTo>
                    <a:pt x="1670" y="493"/>
                    <a:pt x="1673" y="490"/>
                    <a:pt x="1673" y="486"/>
                  </a:cubicBezTo>
                  <a:cubicBezTo>
                    <a:pt x="1673" y="482"/>
                    <a:pt x="1670" y="478"/>
                    <a:pt x="1666" y="478"/>
                  </a:cubicBezTo>
                  <a:cubicBezTo>
                    <a:pt x="1662" y="478"/>
                    <a:pt x="1659" y="482"/>
                    <a:pt x="1659" y="486"/>
                  </a:cubicBezTo>
                  <a:cubicBezTo>
                    <a:pt x="1659" y="490"/>
                    <a:pt x="1662" y="493"/>
                    <a:pt x="1666" y="493"/>
                  </a:cubicBezTo>
                  <a:close/>
                  <a:moveTo>
                    <a:pt x="1784" y="499"/>
                  </a:moveTo>
                  <a:cubicBezTo>
                    <a:pt x="1791" y="499"/>
                    <a:pt x="1797" y="493"/>
                    <a:pt x="1797" y="486"/>
                  </a:cubicBezTo>
                  <a:cubicBezTo>
                    <a:pt x="1797" y="479"/>
                    <a:pt x="1791" y="473"/>
                    <a:pt x="1784" y="473"/>
                  </a:cubicBezTo>
                  <a:cubicBezTo>
                    <a:pt x="1777" y="473"/>
                    <a:pt x="1772" y="479"/>
                    <a:pt x="1772" y="486"/>
                  </a:cubicBezTo>
                  <a:cubicBezTo>
                    <a:pt x="1772" y="493"/>
                    <a:pt x="1777" y="499"/>
                    <a:pt x="1784" y="499"/>
                  </a:cubicBezTo>
                  <a:close/>
                  <a:moveTo>
                    <a:pt x="1863" y="473"/>
                  </a:moveTo>
                  <a:cubicBezTo>
                    <a:pt x="1856" y="473"/>
                    <a:pt x="1850" y="479"/>
                    <a:pt x="1850" y="486"/>
                  </a:cubicBezTo>
                  <a:cubicBezTo>
                    <a:pt x="1850" y="493"/>
                    <a:pt x="1856" y="498"/>
                    <a:pt x="1863" y="498"/>
                  </a:cubicBezTo>
                  <a:cubicBezTo>
                    <a:pt x="1870" y="498"/>
                    <a:pt x="1876" y="493"/>
                    <a:pt x="1876" y="486"/>
                  </a:cubicBezTo>
                  <a:cubicBezTo>
                    <a:pt x="1876" y="479"/>
                    <a:pt x="1870" y="473"/>
                    <a:pt x="1863" y="473"/>
                  </a:cubicBezTo>
                  <a:close/>
                  <a:moveTo>
                    <a:pt x="1942" y="499"/>
                  </a:moveTo>
                  <a:cubicBezTo>
                    <a:pt x="1949" y="499"/>
                    <a:pt x="1955" y="493"/>
                    <a:pt x="1955" y="486"/>
                  </a:cubicBezTo>
                  <a:cubicBezTo>
                    <a:pt x="1955" y="479"/>
                    <a:pt x="1949" y="473"/>
                    <a:pt x="1942" y="473"/>
                  </a:cubicBezTo>
                  <a:cubicBezTo>
                    <a:pt x="1935" y="473"/>
                    <a:pt x="1929" y="479"/>
                    <a:pt x="1929" y="486"/>
                  </a:cubicBezTo>
                  <a:cubicBezTo>
                    <a:pt x="1929" y="493"/>
                    <a:pt x="1935" y="499"/>
                    <a:pt x="1942" y="499"/>
                  </a:cubicBezTo>
                  <a:close/>
                  <a:moveTo>
                    <a:pt x="1981" y="499"/>
                  </a:moveTo>
                  <a:cubicBezTo>
                    <a:pt x="1988" y="499"/>
                    <a:pt x="1994" y="493"/>
                    <a:pt x="1994" y="486"/>
                  </a:cubicBezTo>
                  <a:cubicBezTo>
                    <a:pt x="1994" y="479"/>
                    <a:pt x="1988" y="473"/>
                    <a:pt x="1981" y="473"/>
                  </a:cubicBezTo>
                  <a:cubicBezTo>
                    <a:pt x="1974" y="473"/>
                    <a:pt x="1969" y="479"/>
                    <a:pt x="1969" y="486"/>
                  </a:cubicBezTo>
                  <a:cubicBezTo>
                    <a:pt x="1969" y="493"/>
                    <a:pt x="1974" y="499"/>
                    <a:pt x="1981" y="499"/>
                  </a:cubicBezTo>
                  <a:close/>
                  <a:moveTo>
                    <a:pt x="2021" y="499"/>
                  </a:moveTo>
                  <a:cubicBezTo>
                    <a:pt x="2028" y="499"/>
                    <a:pt x="2034" y="493"/>
                    <a:pt x="2034" y="486"/>
                  </a:cubicBezTo>
                  <a:cubicBezTo>
                    <a:pt x="2034" y="479"/>
                    <a:pt x="2028" y="473"/>
                    <a:pt x="2021" y="473"/>
                  </a:cubicBezTo>
                  <a:cubicBezTo>
                    <a:pt x="2014" y="473"/>
                    <a:pt x="2008" y="479"/>
                    <a:pt x="2008" y="486"/>
                  </a:cubicBezTo>
                  <a:cubicBezTo>
                    <a:pt x="2008" y="493"/>
                    <a:pt x="2014" y="499"/>
                    <a:pt x="2021" y="499"/>
                  </a:cubicBezTo>
                  <a:close/>
                  <a:moveTo>
                    <a:pt x="2060" y="499"/>
                  </a:moveTo>
                  <a:cubicBezTo>
                    <a:pt x="2067" y="499"/>
                    <a:pt x="2073" y="493"/>
                    <a:pt x="2073" y="486"/>
                  </a:cubicBezTo>
                  <a:cubicBezTo>
                    <a:pt x="2073" y="479"/>
                    <a:pt x="2067" y="473"/>
                    <a:pt x="2060" y="473"/>
                  </a:cubicBezTo>
                  <a:cubicBezTo>
                    <a:pt x="2053" y="473"/>
                    <a:pt x="2048" y="479"/>
                    <a:pt x="2048" y="486"/>
                  </a:cubicBezTo>
                  <a:cubicBezTo>
                    <a:pt x="2048" y="493"/>
                    <a:pt x="2053" y="499"/>
                    <a:pt x="2060" y="499"/>
                  </a:cubicBezTo>
                  <a:close/>
                  <a:moveTo>
                    <a:pt x="2100" y="499"/>
                  </a:moveTo>
                  <a:cubicBezTo>
                    <a:pt x="2107" y="499"/>
                    <a:pt x="2112" y="493"/>
                    <a:pt x="2112" y="486"/>
                  </a:cubicBezTo>
                  <a:cubicBezTo>
                    <a:pt x="2112" y="479"/>
                    <a:pt x="2107" y="473"/>
                    <a:pt x="2100" y="473"/>
                  </a:cubicBezTo>
                  <a:cubicBezTo>
                    <a:pt x="2093" y="473"/>
                    <a:pt x="2087" y="479"/>
                    <a:pt x="2087" y="486"/>
                  </a:cubicBezTo>
                  <a:cubicBezTo>
                    <a:pt x="2087" y="493"/>
                    <a:pt x="2093" y="499"/>
                    <a:pt x="2100" y="499"/>
                  </a:cubicBezTo>
                  <a:close/>
                  <a:moveTo>
                    <a:pt x="2139" y="499"/>
                  </a:moveTo>
                  <a:cubicBezTo>
                    <a:pt x="2146" y="499"/>
                    <a:pt x="2152" y="493"/>
                    <a:pt x="2152" y="486"/>
                  </a:cubicBezTo>
                  <a:cubicBezTo>
                    <a:pt x="2152" y="479"/>
                    <a:pt x="2146" y="473"/>
                    <a:pt x="2139" y="473"/>
                  </a:cubicBezTo>
                  <a:cubicBezTo>
                    <a:pt x="2132" y="473"/>
                    <a:pt x="2126" y="479"/>
                    <a:pt x="2126" y="486"/>
                  </a:cubicBezTo>
                  <a:cubicBezTo>
                    <a:pt x="2126" y="493"/>
                    <a:pt x="2132" y="499"/>
                    <a:pt x="2139" y="499"/>
                  </a:cubicBezTo>
                  <a:close/>
                  <a:moveTo>
                    <a:pt x="2179" y="499"/>
                  </a:moveTo>
                  <a:cubicBezTo>
                    <a:pt x="2186" y="499"/>
                    <a:pt x="2191" y="493"/>
                    <a:pt x="2191" y="486"/>
                  </a:cubicBezTo>
                  <a:cubicBezTo>
                    <a:pt x="2191" y="479"/>
                    <a:pt x="2186" y="473"/>
                    <a:pt x="2179" y="473"/>
                  </a:cubicBezTo>
                  <a:cubicBezTo>
                    <a:pt x="2171" y="473"/>
                    <a:pt x="2166" y="479"/>
                    <a:pt x="2166" y="486"/>
                  </a:cubicBezTo>
                  <a:cubicBezTo>
                    <a:pt x="2166" y="493"/>
                    <a:pt x="2171" y="499"/>
                    <a:pt x="2179" y="499"/>
                  </a:cubicBezTo>
                  <a:close/>
                  <a:moveTo>
                    <a:pt x="2218" y="499"/>
                  </a:moveTo>
                  <a:cubicBezTo>
                    <a:pt x="2225" y="499"/>
                    <a:pt x="2231" y="493"/>
                    <a:pt x="2231" y="486"/>
                  </a:cubicBezTo>
                  <a:cubicBezTo>
                    <a:pt x="2231" y="479"/>
                    <a:pt x="2225" y="473"/>
                    <a:pt x="2218" y="473"/>
                  </a:cubicBezTo>
                  <a:cubicBezTo>
                    <a:pt x="2211" y="473"/>
                    <a:pt x="2205" y="479"/>
                    <a:pt x="2205" y="486"/>
                  </a:cubicBezTo>
                  <a:cubicBezTo>
                    <a:pt x="2205" y="493"/>
                    <a:pt x="2211" y="499"/>
                    <a:pt x="2218" y="499"/>
                  </a:cubicBezTo>
                  <a:close/>
                  <a:moveTo>
                    <a:pt x="2257" y="499"/>
                  </a:moveTo>
                  <a:cubicBezTo>
                    <a:pt x="2264" y="499"/>
                    <a:pt x="2270" y="493"/>
                    <a:pt x="2270" y="486"/>
                  </a:cubicBezTo>
                  <a:cubicBezTo>
                    <a:pt x="2270" y="479"/>
                    <a:pt x="2264" y="473"/>
                    <a:pt x="2257" y="473"/>
                  </a:cubicBezTo>
                  <a:cubicBezTo>
                    <a:pt x="2250" y="473"/>
                    <a:pt x="2245" y="479"/>
                    <a:pt x="2245" y="486"/>
                  </a:cubicBezTo>
                  <a:cubicBezTo>
                    <a:pt x="2245" y="493"/>
                    <a:pt x="2250" y="499"/>
                    <a:pt x="2257" y="499"/>
                  </a:cubicBezTo>
                  <a:close/>
                  <a:moveTo>
                    <a:pt x="2297" y="499"/>
                  </a:moveTo>
                  <a:cubicBezTo>
                    <a:pt x="2304" y="499"/>
                    <a:pt x="2310" y="493"/>
                    <a:pt x="2310" y="486"/>
                  </a:cubicBezTo>
                  <a:cubicBezTo>
                    <a:pt x="2310" y="479"/>
                    <a:pt x="2304" y="473"/>
                    <a:pt x="2297" y="473"/>
                  </a:cubicBezTo>
                  <a:cubicBezTo>
                    <a:pt x="2290" y="473"/>
                    <a:pt x="2284" y="479"/>
                    <a:pt x="2284" y="486"/>
                  </a:cubicBezTo>
                  <a:cubicBezTo>
                    <a:pt x="2284" y="493"/>
                    <a:pt x="2290" y="499"/>
                    <a:pt x="2297" y="499"/>
                  </a:cubicBezTo>
                  <a:close/>
                  <a:moveTo>
                    <a:pt x="2336" y="499"/>
                  </a:moveTo>
                  <a:cubicBezTo>
                    <a:pt x="2343" y="499"/>
                    <a:pt x="2349" y="493"/>
                    <a:pt x="2349" y="486"/>
                  </a:cubicBezTo>
                  <a:cubicBezTo>
                    <a:pt x="2349" y="479"/>
                    <a:pt x="2343" y="473"/>
                    <a:pt x="2336" y="473"/>
                  </a:cubicBezTo>
                  <a:cubicBezTo>
                    <a:pt x="2329" y="473"/>
                    <a:pt x="2323" y="479"/>
                    <a:pt x="2323" y="486"/>
                  </a:cubicBezTo>
                  <a:cubicBezTo>
                    <a:pt x="2323" y="493"/>
                    <a:pt x="2329" y="499"/>
                    <a:pt x="2336" y="499"/>
                  </a:cubicBezTo>
                  <a:close/>
                  <a:moveTo>
                    <a:pt x="2376" y="499"/>
                  </a:moveTo>
                  <a:cubicBezTo>
                    <a:pt x="2383" y="499"/>
                    <a:pt x="2388" y="493"/>
                    <a:pt x="2388" y="486"/>
                  </a:cubicBezTo>
                  <a:cubicBezTo>
                    <a:pt x="2388" y="479"/>
                    <a:pt x="2383" y="473"/>
                    <a:pt x="2376" y="473"/>
                  </a:cubicBezTo>
                  <a:cubicBezTo>
                    <a:pt x="2369" y="473"/>
                    <a:pt x="2363" y="479"/>
                    <a:pt x="2363" y="486"/>
                  </a:cubicBezTo>
                  <a:cubicBezTo>
                    <a:pt x="2363" y="493"/>
                    <a:pt x="2369" y="499"/>
                    <a:pt x="2376" y="499"/>
                  </a:cubicBezTo>
                  <a:close/>
                  <a:moveTo>
                    <a:pt x="2415" y="499"/>
                  </a:moveTo>
                  <a:cubicBezTo>
                    <a:pt x="2422" y="499"/>
                    <a:pt x="2428" y="493"/>
                    <a:pt x="2428" y="486"/>
                  </a:cubicBezTo>
                  <a:cubicBezTo>
                    <a:pt x="2428" y="479"/>
                    <a:pt x="2422" y="473"/>
                    <a:pt x="2415" y="473"/>
                  </a:cubicBezTo>
                  <a:cubicBezTo>
                    <a:pt x="2408" y="473"/>
                    <a:pt x="2402" y="479"/>
                    <a:pt x="2402" y="486"/>
                  </a:cubicBezTo>
                  <a:cubicBezTo>
                    <a:pt x="2402" y="493"/>
                    <a:pt x="2408" y="499"/>
                    <a:pt x="2415" y="499"/>
                  </a:cubicBezTo>
                  <a:close/>
                  <a:moveTo>
                    <a:pt x="2454" y="499"/>
                  </a:moveTo>
                  <a:cubicBezTo>
                    <a:pt x="2462" y="499"/>
                    <a:pt x="2467" y="493"/>
                    <a:pt x="2467" y="486"/>
                  </a:cubicBezTo>
                  <a:cubicBezTo>
                    <a:pt x="2467" y="479"/>
                    <a:pt x="2462" y="473"/>
                    <a:pt x="2454" y="473"/>
                  </a:cubicBezTo>
                  <a:cubicBezTo>
                    <a:pt x="2447" y="473"/>
                    <a:pt x="2442" y="479"/>
                    <a:pt x="2442" y="486"/>
                  </a:cubicBezTo>
                  <a:cubicBezTo>
                    <a:pt x="2442" y="493"/>
                    <a:pt x="2447" y="499"/>
                    <a:pt x="2454" y="499"/>
                  </a:cubicBezTo>
                  <a:close/>
                  <a:moveTo>
                    <a:pt x="2494" y="499"/>
                  </a:moveTo>
                  <a:cubicBezTo>
                    <a:pt x="2501" y="499"/>
                    <a:pt x="2507" y="493"/>
                    <a:pt x="2507" y="486"/>
                  </a:cubicBezTo>
                  <a:cubicBezTo>
                    <a:pt x="2507" y="479"/>
                    <a:pt x="2501" y="473"/>
                    <a:pt x="2494" y="473"/>
                  </a:cubicBezTo>
                  <a:cubicBezTo>
                    <a:pt x="2487" y="473"/>
                    <a:pt x="2481" y="479"/>
                    <a:pt x="2481" y="486"/>
                  </a:cubicBezTo>
                  <a:cubicBezTo>
                    <a:pt x="2481" y="493"/>
                    <a:pt x="2487" y="499"/>
                    <a:pt x="2494" y="499"/>
                  </a:cubicBezTo>
                  <a:close/>
                  <a:moveTo>
                    <a:pt x="2533" y="499"/>
                  </a:moveTo>
                  <a:cubicBezTo>
                    <a:pt x="2540" y="499"/>
                    <a:pt x="2546" y="493"/>
                    <a:pt x="2546" y="486"/>
                  </a:cubicBezTo>
                  <a:cubicBezTo>
                    <a:pt x="2546" y="479"/>
                    <a:pt x="2540" y="473"/>
                    <a:pt x="2533" y="473"/>
                  </a:cubicBezTo>
                  <a:cubicBezTo>
                    <a:pt x="2526" y="473"/>
                    <a:pt x="2521" y="479"/>
                    <a:pt x="2521" y="486"/>
                  </a:cubicBezTo>
                  <a:cubicBezTo>
                    <a:pt x="2521" y="493"/>
                    <a:pt x="2526" y="499"/>
                    <a:pt x="2533" y="499"/>
                  </a:cubicBezTo>
                  <a:close/>
                  <a:moveTo>
                    <a:pt x="2573" y="499"/>
                  </a:moveTo>
                  <a:cubicBezTo>
                    <a:pt x="2580" y="499"/>
                    <a:pt x="2586" y="493"/>
                    <a:pt x="2586" y="486"/>
                  </a:cubicBezTo>
                  <a:cubicBezTo>
                    <a:pt x="2586" y="479"/>
                    <a:pt x="2580" y="473"/>
                    <a:pt x="2573" y="473"/>
                  </a:cubicBezTo>
                  <a:cubicBezTo>
                    <a:pt x="2566" y="473"/>
                    <a:pt x="2560" y="479"/>
                    <a:pt x="2560" y="486"/>
                  </a:cubicBezTo>
                  <a:cubicBezTo>
                    <a:pt x="2560" y="493"/>
                    <a:pt x="2566" y="499"/>
                    <a:pt x="2573" y="499"/>
                  </a:cubicBezTo>
                  <a:close/>
                  <a:moveTo>
                    <a:pt x="2612" y="499"/>
                  </a:moveTo>
                  <a:cubicBezTo>
                    <a:pt x="2619" y="499"/>
                    <a:pt x="2625" y="493"/>
                    <a:pt x="2625" y="486"/>
                  </a:cubicBezTo>
                  <a:cubicBezTo>
                    <a:pt x="2625" y="479"/>
                    <a:pt x="2619" y="473"/>
                    <a:pt x="2612" y="473"/>
                  </a:cubicBezTo>
                  <a:cubicBezTo>
                    <a:pt x="2605" y="473"/>
                    <a:pt x="2599" y="479"/>
                    <a:pt x="2599" y="486"/>
                  </a:cubicBezTo>
                  <a:cubicBezTo>
                    <a:pt x="2599" y="493"/>
                    <a:pt x="2605" y="499"/>
                    <a:pt x="2612" y="499"/>
                  </a:cubicBezTo>
                  <a:close/>
                  <a:moveTo>
                    <a:pt x="2652" y="499"/>
                  </a:moveTo>
                  <a:cubicBezTo>
                    <a:pt x="2659" y="499"/>
                    <a:pt x="2664" y="493"/>
                    <a:pt x="2664" y="486"/>
                  </a:cubicBezTo>
                  <a:cubicBezTo>
                    <a:pt x="2664" y="479"/>
                    <a:pt x="2659" y="473"/>
                    <a:pt x="2652" y="473"/>
                  </a:cubicBezTo>
                  <a:cubicBezTo>
                    <a:pt x="2645" y="473"/>
                    <a:pt x="2639" y="479"/>
                    <a:pt x="2639" y="486"/>
                  </a:cubicBezTo>
                  <a:cubicBezTo>
                    <a:pt x="2639" y="493"/>
                    <a:pt x="2645" y="499"/>
                    <a:pt x="2652" y="499"/>
                  </a:cubicBezTo>
                  <a:close/>
                  <a:moveTo>
                    <a:pt x="2691" y="499"/>
                  </a:moveTo>
                  <a:cubicBezTo>
                    <a:pt x="2698" y="499"/>
                    <a:pt x="2704" y="493"/>
                    <a:pt x="2704" y="486"/>
                  </a:cubicBezTo>
                  <a:cubicBezTo>
                    <a:pt x="2704" y="479"/>
                    <a:pt x="2698" y="473"/>
                    <a:pt x="2691" y="473"/>
                  </a:cubicBezTo>
                  <a:cubicBezTo>
                    <a:pt x="2684" y="473"/>
                    <a:pt x="2678" y="479"/>
                    <a:pt x="2678" y="486"/>
                  </a:cubicBezTo>
                  <a:cubicBezTo>
                    <a:pt x="2678" y="493"/>
                    <a:pt x="2684" y="499"/>
                    <a:pt x="2691" y="499"/>
                  </a:cubicBezTo>
                  <a:close/>
                  <a:moveTo>
                    <a:pt x="2730" y="499"/>
                  </a:moveTo>
                  <a:cubicBezTo>
                    <a:pt x="2738" y="499"/>
                    <a:pt x="2743" y="493"/>
                    <a:pt x="2743" y="486"/>
                  </a:cubicBezTo>
                  <a:cubicBezTo>
                    <a:pt x="2743" y="479"/>
                    <a:pt x="2738" y="473"/>
                    <a:pt x="2730" y="473"/>
                  </a:cubicBezTo>
                  <a:cubicBezTo>
                    <a:pt x="2723" y="473"/>
                    <a:pt x="2718" y="479"/>
                    <a:pt x="2718" y="486"/>
                  </a:cubicBezTo>
                  <a:cubicBezTo>
                    <a:pt x="2718" y="493"/>
                    <a:pt x="2723" y="499"/>
                    <a:pt x="2730" y="499"/>
                  </a:cubicBezTo>
                  <a:close/>
                  <a:moveTo>
                    <a:pt x="2770" y="499"/>
                  </a:moveTo>
                  <a:cubicBezTo>
                    <a:pt x="2777" y="499"/>
                    <a:pt x="2783" y="493"/>
                    <a:pt x="2783" y="486"/>
                  </a:cubicBezTo>
                  <a:cubicBezTo>
                    <a:pt x="2783" y="479"/>
                    <a:pt x="2777" y="473"/>
                    <a:pt x="2770" y="473"/>
                  </a:cubicBezTo>
                  <a:cubicBezTo>
                    <a:pt x="2763" y="473"/>
                    <a:pt x="2757" y="479"/>
                    <a:pt x="2757" y="486"/>
                  </a:cubicBezTo>
                  <a:cubicBezTo>
                    <a:pt x="2757" y="493"/>
                    <a:pt x="2763" y="499"/>
                    <a:pt x="2770" y="499"/>
                  </a:cubicBezTo>
                  <a:close/>
                  <a:moveTo>
                    <a:pt x="2809" y="499"/>
                  </a:moveTo>
                  <a:cubicBezTo>
                    <a:pt x="2816" y="499"/>
                    <a:pt x="2822" y="493"/>
                    <a:pt x="2822" y="486"/>
                  </a:cubicBezTo>
                  <a:cubicBezTo>
                    <a:pt x="2822" y="479"/>
                    <a:pt x="2816" y="473"/>
                    <a:pt x="2809" y="473"/>
                  </a:cubicBezTo>
                  <a:cubicBezTo>
                    <a:pt x="2802" y="473"/>
                    <a:pt x="2797" y="479"/>
                    <a:pt x="2797" y="486"/>
                  </a:cubicBezTo>
                  <a:cubicBezTo>
                    <a:pt x="2797" y="493"/>
                    <a:pt x="2802" y="499"/>
                    <a:pt x="2809" y="499"/>
                  </a:cubicBezTo>
                  <a:close/>
                  <a:moveTo>
                    <a:pt x="2849" y="499"/>
                  </a:moveTo>
                  <a:cubicBezTo>
                    <a:pt x="2856" y="499"/>
                    <a:pt x="2861" y="493"/>
                    <a:pt x="2861" y="486"/>
                  </a:cubicBezTo>
                  <a:cubicBezTo>
                    <a:pt x="2861" y="479"/>
                    <a:pt x="2856" y="473"/>
                    <a:pt x="2849" y="473"/>
                  </a:cubicBezTo>
                  <a:cubicBezTo>
                    <a:pt x="2842" y="473"/>
                    <a:pt x="2836" y="479"/>
                    <a:pt x="2836" y="486"/>
                  </a:cubicBezTo>
                  <a:cubicBezTo>
                    <a:pt x="2836" y="493"/>
                    <a:pt x="2842" y="499"/>
                    <a:pt x="2849" y="499"/>
                  </a:cubicBezTo>
                  <a:close/>
                  <a:moveTo>
                    <a:pt x="2888" y="499"/>
                  </a:moveTo>
                  <a:cubicBezTo>
                    <a:pt x="2895" y="499"/>
                    <a:pt x="2901" y="493"/>
                    <a:pt x="2901" y="486"/>
                  </a:cubicBezTo>
                  <a:cubicBezTo>
                    <a:pt x="2901" y="479"/>
                    <a:pt x="2895" y="473"/>
                    <a:pt x="2888" y="473"/>
                  </a:cubicBezTo>
                  <a:cubicBezTo>
                    <a:pt x="2881" y="473"/>
                    <a:pt x="2875" y="479"/>
                    <a:pt x="2875" y="486"/>
                  </a:cubicBezTo>
                  <a:cubicBezTo>
                    <a:pt x="2875" y="493"/>
                    <a:pt x="2881" y="499"/>
                    <a:pt x="2888" y="499"/>
                  </a:cubicBezTo>
                  <a:close/>
                  <a:moveTo>
                    <a:pt x="2928" y="499"/>
                  </a:moveTo>
                  <a:cubicBezTo>
                    <a:pt x="2935" y="499"/>
                    <a:pt x="2940" y="493"/>
                    <a:pt x="2940" y="486"/>
                  </a:cubicBezTo>
                  <a:cubicBezTo>
                    <a:pt x="2940" y="479"/>
                    <a:pt x="2935" y="473"/>
                    <a:pt x="2928" y="473"/>
                  </a:cubicBezTo>
                  <a:cubicBezTo>
                    <a:pt x="2921" y="473"/>
                    <a:pt x="2915" y="479"/>
                    <a:pt x="2915" y="486"/>
                  </a:cubicBezTo>
                  <a:cubicBezTo>
                    <a:pt x="2915" y="493"/>
                    <a:pt x="2921" y="499"/>
                    <a:pt x="2928" y="499"/>
                  </a:cubicBezTo>
                  <a:close/>
                  <a:moveTo>
                    <a:pt x="2967" y="499"/>
                  </a:moveTo>
                  <a:cubicBezTo>
                    <a:pt x="2974" y="499"/>
                    <a:pt x="2980" y="493"/>
                    <a:pt x="2980" y="486"/>
                  </a:cubicBezTo>
                  <a:cubicBezTo>
                    <a:pt x="2980" y="479"/>
                    <a:pt x="2974" y="473"/>
                    <a:pt x="2967" y="473"/>
                  </a:cubicBezTo>
                  <a:cubicBezTo>
                    <a:pt x="2960" y="473"/>
                    <a:pt x="2954" y="479"/>
                    <a:pt x="2954" y="486"/>
                  </a:cubicBezTo>
                  <a:cubicBezTo>
                    <a:pt x="2954" y="493"/>
                    <a:pt x="2960" y="499"/>
                    <a:pt x="2967" y="499"/>
                  </a:cubicBezTo>
                  <a:close/>
                  <a:moveTo>
                    <a:pt x="3006" y="499"/>
                  </a:moveTo>
                  <a:cubicBezTo>
                    <a:pt x="3013" y="499"/>
                    <a:pt x="3019" y="493"/>
                    <a:pt x="3019" y="486"/>
                  </a:cubicBezTo>
                  <a:cubicBezTo>
                    <a:pt x="3019" y="479"/>
                    <a:pt x="3013" y="473"/>
                    <a:pt x="3006" y="473"/>
                  </a:cubicBezTo>
                  <a:cubicBezTo>
                    <a:pt x="2999" y="473"/>
                    <a:pt x="2994" y="479"/>
                    <a:pt x="2994" y="486"/>
                  </a:cubicBezTo>
                  <a:cubicBezTo>
                    <a:pt x="2994" y="493"/>
                    <a:pt x="2999" y="499"/>
                    <a:pt x="3006" y="499"/>
                  </a:cubicBezTo>
                  <a:close/>
                  <a:moveTo>
                    <a:pt x="3046" y="499"/>
                  </a:moveTo>
                  <a:cubicBezTo>
                    <a:pt x="3053" y="499"/>
                    <a:pt x="3059" y="493"/>
                    <a:pt x="3059" y="486"/>
                  </a:cubicBezTo>
                  <a:cubicBezTo>
                    <a:pt x="3059" y="479"/>
                    <a:pt x="3053" y="473"/>
                    <a:pt x="3046" y="473"/>
                  </a:cubicBezTo>
                  <a:cubicBezTo>
                    <a:pt x="3039" y="473"/>
                    <a:pt x="3033" y="479"/>
                    <a:pt x="3033" y="486"/>
                  </a:cubicBezTo>
                  <a:cubicBezTo>
                    <a:pt x="3033" y="493"/>
                    <a:pt x="3039" y="499"/>
                    <a:pt x="3046" y="499"/>
                  </a:cubicBezTo>
                  <a:close/>
                  <a:moveTo>
                    <a:pt x="3085" y="499"/>
                  </a:moveTo>
                  <a:cubicBezTo>
                    <a:pt x="3092" y="499"/>
                    <a:pt x="3098" y="493"/>
                    <a:pt x="3098" y="486"/>
                  </a:cubicBezTo>
                  <a:cubicBezTo>
                    <a:pt x="3098" y="479"/>
                    <a:pt x="3092" y="473"/>
                    <a:pt x="3085" y="473"/>
                  </a:cubicBezTo>
                  <a:cubicBezTo>
                    <a:pt x="3078" y="473"/>
                    <a:pt x="3073" y="479"/>
                    <a:pt x="3073" y="486"/>
                  </a:cubicBezTo>
                  <a:cubicBezTo>
                    <a:pt x="3073" y="493"/>
                    <a:pt x="3078" y="499"/>
                    <a:pt x="3085" y="499"/>
                  </a:cubicBezTo>
                  <a:close/>
                  <a:moveTo>
                    <a:pt x="3282" y="499"/>
                  </a:moveTo>
                  <a:cubicBezTo>
                    <a:pt x="3289" y="499"/>
                    <a:pt x="3295" y="493"/>
                    <a:pt x="3295" y="486"/>
                  </a:cubicBezTo>
                  <a:cubicBezTo>
                    <a:pt x="3295" y="479"/>
                    <a:pt x="3289" y="473"/>
                    <a:pt x="3282" y="473"/>
                  </a:cubicBezTo>
                  <a:cubicBezTo>
                    <a:pt x="3275" y="473"/>
                    <a:pt x="3270" y="479"/>
                    <a:pt x="3270" y="486"/>
                  </a:cubicBezTo>
                  <a:cubicBezTo>
                    <a:pt x="3270" y="493"/>
                    <a:pt x="3275" y="499"/>
                    <a:pt x="3282" y="499"/>
                  </a:cubicBezTo>
                  <a:close/>
                  <a:moveTo>
                    <a:pt x="3322" y="473"/>
                  </a:moveTo>
                  <a:cubicBezTo>
                    <a:pt x="3315" y="473"/>
                    <a:pt x="3309" y="479"/>
                    <a:pt x="3309" y="486"/>
                  </a:cubicBezTo>
                  <a:cubicBezTo>
                    <a:pt x="3309" y="493"/>
                    <a:pt x="3315" y="499"/>
                    <a:pt x="3322" y="499"/>
                  </a:cubicBezTo>
                  <a:cubicBezTo>
                    <a:pt x="3329" y="499"/>
                    <a:pt x="3335" y="493"/>
                    <a:pt x="3335" y="486"/>
                  </a:cubicBezTo>
                  <a:cubicBezTo>
                    <a:pt x="3335" y="479"/>
                    <a:pt x="3329" y="473"/>
                    <a:pt x="3322" y="473"/>
                  </a:cubicBezTo>
                  <a:close/>
                  <a:moveTo>
                    <a:pt x="404" y="512"/>
                  </a:moveTo>
                  <a:cubicBezTo>
                    <a:pt x="397" y="512"/>
                    <a:pt x="392" y="518"/>
                    <a:pt x="392" y="525"/>
                  </a:cubicBezTo>
                  <a:cubicBezTo>
                    <a:pt x="392" y="532"/>
                    <a:pt x="397" y="538"/>
                    <a:pt x="404" y="538"/>
                  </a:cubicBezTo>
                  <a:cubicBezTo>
                    <a:pt x="411" y="538"/>
                    <a:pt x="417" y="532"/>
                    <a:pt x="417" y="525"/>
                  </a:cubicBezTo>
                  <a:cubicBezTo>
                    <a:pt x="417" y="518"/>
                    <a:pt x="411" y="512"/>
                    <a:pt x="404" y="512"/>
                  </a:cubicBezTo>
                  <a:close/>
                  <a:moveTo>
                    <a:pt x="444" y="538"/>
                  </a:moveTo>
                  <a:cubicBezTo>
                    <a:pt x="451" y="538"/>
                    <a:pt x="457" y="532"/>
                    <a:pt x="457" y="525"/>
                  </a:cubicBezTo>
                  <a:cubicBezTo>
                    <a:pt x="457" y="518"/>
                    <a:pt x="451" y="512"/>
                    <a:pt x="444" y="512"/>
                  </a:cubicBezTo>
                  <a:cubicBezTo>
                    <a:pt x="437" y="512"/>
                    <a:pt x="431" y="518"/>
                    <a:pt x="431" y="525"/>
                  </a:cubicBezTo>
                  <a:cubicBezTo>
                    <a:pt x="431" y="532"/>
                    <a:pt x="437" y="538"/>
                    <a:pt x="444" y="538"/>
                  </a:cubicBezTo>
                  <a:close/>
                  <a:moveTo>
                    <a:pt x="483" y="538"/>
                  </a:moveTo>
                  <a:cubicBezTo>
                    <a:pt x="490" y="538"/>
                    <a:pt x="496" y="532"/>
                    <a:pt x="496" y="525"/>
                  </a:cubicBezTo>
                  <a:cubicBezTo>
                    <a:pt x="496" y="518"/>
                    <a:pt x="490" y="512"/>
                    <a:pt x="483" y="512"/>
                  </a:cubicBezTo>
                  <a:cubicBezTo>
                    <a:pt x="476" y="512"/>
                    <a:pt x="471" y="518"/>
                    <a:pt x="471" y="525"/>
                  </a:cubicBezTo>
                  <a:cubicBezTo>
                    <a:pt x="471" y="532"/>
                    <a:pt x="476" y="538"/>
                    <a:pt x="483" y="538"/>
                  </a:cubicBezTo>
                  <a:close/>
                  <a:moveTo>
                    <a:pt x="523" y="538"/>
                  </a:moveTo>
                  <a:cubicBezTo>
                    <a:pt x="530" y="538"/>
                    <a:pt x="535" y="532"/>
                    <a:pt x="535" y="525"/>
                  </a:cubicBezTo>
                  <a:cubicBezTo>
                    <a:pt x="535" y="518"/>
                    <a:pt x="530" y="512"/>
                    <a:pt x="523" y="512"/>
                  </a:cubicBezTo>
                  <a:cubicBezTo>
                    <a:pt x="516" y="512"/>
                    <a:pt x="510" y="518"/>
                    <a:pt x="510" y="525"/>
                  </a:cubicBezTo>
                  <a:cubicBezTo>
                    <a:pt x="510" y="532"/>
                    <a:pt x="516" y="538"/>
                    <a:pt x="523" y="538"/>
                  </a:cubicBezTo>
                  <a:close/>
                  <a:moveTo>
                    <a:pt x="562" y="538"/>
                  </a:moveTo>
                  <a:cubicBezTo>
                    <a:pt x="569" y="538"/>
                    <a:pt x="575" y="532"/>
                    <a:pt x="575" y="525"/>
                  </a:cubicBezTo>
                  <a:cubicBezTo>
                    <a:pt x="575" y="518"/>
                    <a:pt x="569" y="512"/>
                    <a:pt x="562" y="512"/>
                  </a:cubicBezTo>
                  <a:cubicBezTo>
                    <a:pt x="555" y="512"/>
                    <a:pt x="549" y="518"/>
                    <a:pt x="549" y="525"/>
                  </a:cubicBezTo>
                  <a:cubicBezTo>
                    <a:pt x="549" y="532"/>
                    <a:pt x="555" y="538"/>
                    <a:pt x="562" y="538"/>
                  </a:cubicBezTo>
                  <a:close/>
                  <a:moveTo>
                    <a:pt x="602" y="538"/>
                  </a:moveTo>
                  <a:cubicBezTo>
                    <a:pt x="609" y="538"/>
                    <a:pt x="614" y="532"/>
                    <a:pt x="614" y="525"/>
                  </a:cubicBezTo>
                  <a:cubicBezTo>
                    <a:pt x="614" y="518"/>
                    <a:pt x="609" y="512"/>
                    <a:pt x="602" y="512"/>
                  </a:cubicBezTo>
                  <a:cubicBezTo>
                    <a:pt x="595" y="512"/>
                    <a:pt x="589" y="518"/>
                    <a:pt x="589" y="525"/>
                  </a:cubicBezTo>
                  <a:cubicBezTo>
                    <a:pt x="589" y="532"/>
                    <a:pt x="595" y="538"/>
                    <a:pt x="602" y="538"/>
                  </a:cubicBezTo>
                  <a:close/>
                  <a:moveTo>
                    <a:pt x="641" y="538"/>
                  </a:moveTo>
                  <a:cubicBezTo>
                    <a:pt x="648" y="538"/>
                    <a:pt x="654" y="532"/>
                    <a:pt x="654" y="525"/>
                  </a:cubicBezTo>
                  <a:cubicBezTo>
                    <a:pt x="654" y="518"/>
                    <a:pt x="648" y="512"/>
                    <a:pt x="641" y="512"/>
                  </a:cubicBezTo>
                  <a:cubicBezTo>
                    <a:pt x="634" y="512"/>
                    <a:pt x="628" y="518"/>
                    <a:pt x="628" y="525"/>
                  </a:cubicBezTo>
                  <a:cubicBezTo>
                    <a:pt x="628" y="532"/>
                    <a:pt x="634" y="538"/>
                    <a:pt x="641" y="538"/>
                  </a:cubicBezTo>
                  <a:close/>
                  <a:moveTo>
                    <a:pt x="680" y="538"/>
                  </a:moveTo>
                  <a:cubicBezTo>
                    <a:pt x="687" y="538"/>
                    <a:pt x="693" y="532"/>
                    <a:pt x="693" y="525"/>
                  </a:cubicBezTo>
                  <a:cubicBezTo>
                    <a:pt x="693" y="518"/>
                    <a:pt x="687" y="512"/>
                    <a:pt x="680" y="512"/>
                  </a:cubicBezTo>
                  <a:cubicBezTo>
                    <a:pt x="673" y="512"/>
                    <a:pt x="668" y="518"/>
                    <a:pt x="668" y="525"/>
                  </a:cubicBezTo>
                  <a:cubicBezTo>
                    <a:pt x="668" y="532"/>
                    <a:pt x="673" y="538"/>
                    <a:pt x="680" y="538"/>
                  </a:cubicBezTo>
                  <a:close/>
                  <a:moveTo>
                    <a:pt x="720" y="538"/>
                  </a:moveTo>
                  <a:cubicBezTo>
                    <a:pt x="727" y="538"/>
                    <a:pt x="733" y="532"/>
                    <a:pt x="733" y="525"/>
                  </a:cubicBezTo>
                  <a:cubicBezTo>
                    <a:pt x="733" y="518"/>
                    <a:pt x="727" y="512"/>
                    <a:pt x="720" y="512"/>
                  </a:cubicBezTo>
                  <a:cubicBezTo>
                    <a:pt x="713" y="512"/>
                    <a:pt x="707" y="518"/>
                    <a:pt x="707" y="525"/>
                  </a:cubicBezTo>
                  <a:cubicBezTo>
                    <a:pt x="707" y="532"/>
                    <a:pt x="713" y="538"/>
                    <a:pt x="720" y="538"/>
                  </a:cubicBezTo>
                  <a:close/>
                  <a:moveTo>
                    <a:pt x="759" y="538"/>
                  </a:moveTo>
                  <a:cubicBezTo>
                    <a:pt x="766" y="538"/>
                    <a:pt x="772" y="532"/>
                    <a:pt x="772" y="525"/>
                  </a:cubicBezTo>
                  <a:cubicBezTo>
                    <a:pt x="772" y="518"/>
                    <a:pt x="766" y="512"/>
                    <a:pt x="759" y="512"/>
                  </a:cubicBezTo>
                  <a:cubicBezTo>
                    <a:pt x="752" y="512"/>
                    <a:pt x="747" y="518"/>
                    <a:pt x="747" y="525"/>
                  </a:cubicBezTo>
                  <a:cubicBezTo>
                    <a:pt x="747" y="532"/>
                    <a:pt x="752" y="538"/>
                    <a:pt x="759" y="538"/>
                  </a:cubicBezTo>
                  <a:close/>
                  <a:moveTo>
                    <a:pt x="799" y="538"/>
                  </a:moveTo>
                  <a:cubicBezTo>
                    <a:pt x="806" y="538"/>
                    <a:pt x="811" y="532"/>
                    <a:pt x="811" y="525"/>
                  </a:cubicBezTo>
                  <a:cubicBezTo>
                    <a:pt x="811" y="518"/>
                    <a:pt x="806" y="512"/>
                    <a:pt x="799" y="512"/>
                  </a:cubicBezTo>
                  <a:cubicBezTo>
                    <a:pt x="792" y="512"/>
                    <a:pt x="786" y="518"/>
                    <a:pt x="786" y="525"/>
                  </a:cubicBezTo>
                  <a:cubicBezTo>
                    <a:pt x="786" y="532"/>
                    <a:pt x="792" y="538"/>
                    <a:pt x="799" y="538"/>
                  </a:cubicBezTo>
                  <a:close/>
                  <a:moveTo>
                    <a:pt x="838" y="538"/>
                  </a:moveTo>
                  <a:cubicBezTo>
                    <a:pt x="845" y="538"/>
                    <a:pt x="851" y="532"/>
                    <a:pt x="851" y="525"/>
                  </a:cubicBezTo>
                  <a:cubicBezTo>
                    <a:pt x="851" y="518"/>
                    <a:pt x="845" y="512"/>
                    <a:pt x="838" y="512"/>
                  </a:cubicBezTo>
                  <a:cubicBezTo>
                    <a:pt x="831" y="512"/>
                    <a:pt x="825" y="518"/>
                    <a:pt x="825" y="525"/>
                  </a:cubicBezTo>
                  <a:cubicBezTo>
                    <a:pt x="825" y="532"/>
                    <a:pt x="831" y="538"/>
                    <a:pt x="838" y="538"/>
                  </a:cubicBezTo>
                  <a:close/>
                  <a:moveTo>
                    <a:pt x="917" y="538"/>
                  </a:moveTo>
                  <a:cubicBezTo>
                    <a:pt x="924" y="538"/>
                    <a:pt x="930" y="532"/>
                    <a:pt x="930" y="525"/>
                  </a:cubicBezTo>
                  <a:cubicBezTo>
                    <a:pt x="930" y="518"/>
                    <a:pt x="924" y="512"/>
                    <a:pt x="917" y="512"/>
                  </a:cubicBezTo>
                  <a:cubicBezTo>
                    <a:pt x="910" y="512"/>
                    <a:pt x="904" y="518"/>
                    <a:pt x="904" y="525"/>
                  </a:cubicBezTo>
                  <a:cubicBezTo>
                    <a:pt x="904" y="532"/>
                    <a:pt x="910" y="538"/>
                    <a:pt x="917" y="538"/>
                  </a:cubicBezTo>
                  <a:close/>
                  <a:moveTo>
                    <a:pt x="956" y="538"/>
                  </a:moveTo>
                  <a:cubicBezTo>
                    <a:pt x="963" y="538"/>
                    <a:pt x="969" y="532"/>
                    <a:pt x="969" y="525"/>
                  </a:cubicBezTo>
                  <a:cubicBezTo>
                    <a:pt x="969" y="518"/>
                    <a:pt x="963" y="512"/>
                    <a:pt x="956" y="512"/>
                  </a:cubicBezTo>
                  <a:cubicBezTo>
                    <a:pt x="949" y="512"/>
                    <a:pt x="944" y="518"/>
                    <a:pt x="944" y="525"/>
                  </a:cubicBezTo>
                  <a:cubicBezTo>
                    <a:pt x="944" y="532"/>
                    <a:pt x="949" y="538"/>
                    <a:pt x="956" y="538"/>
                  </a:cubicBezTo>
                  <a:close/>
                  <a:moveTo>
                    <a:pt x="996" y="538"/>
                  </a:moveTo>
                  <a:cubicBezTo>
                    <a:pt x="1003" y="538"/>
                    <a:pt x="1009" y="532"/>
                    <a:pt x="1009" y="525"/>
                  </a:cubicBezTo>
                  <a:cubicBezTo>
                    <a:pt x="1009" y="518"/>
                    <a:pt x="1003" y="512"/>
                    <a:pt x="996" y="512"/>
                  </a:cubicBezTo>
                  <a:cubicBezTo>
                    <a:pt x="989" y="512"/>
                    <a:pt x="983" y="518"/>
                    <a:pt x="983" y="525"/>
                  </a:cubicBezTo>
                  <a:cubicBezTo>
                    <a:pt x="983" y="532"/>
                    <a:pt x="989" y="538"/>
                    <a:pt x="996" y="538"/>
                  </a:cubicBezTo>
                  <a:close/>
                  <a:moveTo>
                    <a:pt x="1035" y="538"/>
                  </a:moveTo>
                  <a:cubicBezTo>
                    <a:pt x="1042" y="538"/>
                    <a:pt x="1048" y="532"/>
                    <a:pt x="1048" y="525"/>
                  </a:cubicBezTo>
                  <a:cubicBezTo>
                    <a:pt x="1048" y="518"/>
                    <a:pt x="1042" y="512"/>
                    <a:pt x="1035" y="512"/>
                  </a:cubicBezTo>
                  <a:cubicBezTo>
                    <a:pt x="1028" y="512"/>
                    <a:pt x="1022" y="518"/>
                    <a:pt x="1022" y="525"/>
                  </a:cubicBezTo>
                  <a:cubicBezTo>
                    <a:pt x="1022" y="532"/>
                    <a:pt x="1028" y="538"/>
                    <a:pt x="1035" y="538"/>
                  </a:cubicBezTo>
                  <a:close/>
                  <a:moveTo>
                    <a:pt x="1062" y="525"/>
                  </a:moveTo>
                  <a:cubicBezTo>
                    <a:pt x="1062" y="532"/>
                    <a:pt x="1068" y="538"/>
                    <a:pt x="1075" y="538"/>
                  </a:cubicBezTo>
                  <a:cubicBezTo>
                    <a:pt x="1082" y="538"/>
                    <a:pt x="1087" y="532"/>
                    <a:pt x="1087" y="525"/>
                  </a:cubicBezTo>
                  <a:cubicBezTo>
                    <a:pt x="1087" y="518"/>
                    <a:pt x="1082" y="512"/>
                    <a:pt x="1075" y="512"/>
                  </a:cubicBezTo>
                  <a:cubicBezTo>
                    <a:pt x="1068" y="512"/>
                    <a:pt x="1062" y="518"/>
                    <a:pt x="1062" y="525"/>
                  </a:cubicBezTo>
                  <a:close/>
                  <a:moveTo>
                    <a:pt x="1627" y="538"/>
                  </a:moveTo>
                  <a:cubicBezTo>
                    <a:pt x="1634" y="538"/>
                    <a:pt x="1639" y="532"/>
                    <a:pt x="1639" y="525"/>
                  </a:cubicBezTo>
                  <a:cubicBezTo>
                    <a:pt x="1639" y="518"/>
                    <a:pt x="1634" y="512"/>
                    <a:pt x="1627" y="512"/>
                  </a:cubicBezTo>
                  <a:cubicBezTo>
                    <a:pt x="1620" y="512"/>
                    <a:pt x="1614" y="518"/>
                    <a:pt x="1614" y="525"/>
                  </a:cubicBezTo>
                  <a:cubicBezTo>
                    <a:pt x="1614" y="532"/>
                    <a:pt x="1620" y="538"/>
                    <a:pt x="1627" y="538"/>
                  </a:cubicBezTo>
                  <a:close/>
                  <a:moveTo>
                    <a:pt x="1666" y="537"/>
                  </a:moveTo>
                  <a:cubicBezTo>
                    <a:pt x="1673" y="537"/>
                    <a:pt x="1678" y="532"/>
                    <a:pt x="1678" y="525"/>
                  </a:cubicBezTo>
                  <a:cubicBezTo>
                    <a:pt x="1678" y="519"/>
                    <a:pt x="1673" y="513"/>
                    <a:pt x="1666" y="513"/>
                  </a:cubicBezTo>
                  <a:cubicBezTo>
                    <a:pt x="1659" y="513"/>
                    <a:pt x="1654" y="519"/>
                    <a:pt x="1654" y="525"/>
                  </a:cubicBezTo>
                  <a:cubicBezTo>
                    <a:pt x="1654" y="532"/>
                    <a:pt x="1659" y="537"/>
                    <a:pt x="1666" y="537"/>
                  </a:cubicBezTo>
                  <a:close/>
                  <a:moveTo>
                    <a:pt x="1784" y="538"/>
                  </a:moveTo>
                  <a:cubicBezTo>
                    <a:pt x="1791" y="538"/>
                    <a:pt x="1797" y="532"/>
                    <a:pt x="1797" y="525"/>
                  </a:cubicBezTo>
                  <a:cubicBezTo>
                    <a:pt x="1797" y="518"/>
                    <a:pt x="1791" y="512"/>
                    <a:pt x="1784" y="512"/>
                  </a:cubicBezTo>
                  <a:cubicBezTo>
                    <a:pt x="1777" y="512"/>
                    <a:pt x="1772" y="518"/>
                    <a:pt x="1772" y="525"/>
                  </a:cubicBezTo>
                  <a:cubicBezTo>
                    <a:pt x="1772" y="532"/>
                    <a:pt x="1777" y="538"/>
                    <a:pt x="1784" y="538"/>
                  </a:cubicBezTo>
                  <a:close/>
                  <a:moveTo>
                    <a:pt x="1824" y="538"/>
                  </a:moveTo>
                  <a:cubicBezTo>
                    <a:pt x="1831" y="538"/>
                    <a:pt x="1836" y="532"/>
                    <a:pt x="1836" y="525"/>
                  </a:cubicBezTo>
                  <a:cubicBezTo>
                    <a:pt x="1836" y="518"/>
                    <a:pt x="1831" y="512"/>
                    <a:pt x="1824" y="512"/>
                  </a:cubicBezTo>
                  <a:cubicBezTo>
                    <a:pt x="1817" y="512"/>
                    <a:pt x="1811" y="518"/>
                    <a:pt x="1811" y="525"/>
                  </a:cubicBezTo>
                  <a:cubicBezTo>
                    <a:pt x="1811" y="532"/>
                    <a:pt x="1817" y="538"/>
                    <a:pt x="1824" y="538"/>
                  </a:cubicBezTo>
                  <a:close/>
                  <a:moveTo>
                    <a:pt x="1863" y="538"/>
                  </a:moveTo>
                  <a:cubicBezTo>
                    <a:pt x="1870" y="538"/>
                    <a:pt x="1876" y="532"/>
                    <a:pt x="1876" y="525"/>
                  </a:cubicBezTo>
                  <a:cubicBezTo>
                    <a:pt x="1876" y="518"/>
                    <a:pt x="1870" y="512"/>
                    <a:pt x="1863" y="512"/>
                  </a:cubicBezTo>
                  <a:cubicBezTo>
                    <a:pt x="1856" y="512"/>
                    <a:pt x="1850" y="518"/>
                    <a:pt x="1850" y="525"/>
                  </a:cubicBezTo>
                  <a:cubicBezTo>
                    <a:pt x="1850" y="532"/>
                    <a:pt x="1856" y="538"/>
                    <a:pt x="1863" y="538"/>
                  </a:cubicBezTo>
                  <a:close/>
                  <a:moveTo>
                    <a:pt x="1903" y="538"/>
                  </a:moveTo>
                  <a:cubicBezTo>
                    <a:pt x="1910" y="538"/>
                    <a:pt x="1915" y="532"/>
                    <a:pt x="1915" y="525"/>
                  </a:cubicBezTo>
                  <a:cubicBezTo>
                    <a:pt x="1915" y="518"/>
                    <a:pt x="1910" y="512"/>
                    <a:pt x="1903" y="512"/>
                  </a:cubicBezTo>
                  <a:cubicBezTo>
                    <a:pt x="1896" y="512"/>
                    <a:pt x="1890" y="518"/>
                    <a:pt x="1890" y="525"/>
                  </a:cubicBezTo>
                  <a:cubicBezTo>
                    <a:pt x="1890" y="532"/>
                    <a:pt x="1896" y="538"/>
                    <a:pt x="1903" y="538"/>
                  </a:cubicBezTo>
                  <a:close/>
                  <a:moveTo>
                    <a:pt x="1942" y="538"/>
                  </a:moveTo>
                  <a:cubicBezTo>
                    <a:pt x="1949" y="538"/>
                    <a:pt x="1955" y="532"/>
                    <a:pt x="1955" y="525"/>
                  </a:cubicBezTo>
                  <a:cubicBezTo>
                    <a:pt x="1955" y="518"/>
                    <a:pt x="1949" y="512"/>
                    <a:pt x="1942" y="512"/>
                  </a:cubicBezTo>
                  <a:cubicBezTo>
                    <a:pt x="1935" y="512"/>
                    <a:pt x="1929" y="518"/>
                    <a:pt x="1929" y="525"/>
                  </a:cubicBezTo>
                  <a:cubicBezTo>
                    <a:pt x="1929" y="532"/>
                    <a:pt x="1935" y="538"/>
                    <a:pt x="1942" y="538"/>
                  </a:cubicBezTo>
                  <a:close/>
                  <a:moveTo>
                    <a:pt x="1981" y="538"/>
                  </a:moveTo>
                  <a:cubicBezTo>
                    <a:pt x="1988" y="538"/>
                    <a:pt x="1994" y="532"/>
                    <a:pt x="1994" y="525"/>
                  </a:cubicBezTo>
                  <a:cubicBezTo>
                    <a:pt x="1994" y="518"/>
                    <a:pt x="1988" y="512"/>
                    <a:pt x="1981" y="512"/>
                  </a:cubicBezTo>
                  <a:cubicBezTo>
                    <a:pt x="1974" y="512"/>
                    <a:pt x="1969" y="518"/>
                    <a:pt x="1969" y="525"/>
                  </a:cubicBezTo>
                  <a:cubicBezTo>
                    <a:pt x="1969" y="532"/>
                    <a:pt x="1974" y="538"/>
                    <a:pt x="1981" y="538"/>
                  </a:cubicBezTo>
                  <a:close/>
                  <a:moveTo>
                    <a:pt x="2021" y="538"/>
                  </a:moveTo>
                  <a:cubicBezTo>
                    <a:pt x="2028" y="538"/>
                    <a:pt x="2034" y="532"/>
                    <a:pt x="2034" y="525"/>
                  </a:cubicBezTo>
                  <a:cubicBezTo>
                    <a:pt x="2034" y="518"/>
                    <a:pt x="2028" y="512"/>
                    <a:pt x="2021" y="512"/>
                  </a:cubicBezTo>
                  <a:cubicBezTo>
                    <a:pt x="2014" y="512"/>
                    <a:pt x="2008" y="518"/>
                    <a:pt x="2008" y="525"/>
                  </a:cubicBezTo>
                  <a:cubicBezTo>
                    <a:pt x="2008" y="532"/>
                    <a:pt x="2014" y="538"/>
                    <a:pt x="2021" y="538"/>
                  </a:cubicBezTo>
                  <a:close/>
                  <a:moveTo>
                    <a:pt x="2060" y="538"/>
                  </a:moveTo>
                  <a:cubicBezTo>
                    <a:pt x="2067" y="538"/>
                    <a:pt x="2073" y="532"/>
                    <a:pt x="2073" y="525"/>
                  </a:cubicBezTo>
                  <a:cubicBezTo>
                    <a:pt x="2073" y="518"/>
                    <a:pt x="2067" y="512"/>
                    <a:pt x="2060" y="512"/>
                  </a:cubicBezTo>
                  <a:cubicBezTo>
                    <a:pt x="2053" y="512"/>
                    <a:pt x="2048" y="518"/>
                    <a:pt x="2048" y="525"/>
                  </a:cubicBezTo>
                  <a:cubicBezTo>
                    <a:pt x="2048" y="532"/>
                    <a:pt x="2053" y="538"/>
                    <a:pt x="2060" y="538"/>
                  </a:cubicBezTo>
                  <a:close/>
                  <a:moveTo>
                    <a:pt x="2100" y="538"/>
                  </a:moveTo>
                  <a:cubicBezTo>
                    <a:pt x="2107" y="538"/>
                    <a:pt x="2112" y="532"/>
                    <a:pt x="2112" y="525"/>
                  </a:cubicBezTo>
                  <a:cubicBezTo>
                    <a:pt x="2112" y="518"/>
                    <a:pt x="2107" y="512"/>
                    <a:pt x="2100" y="512"/>
                  </a:cubicBezTo>
                  <a:cubicBezTo>
                    <a:pt x="2093" y="512"/>
                    <a:pt x="2087" y="518"/>
                    <a:pt x="2087" y="525"/>
                  </a:cubicBezTo>
                  <a:cubicBezTo>
                    <a:pt x="2087" y="532"/>
                    <a:pt x="2093" y="538"/>
                    <a:pt x="2100" y="538"/>
                  </a:cubicBezTo>
                  <a:close/>
                  <a:moveTo>
                    <a:pt x="2139" y="538"/>
                  </a:moveTo>
                  <a:cubicBezTo>
                    <a:pt x="2146" y="538"/>
                    <a:pt x="2152" y="532"/>
                    <a:pt x="2152" y="525"/>
                  </a:cubicBezTo>
                  <a:cubicBezTo>
                    <a:pt x="2152" y="518"/>
                    <a:pt x="2146" y="512"/>
                    <a:pt x="2139" y="512"/>
                  </a:cubicBezTo>
                  <a:cubicBezTo>
                    <a:pt x="2132" y="512"/>
                    <a:pt x="2126" y="518"/>
                    <a:pt x="2126" y="525"/>
                  </a:cubicBezTo>
                  <a:cubicBezTo>
                    <a:pt x="2126" y="532"/>
                    <a:pt x="2132" y="538"/>
                    <a:pt x="2139" y="538"/>
                  </a:cubicBezTo>
                  <a:close/>
                  <a:moveTo>
                    <a:pt x="2179" y="538"/>
                  </a:moveTo>
                  <a:cubicBezTo>
                    <a:pt x="2186" y="538"/>
                    <a:pt x="2191" y="532"/>
                    <a:pt x="2191" y="525"/>
                  </a:cubicBezTo>
                  <a:cubicBezTo>
                    <a:pt x="2191" y="518"/>
                    <a:pt x="2186" y="512"/>
                    <a:pt x="2179" y="512"/>
                  </a:cubicBezTo>
                  <a:cubicBezTo>
                    <a:pt x="2171" y="512"/>
                    <a:pt x="2166" y="518"/>
                    <a:pt x="2166" y="525"/>
                  </a:cubicBezTo>
                  <a:cubicBezTo>
                    <a:pt x="2166" y="532"/>
                    <a:pt x="2171" y="538"/>
                    <a:pt x="2179" y="538"/>
                  </a:cubicBezTo>
                  <a:close/>
                  <a:moveTo>
                    <a:pt x="2218" y="538"/>
                  </a:moveTo>
                  <a:cubicBezTo>
                    <a:pt x="2225" y="538"/>
                    <a:pt x="2231" y="532"/>
                    <a:pt x="2231" y="525"/>
                  </a:cubicBezTo>
                  <a:cubicBezTo>
                    <a:pt x="2231" y="518"/>
                    <a:pt x="2225" y="512"/>
                    <a:pt x="2218" y="512"/>
                  </a:cubicBezTo>
                  <a:cubicBezTo>
                    <a:pt x="2211" y="512"/>
                    <a:pt x="2205" y="518"/>
                    <a:pt x="2205" y="525"/>
                  </a:cubicBezTo>
                  <a:cubicBezTo>
                    <a:pt x="2205" y="532"/>
                    <a:pt x="2211" y="538"/>
                    <a:pt x="2218" y="538"/>
                  </a:cubicBezTo>
                  <a:close/>
                  <a:moveTo>
                    <a:pt x="2257" y="538"/>
                  </a:moveTo>
                  <a:cubicBezTo>
                    <a:pt x="2264" y="538"/>
                    <a:pt x="2270" y="532"/>
                    <a:pt x="2270" y="525"/>
                  </a:cubicBezTo>
                  <a:cubicBezTo>
                    <a:pt x="2270" y="518"/>
                    <a:pt x="2264" y="512"/>
                    <a:pt x="2257" y="512"/>
                  </a:cubicBezTo>
                  <a:cubicBezTo>
                    <a:pt x="2250" y="512"/>
                    <a:pt x="2245" y="518"/>
                    <a:pt x="2245" y="525"/>
                  </a:cubicBezTo>
                  <a:cubicBezTo>
                    <a:pt x="2245" y="532"/>
                    <a:pt x="2250" y="538"/>
                    <a:pt x="2257" y="538"/>
                  </a:cubicBezTo>
                  <a:close/>
                  <a:moveTo>
                    <a:pt x="2297" y="538"/>
                  </a:moveTo>
                  <a:cubicBezTo>
                    <a:pt x="2304" y="538"/>
                    <a:pt x="2310" y="532"/>
                    <a:pt x="2310" y="525"/>
                  </a:cubicBezTo>
                  <a:cubicBezTo>
                    <a:pt x="2310" y="518"/>
                    <a:pt x="2304" y="512"/>
                    <a:pt x="2297" y="512"/>
                  </a:cubicBezTo>
                  <a:cubicBezTo>
                    <a:pt x="2290" y="512"/>
                    <a:pt x="2284" y="518"/>
                    <a:pt x="2284" y="525"/>
                  </a:cubicBezTo>
                  <a:cubicBezTo>
                    <a:pt x="2284" y="532"/>
                    <a:pt x="2290" y="538"/>
                    <a:pt x="2297" y="538"/>
                  </a:cubicBezTo>
                  <a:close/>
                  <a:moveTo>
                    <a:pt x="2336" y="538"/>
                  </a:moveTo>
                  <a:cubicBezTo>
                    <a:pt x="2343" y="538"/>
                    <a:pt x="2349" y="532"/>
                    <a:pt x="2349" y="525"/>
                  </a:cubicBezTo>
                  <a:cubicBezTo>
                    <a:pt x="2349" y="518"/>
                    <a:pt x="2343" y="512"/>
                    <a:pt x="2336" y="512"/>
                  </a:cubicBezTo>
                  <a:cubicBezTo>
                    <a:pt x="2329" y="512"/>
                    <a:pt x="2323" y="518"/>
                    <a:pt x="2323" y="525"/>
                  </a:cubicBezTo>
                  <a:cubicBezTo>
                    <a:pt x="2323" y="532"/>
                    <a:pt x="2329" y="538"/>
                    <a:pt x="2336" y="538"/>
                  </a:cubicBezTo>
                  <a:close/>
                  <a:moveTo>
                    <a:pt x="2376" y="538"/>
                  </a:moveTo>
                  <a:cubicBezTo>
                    <a:pt x="2383" y="538"/>
                    <a:pt x="2388" y="532"/>
                    <a:pt x="2388" y="525"/>
                  </a:cubicBezTo>
                  <a:cubicBezTo>
                    <a:pt x="2388" y="518"/>
                    <a:pt x="2383" y="512"/>
                    <a:pt x="2376" y="512"/>
                  </a:cubicBezTo>
                  <a:cubicBezTo>
                    <a:pt x="2369" y="512"/>
                    <a:pt x="2363" y="518"/>
                    <a:pt x="2363" y="525"/>
                  </a:cubicBezTo>
                  <a:cubicBezTo>
                    <a:pt x="2363" y="532"/>
                    <a:pt x="2369" y="538"/>
                    <a:pt x="2376" y="538"/>
                  </a:cubicBezTo>
                  <a:close/>
                  <a:moveTo>
                    <a:pt x="2415" y="538"/>
                  </a:moveTo>
                  <a:cubicBezTo>
                    <a:pt x="2422" y="538"/>
                    <a:pt x="2428" y="532"/>
                    <a:pt x="2428" y="525"/>
                  </a:cubicBezTo>
                  <a:cubicBezTo>
                    <a:pt x="2428" y="518"/>
                    <a:pt x="2422" y="512"/>
                    <a:pt x="2415" y="512"/>
                  </a:cubicBezTo>
                  <a:cubicBezTo>
                    <a:pt x="2408" y="512"/>
                    <a:pt x="2402" y="518"/>
                    <a:pt x="2402" y="525"/>
                  </a:cubicBezTo>
                  <a:cubicBezTo>
                    <a:pt x="2402" y="532"/>
                    <a:pt x="2408" y="538"/>
                    <a:pt x="2415" y="538"/>
                  </a:cubicBezTo>
                  <a:close/>
                  <a:moveTo>
                    <a:pt x="2455" y="538"/>
                  </a:moveTo>
                  <a:cubicBezTo>
                    <a:pt x="2462" y="538"/>
                    <a:pt x="2467" y="532"/>
                    <a:pt x="2467" y="525"/>
                  </a:cubicBezTo>
                  <a:cubicBezTo>
                    <a:pt x="2467" y="518"/>
                    <a:pt x="2462" y="512"/>
                    <a:pt x="2455" y="512"/>
                  </a:cubicBezTo>
                  <a:cubicBezTo>
                    <a:pt x="2447" y="512"/>
                    <a:pt x="2442" y="518"/>
                    <a:pt x="2442" y="525"/>
                  </a:cubicBezTo>
                  <a:cubicBezTo>
                    <a:pt x="2442" y="532"/>
                    <a:pt x="2447" y="538"/>
                    <a:pt x="2455" y="538"/>
                  </a:cubicBezTo>
                  <a:close/>
                  <a:moveTo>
                    <a:pt x="2494" y="538"/>
                  </a:moveTo>
                  <a:cubicBezTo>
                    <a:pt x="2501" y="538"/>
                    <a:pt x="2507" y="532"/>
                    <a:pt x="2507" y="525"/>
                  </a:cubicBezTo>
                  <a:cubicBezTo>
                    <a:pt x="2507" y="518"/>
                    <a:pt x="2501" y="512"/>
                    <a:pt x="2494" y="512"/>
                  </a:cubicBezTo>
                  <a:cubicBezTo>
                    <a:pt x="2487" y="512"/>
                    <a:pt x="2481" y="518"/>
                    <a:pt x="2481" y="525"/>
                  </a:cubicBezTo>
                  <a:cubicBezTo>
                    <a:pt x="2481" y="532"/>
                    <a:pt x="2487" y="538"/>
                    <a:pt x="2494" y="538"/>
                  </a:cubicBezTo>
                  <a:close/>
                  <a:moveTo>
                    <a:pt x="2533" y="538"/>
                  </a:moveTo>
                  <a:cubicBezTo>
                    <a:pt x="2540" y="538"/>
                    <a:pt x="2546" y="532"/>
                    <a:pt x="2546" y="525"/>
                  </a:cubicBezTo>
                  <a:cubicBezTo>
                    <a:pt x="2546" y="518"/>
                    <a:pt x="2540" y="512"/>
                    <a:pt x="2533" y="512"/>
                  </a:cubicBezTo>
                  <a:cubicBezTo>
                    <a:pt x="2526" y="512"/>
                    <a:pt x="2521" y="518"/>
                    <a:pt x="2521" y="525"/>
                  </a:cubicBezTo>
                  <a:cubicBezTo>
                    <a:pt x="2521" y="532"/>
                    <a:pt x="2526" y="538"/>
                    <a:pt x="2533" y="538"/>
                  </a:cubicBezTo>
                  <a:close/>
                  <a:moveTo>
                    <a:pt x="2573" y="538"/>
                  </a:moveTo>
                  <a:cubicBezTo>
                    <a:pt x="2580" y="538"/>
                    <a:pt x="2586" y="532"/>
                    <a:pt x="2586" y="525"/>
                  </a:cubicBezTo>
                  <a:cubicBezTo>
                    <a:pt x="2586" y="518"/>
                    <a:pt x="2580" y="512"/>
                    <a:pt x="2573" y="512"/>
                  </a:cubicBezTo>
                  <a:cubicBezTo>
                    <a:pt x="2566" y="512"/>
                    <a:pt x="2560" y="518"/>
                    <a:pt x="2560" y="525"/>
                  </a:cubicBezTo>
                  <a:cubicBezTo>
                    <a:pt x="2560" y="532"/>
                    <a:pt x="2566" y="538"/>
                    <a:pt x="2573" y="538"/>
                  </a:cubicBezTo>
                  <a:close/>
                  <a:moveTo>
                    <a:pt x="2612" y="538"/>
                  </a:moveTo>
                  <a:cubicBezTo>
                    <a:pt x="2619" y="538"/>
                    <a:pt x="2625" y="532"/>
                    <a:pt x="2625" y="525"/>
                  </a:cubicBezTo>
                  <a:cubicBezTo>
                    <a:pt x="2625" y="518"/>
                    <a:pt x="2619" y="512"/>
                    <a:pt x="2612" y="512"/>
                  </a:cubicBezTo>
                  <a:cubicBezTo>
                    <a:pt x="2605" y="512"/>
                    <a:pt x="2599" y="518"/>
                    <a:pt x="2599" y="525"/>
                  </a:cubicBezTo>
                  <a:cubicBezTo>
                    <a:pt x="2599" y="532"/>
                    <a:pt x="2605" y="538"/>
                    <a:pt x="2612" y="538"/>
                  </a:cubicBezTo>
                  <a:close/>
                  <a:moveTo>
                    <a:pt x="2652" y="538"/>
                  </a:moveTo>
                  <a:cubicBezTo>
                    <a:pt x="2659" y="538"/>
                    <a:pt x="2664" y="532"/>
                    <a:pt x="2664" y="525"/>
                  </a:cubicBezTo>
                  <a:cubicBezTo>
                    <a:pt x="2664" y="518"/>
                    <a:pt x="2659" y="512"/>
                    <a:pt x="2652" y="512"/>
                  </a:cubicBezTo>
                  <a:cubicBezTo>
                    <a:pt x="2645" y="512"/>
                    <a:pt x="2639" y="518"/>
                    <a:pt x="2639" y="525"/>
                  </a:cubicBezTo>
                  <a:cubicBezTo>
                    <a:pt x="2639" y="532"/>
                    <a:pt x="2645" y="538"/>
                    <a:pt x="2652" y="538"/>
                  </a:cubicBezTo>
                  <a:close/>
                  <a:moveTo>
                    <a:pt x="2691" y="538"/>
                  </a:moveTo>
                  <a:cubicBezTo>
                    <a:pt x="2698" y="538"/>
                    <a:pt x="2704" y="532"/>
                    <a:pt x="2704" y="525"/>
                  </a:cubicBezTo>
                  <a:cubicBezTo>
                    <a:pt x="2704" y="518"/>
                    <a:pt x="2698" y="512"/>
                    <a:pt x="2691" y="512"/>
                  </a:cubicBezTo>
                  <a:cubicBezTo>
                    <a:pt x="2684" y="512"/>
                    <a:pt x="2678" y="518"/>
                    <a:pt x="2678" y="525"/>
                  </a:cubicBezTo>
                  <a:cubicBezTo>
                    <a:pt x="2678" y="532"/>
                    <a:pt x="2684" y="538"/>
                    <a:pt x="2691" y="538"/>
                  </a:cubicBezTo>
                  <a:close/>
                  <a:moveTo>
                    <a:pt x="2730" y="538"/>
                  </a:moveTo>
                  <a:cubicBezTo>
                    <a:pt x="2738" y="538"/>
                    <a:pt x="2743" y="532"/>
                    <a:pt x="2743" y="525"/>
                  </a:cubicBezTo>
                  <a:cubicBezTo>
                    <a:pt x="2743" y="518"/>
                    <a:pt x="2738" y="512"/>
                    <a:pt x="2730" y="512"/>
                  </a:cubicBezTo>
                  <a:cubicBezTo>
                    <a:pt x="2723" y="512"/>
                    <a:pt x="2718" y="518"/>
                    <a:pt x="2718" y="525"/>
                  </a:cubicBezTo>
                  <a:cubicBezTo>
                    <a:pt x="2718" y="532"/>
                    <a:pt x="2723" y="538"/>
                    <a:pt x="2730" y="538"/>
                  </a:cubicBezTo>
                  <a:close/>
                  <a:moveTo>
                    <a:pt x="2770" y="538"/>
                  </a:moveTo>
                  <a:cubicBezTo>
                    <a:pt x="2777" y="538"/>
                    <a:pt x="2783" y="532"/>
                    <a:pt x="2783" y="525"/>
                  </a:cubicBezTo>
                  <a:cubicBezTo>
                    <a:pt x="2783" y="518"/>
                    <a:pt x="2777" y="512"/>
                    <a:pt x="2770" y="512"/>
                  </a:cubicBezTo>
                  <a:cubicBezTo>
                    <a:pt x="2763" y="512"/>
                    <a:pt x="2757" y="518"/>
                    <a:pt x="2757" y="525"/>
                  </a:cubicBezTo>
                  <a:cubicBezTo>
                    <a:pt x="2757" y="532"/>
                    <a:pt x="2763" y="538"/>
                    <a:pt x="2770" y="538"/>
                  </a:cubicBezTo>
                  <a:close/>
                  <a:moveTo>
                    <a:pt x="2809" y="538"/>
                  </a:moveTo>
                  <a:cubicBezTo>
                    <a:pt x="2816" y="538"/>
                    <a:pt x="2822" y="532"/>
                    <a:pt x="2822" y="525"/>
                  </a:cubicBezTo>
                  <a:cubicBezTo>
                    <a:pt x="2822" y="518"/>
                    <a:pt x="2816" y="512"/>
                    <a:pt x="2809" y="512"/>
                  </a:cubicBezTo>
                  <a:cubicBezTo>
                    <a:pt x="2802" y="512"/>
                    <a:pt x="2797" y="518"/>
                    <a:pt x="2797" y="525"/>
                  </a:cubicBezTo>
                  <a:cubicBezTo>
                    <a:pt x="2797" y="532"/>
                    <a:pt x="2802" y="538"/>
                    <a:pt x="2809" y="538"/>
                  </a:cubicBezTo>
                  <a:close/>
                  <a:moveTo>
                    <a:pt x="2849" y="538"/>
                  </a:moveTo>
                  <a:cubicBezTo>
                    <a:pt x="2856" y="538"/>
                    <a:pt x="2861" y="532"/>
                    <a:pt x="2861" y="525"/>
                  </a:cubicBezTo>
                  <a:cubicBezTo>
                    <a:pt x="2861" y="518"/>
                    <a:pt x="2856" y="512"/>
                    <a:pt x="2849" y="512"/>
                  </a:cubicBezTo>
                  <a:cubicBezTo>
                    <a:pt x="2842" y="512"/>
                    <a:pt x="2836" y="518"/>
                    <a:pt x="2836" y="525"/>
                  </a:cubicBezTo>
                  <a:cubicBezTo>
                    <a:pt x="2836" y="532"/>
                    <a:pt x="2842" y="538"/>
                    <a:pt x="2849" y="538"/>
                  </a:cubicBezTo>
                  <a:close/>
                  <a:moveTo>
                    <a:pt x="2888" y="538"/>
                  </a:moveTo>
                  <a:cubicBezTo>
                    <a:pt x="2895" y="538"/>
                    <a:pt x="2901" y="532"/>
                    <a:pt x="2901" y="525"/>
                  </a:cubicBezTo>
                  <a:cubicBezTo>
                    <a:pt x="2901" y="518"/>
                    <a:pt x="2895" y="512"/>
                    <a:pt x="2888" y="512"/>
                  </a:cubicBezTo>
                  <a:cubicBezTo>
                    <a:pt x="2881" y="512"/>
                    <a:pt x="2875" y="518"/>
                    <a:pt x="2875" y="525"/>
                  </a:cubicBezTo>
                  <a:cubicBezTo>
                    <a:pt x="2875" y="532"/>
                    <a:pt x="2881" y="538"/>
                    <a:pt x="2888" y="538"/>
                  </a:cubicBezTo>
                  <a:close/>
                  <a:moveTo>
                    <a:pt x="2928" y="538"/>
                  </a:moveTo>
                  <a:cubicBezTo>
                    <a:pt x="2935" y="538"/>
                    <a:pt x="2940" y="532"/>
                    <a:pt x="2940" y="525"/>
                  </a:cubicBezTo>
                  <a:cubicBezTo>
                    <a:pt x="2940" y="518"/>
                    <a:pt x="2935" y="512"/>
                    <a:pt x="2928" y="512"/>
                  </a:cubicBezTo>
                  <a:cubicBezTo>
                    <a:pt x="2921" y="512"/>
                    <a:pt x="2915" y="518"/>
                    <a:pt x="2915" y="525"/>
                  </a:cubicBezTo>
                  <a:cubicBezTo>
                    <a:pt x="2915" y="532"/>
                    <a:pt x="2921" y="538"/>
                    <a:pt x="2928" y="538"/>
                  </a:cubicBezTo>
                  <a:close/>
                  <a:moveTo>
                    <a:pt x="2967" y="538"/>
                  </a:moveTo>
                  <a:cubicBezTo>
                    <a:pt x="2974" y="538"/>
                    <a:pt x="2980" y="532"/>
                    <a:pt x="2980" y="525"/>
                  </a:cubicBezTo>
                  <a:cubicBezTo>
                    <a:pt x="2980" y="518"/>
                    <a:pt x="2974" y="512"/>
                    <a:pt x="2967" y="512"/>
                  </a:cubicBezTo>
                  <a:cubicBezTo>
                    <a:pt x="2960" y="512"/>
                    <a:pt x="2954" y="518"/>
                    <a:pt x="2954" y="525"/>
                  </a:cubicBezTo>
                  <a:cubicBezTo>
                    <a:pt x="2954" y="532"/>
                    <a:pt x="2960" y="538"/>
                    <a:pt x="2967" y="538"/>
                  </a:cubicBezTo>
                  <a:close/>
                  <a:moveTo>
                    <a:pt x="3006" y="538"/>
                  </a:moveTo>
                  <a:cubicBezTo>
                    <a:pt x="3013" y="538"/>
                    <a:pt x="3019" y="532"/>
                    <a:pt x="3019" y="525"/>
                  </a:cubicBezTo>
                  <a:cubicBezTo>
                    <a:pt x="3019" y="518"/>
                    <a:pt x="3013" y="512"/>
                    <a:pt x="3006" y="512"/>
                  </a:cubicBezTo>
                  <a:cubicBezTo>
                    <a:pt x="2999" y="512"/>
                    <a:pt x="2994" y="518"/>
                    <a:pt x="2994" y="525"/>
                  </a:cubicBezTo>
                  <a:cubicBezTo>
                    <a:pt x="2994" y="532"/>
                    <a:pt x="2999" y="538"/>
                    <a:pt x="3006" y="538"/>
                  </a:cubicBezTo>
                  <a:close/>
                  <a:moveTo>
                    <a:pt x="3046" y="538"/>
                  </a:moveTo>
                  <a:cubicBezTo>
                    <a:pt x="3053" y="538"/>
                    <a:pt x="3059" y="532"/>
                    <a:pt x="3059" y="525"/>
                  </a:cubicBezTo>
                  <a:cubicBezTo>
                    <a:pt x="3059" y="518"/>
                    <a:pt x="3053" y="512"/>
                    <a:pt x="3046" y="512"/>
                  </a:cubicBezTo>
                  <a:cubicBezTo>
                    <a:pt x="3039" y="512"/>
                    <a:pt x="3033" y="518"/>
                    <a:pt x="3033" y="525"/>
                  </a:cubicBezTo>
                  <a:cubicBezTo>
                    <a:pt x="3033" y="532"/>
                    <a:pt x="3039" y="538"/>
                    <a:pt x="3046" y="538"/>
                  </a:cubicBezTo>
                  <a:close/>
                  <a:moveTo>
                    <a:pt x="3085" y="538"/>
                  </a:moveTo>
                  <a:cubicBezTo>
                    <a:pt x="3092" y="538"/>
                    <a:pt x="3098" y="532"/>
                    <a:pt x="3098" y="525"/>
                  </a:cubicBezTo>
                  <a:cubicBezTo>
                    <a:pt x="3098" y="518"/>
                    <a:pt x="3092" y="512"/>
                    <a:pt x="3085" y="512"/>
                  </a:cubicBezTo>
                  <a:cubicBezTo>
                    <a:pt x="3078" y="512"/>
                    <a:pt x="3073" y="518"/>
                    <a:pt x="3073" y="525"/>
                  </a:cubicBezTo>
                  <a:cubicBezTo>
                    <a:pt x="3073" y="532"/>
                    <a:pt x="3078" y="538"/>
                    <a:pt x="3085" y="538"/>
                  </a:cubicBezTo>
                  <a:close/>
                  <a:moveTo>
                    <a:pt x="3282" y="512"/>
                  </a:moveTo>
                  <a:cubicBezTo>
                    <a:pt x="3275" y="512"/>
                    <a:pt x="3270" y="518"/>
                    <a:pt x="3270" y="525"/>
                  </a:cubicBezTo>
                  <a:cubicBezTo>
                    <a:pt x="3270" y="532"/>
                    <a:pt x="3275" y="538"/>
                    <a:pt x="3282" y="538"/>
                  </a:cubicBezTo>
                  <a:cubicBezTo>
                    <a:pt x="3289" y="538"/>
                    <a:pt x="3295" y="532"/>
                    <a:pt x="3295" y="525"/>
                  </a:cubicBezTo>
                  <a:cubicBezTo>
                    <a:pt x="3295" y="518"/>
                    <a:pt x="3289" y="512"/>
                    <a:pt x="3282" y="512"/>
                  </a:cubicBezTo>
                  <a:close/>
                  <a:moveTo>
                    <a:pt x="444" y="577"/>
                  </a:moveTo>
                  <a:cubicBezTo>
                    <a:pt x="451" y="577"/>
                    <a:pt x="457" y="572"/>
                    <a:pt x="457" y="565"/>
                  </a:cubicBezTo>
                  <a:cubicBezTo>
                    <a:pt x="457" y="558"/>
                    <a:pt x="451" y="552"/>
                    <a:pt x="444" y="552"/>
                  </a:cubicBezTo>
                  <a:cubicBezTo>
                    <a:pt x="437" y="552"/>
                    <a:pt x="431" y="558"/>
                    <a:pt x="431" y="565"/>
                  </a:cubicBezTo>
                  <a:cubicBezTo>
                    <a:pt x="431" y="572"/>
                    <a:pt x="437" y="577"/>
                    <a:pt x="444" y="577"/>
                  </a:cubicBezTo>
                  <a:close/>
                  <a:moveTo>
                    <a:pt x="483" y="577"/>
                  </a:moveTo>
                  <a:cubicBezTo>
                    <a:pt x="490" y="577"/>
                    <a:pt x="496" y="572"/>
                    <a:pt x="496" y="565"/>
                  </a:cubicBezTo>
                  <a:cubicBezTo>
                    <a:pt x="496" y="558"/>
                    <a:pt x="490" y="552"/>
                    <a:pt x="483" y="552"/>
                  </a:cubicBezTo>
                  <a:cubicBezTo>
                    <a:pt x="476" y="552"/>
                    <a:pt x="471" y="558"/>
                    <a:pt x="471" y="565"/>
                  </a:cubicBezTo>
                  <a:cubicBezTo>
                    <a:pt x="471" y="572"/>
                    <a:pt x="476" y="577"/>
                    <a:pt x="483" y="577"/>
                  </a:cubicBezTo>
                  <a:close/>
                  <a:moveTo>
                    <a:pt x="523" y="577"/>
                  </a:moveTo>
                  <a:cubicBezTo>
                    <a:pt x="530" y="577"/>
                    <a:pt x="535" y="572"/>
                    <a:pt x="535" y="565"/>
                  </a:cubicBezTo>
                  <a:cubicBezTo>
                    <a:pt x="535" y="558"/>
                    <a:pt x="530" y="552"/>
                    <a:pt x="523" y="552"/>
                  </a:cubicBezTo>
                  <a:cubicBezTo>
                    <a:pt x="516" y="552"/>
                    <a:pt x="510" y="558"/>
                    <a:pt x="510" y="565"/>
                  </a:cubicBezTo>
                  <a:cubicBezTo>
                    <a:pt x="510" y="572"/>
                    <a:pt x="516" y="577"/>
                    <a:pt x="523" y="577"/>
                  </a:cubicBezTo>
                  <a:close/>
                  <a:moveTo>
                    <a:pt x="562" y="577"/>
                  </a:moveTo>
                  <a:cubicBezTo>
                    <a:pt x="569" y="577"/>
                    <a:pt x="575" y="572"/>
                    <a:pt x="575" y="565"/>
                  </a:cubicBezTo>
                  <a:cubicBezTo>
                    <a:pt x="575" y="558"/>
                    <a:pt x="569" y="552"/>
                    <a:pt x="562" y="552"/>
                  </a:cubicBezTo>
                  <a:cubicBezTo>
                    <a:pt x="555" y="552"/>
                    <a:pt x="549" y="558"/>
                    <a:pt x="549" y="565"/>
                  </a:cubicBezTo>
                  <a:cubicBezTo>
                    <a:pt x="549" y="572"/>
                    <a:pt x="555" y="577"/>
                    <a:pt x="562" y="577"/>
                  </a:cubicBezTo>
                  <a:close/>
                  <a:moveTo>
                    <a:pt x="602" y="577"/>
                  </a:moveTo>
                  <a:cubicBezTo>
                    <a:pt x="609" y="577"/>
                    <a:pt x="614" y="572"/>
                    <a:pt x="614" y="565"/>
                  </a:cubicBezTo>
                  <a:cubicBezTo>
                    <a:pt x="614" y="558"/>
                    <a:pt x="609" y="552"/>
                    <a:pt x="602" y="552"/>
                  </a:cubicBezTo>
                  <a:cubicBezTo>
                    <a:pt x="595" y="552"/>
                    <a:pt x="589" y="558"/>
                    <a:pt x="589" y="565"/>
                  </a:cubicBezTo>
                  <a:cubicBezTo>
                    <a:pt x="589" y="572"/>
                    <a:pt x="595" y="577"/>
                    <a:pt x="602" y="577"/>
                  </a:cubicBezTo>
                  <a:close/>
                  <a:moveTo>
                    <a:pt x="641" y="577"/>
                  </a:moveTo>
                  <a:cubicBezTo>
                    <a:pt x="648" y="577"/>
                    <a:pt x="654" y="572"/>
                    <a:pt x="654" y="565"/>
                  </a:cubicBezTo>
                  <a:cubicBezTo>
                    <a:pt x="654" y="558"/>
                    <a:pt x="648" y="552"/>
                    <a:pt x="641" y="552"/>
                  </a:cubicBezTo>
                  <a:cubicBezTo>
                    <a:pt x="634" y="552"/>
                    <a:pt x="628" y="558"/>
                    <a:pt x="628" y="565"/>
                  </a:cubicBezTo>
                  <a:cubicBezTo>
                    <a:pt x="628" y="572"/>
                    <a:pt x="634" y="577"/>
                    <a:pt x="641" y="577"/>
                  </a:cubicBezTo>
                  <a:close/>
                  <a:moveTo>
                    <a:pt x="680" y="577"/>
                  </a:moveTo>
                  <a:cubicBezTo>
                    <a:pt x="687" y="577"/>
                    <a:pt x="693" y="572"/>
                    <a:pt x="693" y="565"/>
                  </a:cubicBezTo>
                  <a:cubicBezTo>
                    <a:pt x="693" y="558"/>
                    <a:pt x="687" y="552"/>
                    <a:pt x="680" y="552"/>
                  </a:cubicBezTo>
                  <a:cubicBezTo>
                    <a:pt x="673" y="552"/>
                    <a:pt x="668" y="558"/>
                    <a:pt x="668" y="565"/>
                  </a:cubicBezTo>
                  <a:cubicBezTo>
                    <a:pt x="668" y="572"/>
                    <a:pt x="673" y="577"/>
                    <a:pt x="680" y="577"/>
                  </a:cubicBezTo>
                  <a:close/>
                  <a:moveTo>
                    <a:pt x="720" y="577"/>
                  </a:moveTo>
                  <a:cubicBezTo>
                    <a:pt x="727" y="577"/>
                    <a:pt x="733" y="572"/>
                    <a:pt x="733" y="565"/>
                  </a:cubicBezTo>
                  <a:cubicBezTo>
                    <a:pt x="733" y="558"/>
                    <a:pt x="727" y="552"/>
                    <a:pt x="720" y="552"/>
                  </a:cubicBezTo>
                  <a:cubicBezTo>
                    <a:pt x="713" y="552"/>
                    <a:pt x="707" y="558"/>
                    <a:pt x="707" y="565"/>
                  </a:cubicBezTo>
                  <a:cubicBezTo>
                    <a:pt x="707" y="572"/>
                    <a:pt x="713" y="577"/>
                    <a:pt x="720" y="577"/>
                  </a:cubicBezTo>
                  <a:close/>
                  <a:moveTo>
                    <a:pt x="759" y="577"/>
                  </a:moveTo>
                  <a:cubicBezTo>
                    <a:pt x="766" y="577"/>
                    <a:pt x="772" y="572"/>
                    <a:pt x="772" y="565"/>
                  </a:cubicBezTo>
                  <a:cubicBezTo>
                    <a:pt x="772" y="558"/>
                    <a:pt x="766" y="552"/>
                    <a:pt x="759" y="552"/>
                  </a:cubicBezTo>
                  <a:cubicBezTo>
                    <a:pt x="752" y="552"/>
                    <a:pt x="747" y="558"/>
                    <a:pt x="747" y="565"/>
                  </a:cubicBezTo>
                  <a:cubicBezTo>
                    <a:pt x="747" y="572"/>
                    <a:pt x="752" y="577"/>
                    <a:pt x="759" y="577"/>
                  </a:cubicBezTo>
                  <a:close/>
                  <a:moveTo>
                    <a:pt x="799" y="577"/>
                  </a:moveTo>
                  <a:cubicBezTo>
                    <a:pt x="806" y="577"/>
                    <a:pt x="811" y="572"/>
                    <a:pt x="811" y="565"/>
                  </a:cubicBezTo>
                  <a:cubicBezTo>
                    <a:pt x="811" y="558"/>
                    <a:pt x="806" y="552"/>
                    <a:pt x="799" y="552"/>
                  </a:cubicBezTo>
                  <a:cubicBezTo>
                    <a:pt x="792" y="552"/>
                    <a:pt x="786" y="558"/>
                    <a:pt x="786" y="565"/>
                  </a:cubicBezTo>
                  <a:cubicBezTo>
                    <a:pt x="786" y="572"/>
                    <a:pt x="792" y="577"/>
                    <a:pt x="799" y="577"/>
                  </a:cubicBezTo>
                  <a:close/>
                  <a:moveTo>
                    <a:pt x="838" y="577"/>
                  </a:moveTo>
                  <a:cubicBezTo>
                    <a:pt x="845" y="577"/>
                    <a:pt x="851" y="572"/>
                    <a:pt x="851" y="565"/>
                  </a:cubicBezTo>
                  <a:cubicBezTo>
                    <a:pt x="851" y="558"/>
                    <a:pt x="845" y="552"/>
                    <a:pt x="838" y="552"/>
                  </a:cubicBezTo>
                  <a:cubicBezTo>
                    <a:pt x="831" y="552"/>
                    <a:pt x="825" y="558"/>
                    <a:pt x="825" y="565"/>
                  </a:cubicBezTo>
                  <a:cubicBezTo>
                    <a:pt x="825" y="572"/>
                    <a:pt x="831" y="577"/>
                    <a:pt x="838" y="577"/>
                  </a:cubicBezTo>
                  <a:close/>
                  <a:moveTo>
                    <a:pt x="878" y="577"/>
                  </a:moveTo>
                  <a:cubicBezTo>
                    <a:pt x="885" y="577"/>
                    <a:pt x="890" y="572"/>
                    <a:pt x="890" y="565"/>
                  </a:cubicBezTo>
                  <a:cubicBezTo>
                    <a:pt x="890" y="558"/>
                    <a:pt x="885" y="552"/>
                    <a:pt x="878" y="552"/>
                  </a:cubicBezTo>
                  <a:cubicBezTo>
                    <a:pt x="871" y="552"/>
                    <a:pt x="865" y="558"/>
                    <a:pt x="865" y="565"/>
                  </a:cubicBezTo>
                  <a:cubicBezTo>
                    <a:pt x="865" y="572"/>
                    <a:pt x="871" y="577"/>
                    <a:pt x="878" y="577"/>
                  </a:cubicBezTo>
                  <a:close/>
                  <a:moveTo>
                    <a:pt x="917" y="577"/>
                  </a:moveTo>
                  <a:cubicBezTo>
                    <a:pt x="924" y="577"/>
                    <a:pt x="930" y="572"/>
                    <a:pt x="930" y="565"/>
                  </a:cubicBezTo>
                  <a:cubicBezTo>
                    <a:pt x="930" y="558"/>
                    <a:pt x="924" y="552"/>
                    <a:pt x="917" y="552"/>
                  </a:cubicBezTo>
                  <a:cubicBezTo>
                    <a:pt x="910" y="552"/>
                    <a:pt x="904" y="558"/>
                    <a:pt x="904" y="565"/>
                  </a:cubicBezTo>
                  <a:cubicBezTo>
                    <a:pt x="904" y="572"/>
                    <a:pt x="910" y="577"/>
                    <a:pt x="917" y="577"/>
                  </a:cubicBezTo>
                  <a:close/>
                  <a:moveTo>
                    <a:pt x="956" y="577"/>
                  </a:moveTo>
                  <a:cubicBezTo>
                    <a:pt x="963" y="577"/>
                    <a:pt x="969" y="572"/>
                    <a:pt x="969" y="565"/>
                  </a:cubicBezTo>
                  <a:cubicBezTo>
                    <a:pt x="969" y="558"/>
                    <a:pt x="963" y="552"/>
                    <a:pt x="956" y="552"/>
                  </a:cubicBezTo>
                  <a:cubicBezTo>
                    <a:pt x="949" y="552"/>
                    <a:pt x="944" y="558"/>
                    <a:pt x="944" y="565"/>
                  </a:cubicBezTo>
                  <a:cubicBezTo>
                    <a:pt x="944" y="572"/>
                    <a:pt x="949" y="577"/>
                    <a:pt x="956" y="577"/>
                  </a:cubicBezTo>
                  <a:close/>
                  <a:moveTo>
                    <a:pt x="996" y="577"/>
                  </a:moveTo>
                  <a:cubicBezTo>
                    <a:pt x="1003" y="577"/>
                    <a:pt x="1009" y="572"/>
                    <a:pt x="1009" y="565"/>
                  </a:cubicBezTo>
                  <a:cubicBezTo>
                    <a:pt x="1009" y="558"/>
                    <a:pt x="1003" y="552"/>
                    <a:pt x="996" y="552"/>
                  </a:cubicBezTo>
                  <a:cubicBezTo>
                    <a:pt x="989" y="552"/>
                    <a:pt x="983" y="558"/>
                    <a:pt x="983" y="565"/>
                  </a:cubicBezTo>
                  <a:cubicBezTo>
                    <a:pt x="983" y="572"/>
                    <a:pt x="989" y="577"/>
                    <a:pt x="996" y="577"/>
                  </a:cubicBezTo>
                  <a:close/>
                  <a:moveTo>
                    <a:pt x="1035" y="577"/>
                  </a:moveTo>
                  <a:cubicBezTo>
                    <a:pt x="1042" y="577"/>
                    <a:pt x="1048" y="572"/>
                    <a:pt x="1048" y="565"/>
                  </a:cubicBezTo>
                  <a:cubicBezTo>
                    <a:pt x="1048" y="558"/>
                    <a:pt x="1042" y="552"/>
                    <a:pt x="1035" y="552"/>
                  </a:cubicBezTo>
                  <a:cubicBezTo>
                    <a:pt x="1028" y="552"/>
                    <a:pt x="1022" y="558"/>
                    <a:pt x="1022" y="565"/>
                  </a:cubicBezTo>
                  <a:cubicBezTo>
                    <a:pt x="1022" y="572"/>
                    <a:pt x="1028" y="577"/>
                    <a:pt x="1035" y="577"/>
                  </a:cubicBezTo>
                  <a:close/>
                  <a:moveTo>
                    <a:pt x="1075" y="577"/>
                  </a:moveTo>
                  <a:cubicBezTo>
                    <a:pt x="1082" y="577"/>
                    <a:pt x="1087" y="572"/>
                    <a:pt x="1087" y="565"/>
                  </a:cubicBezTo>
                  <a:cubicBezTo>
                    <a:pt x="1087" y="558"/>
                    <a:pt x="1082" y="552"/>
                    <a:pt x="1075" y="552"/>
                  </a:cubicBezTo>
                  <a:cubicBezTo>
                    <a:pt x="1068" y="552"/>
                    <a:pt x="1062" y="558"/>
                    <a:pt x="1062" y="565"/>
                  </a:cubicBezTo>
                  <a:cubicBezTo>
                    <a:pt x="1062" y="572"/>
                    <a:pt x="1068" y="577"/>
                    <a:pt x="1075" y="577"/>
                  </a:cubicBezTo>
                  <a:close/>
                  <a:moveTo>
                    <a:pt x="1666" y="577"/>
                  </a:moveTo>
                  <a:cubicBezTo>
                    <a:pt x="1673" y="577"/>
                    <a:pt x="1679" y="572"/>
                    <a:pt x="1679" y="565"/>
                  </a:cubicBezTo>
                  <a:cubicBezTo>
                    <a:pt x="1679" y="558"/>
                    <a:pt x="1673" y="552"/>
                    <a:pt x="1666" y="552"/>
                  </a:cubicBezTo>
                  <a:cubicBezTo>
                    <a:pt x="1659" y="552"/>
                    <a:pt x="1653" y="558"/>
                    <a:pt x="1653" y="565"/>
                  </a:cubicBezTo>
                  <a:cubicBezTo>
                    <a:pt x="1653" y="572"/>
                    <a:pt x="1659" y="577"/>
                    <a:pt x="1666" y="577"/>
                  </a:cubicBezTo>
                  <a:close/>
                  <a:moveTo>
                    <a:pt x="1745" y="577"/>
                  </a:moveTo>
                  <a:cubicBezTo>
                    <a:pt x="1752" y="577"/>
                    <a:pt x="1758" y="572"/>
                    <a:pt x="1758" y="565"/>
                  </a:cubicBezTo>
                  <a:cubicBezTo>
                    <a:pt x="1758" y="558"/>
                    <a:pt x="1752" y="552"/>
                    <a:pt x="1745" y="552"/>
                  </a:cubicBezTo>
                  <a:cubicBezTo>
                    <a:pt x="1738" y="552"/>
                    <a:pt x="1732" y="558"/>
                    <a:pt x="1732" y="565"/>
                  </a:cubicBezTo>
                  <a:cubicBezTo>
                    <a:pt x="1732" y="572"/>
                    <a:pt x="1738" y="577"/>
                    <a:pt x="1745" y="577"/>
                  </a:cubicBezTo>
                  <a:close/>
                  <a:moveTo>
                    <a:pt x="1784" y="577"/>
                  </a:moveTo>
                  <a:cubicBezTo>
                    <a:pt x="1791" y="577"/>
                    <a:pt x="1797" y="572"/>
                    <a:pt x="1797" y="565"/>
                  </a:cubicBezTo>
                  <a:cubicBezTo>
                    <a:pt x="1797" y="558"/>
                    <a:pt x="1791" y="552"/>
                    <a:pt x="1784" y="552"/>
                  </a:cubicBezTo>
                  <a:cubicBezTo>
                    <a:pt x="1777" y="552"/>
                    <a:pt x="1772" y="558"/>
                    <a:pt x="1772" y="565"/>
                  </a:cubicBezTo>
                  <a:cubicBezTo>
                    <a:pt x="1772" y="572"/>
                    <a:pt x="1777" y="577"/>
                    <a:pt x="1784" y="577"/>
                  </a:cubicBezTo>
                  <a:close/>
                  <a:moveTo>
                    <a:pt x="1824" y="577"/>
                  </a:moveTo>
                  <a:cubicBezTo>
                    <a:pt x="1831" y="577"/>
                    <a:pt x="1836" y="572"/>
                    <a:pt x="1836" y="565"/>
                  </a:cubicBezTo>
                  <a:cubicBezTo>
                    <a:pt x="1836" y="558"/>
                    <a:pt x="1831" y="552"/>
                    <a:pt x="1824" y="552"/>
                  </a:cubicBezTo>
                  <a:cubicBezTo>
                    <a:pt x="1817" y="552"/>
                    <a:pt x="1811" y="558"/>
                    <a:pt x="1811" y="565"/>
                  </a:cubicBezTo>
                  <a:cubicBezTo>
                    <a:pt x="1811" y="572"/>
                    <a:pt x="1817" y="577"/>
                    <a:pt x="1824" y="577"/>
                  </a:cubicBezTo>
                  <a:close/>
                  <a:moveTo>
                    <a:pt x="1863" y="577"/>
                  </a:moveTo>
                  <a:cubicBezTo>
                    <a:pt x="1870" y="577"/>
                    <a:pt x="1876" y="572"/>
                    <a:pt x="1876" y="565"/>
                  </a:cubicBezTo>
                  <a:cubicBezTo>
                    <a:pt x="1876" y="558"/>
                    <a:pt x="1870" y="552"/>
                    <a:pt x="1863" y="552"/>
                  </a:cubicBezTo>
                  <a:cubicBezTo>
                    <a:pt x="1856" y="552"/>
                    <a:pt x="1850" y="558"/>
                    <a:pt x="1850" y="565"/>
                  </a:cubicBezTo>
                  <a:cubicBezTo>
                    <a:pt x="1850" y="572"/>
                    <a:pt x="1856" y="577"/>
                    <a:pt x="1863" y="577"/>
                  </a:cubicBezTo>
                  <a:close/>
                  <a:moveTo>
                    <a:pt x="1903" y="577"/>
                  </a:moveTo>
                  <a:cubicBezTo>
                    <a:pt x="1910" y="577"/>
                    <a:pt x="1915" y="572"/>
                    <a:pt x="1915" y="565"/>
                  </a:cubicBezTo>
                  <a:cubicBezTo>
                    <a:pt x="1915" y="558"/>
                    <a:pt x="1910" y="552"/>
                    <a:pt x="1903" y="552"/>
                  </a:cubicBezTo>
                  <a:cubicBezTo>
                    <a:pt x="1896" y="552"/>
                    <a:pt x="1890" y="558"/>
                    <a:pt x="1890" y="565"/>
                  </a:cubicBezTo>
                  <a:cubicBezTo>
                    <a:pt x="1890" y="572"/>
                    <a:pt x="1896" y="577"/>
                    <a:pt x="1903" y="577"/>
                  </a:cubicBezTo>
                  <a:close/>
                  <a:moveTo>
                    <a:pt x="1942" y="577"/>
                  </a:moveTo>
                  <a:cubicBezTo>
                    <a:pt x="1949" y="577"/>
                    <a:pt x="1955" y="572"/>
                    <a:pt x="1955" y="565"/>
                  </a:cubicBezTo>
                  <a:cubicBezTo>
                    <a:pt x="1955" y="558"/>
                    <a:pt x="1949" y="552"/>
                    <a:pt x="1942" y="552"/>
                  </a:cubicBezTo>
                  <a:cubicBezTo>
                    <a:pt x="1935" y="552"/>
                    <a:pt x="1929" y="558"/>
                    <a:pt x="1929" y="565"/>
                  </a:cubicBezTo>
                  <a:cubicBezTo>
                    <a:pt x="1929" y="572"/>
                    <a:pt x="1935" y="577"/>
                    <a:pt x="1942" y="577"/>
                  </a:cubicBezTo>
                  <a:close/>
                  <a:moveTo>
                    <a:pt x="1981" y="577"/>
                  </a:moveTo>
                  <a:cubicBezTo>
                    <a:pt x="1988" y="577"/>
                    <a:pt x="1994" y="572"/>
                    <a:pt x="1994" y="565"/>
                  </a:cubicBezTo>
                  <a:cubicBezTo>
                    <a:pt x="1994" y="558"/>
                    <a:pt x="1988" y="552"/>
                    <a:pt x="1981" y="552"/>
                  </a:cubicBezTo>
                  <a:cubicBezTo>
                    <a:pt x="1974" y="552"/>
                    <a:pt x="1969" y="558"/>
                    <a:pt x="1969" y="565"/>
                  </a:cubicBezTo>
                  <a:cubicBezTo>
                    <a:pt x="1969" y="572"/>
                    <a:pt x="1974" y="577"/>
                    <a:pt x="1981" y="577"/>
                  </a:cubicBezTo>
                  <a:close/>
                  <a:moveTo>
                    <a:pt x="2021" y="577"/>
                  </a:moveTo>
                  <a:cubicBezTo>
                    <a:pt x="2028" y="577"/>
                    <a:pt x="2034" y="572"/>
                    <a:pt x="2034" y="565"/>
                  </a:cubicBezTo>
                  <a:cubicBezTo>
                    <a:pt x="2034" y="558"/>
                    <a:pt x="2028" y="552"/>
                    <a:pt x="2021" y="552"/>
                  </a:cubicBezTo>
                  <a:cubicBezTo>
                    <a:pt x="2014" y="552"/>
                    <a:pt x="2008" y="558"/>
                    <a:pt x="2008" y="565"/>
                  </a:cubicBezTo>
                  <a:cubicBezTo>
                    <a:pt x="2008" y="572"/>
                    <a:pt x="2014" y="577"/>
                    <a:pt x="2021" y="577"/>
                  </a:cubicBezTo>
                  <a:close/>
                  <a:moveTo>
                    <a:pt x="2060" y="577"/>
                  </a:moveTo>
                  <a:cubicBezTo>
                    <a:pt x="2067" y="577"/>
                    <a:pt x="2073" y="572"/>
                    <a:pt x="2073" y="565"/>
                  </a:cubicBezTo>
                  <a:cubicBezTo>
                    <a:pt x="2073" y="558"/>
                    <a:pt x="2067" y="552"/>
                    <a:pt x="2060" y="552"/>
                  </a:cubicBezTo>
                  <a:cubicBezTo>
                    <a:pt x="2053" y="552"/>
                    <a:pt x="2048" y="558"/>
                    <a:pt x="2048" y="565"/>
                  </a:cubicBezTo>
                  <a:cubicBezTo>
                    <a:pt x="2048" y="572"/>
                    <a:pt x="2053" y="577"/>
                    <a:pt x="2060" y="577"/>
                  </a:cubicBezTo>
                  <a:close/>
                  <a:moveTo>
                    <a:pt x="2100" y="577"/>
                  </a:moveTo>
                  <a:cubicBezTo>
                    <a:pt x="2107" y="577"/>
                    <a:pt x="2112" y="572"/>
                    <a:pt x="2112" y="565"/>
                  </a:cubicBezTo>
                  <a:cubicBezTo>
                    <a:pt x="2112" y="558"/>
                    <a:pt x="2107" y="552"/>
                    <a:pt x="2100" y="552"/>
                  </a:cubicBezTo>
                  <a:cubicBezTo>
                    <a:pt x="2093" y="552"/>
                    <a:pt x="2087" y="558"/>
                    <a:pt x="2087" y="565"/>
                  </a:cubicBezTo>
                  <a:cubicBezTo>
                    <a:pt x="2087" y="572"/>
                    <a:pt x="2093" y="577"/>
                    <a:pt x="2100" y="577"/>
                  </a:cubicBezTo>
                  <a:close/>
                  <a:moveTo>
                    <a:pt x="2139" y="577"/>
                  </a:moveTo>
                  <a:cubicBezTo>
                    <a:pt x="2146" y="577"/>
                    <a:pt x="2152" y="572"/>
                    <a:pt x="2152" y="565"/>
                  </a:cubicBezTo>
                  <a:cubicBezTo>
                    <a:pt x="2152" y="558"/>
                    <a:pt x="2146" y="552"/>
                    <a:pt x="2139" y="552"/>
                  </a:cubicBezTo>
                  <a:cubicBezTo>
                    <a:pt x="2132" y="552"/>
                    <a:pt x="2126" y="558"/>
                    <a:pt x="2126" y="565"/>
                  </a:cubicBezTo>
                  <a:cubicBezTo>
                    <a:pt x="2126" y="572"/>
                    <a:pt x="2132" y="577"/>
                    <a:pt x="2139" y="577"/>
                  </a:cubicBezTo>
                  <a:close/>
                  <a:moveTo>
                    <a:pt x="2179" y="577"/>
                  </a:moveTo>
                  <a:cubicBezTo>
                    <a:pt x="2186" y="577"/>
                    <a:pt x="2191" y="572"/>
                    <a:pt x="2191" y="565"/>
                  </a:cubicBezTo>
                  <a:cubicBezTo>
                    <a:pt x="2191" y="558"/>
                    <a:pt x="2186" y="552"/>
                    <a:pt x="2179" y="552"/>
                  </a:cubicBezTo>
                  <a:cubicBezTo>
                    <a:pt x="2171" y="552"/>
                    <a:pt x="2166" y="558"/>
                    <a:pt x="2166" y="565"/>
                  </a:cubicBezTo>
                  <a:cubicBezTo>
                    <a:pt x="2166" y="572"/>
                    <a:pt x="2171" y="577"/>
                    <a:pt x="2179" y="577"/>
                  </a:cubicBezTo>
                  <a:close/>
                  <a:moveTo>
                    <a:pt x="2218" y="577"/>
                  </a:moveTo>
                  <a:cubicBezTo>
                    <a:pt x="2225" y="577"/>
                    <a:pt x="2231" y="572"/>
                    <a:pt x="2231" y="565"/>
                  </a:cubicBezTo>
                  <a:cubicBezTo>
                    <a:pt x="2231" y="558"/>
                    <a:pt x="2225" y="552"/>
                    <a:pt x="2218" y="552"/>
                  </a:cubicBezTo>
                  <a:cubicBezTo>
                    <a:pt x="2211" y="552"/>
                    <a:pt x="2205" y="558"/>
                    <a:pt x="2205" y="565"/>
                  </a:cubicBezTo>
                  <a:cubicBezTo>
                    <a:pt x="2205" y="572"/>
                    <a:pt x="2211" y="577"/>
                    <a:pt x="2218" y="577"/>
                  </a:cubicBezTo>
                  <a:close/>
                  <a:moveTo>
                    <a:pt x="2257" y="577"/>
                  </a:moveTo>
                  <a:cubicBezTo>
                    <a:pt x="2264" y="577"/>
                    <a:pt x="2270" y="572"/>
                    <a:pt x="2270" y="565"/>
                  </a:cubicBezTo>
                  <a:cubicBezTo>
                    <a:pt x="2270" y="558"/>
                    <a:pt x="2264" y="552"/>
                    <a:pt x="2257" y="552"/>
                  </a:cubicBezTo>
                  <a:cubicBezTo>
                    <a:pt x="2250" y="552"/>
                    <a:pt x="2245" y="558"/>
                    <a:pt x="2245" y="565"/>
                  </a:cubicBezTo>
                  <a:cubicBezTo>
                    <a:pt x="2245" y="572"/>
                    <a:pt x="2250" y="577"/>
                    <a:pt x="2257" y="577"/>
                  </a:cubicBezTo>
                  <a:close/>
                  <a:moveTo>
                    <a:pt x="2297" y="577"/>
                  </a:moveTo>
                  <a:cubicBezTo>
                    <a:pt x="2304" y="577"/>
                    <a:pt x="2310" y="572"/>
                    <a:pt x="2310" y="565"/>
                  </a:cubicBezTo>
                  <a:cubicBezTo>
                    <a:pt x="2310" y="558"/>
                    <a:pt x="2304" y="552"/>
                    <a:pt x="2297" y="552"/>
                  </a:cubicBezTo>
                  <a:cubicBezTo>
                    <a:pt x="2290" y="552"/>
                    <a:pt x="2284" y="558"/>
                    <a:pt x="2284" y="565"/>
                  </a:cubicBezTo>
                  <a:cubicBezTo>
                    <a:pt x="2284" y="572"/>
                    <a:pt x="2290" y="577"/>
                    <a:pt x="2297" y="577"/>
                  </a:cubicBezTo>
                  <a:close/>
                  <a:moveTo>
                    <a:pt x="2336" y="577"/>
                  </a:moveTo>
                  <a:cubicBezTo>
                    <a:pt x="2343" y="577"/>
                    <a:pt x="2349" y="572"/>
                    <a:pt x="2349" y="565"/>
                  </a:cubicBezTo>
                  <a:cubicBezTo>
                    <a:pt x="2349" y="558"/>
                    <a:pt x="2343" y="552"/>
                    <a:pt x="2336" y="552"/>
                  </a:cubicBezTo>
                  <a:cubicBezTo>
                    <a:pt x="2329" y="552"/>
                    <a:pt x="2323" y="558"/>
                    <a:pt x="2323" y="565"/>
                  </a:cubicBezTo>
                  <a:cubicBezTo>
                    <a:pt x="2323" y="572"/>
                    <a:pt x="2329" y="577"/>
                    <a:pt x="2336" y="577"/>
                  </a:cubicBezTo>
                  <a:close/>
                  <a:moveTo>
                    <a:pt x="2376" y="577"/>
                  </a:moveTo>
                  <a:cubicBezTo>
                    <a:pt x="2383" y="577"/>
                    <a:pt x="2388" y="572"/>
                    <a:pt x="2388" y="565"/>
                  </a:cubicBezTo>
                  <a:cubicBezTo>
                    <a:pt x="2388" y="558"/>
                    <a:pt x="2383" y="552"/>
                    <a:pt x="2376" y="552"/>
                  </a:cubicBezTo>
                  <a:cubicBezTo>
                    <a:pt x="2369" y="552"/>
                    <a:pt x="2363" y="558"/>
                    <a:pt x="2363" y="565"/>
                  </a:cubicBezTo>
                  <a:cubicBezTo>
                    <a:pt x="2363" y="572"/>
                    <a:pt x="2369" y="577"/>
                    <a:pt x="2376" y="577"/>
                  </a:cubicBezTo>
                  <a:close/>
                  <a:moveTo>
                    <a:pt x="2415" y="577"/>
                  </a:moveTo>
                  <a:cubicBezTo>
                    <a:pt x="2422" y="577"/>
                    <a:pt x="2428" y="572"/>
                    <a:pt x="2428" y="565"/>
                  </a:cubicBezTo>
                  <a:cubicBezTo>
                    <a:pt x="2428" y="558"/>
                    <a:pt x="2422" y="552"/>
                    <a:pt x="2415" y="552"/>
                  </a:cubicBezTo>
                  <a:cubicBezTo>
                    <a:pt x="2408" y="552"/>
                    <a:pt x="2402" y="558"/>
                    <a:pt x="2402" y="565"/>
                  </a:cubicBezTo>
                  <a:cubicBezTo>
                    <a:pt x="2402" y="572"/>
                    <a:pt x="2408" y="577"/>
                    <a:pt x="2415" y="577"/>
                  </a:cubicBezTo>
                  <a:close/>
                  <a:moveTo>
                    <a:pt x="2455" y="577"/>
                  </a:moveTo>
                  <a:cubicBezTo>
                    <a:pt x="2462" y="577"/>
                    <a:pt x="2467" y="572"/>
                    <a:pt x="2467" y="565"/>
                  </a:cubicBezTo>
                  <a:cubicBezTo>
                    <a:pt x="2467" y="558"/>
                    <a:pt x="2462" y="552"/>
                    <a:pt x="2455" y="552"/>
                  </a:cubicBezTo>
                  <a:cubicBezTo>
                    <a:pt x="2447" y="552"/>
                    <a:pt x="2442" y="558"/>
                    <a:pt x="2442" y="565"/>
                  </a:cubicBezTo>
                  <a:cubicBezTo>
                    <a:pt x="2442" y="572"/>
                    <a:pt x="2447" y="577"/>
                    <a:pt x="2455" y="577"/>
                  </a:cubicBezTo>
                  <a:close/>
                  <a:moveTo>
                    <a:pt x="2494" y="577"/>
                  </a:moveTo>
                  <a:cubicBezTo>
                    <a:pt x="2501" y="577"/>
                    <a:pt x="2507" y="572"/>
                    <a:pt x="2507" y="565"/>
                  </a:cubicBezTo>
                  <a:cubicBezTo>
                    <a:pt x="2507" y="558"/>
                    <a:pt x="2501" y="552"/>
                    <a:pt x="2494" y="552"/>
                  </a:cubicBezTo>
                  <a:cubicBezTo>
                    <a:pt x="2487" y="552"/>
                    <a:pt x="2481" y="558"/>
                    <a:pt x="2481" y="565"/>
                  </a:cubicBezTo>
                  <a:cubicBezTo>
                    <a:pt x="2481" y="572"/>
                    <a:pt x="2487" y="577"/>
                    <a:pt x="2494" y="577"/>
                  </a:cubicBezTo>
                  <a:close/>
                  <a:moveTo>
                    <a:pt x="2533" y="577"/>
                  </a:moveTo>
                  <a:cubicBezTo>
                    <a:pt x="2540" y="577"/>
                    <a:pt x="2546" y="572"/>
                    <a:pt x="2546" y="565"/>
                  </a:cubicBezTo>
                  <a:cubicBezTo>
                    <a:pt x="2546" y="558"/>
                    <a:pt x="2540" y="552"/>
                    <a:pt x="2533" y="552"/>
                  </a:cubicBezTo>
                  <a:cubicBezTo>
                    <a:pt x="2526" y="552"/>
                    <a:pt x="2521" y="558"/>
                    <a:pt x="2521" y="565"/>
                  </a:cubicBezTo>
                  <a:cubicBezTo>
                    <a:pt x="2521" y="572"/>
                    <a:pt x="2526" y="577"/>
                    <a:pt x="2533" y="577"/>
                  </a:cubicBezTo>
                  <a:close/>
                  <a:moveTo>
                    <a:pt x="2573" y="577"/>
                  </a:moveTo>
                  <a:cubicBezTo>
                    <a:pt x="2580" y="577"/>
                    <a:pt x="2586" y="572"/>
                    <a:pt x="2586" y="565"/>
                  </a:cubicBezTo>
                  <a:cubicBezTo>
                    <a:pt x="2586" y="558"/>
                    <a:pt x="2580" y="552"/>
                    <a:pt x="2573" y="552"/>
                  </a:cubicBezTo>
                  <a:cubicBezTo>
                    <a:pt x="2566" y="552"/>
                    <a:pt x="2560" y="558"/>
                    <a:pt x="2560" y="565"/>
                  </a:cubicBezTo>
                  <a:cubicBezTo>
                    <a:pt x="2560" y="572"/>
                    <a:pt x="2566" y="577"/>
                    <a:pt x="2573" y="577"/>
                  </a:cubicBezTo>
                  <a:close/>
                  <a:moveTo>
                    <a:pt x="2612" y="577"/>
                  </a:moveTo>
                  <a:cubicBezTo>
                    <a:pt x="2619" y="577"/>
                    <a:pt x="2625" y="572"/>
                    <a:pt x="2625" y="565"/>
                  </a:cubicBezTo>
                  <a:cubicBezTo>
                    <a:pt x="2625" y="558"/>
                    <a:pt x="2619" y="552"/>
                    <a:pt x="2612" y="552"/>
                  </a:cubicBezTo>
                  <a:cubicBezTo>
                    <a:pt x="2605" y="552"/>
                    <a:pt x="2599" y="558"/>
                    <a:pt x="2599" y="565"/>
                  </a:cubicBezTo>
                  <a:cubicBezTo>
                    <a:pt x="2599" y="572"/>
                    <a:pt x="2605" y="577"/>
                    <a:pt x="2612" y="577"/>
                  </a:cubicBezTo>
                  <a:close/>
                  <a:moveTo>
                    <a:pt x="2652" y="577"/>
                  </a:moveTo>
                  <a:cubicBezTo>
                    <a:pt x="2659" y="577"/>
                    <a:pt x="2664" y="572"/>
                    <a:pt x="2664" y="565"/>
                  </a:cubicBezTo>
                  <a:cubicBezTo>
                    <a:pt x="2664" y="558"/>
                    <a:pt x="2659" y="552"/>
                    <a:pt x="2652" y="552"/>
                  </a:cubicBezTo>
                  <a:cubicBezTo>
                    <a:pt x="2645" y="552"/>
                    <a:pt x="2639" y="558"/>
                    <a:pt x="2639" y="565"/>
                  </a:cubicBezTo>
                  <a:cubicBezTo>
                    <a:pt x="2639" y="572"/>
                    <a:pt x="2645" y="577"/>
                    <a:pt x="2652" y="577"/>
                  </a:cubicBezTo>
                  <a:close/>
                  <a:moveTo>
                    <a:pt x="2691" y="577"/>
                  </a:moveTo>
                  <a:cubicBezTo>
                    <a:pt x="2698" y="577"/>
                    <a:pt x="2704" y="572"/>
                    <a:pt x="2704" y="565"/>
                  </a:cubicBezTo>
                  <a:cubicBezTo>
                    <a:pt x="2704" y="558"/>
                    <a:pt x="2698" y="552"/>
                    <a:pt x="2691" y="552"/>
                  </a:cubicBezTo>
                  <a:cubicBezTo>
                    <a:pt x="2684" y="552"/>
                    <a:pt x="2678" y="558"/>
                    <a:pt x="2678" y="565"/>
                  </a:cubicBezTo>
                  <a:cubicBezTo>
                    <a:pt x="2678" y="572"/>
                    <a:pt x="2684" y="577"/>
                    <a:pt x="2691" y="577"/>
                  </a:cubicBezTo>
                  <a:close/>
                  <a:moveTo>
                    <a:pt x="2730" y="577"/>
                  </a:moveTo>
                  <a:cubicBezTo>
                    <a:pt x="2738" y="577"/>
                    <a:pt x="2743" y="572"/>
                    <a:pt x="2743" y="565"/>
                  </a:cubicBezTo>
                  <a:cubicBezTo>
                    <a:pt x="2743" y="558"/>
                    <a:pt x="2738" y="552"/>
                    <a:pt x="2730" y="552"/>
                  </a:cubicBezTo>
                  <a:cubicBezTo>
                    <a:pt x="2723" y="552"/>
                    <a:pt x="2718" y="558"/>
                    <a:pt x="2718" y="565"/>
                  </a:cubicBezTo>
                  <a:cubicBezTo>
                    <a:pt x="2718" y="572"/>
                    <a:pt x="2723" y="577"/>
                    <a:pt x="2730" y="577"/>
                  </a:cubicBezTo>
                  <a:close/>
                  <a:moveTo>
                    <a:pt x="2770" y="577"/>
                  </a:moveTo>
                  <a:cubicBezTo>
                    <a:pt x="2777" y="577"/>
                    <a:pt x="2783" y="572"/>
                    <a:pt x="2783" y="565"/>
                  </a:cubicBezTo>
                  <a:cubicBezTo>
                    <a:pt x="2783" y="558"/>
                    <a:pt x="2777" y="552"/>
                    <a:pt x="2770" y="552"/>
                  </a:cubicBezTo>
                  <a:cubicBezTo>
                    <a:pt x="2763" y="552"/>
                    <a:pt x="2757" y="558"/>
                    <a:pt x="2757" y="565"/>
                  </a:cubicBezTo>
                  <a:cubicBezTo>
                    <a:pt x="2757" y="572"/>
                    <a:pt x="2763" y="577"/>
                    <a:pt x="2770" y="577"/>
                  </a:cubicBezTo>
                  <a:close/>
                  <a:moveTo>
                    <a:pt x="2809" y="577"/>
                  </a:moveTo>
                  <a:cubicBezTo>
                    <a:pt x="2816" y="577"/>
                    <a:pt x="2822" y="572"/>
                    <a:pt x="2822" y="565"/>
                  </a:cubicBezTo>
                  <a:cubicBezTo>
                    <a:pt x="2822" y="558"/>
                    <a:pt x="2816" y="552"/>
                    <a:pt x="2809" y="552"/>
                  </a:cubicBezTo>
                  <a:cubicBezTo>
                    <a:pt x="2802" y="552"/>
                    <a:pt x="2797" y="558"/>
                    <a:pt x="2797" y="565"/>
                  </a:cubicBezTo>
                  <a:cubicBezTo>
                    <a:pt x="2797" y="572"/>
                    <a:pt x="2802" y="577"/>
                    <a:pt x="2809" y="577"/>
                  </a:cubicBezTo>
                  <a:close/>
                  <a:moveTo>
                    <a:pt x="2849" y="577"/>
                  </a:moveTo>
                  <a:cubicBezTo>
                    <a:pt x="2856" y="577"/>
                    <a:pt x="2861" y="572"/>
                    <a:pt x="2861" y="565"/>
                  </a:cubicBezTo>
                  <a:cubicBezTo>
                    <a:pt x="2861" y="558"/>
                    <a:pt x="2856" y="552"/>
                    <a:pt x="2849" y="552"/>
                  </a:cubicBezTo>
                  <a:cubicBezTo>
                    <a:pt x="2842" y="552"/>
                    <a:pt x="2836" y="558"/>
                    <a:pt x="2836" y="565"/>
                  </a:cubicBezTo>
                  <a:cubicBezTo>
                    <a:pt x="2836" y="572"/>
                    <a:pt x="2842" y="577"/>
                    <a:pt x="2849" y="577"/>
                  </a:cubicBezTo>
                  <a:close/>
                  <a:moveTo>
                    <a:pt x="2888" y="577"/>
                  </a:moveTo>
                  <a:cubicBezTo>
                    <a:pt x="2895" y="577"/>
                    <a:pt x="2901" y="572"/>
                    <a:pt x="2901" y="565"/>
                  </a:cubicBezTo>
                  <a:cubicBezTo>
                    <a:pt x="2901" y="558"/>
                    <a:pt x="2895" y="552"/>
                    <a:pt x="2888" y="552"/>
                  </a:cubicBezTo>
                  <a:cubicBezTo>
                    <a:pt x="2881" y="552"/>
                    <a:pt x="2875" y="558"/>
                    <a:pt x="2875" y="565"/>
                  </a:cubicBezTo>
                  <a:cubicBezTo>
                    <a:pt x="2875" y="572"/>
                    <a:pt x="2881" y="577"/>
                    <a:pt x="2888" y="577"/>
                  </a:cubicBezTo>
                  <a:close/>
                  <a:moveTo>
                    <a:pt x="2928" y="577"/>
                  </a:moveTo>
                  <a:cubicBezTo>
                    <a:pt x="2935" y="577"/>
                    <a:pt x="2940" y="572"/>
                    <a:pt x="2940" y="565"/>
                  </a:cubicBezTo>
                  <a:cubicBezTo>
                    <a:pt x="2940" y="558"/>
                    <a:pt x="2935" y="552"/>
                    <a:pt x="2928" y="552"/>
                  </a:cubicBezTo>
                  <a:cubicBezTo>
                    <a:pt x="2921" y="552"/>
                    <a:pt x="2915" y="558"/>
                    <a:pt x="2915" y="565"/>
                  </a:cubicBezTo>
                  <a:cubicBezTo>
                    <a:pt x="2915" y="572"/>
                    <a:pt x="2921" y="577"/>
                    <a:pt x="2928" y="577"/>
                  </a:cubicBezTo>
                  <a:close/>
                  <a:moveTo>
                    <a:pt x="2967" y="577"/>
                  </a:moveTo>
                  <a:cubicBezTo>
                    <a:pt x="2974" y="577"/>
                    <a:pt x="2980" y="572"/>
                    <a:pt x="2980" y="565"/>
                  </a:cubicBezTo>
                  <a:cubicBezTo>
                    <a:pt x="2980" y="558"/>
                    <a:pt x="2974" y="552"/>
                    <a:pt x="2967" y="552"/>
                  </a:cubicBezTo>
                  <a:cubicBezTo>
                    <a:pt x="2960" y="552"/>
                    <a:pt x="2954" y="558"/>
                    <a:pt x="2954" y="565"/>
                  </a:cubicBezTo>
                  <a:cubicBezTo>
                    <a:pt x="2954" y="572"/>
                    <a:pt x="2960" y="577"/>
                    <a:pt x="2967" y="577"/>
                  </a:cubicBezTo>
                  <a:close/>
                  <a:moveTo>
                    <a:pt x="3006" y="577"/>
                  </a:moveTo>
                  <a:cubicBezTo>
                    <a:pt x="3013" y="577"/>
                    <a:pt x="3019" y="572"/>
                    <a:pt x="3019" y="565"/>
                  </a:cubicBezTo>
                  <a:cubicBezTo>
                    <a:pt x="3019" y="558"/>
                    <a:pt x="3013" y="552"/>
                    <a:pt x="3006" y="552"/>
                  </a:cubicBezTo>
                  <a:cubicBezTo>
                    <a:pt x="2999" y="552"/>
                    <a:pt x="2994" y="558"/>
                    <a:pt x="2994" y="565"/>
                  </a:cubicBezTo>
                  <a:cubicBezTo>
                    <a:pt x="2994" y="572"/>
                    <a:pt x="2999" y="577"/>
                    <a:pt x="3006" y="577"/>
                  </a:cubicBezTo>
                  <a:close/>
                  <a:moveTo>
                    <a:pt x="3046" y="577"/>
                  </a:moveTo>
                  <a:cubicBezTo>
                    <a:pt x="3053" y="577"/>
                    <a:pt x="3059" y="572"/>
                    <a:pt x="3059" y="565"/>
                  </a:cubicBezTo>
                  <a:cubicBezTo>
                    <a:pt x="3059" y="558"/>
                    <a:pt x="3053" y="552"/>
                    <a:pt x="3046" y="552"/>
                  </a:cubicBezTo>
                  <a:cubicBezTo>
                    <a:pt x="3039" y="552"/>
                    <a:pt x="3033" y="558"/>
                    <a:pt x="3033" y="565"/>
                  </a:cubicBezTo>
                  <a:cubicBezTo>
                    <a:pt x="3033" y="572"/>
                    <a:pt x="3039" y="577"/>
                    <a:pt x="3046" y="577"/>
                  </a:cubicBezTo>
                  <a:close/>
                  <a:moveTo>
                    <a:pt x="3085" y="577"/>
                  </a:moveTo>
                  <a:cubicBezTo>
                    <a:pt x="3092" y="577"/>
                    <a:pt x="3098" y="572"/>
                    <a:pt x="3098" y="565"/>
                  </a:cubicBezTo>
                  <a:cubicBezTo>
                    <a:pt x="3098" y="558"/>
                    <a:pt x="3092" y="552"/>
                    <a:pt x="3085" y="552"/>
                  </a:cubicBezTo>
                  <a:cubicBezTo>
                    <a:pt x="3078" y="552"/>
                    <a:pt x="3073" y="558"/>
                    <a:pt x="3073" y="565"/>
                  </a:cubicBezTo>
                  <a:cubicBezTo>
                    <a:pt x="3073" y="572"/>
                    <a:pt x="3078" y="577"/>
                    <a:pt x="3085" y="577"/>
                  </a:cubicBezTo>
                  <a:close/>
                  <a:moveTo>
                    <a:pt x="3282" y="554"/>
                  </a:moveTo>
                  <a:cubicBezTo>
                    <a:pt x="3276" y="554"/>
                    <a:pt x="3272" y="559"/>
                    <a:pt x="3272" y="565"/>
                  </a:cubicBezTo>
                  <a:cubicBezTo>
                    <a:pt x="3272" y="571"/>
                    <a:pt x="3276" y="575"/>
                    <a:pt x="3282" y="575"/>
                  </a:cubicBezTo>
                  <a:cubicBezTo>
                    <a:pt x="3288" y="575"/>
                    <a:pt x="3293" y="571"/>
                    <a:pt x="3293" y="565"/>
                  </a:cubicBezTo>
                  <a:cubicBezTo>
                    <a:pt x="3293" y="559"/>
                    <a:pt x="3288" y="554"/>
                    <a:pt x="3282" y="554"/>
                  </a:cubicBezTo>
                  <a:close/>
                  <a:moveTo>
                    <a:pt x="444" y="617"/>
                  </a:moveTo>
                  <a:cubicBezTo>
                    <a:pt x="451" y="617"/>
                    <a:pt x="457" y="611"/>
                    <a:pt x="457" y="604"/>
                  </a:cubicBezTo>
                  <a:cubicBezTo>
                    <a:pt x="457" y="597"/>
                    <a:pt x="451" y="591"/>
                    <a:pt x="444" y="591"/>
                  </a:cubicBezTo>
                  <a:cubicBezTo>
                    <a:pt x="437" y="591"/>
                    <a:pt x="431" y="597"/>
                    <a:pt x="431" y="604"/>
                  </a:cubicBezTo>
                  <a:cubicBezTo>
                    <a:pt x="431" y="611"/>
                    <a:pt x="437" y="617"/>
                    <a:pt x="444" y="617"/>
                  </a:cubicBezTo>
                  <a:close/>
                  <a:moveTo>
                    <a:pt x="483" y="617"/>
                  </a:moveTo>
                  <a:cubicBezTo>
                    <a:pt x="490" y="617"/>
                    <a:pt x="496" y="611"/>
                    <a:pt x="496" y="604"/>
                  </a:cubicBezTo>
                  <a:cubicBezTo>
                    <a:pt x="496" y="597"/>
                    <a:pt x="490" y="591"/>
                    <a:pt x="483" y="591"/>
                  </a:cubicBezTo>
                  <a:cubicBezTo>
                    <a:pt x="476" y="591"/>
                    <a:pt x="471" y="597"/>
                    <a:pt x="471" y="604"/>
                  </a:cubicBezTo>
                  <a:cubicBezTo>
                    <a:pt x="471" y="611"/>
                    <a:pt x="476" y="617"/>
                    <a:pt x="483" y="617"/>
                  </a:cubicBezTo>
                  <a:close/>
                  <a:moveTo>
                    <a:pt x="523" y="617"/>
                  </a:moveTo>
                  <a:cubicBezTo>
                    <a:pt x="530" y="617"/>
                    <a:pt x="535" y="611"/>
                    <a:pt x="535" y="604"/>
                  </a:cubicBezTo>
                  <a:cubicBezTo>
                    <a:pt x="535" y="597"/>
                    <a:pt x="530" y="591"/>
                    <a:pt x="523" y="591"/>
                  </a:cubicBezTo>
                  <a:cubicBezTo>
                    <a:pt x="516" y="591"/>
                    <a:pt x="510" y="597"/>
                    <a:pt x="510" y="604"/>
                  </a:cubicBezTo>
                  <a:cubicBezTo>
                    <a:pt x="510" y="611"/>
                    <a:pt x="516" y="617"/>
                    <a:pt x="523" y="617"/>
                  </a:cubicBezTo>
                  <a:close/>
                  <a:moveTo>
                    <a:pt x="562" y="617"/>
                  </a:moveTo>
                  <a:cubicBezTo>
                    <a:pt x="569" y="617"/>
                    <a:pt x="575" y="611"/>
                    <a:pt x="575" y="604"/>
                  </a:cubicBezTo>
                  <a:cubicBezTo>
                    <a:pt x="575" y="597"/>
                    <a:pt x="569" y="591"/>
                    <a:pt x="562" y="591"/>
                  </a:cubicBezTo>
                  <a:cubicBezTo>
                    <a:pt x="555" y="591"/>
                    <a:pt x="549" y="597"/>
                    <a:pt x="549" y="604"/>
                  </a:cubicBezTo>
                  <a:cubicBezTo>
                    <a:pt x="549" y="611"/>
                    <a:pt x="555" y="617"/>
                    <a:pt x="562" y="617"/>
                  </a:cubicBezTo>
                  <a:close/>
                  <a:moveTo>
                    <a:pt x="602" y="617"/>
                  </a:moveTo>
                  <a:cubicBezTo>
                    <a:pt x="609" y="617"/>
                    <a:pt x="614" y="611"/>
                    <a:pt x="614" y="604"/>
                  </a:cubicBezTo>
                  <a:cubicBezTo>
                    <a:pt x="614" y="597"/>
                    <a:pt x="609" y="591"/>
                    <a:pt x="602" y="591"/>
                  </a:cubicBezTo>
                  <a:cubicBezTo>
                    <a:pt x="595" y="591"/>
                    <a:pt x="589" y="597"/>
                    <a:pt x="589" y="604"/>
                  </a:cubicBezTo>
                  <a:cubicBezTo>
                    <a:pt x="589" y="611"/>
                    <a:pt x="595" y="617"/>
                    <a:pt x="602" y="617"/>
                  </a:cubicBezTo>
                  <a:close/>
                  <a:moveTo>
                    <a:pt x="641" y="617"/>
                  </a:moveTo>
                  <a:cubicBezTo>
                    <a:pt x="648" y="617"/>
                    <a:pt x="654" y="611"/>
                    <a:pt x="654" y="604"/>
                  </a:cubicBezTo>
                  <a:cubicBezTo>
                    <a:pt x="654" y="597"/>
                    <a:pt x="648" y="591"/>
                    <a:pt x="641" y="591"/>
                  </a:cubicBezTo>
                  <a:cubicBezTo>
                    <a:pt x="634" y="591"/>
                    <a:pt x="628" y="597"/>
                    <a:pt x="628" y="604"/>
                  </a:cubicBezTo>
                  <a:cubicBezTo>
                    <a:pt x="628" y="611"/>
                    <a:pt x="634" y="617"/>
                    <a:pt x="641" y="617"/>
                  </a:cubicBezTo>
                  <a:close/>
                  <a:moveTo>
                    <a:pt x="680" y="617"/>
                  </a:moveTo>
                  <a:cubicBezTo>
                    <a:pt x="687" y="617"/>
                    <a:pt x="693" y="611"/>
                    <a:pt x="693" y="604"/>
                  </a:cubicBezTo>
                  <a:cubicBezTo>
                    <a:pt x="693" y="597"/>
                    <a:pt x="687" y="591"/>
                    <a:pt x="680" y="591"/>
                  </a:cubicBezTo>
                  <a:cubicBezTo>
                    <a:pt x="673" y="591"/>
                    <a:pt x="668" y="597"/>
                    <a:pt x="668" y="604"/>
                  </a:cubicBezTo>
                  <a:cubicBezTo>
                    <a:pt x="668" y="611"/>
                    <a:pt x="673" y="617"/>
                    <a:pt x="680" y="617"/>
                  </a:cubicBezTo>
                  <a:close/>
                  <a:moveTo>
                    <a:pt x="720" y="617"/>
                  </a:moveTo>
                  <a:cubicBezTo>
                    <a:pt x="727" y="617"/>
                    <a:pt x="733" y="611"/>
                    <a:pt x="733" y="604"/>
                  </a:cubicBezTo>
                  <a:cubicBezTo>
                    <a:pt x="733" y="597"/>
                    <a:pt x="727" y="591"/>
                    <a:pt x="720" y="591"/>
                  </a:cubicBezTo>
                  <a:cubicBezTo>
                    <a:pt x="713" y="591"/>
                    <a:pt x="707" y="597"/>
                    <a:pt x="707" y="604"/>
                  </a:cubicBezTo>
                  <a:cubicBezTo>
                    <a:pt x="707" y="611"/>
                    <a:pt x="713" y="617"/>
                    <a:pt x="720" y="617"/>
                  </a:cubicBezTo>
                  <a:close/>
                  <a:moveTo>
                    <a:pt x="759" y="617"/>
                  </a:moveTo>
                  <a:cubicBezTo>
                    <a:pt x="766" y="617"/>
                    <a:pt x="772" y="611"/>
                    <a:pt x="772" y="604"/>
                  </a:cubicBezTo>
                  <a:cubicBezTo>
                    <a:pt x="772" y="597"/>
                    <a:pt x="766" y="591"/>
                    <a:pt x="759" y="591"/>
                  </a:cubicBezTo>
                  <a:cubicBezTo>
                    <a:pt x="752" y="591"/>
                    <a:pt x="747" y="597"/>
                    <a:pt x="747" y="604"/>
                  </a:cubicBezTo>
                  <a:cubicBezTo>
                    <a:pt x="747" y="611"/>
                    <a:pt x="752" y="617"/>
                    <a:pt x="759" y="617"/>
                  </a:cubicBezTo>
                  <a:close/>
                  <a:moveTo>
                    <a:pt x="838" y="617"/>
                  </a:moveTo>
                  <a:cubicBezTo>
                    <a:pt x="845" y="617"/>
                    <a:pt x="851" y="611"/>
                    <a:pt x="851" y="604"/>
                  </a:cubicBezTo>
                  <a:cubicBezTo>
                    <a:pt x="851" y="597"/>
                    <a:pt x="845" y="591"/>
                    <a:pt x="838" y="591"/>
                  </a:cubicBezTo>
                  <a:cubicBezTo>
                    <a:pt x="831" y="591"/>
                    <a:pt x="825" y="597"/>
                    <a:pt x="825" y="604"/>
                  </a:cubicBezTo>
                  <a:cubicBezTo>
                    <a:pt x="825" y="611"/>
                    <a:pt x="831" y="617"/>
                    <a:pt x="838" y="617"/>
                  </a:cubicBezTo>
                  <a:close/>
                  <a:moveTo>
                    <a:pt x="878" y="617"/>
                  </a:moveTo>
                  <a:cubicBezTo>
                    <a:pt x="885" y="617"/>
                    <a:pt x="890" y="611"/>
                    <a:pt x="890" y="604"/>
                  </a:cubicBezTo>
                  <a:cubicBezTo>
                    <a:pt x="890" y="597"/>
                    <a:pt x="885" y="591"/>
                    <a:pt x="878" y="591"/>
                  </a:cubicBezTo>
                  <a:cubicBezTo>
                    <a:pt x="871" y="591"/>
                    <a:pt x="865" y="597"/>
                    <a:pt x="865" y="604"/>
                  </a:cubicBezTo>
                  <a:cubicBezTo>
                    <a:pt x="865" y="611"/>
                    <a:pt x="871" y="617"/>
                    <a:pt x="878" y="617"/>
                  </a:cubicBezTo>
                  <a:close/>
                  <a:moveTo>
                    <a:pt x="917" y="617"/>
                  </a:moveTo>
                  <a:cubicBezTo>
                    <a:pt x="924" y="617"/>
                    <a:pt x="930" y="611"/>
                    <a:pt x="930" y="604"/>
                  </a:cubicBezTo>
                  <a:cubicBezTo>
                    <a:pt x="930" y="597"/>
                    <a:pt x="924" y="591"/>
                    <a:pt x="917" y="591"/>
                  </a:cubicBezTo>
                  <a:cubicBezTo>
                    <a:pt x="910" y="591"/>
                    <a:pt x="904" y="597"/>
                    <a:pt x="904" y="604"/>
                  </a:cubicBezTo>
                  <a:cubicBezTo>
                    <a:pt x="904" y="611"/>
                    <a:pt x="910" y="617"/>
                    <a:pt x="917" y="617"/>
                  </a:cubicBezTo>
                  <a:close/>
                  <a:moveTo>
                    <a:pt x="956" y="617"/>
                  </a:moveTo>
                  <a:cubicBezTo>
                    <a:pt x="963" y="617"/>
                    <a:pt x="969" y="611"/>
                    <a:pt x="969" y="604"/>
                  </a:cubicBezTo>
                  <a:cubicBezTo>
                    <a:pt x="969" y="597"/>
                    <a:pt x="963" y="591"/>
                    <a:pt x="956" y="591"/>
                  </a:cubicBezTo>
                  <a:cubicBezTo>
                    <a:pt x="949" y="591"/>
                    <a:pt x="944" y="597"/>
                    <a:pt x="944" y="604"/>
                  </a:cubicBezTo>
                  <a:cubicBezTo>
                    <a:pt x="944" y="611"/>
                    <a:pt x="949" y="617"/>
                    <a:pt x="956" y="617"/>
                  </a:cubicBezTo>
                  <a:close/>
                  <a:moveTo>
                    <a:pt x="996" y="617"/>
                  </a:moveTo>
                  <a:cubicBezTo>
                    <a:pt x="1003" y="617"/>
                    <a:pt x="1009" y="611"/>
                    <a:pt x="1009" y="604"/>
                  </a:cubicBezTo>
                  <a:cubicBezTo>
                    <a:pt x="1009" y="597"/>
                    <a:pt x="1003" y="591"/>
                    <a:pt x="996" y="591"/>
                  </a:cubicBezTo>
                  <a:cubicBezTo>
                    <a:pt x="989" y="591"/>
                    <a:pt x="983" y="597"/>
                    <a:pt x="983" y="604"/>
                  </a:cubicBezTo>
                  <a:cubicBezTo>
                    <a:pt x="983" y="611"/>
                    <a:pt x="989" y="617"/>
                    <a:pt x="996" y="617"/>
                  </a:cubicBezTo>
                  <a:close/>
                  <a:moveTo>
                    <a:pt x="1035" y="595"/>
                  </a:moveTo>
                  <a:cubicBezTo>
                    <a:pt x="1030" y="595"/>
                    <a:pt x="1026" y="599"/>
                    <a:pt x="1026" y="604"/>
                  </a:cubicBezTo>
                  <a:cubicBezTo>
                    <a:pt x="1026" y="609"/>
                    <a:pt x="1030" y="613"/>
                    <a:pt x="1035" y="613"/>
                  </a:cubicBezTo>
                  <a:cubicBezTo>
                    <a:pt x="1040" y="613"/>
                    <a:pt x="1045" y="609"/>
                    <a:pt x="1045" y="604"/>
                  </a:cubicBezTo>
                  <a:cubicBezTo>
                    <a:pt x="1045" y="599"/>
                    <a:pt x="1040" y="595"/>
                    <a:pt x="1035" y="595"/>
                  </a:cubicBezTo>
                  <a:close/>
                  <a:moveTo>
                    <a:pt x="1101" y="604"/>
                  </a:moveTo>
                  <a:cubicBezTo>
                    <a:pt x="1101" y="611"/>
                    <a:pt x="1107" y="617"/>
                    <a:pt x="1114" y="617"/>
                  </a:cubicBezTo>
                  <a:cubicBezTo>
                    <a:pt x="1121" y="617"/>
                    <a:pt x="1127" y="611"/>
                    <a:pt x="1127" y="604"/>
                  </a:cubicBezTo>
                  <a:cubicBezTo>
                    <a:pt x="1127" y="597"/>
                    <a:pt x="1121" y="591"/>
                    <a:pt x="1114" y="591"/>
                  </a:cubicBezTo>
                  <a:cubicBezTo>
                    <a:pt x="1107" y="591"/>
                    <a:pt x="1101" y="597"/>
                    <a:pt x="1101" y="604"/>
                  </a:cubicBezTo>
                  <a:close/>
                  <a:moveTo>
                    <a:pt x="1144" y="604"/>
                  </a:moveTo>
                  <a:cubicBezTo>
                    <a:pt x="1144" y="609"/>
                    <a:pt x="1148" y="613"/>
                    <a:pt x="1154" y="613"/>
                  </a:cubicBezTo>
                  <a:cubicBezTo>
                    <a:pt x="1159" y="613"/>
                    <a:pt x="1163" y="609"/>
                    <a:pt x="1163" y="604"/>
                  </a:cubicBezTo>
                  <a:cubicBezTo>
                    <a:pt x="1163" y="599"/>
                    <a:pt x="1159" y="595"/>
                    <a:pt x="1154" y="595"/>
                  </a:cubicBezTo>
                  <a:cubicBezTo>
                    <a:pt x="1148" y="595"/>
                    <a:pt x="1144" y="599"/>
                    <a:pt x="1144" y="604"/>
                  </a:cubicBezTo>
                  <a:close/>
                  <a:moveTo>
                    <a:pt x="1666" y="591"/>
                  </a:moveTo>
                  <a:cubicBezTo>
                    <a:pt x="1659" y="591"/>
                    <a:pt x="1653" y="597"/>
                    <a:pt x="1653" y="604"/>
                  </a:cubicBezTo>
                  <a:cubicBezTo>
                    <a:pt x="1653" y="611"/>
                    <a:pt x="1659" y="617"/>
                    <a:pt x="1666" y="617"/>
                  </a:cubicBezTo>
                  <a:cubicBezTo>
                    <a:pt x="1673" y="617"/>
                    <a:pt x="1679" y="611"/>
                    <a:pt x="1679" y="604"/>
                  </a:cubicBezTo>
                  <a:cubicBezTo>
                    <a:pt x="1679" y="597"/>
                    <a:pt x="1673" y="591"/>
                    <a:pt x="1666" y="591"/>
                  </a:cubicBezTo>
                  <a:close/>
                  <a:moveTo>
                    <a:pt x="1705" y="617"/>
                  </a:moveTo>
                  <a:cubicBezTo>
                    <a:pt x="1712" y="617"/>
                    <a:pt x="1718" y="611"/>
                    <a:pt x="1718" y="604"/>
                  </a:cubicBezTo>
                  <a:cubicBezTo>
                    <a:pt x="1718" y="597"/>
                    <a:pt x="1712" y="591"/>
                    <a:pt x="1705" y="591"/>
                  </a:cubicBezTo>
                  <a:cubicBezTo>
                    <a:pt x="1698" y="591"/>
                    <a:pt x="1693" y="597"/>
                    <a:pt x="1693" y="604"/>
                  </a:cubicBezTo>
                  <a:cubicBezTo>
                    <a:pt x="1693" y="611"/>
                    <a:pt x="1698" y="617"/>
                    <a:pt x="1705" y="617"/>
                  </a:cubicBezTo>
                  <a:close/>
                  <a:moveTo>
                    <a:pt x="1745" y="617"/>
                  </a:moveTo>
                  <a:cubicBezTo>
                    <a:pt x="1752" y="617"/>
                    <a:pt x="1758" y="611"/>
                    <a:pt x="1758" y="604"/>
                  </a:cubicBezTo>
                  <a:cubicBezTo>
                    <a:pt x="1758" y="597"/>
                    <a:pt x="1752" y="591"/>
                    <a:pt x="1745" y="591"/>
                  </a:cubicBezTo>
                  <a:cubicBezTo>
                    <a:pt x="1738" y="591"/>
                    <a:pt x="1732" y="597"/>
                    <a:pt x="1732" y="604"/>
                  </a:cubicBezTo>
                  <a:cubicBezTo>
                    <a:pt x="1732" y="611"/>
                    <a:pt x="1738" y="617"/>
                    <a:pt x="1745" y="617"/>
                  </a:cubicBezTo>
                  <a:close/>
                  <a:moveTo>
                    <a:pt x="1784" y="617"/>
                  </a:moveTo>
                  <a:cubicBezTo>
                    <a:pt x="1791" y="617"/>
                    <a:pt x="1797" y="611"/>
                    <a:pt x="1797" y="604"/>
                  </a:cubicBezTo>
                  <a:cubicBezTo>
                    <a:pt x="1797" y="597"/>
                    <a:pt x="1791" y="591"/>
                    <a:pt x="1784" y="591"/>
                  </a:cubicBezTo>
                  <a:cubicBezTo>
                    <a:pt x="1777" y="591"/>
                    <a:pt x="1772" y="597"/>
                    <a:pt x="1772" y="604"/>
                  </a:cubicBezTo>
                  <a:cubicBezTo>
                    <a:pt x="1772" y="611"/>
                    <a:pt x="1777" y="617"/>
                    <a:pt x="1784" y="617"/>
                  </a:cubicBezTo>
                  <a:close/>
                  <a:moveTo>
                    <a:pt x="1824" y="617"/>
                  </a:moveTo>
                  <a:cubicBezTo>
                    <a:pt x="1831" y="617"/>
                    <a:pt x="1836" y="611"/>
                    <a:pt x="1836" y="604"/>
                  </a:cubicBezTo>
                  <a:cubicBezTo>
                    <a:pt x="1836" y="597"/>
                    <a:pt x="1831" y="591"/>
                    <a:pt x="1824" y="591"/>
                  </a:cubicBezTo>
                  <a:cubicBezTo>
                    <a:pt x="1817" y="591"/>
                    <a:pt x="1811" y="597"/>
                    <a:pt x="1811" y="604"/>
                  </a:cubicBezTo>
                  <a:cubicBezTo>
                    <a:pt x="1811" y="611"/>
                    <a:pt x="1817" y="617"/>
                    <a:pt x="1824" y="617"/>
                  </a:cubicBezTo>
                  <a:close/>
                  <a:moveTo>
                    <a:pt x="1863" y="617"/>
                  </a:moveTo>
                  <a:cubicBezTo>
                    <a:pt x="1870" y="617"/>
                    <a:pt x="1876" y="611"/>
                    <a:pt x="1876" y="604"/>
                  </a:cubicBezTo>
                  <a:cubicBezTo>
                    <a:pt x="1876" y="597"/>
                    <a:pt x="1870" y="591"/>
                    <a:pt x="1863" y="591"/>
                  </a:cubicBezTo>
                  <a:cubicBezTo>
                    <a:pt x="1856" y="591"/>
                    <a:pt x="1850" y="597"/>
                    <a:pt x="1850" y="604"/>
                  </a:cubicBezTo>
                  <a:cubicBezTo>
                    <a:pt x="1850" y="611"/>
                    <a:pt x="1856" y="617"/>
                    <a:pt x="1863" y="617"/>
                  </a:cubicBezTo>
                  <a:close/>
                  <a:moveTo>
                    <a:pt x="1903" y="617"/>
                  </a:moveTo>
                  <a:cubicBezTo>
                    <a:pt x="1910" y="617"/>
                    <a:pt x="1915" y="611"/>
                    <a:pt x="1915" y="604"/>
                  </a:cubicBezTo>
                  <a:cubicBezTo>
                    <a:pt x="1915" y="597"/>
                    <a:pt x="1910" y="591"/>
                    <a:pt x="1903" y="591"/>
                  </a:cubicBezTo>
                  <a:cubicBezTo>
                    <a:pt x="1896" y="591"/>
                    <a:pt x="1890" y="597"/>
                    <a:pt x="1890" y="604"/>
                  </a:cubicBezTo>
                  <a:cubicBezTo>
                    <a:pt x="1890" y="611"/>
                    <a:pt x="1896" y="617"/>
                    <a:pt x="1903" y="617"/>
                  </a:cubicBezTo>
                  <a:close/>
                  <a:moveTo>
                    <a:pt x="1942" y="617"/>
                  </a:moveTo>
                  <a:cubicBezTo>
                    <a:pt x="1949" y="617"/>
                    <a:pt x="1955" y="611"/>
                    <a:pt x="1955" y="604"/>
                  </a:cubicBezTo>
                  <a:cubicBezTo>
                    <a:pt x="1955" y="597"/>
                    <a:pt x="1949" y="591"/>
                    <a:pt x="1942" y="591"/>
                  </a:cubicBezTo>
                  <a:cubicBezTo>
                    <a:pt x="1935" y="591"/>
                    <a:pt x="1929" y="597"/>
                    <a:pt x="1929" y="604"/>
                  </a:cubicBezTo>
                  <a:cubicBezTo>
                    <a:pt x="1929" y="611"/>
                    <a:pt x="1935" y="617"/>
                    <a:pt x="1942" y="617"/>
                  </a:cubicBezTo>
                  <a:close/>
                  <a:moveTo>
                    <a:pt x="1981" y="617"/>
                  </a:moveTo>
                  <a:cubicBezTo>
                    <a:pt x="1988" y="617"/>
                    <a:pt x="1994" y="611"/>
                    <a:pt x="1994" y="604"/>
                  </a:cubicBezTo>
                  <a:cubicBezTo>
                    <a:pt x="1994" y="597"/>
                    <a:pt x="1988" y="591"/>
                    <a:pt x="1981" y="591"/>
                  </a:cubicBezTo>
                  <a:cubicBezTo>
                    <a:pt x="1974" y="591"/>
                    <a:pt x="1969" y="597"/>
                    <a:pt x="1969" y="604"/>
                  </a:cubicBezTo>
                  <a:cubicBezTo>
                    <a:pt x="1969" y="611"/>
                    <a:pt x="1974" y="617"/>
                    <a:pt x="1981" y="617"/>
                  </a:cubicBezTo>
                  <a:close/>
                  <a:moveTo>
                    <a:pt x="2021" y="617"/>
                  </a:moveTo>
                  <a:cubicBezTo>
                    <a:pt x="2028" y="617"/>
                    <a:pt x="2034" y="611"/>
                    <a:pt x="2034" y="604"/>
                  </a:cubicBezTo>
                  <a:cubicBezTo>
                    <a:pt x="2034" y="597"/>
                    <a:pt x="2028" y="591"/>
                    <a:pt x="2021" y="591"/>
                  </a:cubicBezTo>
                  <a:cubicBezTo>
                    <a:pt x="2014" y="591"/>
                    <a:pt x="2008" y="597"/>
                    <a:pt x="2008" y="604"/>
                  </a:cubicBezTo>
                  <a:cubicBezTo>
                    <a:pt x="2008" y="611"/>
                    <a:pt x="2014" y="617"/>
                    <a:pt x="2021" y="617"/>
                  </a:cubicBezTo>
                  <a:close/>
                  <a:moveTo>
                    <a:pt x="2060" y="617"/>
                  </a:moveTo>
                  <a:cubicBezTo>
                    <a:pt x="2067" y="617"/>
                    <a:pt x="2073" y="611"/>
                    <a:pt x="2073" y="604"/>
                  </a:cubicBezTo>
                  <a:cubicBezTo>
                    <a:pt x="2073" y="597"/>
                    <a:pt x="2067" y="591"/>
                    <a:pt x="2060" y="591"/>
                  </a:cubicBezTo>
                  <a:cubicBezTo>
                    <a:pt x="2053" y="591"/>
                    <a:pt x="2048" y="597"/>
                    <a:pt x="2048" y="604"/>
                  </a:cubicBezTo>
                  <a:cubicBezTo>
                    <a:pt x="2048" y="611"/>
                    <a:pt x="2053" y="617"/>
                    <a:pt x="2060" y="617"/>
                  </a:cubicBezTo>
                  <a:close/>
                  <a:moveTo>
                    <a:pt x="2100" y="617"/>
                  </a:moveTo>
                  <a:cubicBezTo>
                    <a:pt x="2107" y="617"/>
                    <a:pt x="2112" y="611"/>
                    <a:pt x="2112" y="604"/>
                  </a:cubicBezTo>
                  <a:cubicBezTo>
                    <a:pt x="2112" y="597"/>
                    <a:pt x="2107" y="591"/>
                    <a:pt x="2100" y="591"/>
                  </a:cubicBezTo>
                  <a:cubicBezTo>
                    <a:pt x="2093" y="591"/>
                    <a:pt x="2087" y="597"/>
                    <a:pt x="2087" y="604"/>
                  </a:cubicBezTo>
                  <a:cubicBezTo>
                    <a:pt x="2087" y="611"/>
                    <a:pt x="2093" y="617"/>
                    <a:pt x="2100" y="617"/>
                  </a:cubicBezTo>
                  <a:close/>
                  <a:moveTo>
                    <a:pt x="2139" y="617"/>
                  </a:moveTo>
                  <a:cubicBezTo>
                    <a:pt x="2146" y="617"/>
                    <a:pt x="2152" y="611"/>
                    <a:pt x="2152" y="604"/>
                  </a:cubicBezTo>
                  <a:cubicBezTo>
                    <a:pt x="2152" y="597"/>
                    <a:pt x="2146" y="591"/>
                    <a:pt x="2139" y="591"/>
                  </a:cubicBezTo>
                  <a:cubicBezTo>
                    <a:pt x="2132" y="591"/>
                    <a:pt x="2126" y="597"/>
                    <a:pt x="2126" y="604"/>
                  </a:cubicBezTo>
                  <a:cubicBezTo>
                    <a:pt x="2126" y="611"/>
                    <a:pt x="2132" y="617"/>
                    <a:pt x="2139" y="617"/>
                  </a:cubicBezTo>
                  <a:close/>
                  <a:moveTo>
                    <a:pt x="2179" y="617"/>
                  </a:moveTo>
                  <a:cubicBezTo>
                    <a:pt x="2186" y="617"/>
                    <a:pt x="2191" y="611"/>
                    <a:pt x="2191" y="604"/>
                  </a:cubicBezTo>
                  <a:cubicBezTo>
                    <a:pt x="2191" y="597"/>
                    <a:pt x="2186" y="591"/>
                    <a:pt x="2179" y="591"/>
                  </a:cubicBezTo>
                  <a:cubicBezTo>
                    <a:pt x="2171" y="591"/>
                    <a:pt x="2166" y="597"/>
                    <a:pt x="2166" y="604"/>
                  </a:cubicBezTo>
                  <a:cubicBezTo>
                    <a:pt x="2166" y="611"/>
                    <a:pt x="2171" y="617"/>
                    <a:pt x="2179" y="617"/>
                  </a:cubicBezTo>
                  <a:close/>
                  <a:moveTo>
                    <a:pt x="2218" y="617"/>
                  </a:moveTo>
                  <a:cubicBezTo>
                    <a:pt x="2225" y="617"/>
                    <a:pt x="2231" y="611"/>
                    <a:pt x="2231" y="604"/>
                  </a:cubicBezTo>
                  <a:cubicBezTo>
                    <a:pt x="2231" y="597"/>
                    <a:pt x="2225" y="591"/>
                    <a:pt x="2218" y="591"/>
                  </a:cubicBezTo>
                  <a:cubicBezTo>
                    <a:pt x="2211" y="591"/>
                    <a:pt x="2205" y="597"/>
                    <a:pt x="2205" y="604"/>
                  </a:cubicBezTo>
                  <a:cubicBezTo>
                    <a:pt x="2205" y="611"/>
                    <a:pt x="2211" y="617"/>
                    <a:pt x="2218" y="617"/>
                  </a:cubicBezTo>
                  <a:close/>
                  <a:moveTo>
                    <a:pt x="2257" y="617"/>
                  </a:moveTo>
                  <a:cubicBezTo>
                    <a:pt x="2264" y="617"/>
                    <a:pt x="2270" y="611"/>
                    <a:pt x="2270" y="604"/>
                  </a:cubicBezTo>
                  <a:cubicBezTo>
                    <a:pt x="2270" y="597"/>
                    <a:pt x="2264" y="591"/>
                    <a:pt x="2257" y="591"/>
                  </a:cubicBezTo>
                  <a:cubicBezTo>
                    <a:pt x="2250" y="591"/>
                    <a:pt x="2245" y="597"/>
                    <a:pt x="2245" y="604"/>
                  </a:cubicBezTo>
                  <a:cubicBezTo>
                    <a:pt x="2245" y="611"/>
                    <a:pt x="2250" y="617"/>
                    <a:pt x="2257" y="617"/>
                  </a:cubicBezTo>
                  <a:close/>
                  <a:moveTo>
                    <a:pt x="2297" y="617"/>
                  </a:moveTo>
                  <a:cubicBezTo>
                    <a:pt x="2304" y="617"/>
                    <a:pt x="2310" y="611"/>
                    <a:pt x="2310" y="604"/>
                  </a:cubicBezTo>
                  <a:cubicBezTo>
                    <a:pt x="2310" y="597"/>
                    <a:pt x="2304" y="591"/>
                    <a:pt x="2297" y="591"/>
                  </a:cubicBezTo>
                  <a:cubicBezTo>
                    <a:pt x="2290" y="591"/>
                    <a:pt x="2284" y="597"/>
                    <a:pt x="2284" y="604"/>
                  </a:cubicBezTo>
                  <a:cubicBezTo>
                    <a:pt x="2284" y="611"/>
                    <a:pt x="2290" y="617"/>
                    <a:pt x="2297" y="617"/>
                  </a:cubicBezTo>
                  <a:close/>
                  <a:moveTo>
                    <a:pt x="2336" y="617"/>
                  </a:moveTo>
                  <a:cubicBezTo>
                    <a:pt x="2343" y="617"/>
                    <a:pt x="2349" y="611"/>
                    <a:pt x="2349" y="604"/>
                  </a:cubicBezTo>
                  <a:cubicBezTo>
                    <a:pt x="2349" y="597"/>
                    <a:pt x="2343" y="591"/>
                    <a:pt x="2336" y="591"/>
                  </a:cubicBezTo>
                  <a:cubicBezTo>
                    <a:pt x="2329" y="591"/>
                    <a:pt x="2323" y="597"/>
                    <a:pt x="2323" y="604"/>
                  </a:cubicBezTo>
                  <a:cubicBezTo>
                    <a:pt x="2323" y="611"/>
                    <a:pt x="2329" y="617"/>
                    <a:pt x="2336" y="617"/>
                  </a:cubicBezTo>
                  <a:close/>
                  <a:moveTo>
                    <a:pt x="2376" y="617"/>
                  </a:moveTo>
                  <a:cubicBezTo>
                    <a:pt x="2383" y="617"/>
                    <a:pt x="2388" y="611"/>
                    <a:pt x="2388" y="604"/>
                  </a:cubicBezTo>
                  <a:cubicBezTo>
                    <a:pt x="2388" y="597"/>
                    <a:pt x="2383" y="591"/>
                    <a:pt x="2376" y="591"/>
                  </a:cubicBezTo>
                  <a:cubicBezTo>
                    <a:pt x="2369" y="591"/>
                    <a:pt x="2363" y="597"/>
                    <a:pt x="2363" y="604"/>
                  </a:cubicBezTo>
                  <a:cubicBezTo>
                    <a:pt x="2363" y="611"/>
                    <a:pt x="2369" y="617"/>
                    <a:pt x="2376" y="617"/>
                  </a:cubicBezTo>
                  <a:close/>
                  <a:moveTo>
                    <a:pt x="2415" y="617"/>
                  </a:moveTo>
                  <a:cubicBezTo>
                    <a:pt x="2422" y="617"/>
                    <a:pt x="2428" y="611"/>
                    <a:pt x="2428" y="604"/>
                  </a:cubicBezTo>
                  <a:cubicBezTo>
                    <a:pt x="2428" y="597"/>
                    <a:pt x="2422" y="591"/>
                    <a:pt x="2415" y="591"/>
                  </a:cubicBezTo>
                  <a:cubicBezTo>
                    <a:pt x="2408" y="591"/>
                    <a:pt x="2402" y="597"/>
                    <a:pt x="2402" y="604"/>
                  </a:cubicBezTo>
                  <a:cubicBezTo>
                    <a:pt x="2402" y="611"/>
                    <a:pt x="2408" y="617"/>
                    <a:pt x="2415" y="617"/>
                  </a:cubicBezTo>
                  <a:close/>
                  <a:moveTo>
                    <a:pt x="2455" y="617"/>
                  </a:moveTo>
                  <a:cubicBezTo>
                    <a:pt x="2462" y="617"/>
                    <a:pt x="2467" y="611"/>
                    <a:pt x="2467" y="604"/>
                  </a:cubicBezTo>
                  <a:cubicBezTo>
                    <a:pt x="2467" y="597"/>
                    <a:pt x="2462" y="591"/>
                    <a:pt x="2455" y="591"/>
                  </a:cubicBezTo>
                  <a:cubicBezTo>
                    <a:pt x="2447" y="591"/>
                    <a:pt x="2442" y="597"/>
                    <a:pt x="2442" y="604"/>
                  </a:cubicBezTo>
                  <a:cubicBezTo>
                    <a:pt x="2442" y="611"/>
                    <a:pt x="2447" y="617"/>
                    <a:pt x="2455" y="617"/>
                  </a:cubicBezTo>
                  <a:close/>
                  <a:moveTo>
                    <a:pt x="2494" y="617"/>
                  </a:moveTo>
                  <a:cubicBezTo>
                    <a:pt x="2501" y="617"/>
                    <a:pt x="2507" y="611"/>
                    <a:pt x="2507" y="604"/>
                  </a:cubicBezTo>
                  <a:cubicBezTo>
                    <a:pt x="2507" y="597"/>
                    <a:pt x="2501" y="591"/>
                    <a:pt x="2494" y="591"/>
                  </a:cubicBezTo>
                  <a:cubicBezTo>
                    <a:pt x="2487" y="591"/>
                    <a:pt x="2481" y="597"/>
                    <a:pt x="2481" y="604"/>
                  </a:cubicBezTo>
                  <a:cubicBezTo>
                    <a:pt x="2481" y="611"/>
                    <a:pt x="2487" y="617"/>
                    <a:pt x="2494" y="617"/>
                  </a:cubicBezTo>
                  <a:close/>
                  <a:moveTo>
                    <a:pt x="2533" y="617"/>
                  </a:moveTo>
                  <a:cubicBezTo>
                    <a:pt x="2540" y="617"/>
                    <a:pt x="2546" y="611"/>
                    <a:pt x="2546" y="604"/>
                  </a:cubicBezTo>
                  <a:cubicBezTo>
                    <a:pt x="2546" y="597"/>
                    <a:pt x="2540" y="591"/>
                    <a:pt x="2533" y="591"/>
                  </a:cubicBezTo>
                  <a:cubicBezTo>
                    <a:pt x="2526" y="591"/>
                    <a:pt x="2521" y="597"/>
                    <a:pt x="2521" y="604"/>
                  </a:cubicBezTo>
                  <a:cubicBezTo>
                    <a:pt x="2521" y="611"/>
                    <a:pt x="2526" y="617"/>
                    <a:pt x="2533" y="617"/>
                  </a:cubicBezTo>
                  <a:close/>
                  <a:moveTo>
                    <a:pt x="2573" y="617"/>
                  </a:moveTo>
                  <a:cubicBezTo>
                    <a:pt x="2580" y="617"/>
                    <a:pt x="2586" y="611"/>
                    <a:pt x="2586" y="604"/>
                  </a:cubicBezTo>
                  <a:cubicBezTo>
                    <a:pt x="2586" y="597"/>
                    <a:pt x="2580" y="591"/>
                    <a:pt x="2573" y="591"/>
                  </a:cubicBezTo>
                  <a:cubicBezTo>
                    <a:pt x="2566" y="591"/>
                    <a:pt x="2560" y="597"/>
                    <a:pt x="2560" y="604"/>
                  </a:cubicBezTo>
                  <a:cubicBezTo>
                    <a:pt x="2560" y="611"/>
                    <a:pt x="2566" y="617"/>
                    <a:pt x="2573" y="617"/>
                  </a:cubicBezTo>
                  <a:close/>
                  <a:moveTo>
                    <a:pt x="2612" y="617"/>
                  </a:moveTo>
                  <a:cubicBezTo>
                    <a:pt x="2619" y="617"/>
                    <a:pt x="2625" y="611"/>
                    <a:pt x="2625" y="604"/>
                  </a:cubicBezTo>
                  <a:cubicBezTo>
                    <a:pt x="2625" y="597"/>
                    <a:pt x="2619" y="591"/>
                    <a:pt x="2612" y="591"/>
                  </a:cubicBezTo>
                  <a:cubicBezTo>
                    <a:pt x="2605" y="591"/>
                    <a:pt x="2599" y="597"/>
                    <a:pt x="2599" y="604"/>
                  </a:cubicBezTo>
                  <a:cubicBezTo>
                    <a:pt x="2599" y="611"/>
                    <a:pt x="2605" y="617"/>
                    <a:pt x="2612" y="617"/>
                  </a:cubicBezTo>
                  <a:close/>
                  <a:moveTo>
                    <a:pt x="2652" y="617"/>
                  </a:moveTo>
                  <a:cubicBezTo>
                    <a:pt x="2659" y="617"/>
                    <a:pt x="2664" y="611"/>
                    <a:pt x="2664" y="604"/>
                  </a:cubicBezTo>
                  <a:cubicBezTo>
                    <a:pt x="2664" y="597"/>
                    <a:pt x="2659" y="591"/>
                    <a:pt x="2652" y="591"/>
                  </a:cubicBezTo>
                  <a:cubicBezTo>
                    <a:pt x="2645" y="591"/>
                    <a:pt x="2639" y="597"/>
                    <a:pt x="2639" y="604"/>
                  </a:cubicBezTo>
                  <a:cubicBezTo>
                    <a:pt x="2639" y="611"/>
                    <a:pt x="2645" y="617"/>
                    <a:pt x="2652" y="617"/>
                  </a:cubicBezTo>
                  <a:close/>
                  <a:moveTo>
                    <a:pt x="2691" y="617"/>
                  </a:moveTo>
                  <a:cubicBezTo>
                    <a:pt x="2698" y="617"/>
                    <a:pt x="2704" y="611"/>
                    <a:pt x="2704" y="604"/>
                  </a:cubicBezTo>
                  <a:cubicBezTo>
                    <a:pt x="2704" y="597"/>
                    <a:pt x="2698" y="591"/>
                    <a:pt x="2691" y="591"/>
                  </a:cubicBezTo>
                  <a:cubicBezTo>
                    <a:pt x="2684" y="591"/>
                    <a:pt x="2678" y="597"/>
                    <a:pt x="2678" y="604"/>
                  </a:cubicBezTo>
                  <a:cubicBezTo>
                    <a:pt x="2678" y="611"/>
                    <a:pt x="2684" y="617"/>
                    <a:pt x="2691" y="617"/>
                  </a:cubicBezTo>
                  <a:close/>
                  <a:moveTo>
                    <a:pt x="2730" y="617"/>
                  </a:moveTo>
                  <a:cubicBezTo>
                    <a:pt x="2738" y="617"/>
                    <a:pt x="2743" y="611"/>
                    <a:pt x="2743" y="604"/>
                  </a:cubicBezTo>
                  <a:cubicBezTo>
                    <a:pt x="2743" y="597"/>
                    <a:pt x="2738" y="591"/>
                    <a:pt x="2730" y="591"/>
                  </a:cubicBezTo>
                  <a:cubicBezTo>
                    <a:pt x="2723" y="591"/>
                    <a:pt x="2718" y="597"/>
                    <a:pt x="2718" y="604"/>
                  </a:cubicBezTo>
                  <a:cubicBezTo>
                    <a:pt x="2718" y="611"/>
                    <a:pt x="2723" y="617"/>
                    <a:pt x="2730" y="617"/>
                  </a:cubicBezTo>
                  <a:close/>
                  <a:moveTo>
                    <a:pt x="2770" y="617"/>
                  </a:moveTo>
                  <a:cubicBezTo>
                    <a:pt x="2777" y="617"/>
                    <a:pt x="2783" y="611"/>
                    <a:pt x="2783" y="604"/>
                  </a:cubicBezTo>
                  <a:cubicBezTo>
                    <a:pt x="2783" y="597"/>
                    <a:pt x="2777" y="591"/>
                    <a:pt x="2770" y="591"/>
                  </a:cubicBezTo>
                  <a:cubicBezTo>
                    <a:pt x="2763" y="591"/>
                    <a:pt x="2757" y="597"/>
                    <a:pt x="2757" y="604"/>
                  </a:cubicBezTo>
                  <a:cubicBezTo>
                    <a:pt x="2757" y="611"/>
                    <a:pt x="2763" y="617"/>
                    <a:pt x="2770" y="617"/>
                  </a:cubicBezTo>
                  <a:close/>
                  <a:moveTo>
                    <a:pt x="2809" y="617"/>
                  </a:moveTo>
                  <a:cubicBezTo>
                    <a:pt x="2816" y="617"/>
                    <a:pt x="2822" y="611"/>
                    <a:pt x="2822" y="604"/>
                  </a:cubicBezTo>
                  <a:cubicBezTo>
                    <a:pt x="2822" y="597"/>
                    <a:pt x="2816" y="591"/>
                    <a:pt x="2809" y="591"/>
                  </a:cubicBezTo>
                  <a:cubicBezTo>
                    <a:pt x="2802" y="591"/>
                    <a:pt x="2797" y="597"/>
                    <a:pt x="2797" y="604"/>
                  </a:cubicBezTo>
                  <a:cubicBezTo>
                    <a:pt x="2797" y="611"/>
                    <a:pt x="2802" y="617"/>
                    <a:pt x="2809" y="617"/>
                  </a:cubicBezTo>
                  <a:close/>
                  <a:moveTo>
                    <a:pt x="2849" y="617"/>
                  </a:moveTo>
                  <a:cubicBezTo>
                    <a:pt x="2856" y="617"/>
                    <a:pt x="2861" y="611"/>
                    <a:pt x="2861" y="604"/>
                  </a:cubicBezTo>
                  <a:cubicBezTo>
                    <a:pt x="2861" y="597"/>
                    <a:pt x="2856" y="591"/>
                    <a:pt x="2849" y="591"/>
                  </a:cubicBezTo>
                  <a:cubicBezTo>
                    <a:pt x="2842" y="591"/>
                    <a:pt x="2836" y="597"/>
                    <a:pt x="2836" y="604"/>
                  </a:cubicBezTo>
                  <a:cubicBezTo>
                    <a:pt x="2836" y="611"/>
                    <a:pt x="2842" y="617"/>
                    <a:pt x="2849" y="617"/>
                  </a:cubicBezTo>
                  <a:close/>
                  <a:moveTo>
                    <a:pt x="2888" y="617"/>
                  </a:moveTo>
                  <a:cubicBezTo>
                    <a:pt x="2895" y="617"/>
                    <a:pt x="2901" y="611"/>
                    <a:pt x="2901" y="604"/>
                  </a:cubicBezTo>
                  <a:cubicBezTo>
                    <a:pt x="2901" y="597"/>
                    <a:pt x="2895" y="591"/>
                    <a:pt x="2888" y="591"/>
                  </a:cubicBezTo>
                  <a:cubicBezTo>
                    <a:pt x="2881" y="591"/>
                    <a:pt x="2875" y="597"/>
                    <a:pt x="2875" y="604"/>
                  </a:cubicBezTo>
                  <a:cubicBezTo>
                    <a:pt x="2875" y="611"/>
                    <a:pt x="2881" y="617"/>
                    <a:pt x="2888" y="617"/>
                  </a:cubicBezTo>
                  <a:close/>
                  <a:moveTo>
                    <a:pt x="2928" y="617"/>
                  </a:moveTo>
                  <a:cubicBezTo>
                    <a:pt x="2935" y="617"/>
                    <a:pt x="2940" y="611"/>
                    <a:pt x="2940" y="604"/>
                  </a:cubicBezTo>
                  <a:cubicBezTo>
                    <a:pt x="2940" y="597"/>
                    <a:pt x="2935" y="591"/>
                    <a:pt x="2928" y="591"/>
                  </a:cubicBezTo>
                  <a:cubicBezTo>
                    <a:pt x="2921" y="591"/>
                    <a:pt x="2915" y="597"/>
                    <a:pt x="2915" y="604"/>
                  </a:cubicBezTo>
                  <a:cubicBezTo>
                    <a:pt x="2915" y="611"/>
                    <a:pt x="2921" y="617"/>
                    <a:pt x="2928" y="617"/>
                  </a:cubicBezTo>
                  <a:close/>
                  <a:moveTo>
                    <a:pt x="2967" y="617"/>
                  </a:moveTo>
                  <a:cubicBezTo>
                    <a:pt x="2974" y="617"/>
                    <a:pt x="2980" y="611"/>
                    <a:pt x="2980" y="604"/>
                  </a:cubicBezTo>
                  <a:cubicBezTo>
                    <a:pt x="2980" y="597"/>
                    <a:pt x="2974" y="591"/>
                    <a:pt x="2967" y="591"/>
                  </a:cubicBezTo>
                  <a:cubicBezTo>
                    <a:pt x="2960" y="591"/>
                    <a:pt x="2954" y="597"/>
                    <a:pt x="2954" y="604"/>
                  </a:cubicBezTo>
                  <a:cubicBezTo>
                    <a:pt x="2954" y="611"/>
                    <a:pt x="2960" y="617"/>
                    <a:pt x="2967" y="617"/>
                  </a:cubicBezTo>
                  <a:close/>
                  <a:moveTo>
                    <a:pt x="3006" y="617"/>
                  </a:moveTo>
                  <a:cubicBezTo>
                    <a:pt x="3013" y="617"/>
                    <a:pt x="3019" y="611"/>
                    <a:pt x="3019" y="604"/>
                  </a:cubicBezTo>
                  <a:cubicBezTo>
                    <a:pt x="3019" y="597"/>
                    <a:pt x="3013" y="591"/>
                    <a:pt x="3006" y="591"/>
                  </a:cubicBezTo>
                  <a:cubicBezTo>
                    <a:pt x="2999" y="591"/>
                    <a:pt x="2994" y="597"/>
                    <a:pt x="2994" y="604"/>
                  </a:cubicBezTo>
                  <a:cubicBezTo>
                    <a:pt x="2994" y="611"/>
                    <a:pt x="2999" y="617"/>
                    <a:pt x="3006" y="617"/>
                  </a:cubicBezTo>
                  <a:close/>
                  <a:moveTo>
                    <a:pt x="3046" y="617"/>
                  </a:moveTo>
                  <a:cubicBezTo>
                    <a:pt x="3053" y="617"/>
                    <a:pt x="3059" y="611"/>
                    <a:pt x="3059" y="604"/>
                  </a:cubicBezTo>
                  <a:cubicBezTo>
                    <a:pt x="3059" y="597"/>
                    <a:pt x="3053" y="591"/>
                    <a:pt x="3046" y="591"/>
                  </a:cubicBezTo>
                  <a:cubicBezTo>
                    <a:pt x="3039" y="591"/>
                    <a:pt x="3033" y="597"/>
                    <a:pt x="3033" y="604"/>
                  </a:cubicBezTo>
                  <a:cubicBezTo>
                    <a:pt x="3033" y="611"/>
                    <a:pt x="3039" y="617"/>
                    <a:pt x="3046" y="617"/>
                  </a:cubicBezTo>
                  <a:close/>
                  <a:moveTo>
                    <a:pt x="3085" y="617"/>
                  </a:moveTo>
                  <a:cubicBezTo>
                    <a:pt x="3092" y="617"/>
                    <a:pt x="3098" y="611"/>
                    <a:pt x="3098" y="604"/>
                  </a:cubicBezTo>
                  <a:cubicBezTo>
                    <a:pt x="3098" y="597"/>
                    <a:pt x="3092" y="591"/>
                    <a:pt x="3085" y="591"/>
                  </a:cubicBezTo>
                  <a:cubicBezTo>
                    <a:pt x="3078" y="591"/>
                    <a:pt x="3073" y="597"/>
                    <a:pt x="3073" y="604"/>
                  </a:cubicBezTo>
                  <a:cubicBezTo>
                    <a:pt x="3073" y="611"/>
                    <a:pt x="3078" y="617"/>
                    <a:pt x="3085" y="617"/>
                  </a:cubicBezTo>
                  <a:close/>
                  <a:moveTo>
                    <a:pt x="444" y="656"/>
                  </a:moveTo>
                  <a:cubicBezTo>
                    <a:pt x="451" y="656"/>
                    <a:pt x="457" y="651"/>
                    <a:pt x="457" y="643"/>
                  </a:cubicBezTo>
                  <a:cubicBezTo>
                    <a:pt x="457" y="636"/>
                    <a:pt x="451" y="631"/>
                    <a:pt x="444" y="631"/>
                  </a:cubicBezTo>
                  <a:cubicBezTo>
                    <a:pt x="437" y="631"/>
                    <a:pt x="431" y="636"/>
                    <a:pt x="431" y="643"/>
                  </a:cubicBezTo>
                  <a:cubicBezTo>
                    <a:pt x="431" y="651"/>
                    <a:pt x="437" y="656"/>
                    <a:pt x="444" y="656"/>
                  </a:cubicBezTo>
                  <a:close/>
                  <a:moveTo>
                    <a:pt x="483" y="656"/>
                  </a:moveTo>
                  <a:cubicBezTo>
                    <a:pt x="490" y="656"/>
                    <a:pt x="496" y="651"/>
                    <a:pt x="496" y="643"/>
                  </a:cubicBezTo>
                  <a:cubicBezTo>
                    <a:pt x="496" y="636"/>
                    <a:pt x="490" y="631"/>
                    <a:pt x="483" y="631"/>
                  </a:cubicBezTo>
                  <a:cubicBezTo>
                    <a:pt x="476" y="631"/>
                    <a:pt x="471" y="636"/>
                    <a:pt x="471" y="643"/>
                  </a:cubicBezTo>
                  <a:cubicBezTo>
                    <a:pt x="471" y="651"/>
                    <a:pt x="476" y="656"/>
                    <a:pt x="483" y="656"/>
                  </a:cubicBezTo>
                  <a:close/>
                  <a:moveTo>
                    <a:pt x="523" y="656"/>
                  </a:moveTo>
                  <a:cubicBezTo>
                    <a:pt x="530" y="656"/>
                    <a:pt x="535" y="651"/>
                    <a:pt x="535" y="643"/>
                  </a:cubicBezTo>
                  <a:cubicBezTo>
                    <a:pt x="535" y="636"/>
                    <a:pt x="530" y="631"/>
                    <a:pt x="523" y="631"/>
                  </a:cubicBezTo>
                  <a:cubicBezTo>
                    <a:pt x="516" y="631"/>
                    <a:pt x="510" y="636"/>
                    <a:pt x="510" y="643"/>
                  </a:cubicBezTo>
                  <a:cubicBezTo>
                    <a:pt x="510" y="651"/>
                    <a:pt x="516" y="656"/>
                    <a:pt x="523" y="656"/>
                  </a:cubicBezTo>
                  <a:close/>
                  <a:moveTo>
                    <a:pt x="562" y="656"/>
                  </a:moveTo>
                  <a:cubicBezTo>
                    <a:pt x="569" y="656"/>
                    <a:pt x="575" y="651"/>
                    <a:pt x="575" y="643"/>
                  </a:cubicBezTo>
                  <a:cubicBezTo>
                    <a:pt x="575" y="636"/>
                    <a:pt x="569" y="631"/>
                    <a:pt x="562" y="631"/>
                  </a:cubicBezTo>
                  <a:cubicBezTo>
                    <a:pt x="555" y="631"/>
                    <a:pt x="549" y="636"/>
                    <a:pt x="549" y="643"/>
                  </a:cubicBezTo>
                  <a:cubicBezTo>
                    <a:pt x="549" y="651"/>
                    <a:pt x="555" y="656"/>
                    <a:pt x="562" y="656"/>
                  </a:cubicBezTo>
                  <a:close/>
                  <a:moveTo>
                    <a:pt x="602" y="656"/>
                  </a:moveTo>
                  <a:cubicBezTo>
                    <a:pt x="609" y="656"/>
                    <a:pt x="614" y="651"/>
                    <a:pt x="614" y="643"/>
                  </a:cubicBezTo>
                  <a:cubicBezTo>
                    <a:pt x="614" y="636"/>
                    <a:pt x="609" y="631"/>
                    <a:pt x="602" y="631"/>
                  </a:cubicBezTo>
                  <a:cubicBezTo>
                    <a:pt x="595" y="631"/>
                    <a:pt x="589" y="636"/>
                    <a:pt x="589" y="643"/>
                  </a:cubicBezTo>
                  <a:cubicBezTo>
                    <a:pt x="589" y="651"/>
                    <a:pt x="595" y="656"/>
                    <a:pt x="602" y="656"/>
                  </a:cubicBezTo>
                  <a:close/>
                  <a:moveTo>
                    <a:pt x="641" y="656"/>
                  </a:moveTo>
                  <a:cubicBezTo>
                    <a:pt x="648" y="656"/>
                    <a:pt x="654" y="651"/>
                    <a:pt x="654" y="643"/>
                  </a:cubicBezTo>
                  <a:cubicBezTo>
                    <a:pt x="654" y="636"/>
                    <a:pt x="648" y="631"/>
                    <a:pt x="641" y="631"/>
                  </a:cubicBezTo>
                  <a:cubicBezTo>
                    <a:pt x="634" y="631"/>
                    <a:pt x="628" y="636"/>
                    <a:pt x="628" y="643"/>
                  </a:cubicBezTo>
                  <a:cubicBezTo>
                    <a:pt x="628" y="651"/>
                    <a:pt x="634" y="656"/>
                    <a:pt x="641" y="656"/>
                  </a:cubicBezTo>
                  <a:close/>
                  <a:moveTo>
                    <a:pt x="680" y="656"/>
                  </a:moveTo>
                  <a:cubicBezTo>
                    <a:pt x="687" y="656"/>
                    <a:pt x="693" y="651"/>
                    <a:pt x="693" y="643"/>
                  </a:cubicBezTo>
                  <a:cubicBezTo>
                    <a:pt x="693" y="636"/>
                    <a:pt x="687" y="631"/>
                    <a:pt x="680" y="631"/>
                  </a:cubicBezTo>
                  <a:cubicBezTo>
                    <a:pt x="673" y="631"/>
                    <a:pt x="668" y="636"/>
                    <a:pt x="668" y="643"/>
                  </a:cubicBezTo>
                  <a:cubicBezTo>
                    <a:pt x="668" y="651"/>
                    <a:pt x="673" y="656"/>
                    <a:pt x="680" y="656"/>
                  </a:cubicBezTo>
                  <a:close/>
                  <a:moveTo>
                    <a:pt x="720" y="656"/>
                  </a:moveTo>
                  <a:cubicBezTo>
                    <a:pt x="727" y="656"/>
                    <a:pt x="733" y="651"/>
                    <a:pt x="733" y="643"/>
                  </a:cubicBezTo>
                  <a:cubicBezTo>
                    <a:pt x="733" y="636"/>
                    <a:pt x="727" y="631"/>
                    <a:pt x="720" y="631"/>
                  </a:cubicBezTo>
                  <a:cubicBezTo>
                    <a:pt x="713" y="631"/>
                    <a:pt x="707" y="636"/>
                    <a:pt x="707" y="643"/>
                  </a:cubicBezTo>
                  <a:cubicBezTo>
                    <a:pt x="707" y="651"/>
                    <a:pt x="713" y="656"/>
                    <a:pt x="720" y="656"/>
                  </a:cubicBezTo>
                  <a:close/>
                  <a:moveTo>
                    <a:pt x="759" y="656"/>
                  </a:moveTo>
                  <a:cubicBezTo>
                    <a:pt x="766" y="656"/>
                    <a:pt x="772" y="651"/>
                    <a:pt x="772" y="643"/>
                  </a:cubicBezTo>
                  <a:cubicBezTo>
                    <a:pt x="772" y="636"/>
                    <a:pt x="766" y="631"/>
                    <a:pt x="759" y="631"/>
                  </a:cubicBezTo>
                  <a:cubicBezTo>
                    <a:pt x="752" y="631"/>
                    <a:pt x="747" y="636"/>
                    <a:pt x="747" y="643"/>
                  </a:cubicBezTo>
                  <a:cubicBezTo>
                    <a:pt x="747" y="651"/>
                    <a:pt x="752" y="656"/>
                    <a:pt x="759" y="656"/>
                  </a:cubicBezTo>
                  <a:close/>
                  <a:moveTo>
                    <a:pt x="799" y="656"/>
                  </a:moveTo>
                  <a:cubicBezTo>
                    <a:pt x="806" y="656"/>
                    <a:pt x="811" y="651"/>
                    <a:pt x="811" y="643"/>
                  </a:cubicBezTo>
                  <a:cubicBezTo>
                    <a:pt x="811" y="636"/>
                    <a:pt x="806" y="631"/>
                    <a:pt x="799" y="631"/>
                  </a:cubicBezTo>
                  <a:cubicBezTo>
                    <a:pt x="792" y="631"/>
                    <a:pt x="786" y="636"/>
                    <a:pt x="786" y="643"/>
                  </a:cubicBezTo>
                  <a:cubicBezTo>
                    <a:pt x="786" y="651"/>
                    <a:pt x="792" y="656"/>
                    <a:pt x="799" y="656"/>
                  </a:cubicBezTo>
                  <a:close/>
                  <a:moveTo>
                    <a:pt x="838" y="656"/>
                  </a:moveTo>
                  <a:cubicBezTo>
                    <a:pt x="845" y="656"/>
                    <a:pt x="851" y="651"/>
                    <a:pt x="851" y="643"/>
                  </a:cubicBezTo>
                  <a:cubicBezTo>
                    <a:pt x="851" y="636"/>
                    <a:pt x="845" y="631"/>
                    <a:pt x="838" y="631"/>
                  </a:cubicBezTo>
                  <a:cubicBezTo>
                    <a:pt x="831" y="631"/>
                    <a:pt x="825" y="636"/>
                    <a:pt x="825" y="643"/>
                  </a:cubicBezTo>
                  <a:cubicBezTo>
                    <a:pt x="825" y="651"/>
                    <a:pt x="831" y="656"/>
                    <a:pt x="838" y="656"/>
                  </a:cubicBezTo>
                  <a:close/>
                  <a:moveTo>
                    <a:pt x="917" y="656"/>
                  </a:moveTo>
                  <a:cubicBezTo>
                    <a:pt x="924" y="656"/>
                    <a:pt x="930" y="651"/>
                    <a:pt x="930" y="643"/>
                  </a:cubicBezTo>
                  <a:cubicBezTo>
                    <a:pt x="930" y="636"/>
                    <a:pt x="924" y="631"/>
                    <a:pt x="917" y="631"/>
                  </a:cubicBezTo>
                  <a:cubicBezTo>
                    <a:pt x="910" y="631"/>
                    <a:pt x="904" y="636"/>
                    <a:pt x="904" y="643"/>
                  </a:cubicBezTo>
                  <a:cubicBezTo>
                    <a:pt x="904" y="651"/>
                    <a:pt x="910" y="656"/>
                    <a:pt x="917" y="656"/>
                  </a:cubicBezTo>
                  <a:close/>
                  <a:moveTo>
                    <a:pt x="956" y="656"/>
                  </a:moveTo>
                  <a:cubicBezTo>
                    <a:pt x="963" y="656"/>
                    <a:pt x="969" y="651"/>
                    <a:pt x="969" y="643"/>
                  </a:cubicBezTo>
                  <a:cubicBezTo>
                    <a:pt x="969" y="636"/>
                    <a:pt x="963" y="631"/>
                    <a:pt x="956" y="631"/>
                  </a:cubicBezTo>
                  <a:cubicBezTo>
                    <a:pt x="949" y="631"/>
                    <a:pt x="944" y="636"/>
                    <a:pt x="944" y="643"/>
                  </a:cubicBezTo>
                  <a:cubicBezTo>
                    <a:pt x="944" y="651"/>
                    <a:pt x="949" y="656"/>
                    <a:pt x="956" y="656"/>
                  </a:cubicBezTo>
                  <a:close/>
                  <a:moveTo>
                    <a:pt x="996" y="656"/>
                  </a:moveTo>
                  <a:cubicBezTo>
                    <a:pt x="1003" y="656"/>
                    <a:pt x="1009" y="651"/>
                    <a:pt x="1009" y="643"/>
                  </a:cubicBezTo>
                  <a:cubicBezTo>
                    <a:pt x="1009" y="636"/>
                    <a:pt x="1003" y="631"/>
                    <a:pt x="996" y="631"/>
                  </a:cubicBezTo>
                  <a:cubicBezTo>
                    <a:pt x="989" y="631"/>
                    <a:pt x="983" y="636"/>
                    <a:pt x="983" y="643"/>
                  </a:cubicBezTo>
                  <a:cubicBezTo>
                    <a:pt x="983" y="651"/>
                    <a:pt x="989" y="656"/>
                    <a:pt x="996" y="656"/>
                  </a:cubicBezTo>
                  <a:close/>
                  <a:moveTo>
                    <a:pt x="1035" y="656"/>
                  </a:moveTo>
                  <a:cubicBezTo>
                    <a:pt x="1042" y="656"/>
                    <a:pt x="1048" y="651"/>
                    <a:pt x="1048" y="643"/>
                  </a:cubicBezTo>
                  <a:cubicBezTo>
                    <a:pt x="1048" y="636"/>
                    <a:pt x="1042" y="631"/>
                    <a:pt x="1035" y="631"/>
                  </a:cubicBezTo>
                  <a:cubicBezTo>
                    <a:pt x="1028" y="631"/>
                    <a:pt x="1022" y="636"/>
                    <a:pt x="1022" y="643"/>
                  </a:cubicBezTo>
                  <a:cubicBezTo>
                    <a:pt x="1022" y="651"/>
                    <a:pt x="1028" y="656"/>
                    <a:pt x="1035" y="656"/>
                  </a:cubicBezTo>
                  <a:close/>
                  <a:moveTo>
                    <a:pt x="1705" y="656"/>
                  </a:moveTo>
                  <a:cubicBezTo>
                    <a:pt x="1712" y="656"/>
                    <a:pt x="1718" y="651"/>
                    <a:pt x="1718" y="643"/>
                  </a:cubicBezTo>
                  <a:cubicBezTo>
                    <a:pt x="1718" y="636"/>
                    <a:pt x="1712" y="631"/>
                    <a:pt x="1705" y="631"/>
                  </a:cubicBezTo>
                  <a:cubicBezTo>
                    <a:pt x="1698" y="631"/>
                    <a:pt x="1693" y="636"/>
                    <a:pt x="1693" y="643"/>
                  </a:cubicBezTo>
                  <a:cubicBezTo>
                    <a:pt x="1693" y="651"/>
                    <a:pt x="1698" y="656"/>
                    <a:pt x="1705" y="656"/>
                  </a:cubicBezTo>
                  <a:close/>
                  <a:moveTo>
                    <a:pt x="1745" y="656"/>
                  </a:moveTo>
                  <a:cubicBezTo>
                    <a:pt x="1752" y="656"/>
                    <a:pt x="1758" y="651"/>
                    <a:pt x="1758" y="643"/>
                  </a:cubicBezTo>
                  <a:cubicBezTo>
                    <a:pt x="1758" y="636"/>
                    <a:pt x="1752" y="631"/>
                    <a:pt x="1745" y="631"/>
                  </a:cubicBezTo>
                  <a:cubicBezTo>
                    <a:pt x="1738" y="631"/>
                    <a:pt x="1732" y="636"/>
                    <a:pt x="1732" y="643"/>
                  </a:cubicBezTo>
                  <a:cubicBezTo>
                    <a:pt x="1732" y="651"/>
                    <a:pt x="1738" y="656"/>
                    <a:pt x="1745" y="656"/>
                  </a:cubicBezTo>
                  <a:close/>
                  <a:moveTo>
                    <a:pt x="1784" y="656"/>
                  </a:moveTo>
                  <a:cubicBezTo>
                    <a:pt x="1791" y="656"/>
                    <a:pt x="1797" y="651"/>
                    <a:pt x="1797" y="643"/>
                  </a:cubicBezTo>
                  <a:cubicBezTo>
                    <a:pt x="1797" y="636"/>
                    <a:pt x="1791" y="631"/>
                    <a:pt x="1784" y="631"/>
                  </a:cubicBezTo>
                  <a:cubicBezTo>
                    <a:pt x="1777" y="631"/>
                    <a:pt x="1772" y="636"/>
                    <a:pt x="1772" y="643"/>
                  </a:cubicBezTo>
                  <a:cubicBezTo>
                    <a:pt x="1772" y="651"/>
                    <a:pt x="1777" y="656"/>
                    <a:pt x="1784" y="656"/>
                  </a:cubicBezTo>
                  <a:close/>
                  <a:moveTo>
                    <a:pt x="1863" y="656"/>
                  </a:moveTo>
                  <a:cubicBezTo>
                    <a:pt x="1870" y="656"/>
                    <a:pt x="1876" y="651"/>
                    <a:pt x="1876" y="643"/>
                  </a:cubicBezTo>
                  <a:cubicBezTo>
                    <a:pt x="1876" y="636"/>
                    <a:pt x="1870" y="631"/>
                    <a:pt x="1863" y="631"/>
                  </a:cubicBezTo>
                  <a:cubicBezTo>
                    <a:pt x="1856" y="631"/>
                    <a:pt x="1850" y="636"/>
                    <a:pt x="1850" y="643"/>
                  </a:cubicBezTo>
                  <a:cubicBezTo>
                    <a:pt x="1850" y="651"/>
                    <a:pt x="1856" y="656"/>
                    <a:pt x="1863" y="656"/>
                  </a:cubicBezTo>
                  <a:close/>
                  <a:moveTo>
                    <a:pt x="1903" y="656"/>
                  </a:moveTo>
                  <a:cubicBezTo>
                    <a:pt x="1910" y="656"/>
                    <a:pt x="1915" y="651"/>
                    <a:pt x="1915" y="643"/>
                  </a:cubicBezTo>
                  <a:cubicBezTo>
                    <a:pt x="1915" y="636"/>
                    <a:pt x="1910" y="631"/>
                    <a:pt x="1903" y="631"/>
                  </a:cubicBezTo>
                  <a:cubicBezTo>
                    <a:pt x="1896" y="631"/>
                    <a:pt x="1890" y="636"/>
                    <a:pt x="1890" y="643"/>
                  </a:cubicBezTo>
                  <a:cubicBezTo>
                    <a:pt x="1890" y="651"/>
                    <a:pt x="1896" y="656"/>
                    <a:pt x="1903" y="656"/>
                  </a:cubicBezTo>
                  <a:close/>
                  <a:moveTo>
                    <a:pt x="1942" y="656"/>
                  </a:moveTo>
                  <a:cubicBezTo>
                    <a:pt x="1949" y="656"/>
                    <a:pt x="1955" y="651"/>
                    <a:pt x="1955" y="643"/>
                  </a:cubicBezTo>
                  <a:cubicBezTo>
                    <a:pt x="1955" y="636"/>
                    <a:pt x="1949" y="631"/>
                    <a:pt x="1942" y="631"/>
                  </a:cubicBezTo>
                  <a:cubicBezTo>
                    <a:pt x="1935" y="631"/>
                    <a:pt x="1929" y="636"/>
                    <a:pt x="1929" y="643"/>
                  </a:cubicBezTo>
                  <a:cubicBezTo>
                    <a:pt x="1929" y="651"/>
                    <a:pt x="1935" y="656"/>
                    <a:pt x="1942" y="656"/>
                  </a:cubicBezTo>
                  <a:close/>
                  <a:moveTo>
                    <a:pt x="1994" y="643"/>
                  </a:moveTo>
                  <a:cubicBezTo>
                    <a:pt x="1994" y="636"/>
                    <a:pt x="1988" y="631"/>
                    <a:pt x="1981" y="631"/>
                  </a:cubicBezTo>
                  <a:cubicBezTo>
                    <a:pt x="1974" y="631"/>
                    <a:pt x="1969" y="636"/>
                    <a:pt x="1969" y="643"/>
                  </a:cubicBezTo>
                  <a:cubicBezTo>
                    <a:pt x="1969" y="650"/>
                    <a:pt x="1974" y="656"/>
                    <a:pt x="1981" y="656"/>
                  </a:cubicBezTo>
                  <a:cubicBezTo>
                    <a:pt x="1988" y="656"/>
                    <a:pt x="1994" y="650"/>
                    <a:pt x="1994" y="643"/>
                  </a:cubicBezTo>
                  <a:close/>
                  <a:moveTo>
                    <a:pt x="2100" y="656"/>
                  </a:moveTo>
                  <a:cubicBezTo>
                    <a:pt x="2107" y="656"/>
                    <a:pt x="2112" y="651"/>
                    <a:pt x="2112" y="643"/>
                  </a:cubicBezTo>
                  <a:cubicBezTo>
                    <a:pt x="2112" y="636"/>
                    <a:pt x="2107" y="631"/>
                    <a:pt x="2100" y="631"/>
                  </a:cubicBezTo>
                  <a:cubicBezTo>
                    <a:pt x="2093" y="631"/>
                    <a:pt x="2087" y="636"/>
                    <a:pt x="2087" y="643"/>
                  </a:cubicBezTo>
                  <a:cubicBezTo>
                    <a:pt x="2087" y="651"/>
                    <a:pt x="2093" y="656"/>
                    <a:pt x="2100" y="656"/>
                  </a:cubicBezTo>
                  <a:close/>
                  <a:moveTo>
                    <a:pt x="2139" y="656"/>
                  </a:moveTo>
                  <a:cubicBezTo>
                    <a:pt x="2146" y="656"/>
                    <a:pt x="2152" y="651"/>
                    <a:pt x="2152" y="643"/>
                  </a:cubicBezTo>
                  <a:cubicBezTo>
                    <a:pt x="2152" y="636"/>
                    <a:pt x="2146" y="631"/>
                    <a:pt x="2139" y="631"/>
                  </a:cubicBezTo>
                  <a:cubicBezTo>
                    <a:pt x="2132" y="631"/>
                    <a:pt x="2126" y="636"/>
                    <a:pt x="2126" y="643"/>
                  </a:cubicBezTo>
                  <a:cubicBezTo>
                    <a:pt x="2126" y="651"/>
                    <a:pt x="2132" y="656"/>
                    <a:pt x="2139" y="656"/>
                  </a:cubicBezTo>
                  <a:close/>
                  <a:moveTo>
                    <a:pt x="2218" y="631"/>
                  </a:moveTo>
                  <a:cubicBezTo>
                    <a:pt x="2211" y="631"/>
                    <a:pt x="2205" y="636"/>
                    <a:pt x="2205" y="643"/>
                  </a:cubicBezTo>
                  <a:cubicBezTo>
                    <a:pt x="2205" y="650"/>
                    <a:pt x="2211" y="656"/>
                    <a:pt x="2218" y="656"/>
                  </a:cubicBezTo>
                  <a:cubicBezTo>
                    <a:pt x="2225" y="656"/>
                    <a:pt x="2231" y="650"/>
                    <a:pt x="2231" y="643"/>
                  </a:cubicBezTo>
                  <a:cubicBezTo>
                    <a:pt x="2231" y="636"/>
                    <a:pt x="2225" y="631"/>
                    <a:pt x="2218" y="631"/>
                  </a:cubicBezTo>
                  <a:close/>
                  <a:moveTo>
                    <a:pt x="2257" y="656"/>
                  </a:moveTo>
                  <a:cubicBezTo>
                    <a:pt x="2264" y="656"/>
                    <a:pt x="2270" y="651"/>
                    <a:pt x="2270" y="643"/>
                  </a:cubicBezTo>
                  <a:cubicBezTo>
                    <a:pt x="2270" y="636"/>
                    <a:pt x="2264" y="631"/>
                    <a:pt x="2257" y="631"/>
                  </a:cubicBezTo>
                  <a:cubicBezTo>
                    <a:pt x="2250" y="631"/>
                    <a:pt x="2245" y="636"/>
                    <a:pt x="2245" y="643"/>
                  </a:cubicBezTo>
                  <a:cubicBezTo>
                    <a:pt x="2245" y="651"/>
                    <a:pt x="2250" y="656"/>
                    <a:pt x="2257" y="656"/>
                  </a:cubicBezTo>
                  <a:close/>
                  <a:moveTo>
                    <a:pt x="2297" y="631"/>
                  </a:moveTo>
                  <a:cubicBezTo>
                    <a:pt x="2290" y="631"/>
                    <a:pt x="2284" y="636"/>
                    <a:pt x="2284" y="643"/>
                  </a:cubicBezTo>
                  <a:cubicBezTo>
                    <a:pt x="2284" y="650"/>
                    <a:pt x="2290" y="656"/>
                    <a:pt x="2297" y="656"/>
                  </a:cubicBezTo>
                  <a:cubicBezTo>
                    <a:pt x="2304" y="656"/>
                    <a:pt x="2310" y="650"/>
                    <a:pt x="2310" y="643"/>
                  </a:cubicBezTo>
                  <a:cubicBezTo>
                    <a:pt x="2310" y="636"/>
                    <a:pt x="2304" y="631"/>
                    <a:pt x="2297" y="631"/>
                  </a:cubicBezTo>
                  <a:close/>
                  <a:moveTo>
                    <a:pt x="2336" y="656"/>
                  </a:moveTo>
                  <a:cubicBezTo>
                    <a:pt x="2343" y="656"/>
                    <a:pt x="2349" y="651"/>
                    <a:pt x="2349" y="643"/>
                  </a:cubicBezTo>
                  <a:cubicBezTo>
                    <a:pt x="2349" y="636"/>
                    <a:pt x="2343" y="631"/>
                    <a:pt x="2336" y="631"/>
                  </a:cubicBezTo>
                  <a:cubicBezTo>
                    <a:pt x="2329" y="631"/>
                    <a:pt x="2323" y="636"/>
                    <a:pt x="2323" y="643"/>
                  </a:cubicBezTo>
                  <a:cubicBezTo>
                    <a:pt x="2323" y="651"/>
                    <a:pt x="2329" y="656"/>
                    <a:pt x="2336" y="656"/>
                  </a:cubicBezTo>
                  <a:close/>
                  <a:moveTo>
                    <a:pt x="2376" y="656"/>
                  </a:moveTo>
                  <a:cubicBezTo>
                    <a:pt x="2383" y="656"/>
                    <a:pt x="2388" y="651"/>
                    <a:pt x="2388" y="643"/>
                  </a:cubicBezTo>
                  <a:cubicBezTo>
                    <a:pt x="2388" y="636"/>
                    <a:pt x="2383" y="631"/>
                    <a:pt x="2376" y="631"/>
                  </a:cubicBezTo>
                  <a:cubicBezTo>
                    <a:pt x="2369" y="631"/>
                    <a:pt x="2363" y="636"/>
                    <a:pt x="2363" y="643"/>
                  </a:cubicBezTo>
                  <a:cubicBezTo>
                    <a:pt x="2363" y="651"/>
                    <a:pt x="2369" y="656"/>
                    <a:pt x="2376" y="656"/>
                  </a:cubicBezTo>
                  <a:close/>
                  <a:moveTo>
                    <a:pt x="2415" y="656"/>
                  </a:moveTo>
                  <a:cubicBezTo>
                    <a:pt x="2422" y="656"/>
                    <a:pt x="2428" y="651"/>
                    <a:pt x="2428" y="643"/>
                  </a:cubicBezTo>
                  <a:cubicBezTo>
                    <a:pt x="2428" y="636"/>
                    <a:pt x="2422" y="631"/>
                    <a:pt x="2415" y="631"/>
                  </a:cubicBezTo>
                  <a:cubicBezTo>
                    <a:pt x="2408" y="631"/>
                    <a:pt x="2402" y="636"/>
                    <a:pt x="2402" y="643"/>
                  </a:cubicBezTo>
                  <a:cubicBezTo>
                    <a:pt x="2402" y="651"/>
                    <a:pt x="2408" y="656"/>
                    <a:pt x="2415" y="656"/>
                  </a:cubicBezTo>
                  <a:close/>
                  <a:moveTo>
                    <a:pt x="2455" y="656"/>
                  </a:moveTo>
                  <a:cubicBezTo>
                    <a:pt x="2462" y="656"/>
                    <a:pt x="2467" y="651"/>
                    <a:pt x="2467" y="643"/>
                  </a:cubicBezTo>
                  <a:cubicBezTo>
                    <a:pt x="2467" y="636"/>
                    <a:pt x="2462" y="631"/>
                    <a:pt x="2455" y="631"/>
                  </a:cubicBezTo>
                  <a:cubicBezTo>
                    <a:pt x="2447" y="631"/>
                    <a:pt x="2442" y="636"/>
                    <a:pt x="2442" y="643"/>
                  </a:cubicBezTo>
                  <a:cubicBezTo>
                    <a:pt x="2442" y="651"/>
                    <a:pt x="2447" y="656"/>
                    <a:pt x="2455" y="656"/>
                  </a:cubicBezTo>
                  <a:close/>
                  <a:moveTo>
                    <a:pt x="2494" y="656"/>
                  </a:moveTo>
                  <a:cubicBezTo>
                    <a:pt x="2501" y="656"/>
                    <a:pt x="2507" y="651"/>
                    <a:pt x="2507" y="643"/>
                  </a:cubicBezTo>
                  <a:cubicBezTo>
                    <a:pt x="2507" y="636"/>
                    <a:pt x="2501" y="631"/>
                    <a:pt x="2494" y="631"/>
                  </a:cubicBezTo>
                  <a:cubicBezTo>
                    <a:pt x="2487" y="631"/>
                    <a:pt x="2481" y="636"/>
                    <a:pt x="2481" y="643"/>
                  </a:cubicBezTo>
                  <a:cubicBezTo>
                    <a:pt x="2481" y="651"/>
                    <a:pt x="2487" y="656"/>
                    <a:pt x="2494" y="656"/>
                  </a:cubicBezTo>
                  <a:close/>
                  <a:moveTo>
                    <a:pt x="2533" y="656"/>
                  </a:moveTo>
                  <a:cubicBezTo>
                    <a:pt x="2540" y="656"/>
                    <a:pt x="2546" y="651"/>
                    <a:pt x="2546" y="643"/>
                  </a:cubicBezTo>
                  <a:cubicBezTo>
                    <a:pt x="2546" y="636"/>
                    <a:pt x="2540" y="631"/>
                    <a:pt x="2533" y="631"/>
                  </a:cubicBezTo>
                  <a:cubicBezTo>
                    <a:pt x="2526" y="631"/>
                    <a:pt x="2521" y="636"/>
                    <a:pt x="2521" y="643"/>
                  </a:cubicBezTo>
                  <a:cubicBezTo>
                    <a:pt x="2521" y="651"/>
                    <a:pt x="2526" y="656"/>
                    <a:pt x="2533" y="656"/>
                  </a:cubicBezTo>
                  <a:close/>
                  <a:moveTo>
                    <a:pt x="2573" y="656"/>
                  </a:moveTo>
                  <a:cubicBezTo>
                    <a:pt x="2580" y="656"/>
                    <a:pt x="2586" y="651"/>
                    <a:pt x="2586" y="643"/>
                  </a:cubicBezTo>
                  <a:cubicBezTo>
                    <a:pt x="2586" y="636"/>
                    <a:pt x="2580" y="631"/>
                    <a:pt x="2573" y="631"/>
                  </a:cubicBezTo>
                  <a:cubicBezTo>
                    <a:pt x="2566" y="631"/>
                    <a:pt x="2560" y="636"/>
                    <a:pt x="2560" y="643"/>
                  </a:cubicBezTo>
                  <a:cubicBezTo>
                    <a:pt x="2560" y="651"/>
                    <a:pt x="2566" y="656"/>
                    <a:pt x="2573" y="656"/>
                  </a:cubicBezTo>
                  <a:close/>
                  <a:moveTo>
                    <a:pt x="2612" y="656"/>
                  </a:moveTo>
                  <a:cubicBezTo>
                    <a:pt x="2619" y="656"/>
                    <a:pt x="2625" y="651"/>
                    <a:pt x="2625" y="643"/>
                  </a:cubicBezTo>
                  <a:cubicBezTo>
                    <a:pt x="2625" y="636"/>
                    <a:pt x="2619" y="631"/>
                    <a:pt x="2612" y="631"/>
                  </a:cubicBezTo>
                  <a:cubicBezTo>
                    <a:pt x="2605" y="631"/>
                    <a:pt x="2599" y="636"/>
                    <a:pt x="2599" y="643"/>
                  </a:cubicBezTo>
                  <a:cubicBezTo>
                    <a:pt x="2599" y="651"/>
                    <a:pt x="2605" y="656"/>
                    <a:pt x="2612" y="656"/>
                  </a:cubicBezTo>
                  <a:close/>
                  <a:moveTo>
                    <a:pt x="2652" y="656"/>
                  </a:moveTo>
                  <a:cubicBezTo>
                    <a:pt x="2659" y="656"/>
                    <a:pt x="2664" y="651"/>
                    <a:pt x="2664" y="643"/>
                  </a:cubicBezTo>
                  <a:cubicBezTo>
                    <a:pt x="2664" y="636"/>
                    <a:pt x="2659" y="631"/>
                    <a:pt x="2652" y="631"/>
                  </a:cubicBezTo>
                  <a:cubicBezTo>
                    <a:pt x="2645" y="631"/>
                    <a:pt x="2639" y="636"/>
                    <a:pt x="2639" y="643"/>
                  </a:cubicBezTo>
                  <a:cubicBezTo>
                    <a:pt x="2639" y="651"/>
                    <a:pt x="2645" y="656"/>
                    <a:pt x="2652" y="656"/>
                  </a:cubicBezTo>
                  <a:close/>
                  <a:moveTo>
                    <a:pt x="2691" y="656"/>
                  </a:moveTo>
                  <a:cubicBezTo>
                    <a:pt x="2698" y="656"/>
                    <a:pt x="2704" y="651"/>
                    <a:pt x="2704" y="643"/>
                  </a:cubicBezTo>
                  <a:cubicBezTo>
                    <a:pt x="2704" y="636"/>
                    <a:pt x="2698" y="631"/>
                    <a:pt x="2691" y="631"/>
                  </a:cubicBezTo>
                  <a:cubicBezTo>
                    <a:pt x="2684" y="631"/>
                    <a:pt x="2678" y="636"/>
                    <a:pt x="2678" y="643"/>
                  </a:cubicBezTo>
                  <a:cubicBezTo>
                    <a:pt x="2678" y="651"/>
                    <a:pt x="2684" y="656"/>
                    <a:pt x="2691" y="656"/>
                  </a:cubicBezTo>
                  <a:close/>
                  <a:moveTo>
                    <a:pt x="2730" y="656"/>
                  </a:moveTo>
                  <a:cubicBezTo>
                    <a:pt x="2738" y="656"/>
                    <a:pt x="2743" y="651"/>
                    <a:pt x="2743" y="643"/>
                  </a:cubicBezTo>
                  <a:cubicBezTo>
                    <a:pt x="2743" y="636"/>
                    <a:pt x="2738" y="631"/>
                    <a:pt x="2730" y="631"/>
                  </a:cubicBezTo>
                  <a:cubicBezTo>
                    <a:pt x="2723" y="631"/>
                    <a:pt x="2718" y="636"/>
                    <a:pt x="2718" y="643"/>
                  </a:cubicBezTo>
                  <a:cubicBezTo>
                    <a:pt x="2718" y="651"/>
                    <a:pt x="2723" y="656"/>
                    <a:pt x="2730" y="656"/>
                  </a:cubicBezTo>
                  <a:close/>
                  <a:moveTo>
                    <a:pt x="2770" y="656"/>
                  </a:moveTo>
                  <a:cubicBezTo>
                    <a:pt x="2777" y="656"/>
                    <a:pt x="2783" y="651"/>
                    <a:pt x="2783" y="643"/>
                  </a:cubicBezTo>
                  <a:cubicBezTo>
                    <a:pt x="2783" y="636"/>
                    <a:pt x="2777" y="631"/>
                    <a:pt x="2770" y="631"/>
                  </a:cubicBezTo>
                  <a:cubicBezTo>
                    <a:pt x="2763" y="631"/>
                    <a:pt x="2757" y="636"/>
                    <a:pt x="2757" y="643"/>
                  </a:cubicBezTo>
                  <a:cubicBezTo>
                    <a:pt x="2757" y="651"/>
                    <a:pt x="2763" y="656"/>
                    <a:pt x="2770" y="656"/>
                  </a:cubicBezTo>
                  <a:close/>
                  <a:moveTo>
                    <a:pt x="2809" y="656"/>
                  </a:moveTo>
                  <a:cubicBezTo>
                    <a:pt x="2816" y="656"/>
                    <a:pt x="2822" y="651"/>
                    <a:pt x="2822" y="643"/>
                  </a:cubicBezTo>
                  <a:cubicBezTo>
                    <a:pt x="2822" y="636"/>
                    <a:pt x="2816" y="631"/>
                    <a:pt x="2809" y="631"/>
                  </a:cubicBezTo>
                  <a:cubicBezTo>
                    <a:pt x="2802" y="631"/>
                    <a:pt x="2797" y="636"/>
                    <a:pt x="2797" y="643"/>
                  </a:cubicBezTo>
                  <a:cubicBezTo>
                    <a:pt x="2797" y="651"/>
                    <a:pt x="2802" y="656"/>
                    <a:pt x="2809" y="656"/>
                  </a:cubicBezTo>
                  <a:close/>
                  <a:moveTo>
                    <a:pt x="2849" y="656"/>
                  </a:moveTo>
                  <a:cubicBezTo>
                    <a:pt x="2856" y="656"/>
                    <a:pt x="2862" y="651"/>
                    <a:pt x="2862" y="643"/>
                  </a:cubicBezTo>
                  <a:cubicBezTo>
                    <a:pt x="2862" y="636"/>
                    <a:pt x="2856" y="631"/>
                    <a:pt x="2849" y="631"/>
                  </a:cubicBezTo>
                  <a:cubicBezTo>
                    <a:pt x="2842" y="631"/>
                    <a:pt x="2836" y="636"/>
                    <a:pt x="2836" y="643"/>
                  </a:cubicBezTo>
                  <a:cubicBezTo>
                    <a:pt x="2836" y="651"/>
                    <a:pt x="2842" y="656"/>
                    <a:pt x="2849" y="656"/>
                  </a:cubicBezTo>
                  <a:close/>
                  <a:moveTo>
                    <a:pt x="2888" y="656"/>
                  </a:moveTo>
                  <a:cubicBezTo>
                    <a:pt x="2895" y="656"/>
                    <a:pt x="2901" y="651"/>
                    <a:pt x="2901" y="643"/>
                  </a:cubicBezTo>
                  <a:cubicBezTo>
                    <a:pt x="2901" y="636"/>
                    <a:pt x="2895" y="631"/>
                    <a:pt x="2888" y="631"/>
                  </a:cubicBezTo>
                  <a:cubicBezTo>
                    <a:pt x="2881" y="631"/>
                    <a:pt x="2875" y="636"/>
                    <a:pt x="2875" y="643"/>
                  </a:cubicBezTo>
                  <a:cubicBezTo>
                    <a:pt x="2875" y="651"/>
                    <a:pt x="2881" y="656"/>
                    <a:pt x="2888" y="656"/>
                  </a:cubicBezTo>
                  <a:close/>
                  <a:moveTo>
                    <a:pt x="2928" y="656"/>
                  </a:moveTo>
                  <a:cubicBezTo>
                    <a:pt x="2935" y="656"/>
                    <a:pt x="2940" y="651"/>
                    <a:pt x="2940" y="643"/>
                  </a:cubicBezTo>
                  <a:cubicBezTo>
                    <a:pt x="2940" y="636"/>
                    <a:pt x="2935" y="631"/>
                    <a:pt x="2928" y="631"/>
                  </a:cubicBezTo>
                  <a:cubicBezTo>
                    <a:pt x="2921" y="631"/>
                    <a:pt x="2915" y="636"/>
                    <a:pt x="2915" y="643"/>
                  </a:cubicBezTo>
                  <a:cubicBezTo>
                    <a:pt x="2915" y="651"/>
                    <a:pt x="2921" y="656"/>
                    <a:pt x="2928" y="656"/>
                  </a:cubicBezTo>
                  <a:close/>
                  <a:moveTo>
                    <a:pt x="2967" y="656"/>
                  </a:moveTo>
                  <a:cubicBezTo>
                    <a:pt x="2974" y="656"/>
                    <a:pt x="2980" y="651"/>
                    <a:pt x="2980" y="643"/>
                  </a:cubicBezTo>
                  <a:cubicBezTo>
                    <a:pt x="2980" y="636"/>
                    <a:pt x="2974" y="631"/>
                    <a:pt x="2967" y="631"/>
                  </a:cubicBezTo>
                  <a:cubicBezTo>
                    <a:pt x="2960" y="631"/>
                    <a:pt x="2954" y="636"/>
                    <a:pt x="2954" y="643"/>
                  </a:cubicBezTo>
                  <a:cubicBezTo>
                    <a:pt x="2954" y="651"/>
                    <a:pt x="2960" y="656"/>
                    <a:pt x="2967" y="656"/>
                  </a:cubicBezTo>
                  <a:close/>
                  <a:moveTo>
                    <a:pt x="3006" y="656"/>
                  </a:moveTo>
                  <a:cubicBezTo>
                    <a:pt x="3013" y="656"/>
                    <a:pt x="3019" y="651"/>
                    <a:pt x="3019" y="643"/>
                  </a:cubicBezTo>
                  <a:cubicBezTo>
                    <a:pt x="3019" y="636"/>
                    <a:pt x="3013" y="631"/>
                    <a:pt x="3006" y="631"/>
                  </a:cubicBezTo>
                  <a:cubicBezTo>
                    <a:pt x="2999" y="631"/>
                    <a:pt x="2994" y="636"/>
                    <a:pt x="2994" y="643"/>
                  </a:cubicBezTo>
                  <a:cubicBezTo>
                    <a:pt x="2994" y="651"/>
                    <a:pt x="2999" y="656"/>
                    <a:pt x="3006" y="656"/>
                  </a:cubicBezTo>
                  <a:close/>
                  <a:moveTo>
                    <a:pt x="3046" y="656"/>
                  </a:moveTo>
                  <a:cubicBezTo>
                    <a:pt x="3053" y="656"/>
                    <a:pt x="3059" y="651"/>
                    <a:pt x="3059" y="643"/>
                  </a:cubicBezTo>
                  <a:cubicBezTo>
                    <a:pt x="3059" y="636"/>
                    <a:pt x="3053" y="631"/>
                    <a:pt x="3046" y="631"/>
                  </a:cubicBezTo>
                  <a:cubicBezTo>
                    <a:pt x="3039" y="631"/>
                    <a:pt x="3033" y="636"/>
                    <a:pt x="3033" y="643"/>
                  </a:cubicBezTo>
                  <a:cubicBezTo>
                    <a:pt x="3033" y="651"/>
                    <a:pt x="3039" y="656"/>
                    <a:pt x="3046" y="656"/>
                  </a:cubicBezTo>
                  <a:close/>
                  <a:moveTo>
                    <a:pt x="444" y="670"/>
                  </a:moveTo>
                  <a:cubicBezTo>
                    <a:pt x="437" y="670"/>
                    <a:pt x="431" y="676"/>
                    <a:pt x="431" y="683"/>
                  </a:cubicBezTo>
                  <a:cubicBezTo>
                    <a:pt x="431" y="690"/>
                    <a:pt x="437" y="696"/>
                    <a:pt x="444" y="696"/>
                  </a:cubicBezTo>
                  <a:cubicBezTo>
                    <a:pt x="451" y="696"/>
                    <a:pt x="457" y="690"/>
                    <a:pt x="457" y="683"/>
                  </a:cubicBezTo>
                  <a:cubicBezTo>
                    <a:pt x="457" y="676"/>
                    <a:pt x="451" y="670"/>
                    <a:pt x="444" y="670"/>
                  </a:cubicBezTo>
                  <a:close/>
                  <a:moveTo>
                    <a:pt x="483" y="696"/>
                  </a:moveTo>
                  <a:cubicBezTo>
                    <a:pt x="490" y="696"/>
                    <a:pt x="496" y="690"/>
                    <a:pt x="496" y="683"/>
                  </a:cubicBezTo>
                  <a:cubicBezTo>
                    <a:pt x="496" y="676"/>
                    <a:pt x="490" y="670"/>
                    <a:pt x="483" y="670"/>
                  </a:cubicBezTo>
                  <a:cubicBezTo>
                    <a:pt x="476" y="670"/>
                    <a:pt x="471" y="676"/>
                    <a:pt x="471" y="683"/>
                  </a:cubicBezTo>
                  <a:cubicBezTo>
                    <a:pt x="471" y="690"/>
                    <a:pt x="476" y="696"/>
                    <a:pt x="483" y="696"/>
                  </a:cubicBezTo>
                  <a:close/>
                  <a:moveTo>
                    <a:pt x="523" y="696"/>
                  </a:moveTo>
                  <a:cubicBezTo>
                    <a:pt x="530" y="696"/>
                    <a:pt x="535" y="690"/>
                    <a:pt x="535" y="683"/>
                  </a:cubicBezTo>
                  <a:cubicBezTo>
                    <a:pt x="535" y="676"/>
                    <a:pt x="530" y="670"/>
                    <a:pt x="523" y="670"/>
                  </a:cubicBezTo>
                  <a:cubicBezTo>
                    <a:pt x="516" y="670"/>
                    <a:pt x="510" y="676"/>
                    <a:pt x="510" y="683"/>
                  </a:cubicBezTo>
                  <a:cubicBezTo>
                    <a:pt x="510" y="690"/>
                    <a:pt x="516" y="696"/>
                    <a:pt x="523" y="696"/>
                  </a:cubicBezTo>
                  <a:close/>
                  <a:moveTo>
                    <a:pt x="562" y="696"/>
                  </a:moveTo>
                  <a:cubicBezTo>
                    <a:pt x="569" y="696"/>
                    <a:pt x="575" y="690"/>
                    <a:pt x="575" y="683"/>
                  </a:cubicBezTo>
                  <a:cubicBezTo>
                    <a:pt x="575" y="676"/>
                    <a:pt x="569" y="670"/>
                    <a:pt x="562" y="670"/>
                  </a:cubicBezTo>
                  <a:cubicBezTo>
                    <a:pt x="555" y="670"/>
                    <a:pt x="549" y="676"/>
                    <a:pt x="549" y="683"/>
                  </a:cubicBezTo>
                  <a:cubicBezTo>
                    <a:pt x="549" y="690"/>
                    <a:pt x="555" y="696"/>
                    <a:pt x="562" y="696"/>
                  </a:cubicBezTo>
                  <a:close/>
                  <a:moveTo>
                    <a:pt x="602" y="696"/>
                  </a:moveTo>
                  <a:cubicBezTo>
                    <a:pt x="609" y="696"/>
                    <a:pt x="614" y="690"/>
                    <a:pt x="614" y="683"/>
                  </a:cubicBezTo>
                  <a:cubicBezTo>
                    <a:pt x="614" y="676"/>
                    <a:pt x="609" y="670"/>
                    <a:pt x="602" y="670"/>
                  </a:cubicBezTo>
                  <a:cubicBezTo>
                    <a:pt x="595" y="670"/>
                    <a:pt x="589" y="676"/>
                    <a:pt x="589" y="683"/>
                  </a:cubicBezTo>
                  <a:cubicBezTo>
                    <a:pt x="589" y="690"/>
                    <a:pt x="595" y="696"/>
                    <a:pt x="602" y="696"/>
                  </a:cubicBezTo>
                  <a:close/>
                  <a:moveTo>
                    <a:pt x="641" y="696"/>
                  </a:moveTo>
                  <a:cubicBezTo>
                    <a:pt x="648" y="696"/>
                    <a:pt x="654" y="690"/>
                    <a:pt x="654" y="683"/>
                  </a:cubicBezTo>
                  <a:cubicBezTo>
                    <a:pt x="654" y="676"/>
                    <a:pt x="648" y="670"/>
                    <a:pt x="641" y="670"/>
                  </a:cubicBezTo>
                  <a:cubicBezTo>
                    <a:pt x="634" y="670"/>
                    <a:pt x="628" y="676"/>
                    <a:pt x="628" y="683"/>
                  </a:cubicBezTo>
                  <a:cubicBezTo>
                    <a:pt x="628" y="690"/>
                    <a:pt x="634" y="696"/>
                    <a:pt x="641" y="696"/>
                  </a:cubicBezTo>
                  <a:close/>
                  <a:moveTo>
                    <a:pt x="680" y="696"/>
                  </a:moveTo>
                  <a:cubicBezTo>
                    <a:pt x="687" y="696"/>
                    <a:pt x="693" y="690"/>
                    <a:pt x="693" y="683"/>
                  </a:cubicBezTo>
                  <a:cubicBezTo>
                    <a:pt x="693" y="676"/>
                    <a:pt x="687" y="670"/>
                    <a:pt x="680" y="670"/>
                  </a:cubicBezTo>
                  <a:cubicBezTo>
                    <a:pt x="673" y="670"/>
                    <a:pt x="668" y="676"/>
                    <a:pt x="668" y="683"/>
                  </a:cubicBezTo>
                  <a:cubicBezTo>
                    <a:pt x="668" y="690"/>
                    <a:pt x="673" y="696"/>
                    <a:pt x="680" y="696"/>
                  </a:cubicBezTo>
                  <a:close/>
                  <a:moveTo>
                    <a:pt x="720" y="696"/>
                  </a:moveTo>
                  <a:cubicBezTo>
                    <a:pt x="727" y="696"/>
                    <a:pt x="733" y="690"/>
                    <a:pt x="733" y="683"/>
                  </a:cubicBezTo>
                  <a:cubicBezTo>
                    <a:pt x="733" y="676"/>
                    <a:pt x="727" y="670"/>
                    <a:pt x="720" y="670"/>
                  </a:cubicBezTo>
                  <a:cubicBezTo>
                    <a:pt x="713" y="670"/>
                    <a:pt x="707" y="676"/>
                    <a:pt x="707" y="683"/>
                  </a:cubicBezTo>
                  <a:cubicBezTo>
                    <a:pt x="707" y="690"/>
                    <a:pt x="713" y="696"/>
                    <a:pt x="720" y="696"/>
                  </a:cubicBezTo>
                  <a:close/>
                  <a:moveTo>
                    <a:pt x="759" y="696"/>
                  </a:moveTo>
                  <a:cubicBezTo>
                    <a:pt x="766" y="696"/>
                    <a:pt x="772" y="690"/>
                    <a:pt x="772" y="683"/>
                  </a:cubicBezTo>
                  <a:cubicBezTo>
                    <a:pt x="772" y="676"/>
                    <a:pt x="766" y="670"/>
                    <a:pt x="759" y="670"/>
                  </a:cubicBezTo>
                  <a:cubicBezTo>
                    <a:pt x="752" y="670"/>
                    <a:pt x="747" y="676"/>
                    <a:pt x="747" y="683"/>
                  </a:cubicBezTo>
                  <a:cubicBezTo>
                    <a:pt x="747" y="690"/>
                    <a:pt x="752" y="696"/>
                    <a:pt x="759" y="696"/>
                  </a:cubicBezTo>
                  <a:close/>
                  <a:moveTo>
                    <a:pt x="799" y="696"/>
                  </a:moveTo>
                  <a:cubicBezTo>
                    <a:pt x="806" y="696"/>
                    <a:pt x="811" y="690"/>
                    <a:pt x="811" y="683"/>
                  </a:cubicBezTo>
                  <a:cubicBezTo>
                    <a:pt x="811" y="676"/>
                    <a:pt x="806" y="670"/>
                    <a:pt x="799" y="670"/>
                  </a:cubicBezTo>
                  <a:cubicBezTo>
                    <a:pt x="792" y="670"/>
                    <a:pt x="786" y="676"/>
                    <a:pt x="786" y="683"/>
                  </a:cubicBezTo>
                  <a:cubicBezTo>
                    <a:pt x="786" y="690"/>
                    <a:pt x="792" y="696"/>
                    <a:pt x="799" y="696"/>
                  </a:cubicBezTo>
                  <a:close/>
                  <a:moveTo>
                    <a:pt x="838" y="696"/>
                  </a:moveTo>
                  <a:cubicBezTo>
                    <a:pt x="845" y="696"/>
                    <a:pt x="851" y="690"/>
                    <a:pt x="851" y="683"/>
                  </a:cubicBezTo>
                  <a:cubicBezTo>
                    <a:pt x="851" y="676"/>
                    <a:pt x="845" y="670"/>
                    <a:pt x="838" y="670"/>
                  </a:cubicBezTo>
                  <a:cubicBezTo>
                    <a:pt x="831" y="670"/>
                    <a:pt x="825" y="676"/>
                    <a:pt x="825" y="683"/>
                  </a:cubicBezTo>
                  <a:cubicBezTo>
                    <a:pt x="825" y="690"/>
                    <a:pt x="831" y="696"/>
                    <a:pt x="838" y="696"/>
                  </a:cubicBezTo>
                  <a:close/>
                  <a:moveTo>
                    <a:pt x="878" y="696"/>
                  </a:moveTo>
                  <a:cubicBezTo>
                    <a:pt x="885" y="696"/>
                    <a:pt x="890" y="690"/>
                    <a:pt x="890" y="683"/>
                  </a:cubicBezTo>
                  <a:cubicBezTo>
                    <a:pt x="890" y="676"/>
                    <a:pt x="885" y="670"/>
                    <a:pt x="878" y="670"/>
                  </a:cubicBezTo>
                  <a:cubicBezTo>
                    <a:pt x="871" y="670"/>
                    <a:pt x="865" y="676"/>
                    <a:pt x="865" y="683"/>
                  </a:cubicBezTo>
                  <a:cubicBezTo>
                    <a:pt x="865" y="690"/>
                    <a:pt x="871" y="696"/>
                    <a:pt x="878" y="696"/>
                  </a:cubicBezTo>
                  <a:close/>
                  <a:moveTo>
                    <a:pt x="917" y="696"/>
                  </a:moveTo>
                  <a:cubicBezTo>
                    <a:pt x="924" y="696"/>
                    <a:pt x="930" y="690"/>
                    <a:pt x="930" y="683"/>
                  </a:cubicBezTo>
                  <a:cubicBezTo>
                    <a:pt x="930" y="676"/>
                    <a:pt x="924" y="670"/>
                    <a:pt x="917" y="670"/>
                  </a:cubicBezTo>
                  <a:cubicBezTo>
                    <a:pt x="910" y="670"/>
                    <a:pt x="904" y="676"/>
                    <a:pt x="904" y="683"/>
                  </a:cubicBezTo>
                  <a:cubicBezTo>
                    <a:pt x="904" y="690"/>
                    <a:pt x="910" y="696"/>
                    <a:pt x="917" y="696"/>
                  </a:cubicBezTo>
                  <a:close/>
                  <a:moveTo>
                    <a:pt x="956" y="696"/>
                  </a:moveTo>
                  <a:cubicBezTo>
                    <a:pt x="963" y="696"/>
                    <a:pt x="969" y="690"/>
                    <a:pt x="969" y="683"/>
                  </a:cubicBezTo>
                  <a:cubicBezTo>
                    <a:pt x="969" y="676"/>
                    <a:pt x="963" y="670"/>
                    <a:pt x="956" y="670"/>
                  </a:cubicBezTo>
                  <a:cubicBezTo>
                    <a:pt x="949" y="670"/>
                    <a:pt x="944" y="676"/>
                    <a:pt x="944" y="683"/>
                  </a:cubicBezTo>
                  <a:cubicBezTo>
                    <a:pt x="944" y="690"/>
                    <a:pt x="949" y="696"/>
                    <a:pt x="956" y="696"/>
                  </a:cubicBezTo>
                  <a:close/>
                  <a:moveTo>
                    <a:pt x="1627" y="696"/>
                  </a:moveTo>
                  <a:cubicBezTo>
                    <a:pt x="1634" y="696"/>
                    <a:pt x="1639" y="690"/>
                    <a:pt x="1639" y="683"/>
                  </a:cubicBezTo>
                  <a:cubicBezTo>
                    <a:pt x="1639" y="676"/>
                    <a:pt x="1634" y="670"/>
                    <a:pt x="1627" y="670"/>
                  </a:cubicBezTo>
                  <a:cubicBezTo>
                    <a:pt x="1620" y="670"/>
                    <a:pt x="1614" y="676"/>
                    <a:pt x="1614" y="683"/>
                  </a:cubicBezTo>
                  <a:cubicBezTo>
                    <a:pt x="1614" y="690"/>
                    <a:pt x="1620" y="696"/>
                    <a:pt x="1627" y="696"/>
                  </a:cubicBezTo>
                  <a:close/>
                  <a:moveTo>
                    <a:pt x="1666" y="696"/>
                  </a:moveTo>
                  <a:cubicBezTo>
                    <a:pt x="1673" y="696"/>
                    <a:pt x="1679" y="690"/>
                    <a:pt x="1679" y="683"/>
                  </a:cubicBezTo>
                  <a:cubicBezTo>
                    <a:pt x="1679" y="676"/>
                    <a:pt x="1673" y="670"/>
                    <a:pt x="1666" y="670"/>
                  </a:cubicBezTo>
                  <a:cubicBezTo>
                    <a:pt x="1659" y="670"/>
                    <a:pt x="1653" y="676"/>
                    <a:pt x="1653" y="683"/>
                  </a:cubicBezTo>
                  <a:cubicBezTo>
                    <a:pt x="1653" y="690"/>
                    <a:pt x="1659" y="696"/>
                    <a:pt x="1666" y="696"/>
                  </a:cubicBezTo>
                  <a:close/>
                  <a:moveTo>
                    <a:pt x="1705" y="696"/>
                  </a:moveTo>
                  <a:cubicBezTo>
                    <a:pt x="1712" y="696"/>
                    <a:pt x="1718" y="690"/>
                    <a:pt x="1718" y="683"/>
                  </a:cubicBezTo>
                  <a:cubicBezTo>
                    <a:pt x="1718" y="676"/>
                    <a:pt x="1712" y="670"/>
                    <a:pt x="1705" y="670"/>
                  </a:cubicBezTo>
                  <a:cubicBezTo>
                    <a:pt x="1698" y="670"/>
                    <a:pt x="1693" y="676"/>
                    <a:pt x="1693" y="683"/>
                  </a:cubicBezTo>
                  <a:cubicBezTo>
                    <a:pt x="1693" y="690"/>
                    <a:pt x="1698" y="696"/>
                    <a:pt x="1705" y="696"/>
                  </a:cubicBezTo>
                  <a:close/>
                  <a:moveTo>
                    <a:pt x="1817" y="683"/>
                  </a:moveTo>
                  <a:cubicBezTo>
                    <a:pt x="1817" y="686"/>
                    <a:pt x="1820" y="689"/>
                    <a:pt x="1824" y="689"/>
                  </a:cubicBezTo>
                  <a:cubicBezTo>
                    <a:pt x="1827" y="689"/>
                    <a:pt x="1830" y="686"/>
                    <a:pt x="1830" y="683"/>
                  </a:cubicBezTo>
                  <a:cubicBezTo>
                    <a:pt x="1830" y="679"/>
                    <a:pt x="1827" y="676"/>
                    <a:pt x="1824" y="676"/>
                  </a:cubicBezTo>
                  <a:cubicBezTo>
                    <a:pt x="1820" y="676"/>
                    <a:pt x="1817" y="679"/>
                    <a:pt x="1817" y="683"/>
                  </a:cubicBezTo>
                  <a:close/>
                  <a:moveTo>
                    <a:pt x="1903" y="696"/>
                  </a:moveTo>
                  <a:cubicBezTo>
                    <a:pt x="1910" y="696"/>
                    <a:pt x="1915" y="690"/>
                    <a:pt x="1915" y="683"/>
                  </a:cubicBezTo>
                  <a:cubicBezTo>
                    <a:pt x="1915" y="676"/>
                    <a:pt x="1910" y="670"/>
                    <a:pt x="1903" y="670"/>
                  </a:cubicBezTo>
                  <a:cubicBezTo>
                    <a:pt x="1896" y="670"/>
                    <a:pt x="1890" y="676"/>
                    <a:pt x="1890" y="683"/>
                  </a:cubicBezTo>
                  <a:cubicBezTo>
                    <a:pt x="1890" y="690"/>
                    <a:pt x="1896" y="696"/>
                    <a:pt x="1903" y="696"/>
                  </a:cubicBezTo>
                  <a:close/>
                  <a:moveTo>
                    <a:pt x="1955" y="683"/>
                  </a:moveTo>
                  <a:cubicBezTo>
                    <a:pt x="1955" y="676"/>
                    <a:pt x="1949" y="670"/>
                    <a:pt x="1942" y="670"/>
                  </a:cubicBezTo>
                  <a:cubicBezTo>
                    <a:pt x="1935" y="670"/>
                    <a:pt x="1929" y="676"/>
                    <a:pt x="1929" y="683"/>
                  </a:cubicBezTo>
                  <a:cubicBezTo>
                    <a:pt x="1929" y="690"/>
                    <a:pt x="1935" y="696"/>
                    <a:pt x="1942" y="696"/>
                  </a:cubicBezTo>
                  <a:cubicBezTo>
                    <a:pt x="1949" y="696"/>
                    <a:pt x="1955" y="690"/>
                    <a:pt x="1955" y="683"/>
                  </a:cubicBezTo>
                  <a:close/>
                  <a:moveTo>
                    <a:pt x="1981" y="696"/>
                  </a:moveTo>
                  <a:cubicBezTo>
                    <a:pt x="1988" y="696"/>
                    <a:pt x="1994" y="690"/>
                    <a:pt x="1994" y="683"/>
                  </a:cubicBezTo>
                  <a:cubicBezTo>
                    <a:pt x="1994" y="676"/>
                    <a:pt x="1988" y="670"/>
                    <a:pt x="1981" y="670"/>
                  </a:cubicBezTo>
                  <a:cubicBezTo>
                    <a:pt x="1974" y="670"/>
                    <a:pt x="1969" y="676"/>
                    <a:pt x="1969" y="683"/>
                  </a:cubicBezTo>
                  <a:cubicBezTo>
                    <a:pt x="1969" y="690"/>
                    <a:pt x="1974" y="696"/>
                    <a:pt x="1981" y="696"/>
                  </a:cubicBezTo>
                  <a:close/>
                  <a:moveTo>
                    <a:pt x="2021" y="696"/>
                  </a:moveTo>
                  <a:cubicBezTo>
                    <a:pt x="2028" y="696"/>
                    <a:pt x="2034" y="690"/>
                    <a:pt x="2034" y="683"/>
                  </a:cubicBezTo>
                  <a:cubicBezTo>
                    <a:pt x="2034" y="676"/>
                    <a:pt x="2028" y="670"/>
                    <a:pt x="2021" y="670"/>
                  </a:cubicBezTo>
                  <a:cubicBezTo>
                    <a:pt x="2014" y="670"/>
                    <a:pt x="2008" y="676"/>
                    <a:pt x="2008" y="683"/>
                  </a:cubicBezTo>
                  <a:cubicBezTo>
                    <a:pt x="2008" y="690"/>
                    <a:pt x="2014" y="696"/>
                    <a:pt x="2021" y="696"/>
                  </a:cubicBezTo>
                  <a:close/>
                  <a:moveTo>
                    <a:pt x="2060" y="670"/>
                  </a:moveTo>
                  <a:cubicBezTo>
                    <a:pt x="2053" y="670"/>
                    <a:pt x="2048" y="676"/>
                    <a:pt x="2048" y="683"/>
                  </a:cubicBezTo>
                  <a:cubicBezTo>
                    <a:pt x="2048" y="690"/>
                    <a:pt x="2053" y="696"/>
                    <a:pt x="2060" y="696"/>
                  </a:cubicBezTo>
                  <a:cubicBezTo>
                    <a:pt x="2067" y="696"/>
                    <a:pt x="2073" y="690"/>
                    <a:pt x="2073" y="683"/>
                  </a:cubicBezTo>
                  <a:cubicBezTo>
                    <a:pt x="2073" y="676"/>
                    <a:pt x="2067" y="670"/>
                    <a:pt x="2060" y="670"/>
                  </a:cubicBezTo>
                  <a:close/>
                  <a:moveTo>
                    <a:pt x="2139" y="696"/>
                  </a:moveTo>
                  <a:cubicBezTo>
                    <a:pt x="2146" y="696"/>
                    <a:pt x="2152" y="690"/>
                    <a:pt x="2152" y="683"/>
                  </a:cubicBezTo>
                  <a:cubicBezTo>
                    <a:pt x="2152" y="676"/>
                    <a:pt x="2146" y="670"/>
                    <a:pt x="2139" y="670"/>
                  </a:cubicBezTo>
                  <a:cubicBezTo>
                    <a:pt x="2132" y="670"/>
                    <a:pt x="2126" y="676"/>
                    <a:pt x="2126" y="683"/>
                  </a:cubicBezTo>
                  <a:cubicBezTo>
                    <a:pt x="2126" y="690"/>
                    <a:pt x="2132" y="696"/>
                    <a:pt x="2139" y="696"/>
                  </a:cubicBezTo>
                  <a:close/>
                  <a:moveTo>
                    <a:pt x="2179" y="696"/>
                  </a:moveTo>
                  <a:cubicBezTo>
                    <a:pt x="2186" y="696"/>
                    <a:pt x="2191" y="690"/>
                    <a:pt x="2191" y="683"/>
                  </a:cubicBezTo>
                  <a:cubicBezTo>
                    <a:pt x="2191" y="676"/>
                    <a:pt x="2186" y="670"/>
                    <a:pt x="2179" y="670"/>
                  </a:cubicBezTo>
                  <a:cubicBezTo>
                    <a:pt x="2172" y="670"/>
                    <a:pt x="2166" y="676"/>
                    <a:pt x="2166" y="683"/>
                  </a:cubicBezTo>
                  <a:cubicBezTo>
                    <a:pt x="2166" y="690"/>
                    <a:pt x="2172" y="696"/>
                    <a:pt x="2179" y="696"/>
                  </a:cubicBezTo>
                  <a:close/>
                  <a:moveTo>
                    <a:pt x="2257" y="696"/>
                  </a:moveTo>
                  <a:cubicBezTo>
                    <a:pt x="2264" y="696"/>
                    <a:pt x="2270" y="690"/>
                    <a:pt x="2270" y="683"/>
                  </a:cubicBezTo>
                  <a:cubicBezTo>
                    <a:pt x="2270" y="676"/>
                    <a:pt x="2264" y="670"/>
                    <a:pt x="2257" y="670"/>
                  </a:cubicBezTo>
                  <a:cubicBezTo>
                    <a:pt x="2250" y="670"/>
                    <a:pt x="2245" y="676"/>
                    <a:pt x="2245" y="683"/>
                  </a:cubicBezTo>
                  <a:cubicBezTo>
                    <a:pt x="2245" y="690"/>
                    <a:pt x="2250" y="696"/>
                    <a:pt x="2257" y="696"/>
                  </a:cubicBezTo>
                  <a:close/>
                  <a:moveTo>
                    <a:pt x="2297" y="696"/>
                  </a:moveTo>
                  <a:cubicBezTo>
                    <a:pt x="2304" y="696"/>
                    <a:pt x="2310" y="690"/>
                    <a:pt x="2310" y="683"/>
                  </a:cubicBezTo>
                  <a:cubicBezTo>
                    <a:pt x="2310" y="676"/>
                    <a:pt x="2304" y="670"/>
                    <a:pt x="2297" y="670"/>
                  </a:cubicBezTo>
                  <a:cubicBezTo>
                    <a:pt x="2290" y="670"/>
                    <a:pt x="2284" y="676"/>
                    <a:pt x="2284" y="683"/>
                  </a:cubicBezTo>
                  <a:cubicBezTo>
                    <a:pt x="2284" y="690"/>
                    <a:pt x="2290" y="696"/>
                    <a:pt x="2297" y="696"/>
                  </a:cubicBezTo>
                  <a:close/>
                  <a:moveTo>
                    <a:pt x="2336" y="696"/>
                  </a:moveTo>
                  <a:cubicBezTo>
                    <a:pt x="2343" y="696"/>
                    <a:pt x="2349" y="690"/>
                    <a:pt x="2349" y="683"/>
                  </a:cubicBezTo>
                  <a:cubicBezTo>
                    <a:pt x="2349" y="676"/>
                    <a:pt x="2343" y="670"/>
                    <a:pt x="2336" y="670"/>
                  </a:cubicBezTo>
                  <a:cubicBezTo>
                    <a:pt x="2329" y="670"/>
                    <a:pt x="2323" y="676"/>
                    <a:pt x="2323" y="683"/>
                  </a:cubicBezTo>
                  <a:cubicBezTo>
                    <a:pt x="2323" y="690"/>
                    <a:pt x="2329" y="696"/>
                    <a:pt x="2336" y="696"/>
                  </a:cubicBezTo>
                  <a:close/>
                  <a:moveTo>
                    <a:pt x="2376" y="696"/>
                  </a:moveTo>
                  <a:cubicBezTo>
                    <a:pt x="2383" y="696"/>
                    <a:pt x="2388" y="690"/>
                    <a:pt x="2388" y="683"/>
                  </a:cubicBezTo>
                  <a:cubicBezTo>
                    <a:pt x="2388" y="676"/>
                    <a:pt x="2383" y="670"/>
                    <a:pt x="2376" y="670"/>
                  </a:cubicBezTo>
                  <a:cubicBezTo>
                    <a:pt x="2369" y="670"/>
                    <a:pt x="2363" y="676"/>
                    <a:pt x="2363" y="683"/>
                  </a:cubicBezTo>
                  <a:cubicBezTo>
                    <a:pt x="2363" y="690"/>
                    <a:pt x="2369" y="696"/>
                    <a:pt x="2376" y="696"/>
                  </a:cubicBezTo>
                  <a:close/>
                  <a:moveTo>
                    <a:pt x="2415" y="696"/>
                  </a:moveTo>
                  <a:cubicBezTo>
                    <a:pt x="2422" y="696"/>
                    <a:pt x="2428" y="690"/>
                    <a:pt x="2428" y="683"/>
                  </a:cubicBezTo>
                  <a:cubicBezTo>
                    <a:pt x="2428" y="676"/>
                    <a:pt x="2422" y="670"/>
                    <a:pt x="2415" y="670"/>
                  </a:cubicBezTo>
                  <a:cubicBezTo>
                    <a:pt x="2408" y="670"/>
                    <a:pt x="2402" y="676"/>
                    <a:pt x="2402" y="683"/>
                  </a:cubicBezTo>
                  <a:cubicBezTo>
                    <a:pt x="2402" y="690"/>
                    <a:pt x="2408" y="696"/>
                    <a:pt x="2415" y="696"/>
                  </a:cubicBezTo>
                  <a:close/>
                  <a:moveTo>
                    <a:pt x="2455" y="696"/>
                  </a:moveTo>
                  <a:cubicBezTo>
                    <a:pt x="2462" y="696"/>
                    <a:pt x="2467" y="690"/>
                    <a:pt x="2467" y="683"/>
                  </a:cubicBezTo>
                  <a:cubicBezTo>
                    <a:pt x="2467" y="676"/>
                    <a:pt x="2462" y="670"/>
                    <a:pt x="2455" y="670"/>
                  </a:cubicBezTo>
                  <a:cubicBezTo>
                    <a:pt x="2447" y="670"/>
                    <a:pt x="2442" y="676"/>
                    <a:pt x="2442" y="683"/>
                  </a:cubicBezTo>
                  <a:cubicBezTo>
                    <a:pt x="2442" y="690"/>
                    <a:pt x="2447" y="696"/>
                    <a:pt x="2455" y="696"/>
                  </a:cubicBezTo>
                  <a:close/>
                  <a:moveTo>
                    <a:pt x="2494" y="696"/>
                  </a:moveTo>
                  <a:cubicBezTo>
                    <a:pt x="2501" y="696"/>
                    <a:pt x="2507" y="690"/>
                    <a:pt x="2507" y="683"/>
                  </a:cubicBezTo>
                  <a:cubicBezTo>
                    <a:pt x="2507" y="676"/>
                    <a:pt x="2501" y="670"/>
                    <a:pt x="2494" y="670"/>
                  </a:cubicBezTo>
                  <a:cubicBezTo>
                    <a:pt x="2487" y="670"/>
                    <a:pt x="2481" y="676"/>
                    <a:pt x="2481" y="683"/>
                  </a:cubicBezTo>
                  <a:cubicBezTo>
                    <a:pt x="2481" y="690"/>
                    <a:pt x="2487" y="696"/>
                    <a:pt x="2494" y="696"/>
                  </a:cubicBezTo>
                  <a:close/>
                  <a:moveTo>
                    <a:pt x="2533" y="696"/>
                  </a:moveTo>
                  <a:cubicBezTo>
                    <a:pt x="2540" y="696"/>
                    <a:pt x="2546" y="690"/>
                    <a:pt x="2546" y="683"/>
                  </a:cubicBezTo>
                  <a:cubicBezTo>
                    <a:pt x="2546" y="676"/>
                    <a:pt x="2540" y="670"/>
                    <a:pt x="2533" y="670"/>
                  </a:cubicBezTo>
                  <a:cubicBezTo>
                    <a:pt x="2526" y="670"/>
                    <a:pt x="2521" y="676"/>
                    <a:pt x="2521" y="683"/>
                  </a:cubicBezTo>
                  <a:cubicBezTo>
                    <a:pt x="2521" y="690"/>
                    <a:pt x="2526" y="696"/>
                    <a:pt x="2533" y="696"/>
                  </a:cubicBezTo>
                  <a:close/>
                  <a:moveTo>
                    <a:pt x="2573" y="696"/>
                  </a:moveTo>
                  <a:cubicBezTo>
                    <a:pt x="2580" y="696"/>
                    <a:pt x="2586" y="690"/>
                    <a:pt x="2586" y="683"/>
                  </a:cubicBezTo>
                  <a:cubicBezTo>
                    <a:pt x="2586" y="676"/>
                    <a:pt x="2580" y="670"/>
                    <a:pt x="2573" y="670"/>
                  </a:cubicBezTo>
                  <a:cubicBezTo>
                    <a:pt x="2566" y="670"/>
                    <a:pt x="2560" y="676"/>
                    <a:pt x="2560" y="683"/>
                  </a:cubicBezTo>
                  <a:cubicBezTo>
                    <a:pt x="2560" y="690"/>
                    <a:pt x="2566" y="696"/>
                    <a:pt x="2573" y="696"/>
                  </a:cubicBezTo>
                  <a:close/>
                  <a:moveTo>
                    <a:pt x="2612" y="696"/>
                  </a:moveTo>
                  <a:cubicBezTo>
                    <a:pt x="2619" y="696"/>
                    <a:pt x="2625" y="690"/>
                    <a:pt x="2625" y="683"/>
                  </a:cubicBezTo>
                  <a:cubicBezTo>
                    <a:pt x="2625" y="676"/>
                    <a:pt x="2619" y="670"/>
                    <a:pt x="2612" y="670"/>
                  </a:cubicBezTo>
                  <a:cubicBezTo>
                    <a:pt x="2605" y="670"/>
                    <a:pt x="2599" y="676"/>
                    <a:pt x="2599" y="683"/>
                  </a:cubicBezTo>
                  <a:cubicBezTo>
                    <a:pt x="2599" y="690"/>
                    <a:pt x="2605" y="696"/>
                    <a:pt x="2612" y="696"/>
                  </a:cubicBezTo>
                  <a:close/>
                  <a:moveTo>
                    <a:pt x="2652" y="696"/>
                  </a:moveTo>
                  <a:cubicBezTo>
                    <a:pt x="2659" y="696"/>
                    <a:pt x="2664" y="690"/>
                    <a:pt x="2664" y="683"/>
                  </a:cubicBezTo>
                  <a:cubicBezTo>
                    <a:pt x="2664" y="676"/>
                    <a:pt x="2659" y="670"/>
                    <a:pt x="2652" y="670"/>
                  </a:cubicBezTo>
                  <a:cubicBezTo>
                    <a:pt x="2645" y="670"/>
                    <a:pt x="2639" y="676"/>
                    <a:pt x="2639" y="683"/>
                  </a:cubicBezTo>
                  <a:cubicBezTo>
                    <a:pt x="2639" y="690"/>
                    <a:pt x="2645" y="696"/>
                    <a:pt x="2652" y="696"/>
                  </a:cubicBezTo>
                  <a:close/>
                  <a:moveTo>
                    <a:pt x="2691" y="696"/>
                  </a:moveTo>
                  <a:cubicBezTo>
                    <a:pt x="2698" y="696"/>
                    <a:pt x="2704" y="690"/>
                    <a:pt x="2704" y="683"/>
                  </a:cubicBezTo>
                  <a:cubicBezTo>
                    <a:pt x="2704" y="676"/>
                    <a:pt x="2698" y="670"/>
                    <a:pt x="2691" y="670"/>
                  </a:cubicBezTo>
                  <a:cubicBezTo>
                    <a:pt x="2684" y="670"/>
                    <a:pt x="2678" y="676"/>
                    <a:pt x="2678" y="683"/>
                  </a:cubicBezTo>
                  <a:cubicBezTo>
                    <a:pt x="2678" y="690"/>
                    <a:pt x="2684" y="696"/>
                    <a:pt x="2691" y="696"/>
                  </a:cubicBezTo>
                  <a:close/>
                  <a:moveTo>
                    <a:pt x="2730" y="696"/>
                  </a:moveTo>
                  <a:cubicBezTo>
                    <a:pt x="2738" y="696"/>
                    <a:pt x="2743" y="690"/>
                    <a:pt x="2743" y="683"/>
                  </a:cubicBezTo>
                  <a:cubicBezTo>
                    <a:pt x="2743" y="676"/>
                    <a:pt x="2738" y="670"/>
                    <a:pt x="2730" y="670"/>
                  </a:cubicBezTo>
                  <a:cubicBezTo>
                    <a:pt x="2723" y="670"/>
                    <a:pt x="2718" y="676"/>
                    <a:pt x="2718" y="683"/>
                  </a:cubicBezTo>
                  <a:cubicBezTo>
                    <a:pt x="2718" y="690"/>
                    <a:pt x="2723" y="696"/>
                    <a:pt x="2730" y="696"/>
                  </a:cubicBezTo>
                  <a:close/>
                  <a:moveTo>
                    <a:pt x="2770" y="696"/>
                  </a:moveTo>
                  <a:cubicBezTo>
                    <a:pt x="2777" y="696"/>
                    <a:pt x="2783" y="690"/>
                    <a:pt x="2783" y="683"/>
                  </a:cubicBezTo>
                  <a:cubicBezTo>
                    <a:pt x="2783" y="676"/>
                    <a:pt x="2777" y="670"/>
                    <a:pt x="2770" y="670"/>
                  </a:cubicBezTo>
                  <a:cubicBezTo>
                    <a:pt x="2763" y="670"/>
                    <a:pt x="2757" y="676"/>
                    <a:pt x="2757" y="683"/>
                  </a:cubicBezTo>
                  <a:cubicBezTo>
                    <a:pt x="2757" y="690"/>
                    <a:pt x="2763" y="696"/>
                    <a:pt x="2770" y="696"/>
                  </a:cubicBezTo>
                  <a:close/>
                  <a:moveTo>
                    <a:pt x="2809" y="696"/>
                  </a:moveTo>
                  <a:cubicBezTo>
                    <a:pt x="2816" y="696"/>
                    <a:pt x="2822" y="690"/>
                    <a:pt x="2822" y="683"/>
                  </a:cubicBezTo>
                  <a:cubicBezTo>
                    <a:pt x="2822" y="676"/>
                    <a:pt x="2816" y="670"/>
                    <a:pt x="2809" y="670"/>
                  </a:cubicBezTo>
                  <a:cubicBezTo>
                    <a:pt x="2802" y="670"/>
                    <a:pt x="2797" y="676"/>
                    <a:pt x="2797" y="683"/>
                  </a:cubicBezTo>
                  <a:cubicBezTo>
                    <a:pt x="2797" y="690"/>
                    <a:pt x="2802" y="696"/>
                    <a:pt x="2809" y="696"/>
                  </a:cubicBezTo>
                  <a:close/>
                  <a:moveTo>
                    <a:pt x="2849" y="696"/>
                  </a:moveTo>
                  <a:cubicBezTo>
                    <a:pt x="2856" y="696"/>
                    <a:pt x="2862" y="690"/>
                    <a:pt x="2862" y="683"/>
                  </a:cubicBezTo>
                  <a:cubicBezTo>
                    <a:pt x="2862" y="676"/>
                    <a:pt x="2856" y="670"/>
                    <a:pt x="2849" y="670"/>
                  </a:cubicBezTo>
                  <a:cubicBezTo>
                    <a:pt x="2842" y="670"/>
                    <a:pt x="2836" y="676"/>
                    <a:pt x="2836" y="683"/>
                  </a:cubicBezTo>
                  <a:cubicBezTo>
                    <a:pt x="2836" y="690"/>
                    <a:pt x="2842" y="696"/>
                    <a:pt x="2849" y="696"/>
                  </a:cubicBezTo>
                  <a:close/>
                  <a:moveTo>
                    <a:pt x="2888" y="696"/>
                  </a:moveTo>
                  <a:cubicBezTo>
                    <a:pt x="2895" y="696"/>
                    <a:pt x="2901" y="690"/>
                    <a:pt x="2901" y="683"/>
                  </a:cubicBezTo>
                  <a:cubicBezTo>
                    <a:pt x="2901" y="676"/>
                    <a:pt x="2895" y="670"/>
                    <a:pt x="2888" y="670"/>
                  </a:cubicBezTo>
                  <a:cubicBezTo>
                    <a:pt x="2881" y="670"/>
                    <a:pt x="2875" y="676"/>
                    <a:pt x="2875" y="683"/>
                  </a:cubicBezTo>
                  <a:cubicBezTo>
                    <a:pt x="2875" y="690"/>
                    <a:pt x="2881" y="696"/>
                    <a:pt x="2888" y="696"/>
                  </a:cubicBezTo>
                  <a:close/>
                  <a:moveTo>
                    <a:pt x="2928" y="670"/>
                  </a:moveTo>
                  <a:cubicBezTo>
                    <a:pt x="2921" y="670"/>
                    <a:pt x="2915" y="676"/>
                    <a:pt x="2915" y="683"/>
                  </a:cubicBezTo>
                  <a:cubicBezTo>
                    <a:pt x="2915" y="690"/>
                    <a:pt x="2921" y="696"/>
                    <a:pt x="2928" y="696"/>
                  </a:cubicBezTo>
                  <a:cubicBezTo>
                    <a:pt x="2935" y="696"/>
                    <a:pt x="2940" y="690"/>
                    <a:pt x="2940" y="683"/>
                  </a:cubicBezTo>
                  <a:cubicBezTo>
                    <a:pt x="2940" y="676"/>
                    <a:pt x="2935" y="670"/>
                    <a:pt x="2928" y="670"/>
                  </a:cubicBezTo>
                  <a:close/>
                  <a:moveTo>
                    <a:pt x="2967" y="696"/>
                  </a:moveTo>
                  <a:cubicBezTo>
                    <a:pt x="2974" y="696"/>
                    <a:pt x="2980" y="690"/>
                    <a:pt x="2980" y="683"/>
                  </a:cubicBezTo>
                  <a:cubicBezTo>
                    <a:pt x="2980" y="676"/>
                    <a:pt x="2974" y="670"/>
                    <a:pt x="2967" y="670"/>
                  </a:cubicBezTo>
                  <a:cubicBezTo>
                    <a:pt x="2960" y="670"/>
                    <a:pt x="2954" y="676"/>
                    <a:pt x="2954" y="683"/>
                  </a:cubicBezTo>
                  <a:cubicBezTo>
                    <a:pt x="2954" y="690"/>
                    <a:pt x="2960" y="696"/>
                    <a:pt x="2967" y="696"/>
                  </a:cubicBezTo>
                  <a:close/>
                  <a:moveTo>
                    <a:pt x="3006" y="696"/>
                  </a:moveTo>
                  <a:cubicBezTo>
                    <a:pt x="3013" y="696"/>
                    <a:pt x="3019" y="690"/>
                    <a:pt x="3019" y="683"/>
                  </a:cubicBezTo>
                  <a:cubicBezTo>
                    <a:pt x="3019" y="676"/>
                    <a:pt x="3013" y="670"/>
                    <a:pt x="3006" y="670"/>
                  </a:cubicBezTo>
                  <a:cubicBezTo>
                    <a:pt x="2999" y="670"/>
                    <a:pt x="2994" y="676"/>
                    <a:pt x="2994" y="683"/>
                  </a:cubicBezTo>
                  <a:cubicBezTo>
                    <a:pt x="2994" y="690"/>
                    <a:pt x="2999" y="696"/>
                    <a:pt x="3006" y="696"/>
                  </a:cubicBezTo>
                  <a:close/>
                  <a:moveTo>
                    <a:pt x="483" y="735"/>
                  </a:moveTo>
                  <a:cubicBezTo>
                    <a:pt x="490" y="735"/>
                    <a:pt x="496" y="729"/>
                    <a:pt x="496" y="722"/>
                  </a:cubicBezTo>
                  <a:cubicBezTo>
                    <a:pt x="496" y="715"/>
                    <a:pt x="490" y="710"/>
                    <a:pt x="483" y="710"/>
                  </a:cubicBezTo>
                  <a:cubicBezTo>
                    <a:pt x="476" y="710"/>
                    <a:pt x="471" y="715"/>
                    <a:pt x="471" y="722"/>
                  </a:cubicBezTo>
                  <a:cubicBezTo>
                    <a:pt x="471" y="729"/>
                    <a:pt x="476" y="735"/>
                    <a:pt x="483" y="735"/>
                  </a:cubicBezTo>
                  <a:close/>
                  <a:moveTo>
                    <a:pt x="523" y="735"/>
                  </a:moveTo>
                  <a:cubicBezTo>
                    <a:pt x="530" y="735"/>
                    <a:pt x="535" y="729"/>
                    <a:pt x="535" y="722"/>
                  </a:cubicBezTo>
                  <a:cubicBezTo>
                    <a:pt x="535" y="715"/>
                    <a:pt x="530" y="710"/>
                    <a:pt x="523" y="710"/>
                  </a:cubicBezTo>
                  <a:cubicBezTo>
                    <a:pt x="516" y="710"/>
                    <a:pt x="510" y="715"/>
                    <a:pt x="510" y="722"/>
                  </a:cubicBezTo>
                  <a:cubicBezTo>
                    <a:pt x="510" y="729"/>
                    <a:pt x="516" y="735"/>
                    <a:pt x="523" y="735"/>
                  </a:cubicBezTo>
                  <a:close/>
                  <a:moveTo>
                    <a:pt x="562" y="735"/>
                  </a:moveTo>
                  <a:cubicBezTo>
                    <a:pt x="569" y="735"/>
                    <a:pt x="575" y="729"/>
                    <a:pt x="575" y="722"/>
                  </a:cubicBezTo>
                  <a:cubicBezTo>
                    <a:pt x="575" y="715"/>
                    <a:pt x="569" y="710"/>
                    <a:pt x="562" y="710"/>
                  </a:cubicBezTo>
                  <a:cubicBezTo>
                    <a:pt x="555" y="710"/>
                    <a:pt x="549" y="715"/>
                    <a:pt x="549" y="722"/>
                  </a:cubicBezTo>
                  <a:cubicBezTo>
                    <a:pt x="549" y="729"/>
                    <a:pt x="555" y="735"/>
                    <a:pt x="562" y="735"/>
                  </a:cubicBezTo>
                  <a:close/>
                  <a:moveTo>
                    <a:pt x="602" y="735"/>
                  </a:moveTo>
                  <a:cubicBezTo>
                    <a:pt x="609" y="735"/>
                    <a:pt x="614" y="729"/>
                    <a:pt x="614" y="722"/>
                  </a:cubicBezTo>
                  <a:cubicBezTo>
                    <a:pt x="614" y="715"/>
                    <a:pt x="609" y="710"/>
                    <a:pt x="602" y="710"/>
                  </a:cubicBezTo>
                  <a:cubicBezTo>
                    <a:pt x="595" y="710"/>
                    <a:pt x="589" y="715"/>
                    <a:pt x="589" y="722"/>
                  </a:cubicBezTo>
                  <a:cubicBezTo>
                    <a:pt x="589" y="729"/>
                    <a:pt x="595" y="735"/>
                    <a:pt x="602" y="735"/>
                  </a:cubicBezTo>
                  <a:close/>
                  <a:moveTo>
                    <a:pt x="641" y="735"/>
                  </a:moveTo>
                  <a:cubicBezTo>
                    <a:pt x="648" y="735"/>
                    <a:pt x="654" y="729"/>
                    <a:pt x="654" y="722"/>
                  </a:cubicBezTo>
                  <a:cubicBezTo>
                    <a:pt x="654" y="715"/>
                    <a:pt x="648" y="710"/>
                    <a:pt x="641" y="710"/>
                  </a:cubicBezTo>
                  <a:cubicBezTo>
                    <a:pt x="634" y="710"/>
                    <a:pt x="628" y="715"/>
                    <a:pt x="628" y="722"/>
                  </a:cubicBezTo>
                  <a:cubicBezTo>
                    <a:pt x="628" y="729"/>
                    <a:pt x="634" y="735"/>
                    <a:pt x="641" y="735"/>
                  </a:cubicBezTo>
                  <a:close/>
                  <a:moveTo>
                    <a:pt x="680" y="735"/>
                  </a:moveTo>
                  <a:cubicBezTo>
                    <a:pt x="687" y="735"/>
                    <a:pt x="693" y="729"/>
                    <a:pt x="693" y="722"/>
                  </a:cubicBezTo>
                  <a:cubicBezTo>
                    <a:pt x="693" y="715"/>
                    <a:pt x="687" y="710"/>
                    <a:pt x="680" y="710"/>
                  </a:cubicBezTo>
                  <a:cubicBezTo>
                    <a:pt x="673" y="710"/>
                    <a:pt x="668" y="715"/>
                    <a:pt x="668" y="722"/>
                  </a:cubicBezTo>
                  <a:cubicBezTo>
                    <a:pt x="668" y="729"/>
                    <a:pt x="673" y="735"/>
                    <a:pt x="680" y="735"/>
                  </a:cubicBezTo>
                  <a:close/>
                  <a:moveTo>
                    <a:pt x="720" y="735"/>
                  </a:moveTo>
                  <a:cubicBezTo>
                    <a:pt x="727" y="735"/>
                    <a:pt x="733" y="729"/>
                    <a:pt x="733" y="722"/>
                  </a:cubicBezTo>
                  <a:cubicBezTo>
                    <a:pt x="733" y="715"/>
                    <a:pt x="727" y="710"/>
                    <a:pt x="720" y="710"/>
                  </a:cubicBezTo>
                  <a:cubicBezTo>
                    <a:pt x="713" y="710"/>
                    <a:pt x="707" y="715"/>
                    <a:pt x="707" y="722"/>
                  </a:cubicBezTo>
                  <a:cubicBezTo>
                    <a:pt x="707" y="729"/>
                    <a:pt x="713" y="735"/>
                    <a:pt x="720" y="735"/>
                  </a:cubicBezTo>
                  <a:close/>
                  <a:moveTo>
                    <a:pt x="759" y="735"/>
                  </a:moveTo>
                  <a:cubicBezTo>
                    <a:pt x="766" y="735"/>
                    <a:pt x="772" y="729"/>
                    <a:pt x="772" y="722"/>
                  </a:cubicBezTo>
                  <a:cubicBezTo>
                    <a:pt x="772" y="715"/>
                    <a:pt x="766" y="710"/>
                    <a:pt x="759" y="710"/>
                  </a:cubicBezTo>
                  <a:cubicBezTo>
                    <a:pt x="752" y="710"/>
                    <a:pt x="747" y="715"/>
                    <a:pt x="747" y="722"/>
                  </a:cubicBezTo>
                  <a:cubicBezTo>
                    <a:pt x="747" y="729"/>
                    <a:pt x="752" y="735"/>
                    <a:pt x="759" y="735"/>
                  </a:cubicBezTo>
                  <a:close/>
                  <a:moveTo>
                    <a:pt x="799" y="735"/>
                  </a:moveTo>
                  <a:cubicBezTo>
                    <a:pt x="806" y="735"/>
                    <a:pt x="811" y="729"/>
                    <a:pt x="811" y="722"/>
                  </a:cubicBezTo>
                  <a:cubicBezTo>
                    <a:pt x="811" y="715"/>
                    <a:pt x="806" y="710"/>
                    <a:pt x="799" y="710"/>
                  </a:cubicBezTo>
                  <a:cubicBezTo>
                    <a:pt x="792" y="710"/>
                    <a:pt x="786" y="715"/>
                    <a:pt x="786" y="722"/>
                  </a:cubicBezTo>
                  <a:cubicBezTo>
                    <a:pt x="786" y="729"/>
                    <a:pt x="792" y="735"/>
                    <a:pt x="799" y="735"/>
                  </a:cubicBezTo>
                  <a:close/>
                  <a:moveTo>
                    <a:pt x="838" y="735"/>
                  </a:moveTo>
                  <a:cubicBezTo>
                    <a:pt x="845" y="735"/>
                    <a:pt x="851" y="729"/>
                    <a:pt x="851" y="722"/>
                  </a:cubicBezTo>
                  <a:cubicBezTo>
                    <a:pt x="851" y="715"/>
                    <a:pt x="845" y="710"/>
                    <a:pt x="838" y="710"/>
                  </a:cubicBezTo>
                  <a:cubicBezTo>
                    <a:pt x="831" y="710"/>
                    <a:pt x="825" y="715"/>
                    <a:pt x="825" y="722"/>
                  </a:cubicBezTo>
                  <a:cubicBezTo>
                    <a:pt x="825" y="729"/>
                    <a:pt x="831" y="735"/>
                    <a:pt x="838" y="735"/>
                  </a:cubicBezTo>
                  <a:close/>
                  <a:moveTo>
                    <a:pt x="878" y="735"/>
                  </a:moveTo>
                  <a:cubicBezTo>
                    <a:pt x="885" y="735"/>
                    <a:pt x="890" y="729"/>
                    <a:pt x="890" y="722"/>
                  </a:cubicBezTo>
                  <a:cubicBezTo>
                    <a:pt x="890" y="715"/>
                    <a:pt x="885" y="710"/>
                    <a:pt x="878" y="710"/>
                  </a:cubicBezTo>
                  <a:cubicBezTo>
                    <a:pt x="871" y="710"/>
                    <a:pt x="865" y="715"/>
                    <a:pt x="865" y="722"/>
                  </a:cubicBezTo>
                  <a:cubicBezTo>
                    <a:pt x="865" y="729"/>
                    <a:pt x="871" y="735"/>
                    <a:pt x="878" y="735"/>
                  </a:cubicBezTo>
                  <a:close/>
                  <a:moveTo>
                    <a:pt x="1627" y="735"/>
                  </a:moveTo>
                  <a:cubicBezTo>
                    <a:pt x="1634" y="735"/>
                    <a:pt x="1639" y="729"/>
                    <a:pt x="1639" y="722"/>
                  </a:cubicBezTo>
                  <a:cubicBezTo>
                    <a:pt x="1639" y="715"/>
                    <a:pt x="1634" y="710"/>
                    <a:pt x="1627" y="710"/>
                  </a:cubicBezTo>
                  <a:cubicBezTo>
                    <a:pt x="1620" y="710"/>
                    <a:pt x="1614" y="715"/>
                    <a:pt x="1614" y="722"/>
                  </a:cubicBezTo>
                  <a:cubicBezTo>
                    <a:pt x="1614" y="729"/>
                    <a:pt x="1620" y="735"/>
                    <a:pt x="1627" y="735"/>
                  </a:cubicBezTo>
                  <a:close/>
                  <a:moveTo>
                    <a:pt x="1666" y="735"/>
                  </a:moveTo>
                  <a:cubicBezTo>
                    <a:pt x="1673" y="735"/>
                    <a:pt x="1679" y="729"/>
                    <a:pt x="1679" y="722"/>
                  </a:cubicBezTo>
                  <a:cubicBezTo>
                    <a:pt x="1679" y="715"/>
                    <a:pt x="1673" y="710"/>
                    <a:pt x="1666" y="710"/>
                  </a:cubicBezTo>
                  <a:cubicBezTo>
                    <a:pt x="1659" y="710"/>
                    <a:pt x="1653" y="715"/>
                    <a:pt x="1653" y="722"/>
                  </a:cubicBezTo>
                  <a:cubicBezTo>
                    <a:pt x="1653" y="729"/>
                    <a:pt x="1659" y="735"/>
                    <a:pt x="1666" y="735"/>
                  </a:cubicBezTo>
                  <a:close/>
                  <a:moveTo>
                    <a:pt x="1907" y="722"/>
                  </a:moveTo>
                  <a:cubicBezTo>
                    <a:pt x="1907" y="720"/>
                    <a:pt x="1905" y="718"/>
                    <a:pt x="1903" y="718"/>
                  </a:cubicBezTo>
                  <a:cubicBezTo>
                    <a:pt x="1900" y="718"/>
                    <a:pt x="1898" y="720"/>
                    <a:pt x="1898" y="722"/>
                  </a:cubicBezTo>
                  <a:cubicBezTo>
                    <a:pt x="1898" y="725"/>
                    <a:pt x="1900" y="726"/>
                    <a:pt x="1903" y="726"/>
                  </a:cubicBezTo>
                  <a:cubicBezTo>
                    <a:pt x="1905" y="726"/>
                    <a:pt x="1907" y="725"/>
                    <a:pt x="1907" y="722"/>
                  </a:cubicBezTo>
                  <a:close/>
                  <a:moveTo>
                    <a:pt x="1942" y="735"/>
                  </a:moveTo>
                  <a:cubicBezTo>
                    <a:pt x="1949" y="735"/>
                    <a:pt x="1955" y="729"/>
                    <a:pt x="1955" y="722"/>
                  </a:cubicBezTo>
                  <a:cubicBezTo>
                    <a:pt x="1955" y="715"/>
                    <a:pt x="1949" y="710"/>
                    <a:pt x="1942" y="710"/>
                  </a:cubicBezTo>
                  <a:cubicBezTo>
                    <a:pt x="1935" y="710"/>
                    <a:pt x="1929" y="715"/>
                    <a:pt x="1929" y="722"/>
                  </a:cubicBezTo>
                  <a:cubicBezTo>
                    <a:pt x="1929" y="729"/>
                    <a:pt x="1935" y="735"/>
                    <a:pt x="1942" y="735"/>
                  </a:cubicBezTo>
                  <a:close/>
                  <a:moveTo>
                    <a:pt x="1981" y="735"/>
                  </a:moveTo>
                  <a:cubicBezTo>
                    <a:pt x="1988" y="735"/>
                    <a:pt x="1994" y="729"/>
                    <a:pt x="1994" y="722"/>
                  </a:cubicBezTo>
                  <a:cubicBezTo>
                    <a:pt x="1994" y="715"/>
                    <a:pt x="1988" y="710"/>
                    <a:pt x="1981" y="710"/>
                  </a:cubicBezTo>
                  <a:cubicBezTo>
                    <a:pt x="1974" y="710"/>
                    <a:pt x="1969" y="715"/>
                    <a:pt x="1969" y="722"/>
                  </a:cubicBezTo>
                  <a:cubicBezTo>
                    <a:pt x="1969" y="729"/>
                    <a:pt x="1974" y="735"/>
                    <a:pt x="1981" y="735"/>
                  </a:cubicBezTo>
                  <a:close/>
                  <a:moveTo>
                    <a:pt x="2021" y="735"/>
                  </a:moveTo>
                  <a:cubicBezTo>
                    <a:pt x="2028" y="735"/>
                    <a:pt x="2034" y="729"/>
                    <a:pt x="2034" y="722"/>
                  </a:cubicBezTo>
                  <a:cubicBezTo>
                    <a:pt x="2034" y="715"/>
                    <a:pt x="2028" y="710"/>
                    <a:pt x="2021" y="710"/>
                  </a:cubicBezTo>
                  <a:cubicBezTo>
                    <a:pt x="2014" y="710"/>
                    <a:pt x="2008" y="715"/>
                    <a:pt x="2008" y="722"/>
                  </a:cubicBezTo>
                  <a:cubicBezTo>
                    <a:pt x="2008" y="729"/>
                    <a:pt x="2014" y="735"/>
                    <a:pt x="2021" y="735"/>
                  </a:cubicBezTo>
                  <a:close/>
                  <a:moveTo>
                    <a:pt x="2060" y="735"/>
                  </a:moveTo>
                  <a:cubicBezTo>
                    <a:pt x="2067" y="735"/>
                    <a:pt x="2073" y="729"/>
                    <a:pt x="2073" y="722"/>
                  </a:cubicBezTo>
                  <a:cubicBezTo>
                    <a:pt x="2073" y="715"/>
                    <a:pt x="2067" y="710"/>
                    <a:pt x="2060" y="710"/>
                  </a:cubicBezTo>
                  <a:cubicBezTo>
                    <a:pt x="2053" y="710"/>
                    <a:pt x="2048" y="715"/>
                    <a:pt x="2048" y="722"/>
                  </a:cubicBezTo>
                  <a:cubicBezTo>
                    <a:pt x="2048" y="729"/>
                    <a:pt x="2053" y="735"/>
                    <a:pt x="2060" y="735"/>
                  </a:cubicBezTo>
                  <a:close/>
                  <a:moveTo>
                    <a:pt x="2100" y="735"/>
                  </a:moveTo>
                  <a:cubicBezTo>
                    <a:pt x="2107" y="735"/>
                    <a:pt x="2112" y="729"/>
                    <a:pt x="2112" y="722"/>
                  </a:cubicBezTo>
                  <a:cubicBezTo>
                    <a:pt x="2112" y="715"/>
                    <a:pt x="2107" y="710"/>
                    <a:pt x="2100" y="710"/>
                  </a:cubicBezTo>
                  <a:cubicBezTo>
                    <a:pt x="2093" y="710"/>
                    <a:pt x="2087" y="715"/>
                    <a:pt x="2087" y="722"/>
                  </a:cubicBezTo>
                  <a:cubicBezTo>
                    <a:pt x="2087" y="729"/>
                    <a:pt x="2093" y="735"/>
                    <a:pt x="2100" y="735"/>
                  </a:cubicBezTo>
                  <a:close/>
                  <a:moveTo>
                    <a:pt x="2139" y="735"/>
                  </a:moveTo>
                  <a:cubicBezTo>
                    <a:pt x="2146" y="735"/>
                    <a:pt x="2152" y="729"/>
                    <a:pt x="2152" y="722"/>
                  </a:cubicBezTo>
                  <a:cubicBezTo>
                    <a:pt x="2152" y="715"/>
                    <a:pt x="2146" y="710"/>
                    <a:pt x="2139" y="710"/>
                  </a:cubicBezTo>
                  <a:cubicBezTo>
                    <a:pt x="2132" y="710"/>
                    <a:pt x="2126" y="715"/>
                    <a:pt x="2126" y="722"/>
                  </a:cubicBezTo>
                  <a:cubicBezTo>
                    <a:pt x="2126" y="729"/>
                    <a:pt x="2132" y="735"/>
                    <a:pt x="2139" y="735"/>
                  </a:cubicBezTo>
                  <a:close/>
                  <a:moveTo>
                    <a:pt x="2179" y="735"/>
                  </a:moveTo>
                  <a:cubicBezTo>
                    <a:pt x="2186" y="735"/>
                    <a:pt x="2191" y="729"/>
                    <a:pt x="2191" y="722"/>
                  </a:cubicBezTo>
                  <a:cubicBezTo>
                    <a:pt x="2191" y="715"/>
                    <a:pt x="2186" y="710"/>
                    <a:pt x="2179" y="710"/>
                  </a:cubicBezTo>
                  <a:cubicBezTo>
                    <a:pt x="2172" y="710"/>
                    <a:pt x="2166" y="715"/>
                    <a:pt x="2166" y="722"/>
                  </a:cubicBezTo>
                  <a:cubicBezTo>
                    <a:pt x="2166" y="729"/>
                    <a:pt x="2172" y="735"/>
                    <a:pt x="2179" y="735"/>
                  </a:cubicBezTo>
                  <a:close/>
                  <a:moveTo>
                    <a:pt x="2257" y="735"/>
                  </a:moveTo>
                  <a:cubicBezTo>
                    <a:pt x="2264" y="735"/>
                    <a:pt x="2270" y="729"/>
                    <a:pt x="2270" y="722"/>
                  </a:cubicBezTo>
                  <a:cubicBezTo>
                    <a:pt x="2270" y="715"/>
                    <a:pt x="2264" y="710"/>
                    <a:pt x="2257" y="710"/>
                  </a:cubicBezTo>
                  <a:cubicBezTo>
                    <a:pt x="2250" y="710"/>
                    <a:pt x="2245" y="715"/>
                    <a:pt x="2245" y="722"/>
                  </a:cubicBezTo>
                  <a:cubicBezTo>
                    <a:pt x="2245" y="729"/>
                    <a:pt x="2250" y="735"/>
                    <a:pt x="2257" y="735"/>
                  </a:cubicBezTo>
                  <a:close/>
                  <a:moveTo>
                    <a:pt x="2297" y="735"/>
                  </a:moveTo>
                  <a:cubicBezTo>
                    <a:pt x="2304" y="735"/>
                    <a:pt x="2310" y="729"/>
                    <a:pt x="2310" y="722"/>
                  </a:cubicBezTo>
                  <a:cubicBezTo>
                    <a:pt x="2310" y="715"/>
                    <a:pt x="2304" y="710"/>
                    <a:pt x="2297" y="710"/>
                  </a:cubicBezTo>
                  <a:cubicBezTo>
                    <a:pt x="2290" y="710"/>
                    <a:pt x="2284" y="715"/>
                    <a:pt x="2284" y="722"/>
                  </a:cubicBezTo>
                  <a:cubicBezTo>
                    <a:pt x="2284" y="729"/>
                    <a:pt x="2290" y="735"/>
                    <a:pt x="2297" y="735"/>
                  </a:cubicBezTo>
                  <a:close/>
                  <a:moveTo>
                    <a:pt x="2336" y="735"/>
                  </a:moveTo>
                  <a:cubicBezTo>
                    <a:pt x="2343" y="735"/>
                    <a:pt x="2349" y="729"/>
                    <a:pt x="2349" y="722"/>
                  </a:cubicBezTo>
                  <a:cubicBezTo>
                    <a:pt x="2349" y="715"/>
                    <a:pt x="2343" y="710"/>
                    <a:pt x="2336" y="710"/>
                  </a:cubicBezTo>
                  <a:cubicBezTo>
                    <a:pt x="2329" y="710"/>
                    <a:pt x="2323" y="715"/>
                    <a:pt x="2323" y="722"/>
                  </a:cubicBezTo>
                  <a:cubicBezTo>
                    <a:pt x="2323" y="729"/>
                    <a:pt x="2329" y="735"/>
                    <a:pt x="2336" y="735"/>
                  </a:cubicBezTo>
                  <a:close/>
                  <a:moveTo>
                    <a:pt x="2376" y="735"/>
                  </a:moveTo>
                  <a:cubicBezTo>
                    <a:pt x="2383" y="735"/>
                    <a:pt x="2388" y="729"/>
                    <a:pt x="2388" y="722"/>
                  </a:cubicBezTo>
                  <a:cubicBezTo>
                    <a:pt x="2388" y="715"/>
                    <a:pt x="2383" y="710"/>
                    <a:pt x="2376" y="710"/>
                  </a:cubicBezTo>
                  <a:cubicBezTo>
                    <a:pt x="2369" y="710"/>
                    <a:pt x="2363" y="715"/>
                    <a:pt x="2363" y="722"/>
                  </a:cubicBezTo>
                  <a:cubicBezTo>
                    <a:pt x="2363" y="729"/>
                    <a:pt x="2369" y="735"/>
                    <a:pt x="2376" y="735"/>
                  </a:cubicBezTo>
                  <a:close/>
                  <a:moveTo>
                    <a:pt x="2415" y="735"/>
                  </a:moveTo>
                  <a:cubicBezTo>
                    <a:pt x="2422" y="735"/>
                    <a:pt x="2428" y="729"/>
                    <a:pt x="2428" y="722"/>
                  </a:cubicBezTo>
                  <a:cubicBezTo>
                    <a:pt x="2428" y="715"/>
                    <a:pt x="2422" y="710"/>
                    <a:pt x="2415" y="710"/>
                  </a:cubicBezTo>
                  <a:cubicBezTo>
                    <a:pt x="2408" y="710"/>
                    <a:pt x="2402" y="715"/>
                    <a:pt x="2402" y="722"/>
                  </a:cubicBezTo>
                  <a:cubicBezTo>
                    <a:pt x="2402" y="729"/>
                    <a:pt x="2408" y="735"/>
                    <a:pt x="2415" y="735"/>
                  </a:cubicBezTo>
                  <a:close/>
                  <a:moveTo>
                    <a:pt x="2455" y="735"/>
                  </a:moveTo>
                  <a:cubicBezTo>
                    <a:pt x="2462" y="735"/>
                    <a:pt x="2467" y="729"/>
                    <a:pt x="2467" y="722"/>
                  </a:cubicBezTo>
                  <a:cubicBezTo>
                    <a:pt x="2467" y="715"/>
                    <a:pt x="2462" y="710"/>
                    <a:pt x="2455" y="710"/>
                  </a:cubicBezTo>
                  <a:cubicBezTo>
                    <a:pt x="2447" y="710"/>
                    <a:pt x="2442" y="715"/>
                    <a:pt x="2442" y="722"/>
                  </a:cubicBezTo>
                  <a:cubicBezTo>
                    <a:pt x="2442" y="729"/>
                    <a:pt x="2447" y="735"/>
                    <a:pt x="2455" y="735"/>
                  </a:cubicBezTo>
                  <a:close/>
                  <a:moveTo>
                    <a:pt x="2494" y="735"/>
                  </a:moveTo>
                  <a:cubicBezTo>
                    <a:pt x="2501" y="735"/>
                    <a:pt x="2507" y="729"/>
                    <a:pt x="2507" y="722"/>
                  </a:cubicBezTo>
                  <a:cubicBezTo>
                    <a:pt x="2507" y="715"/>
                    <a:pt x="2501" y="710"/>
                    <a:pt x="2494" y="710"/>
                  </a:cubicBezTo>
                  <a:cubicBezTo>
                    <a:pt x="2487" y="710"/>
                    <a:pt x="2481" y="715"/>
                    <a:pt x="2481" y="722"/>
                  </a:cubicBezTo>
                  <a:cubicBezTo>
                    <a:pt x="2481" y="729"/>
                    <a:pt x="2487" y="735"/>
                    <a:pt x="2494" y="735"/>
                  </a:cubicBezTo>
                  <a:close/>
                  <a:moveTo>
                    <a:pt x="2533" y="735"/>
                  </a:moveTo>
                  <a:cubicBezTo>
                    <a:pt x="2540" y="735"/>
                    <a:pt x="2546" y="729"/>
                    <a:pt x="2546" y="722"/>
                  </a:cubicBezTo>
                  <a:cubicBezTo>
                    <a:pt x="2546" y="715"/>
                    <a:pt x="2540" y="710"/>
                    <a:pt x="2533" y="710"/>
                  </a:cubicBezTo>
                  <a:cubicBezTo>
                    <a:pt x="2526" y="710"/>
                    <a:pt x="2521" y="715"/>
                    <a:pt x="2521" y="722"/>
                  </a:cubicBezTo>
                  <a:cubicBezTo>
                    <a:pt x="2521" y="729"/>
                    <a:pt x="2526" y="735"/>
                    <a:pt x="2533" y="735"/>
                  </a:cubicBezTo>
                  <a:close/>
                  <a:moveTo>
                    <a:pt x="2573" y="735"/>
                  </a:moveTo>
                  <a:cubicBezTo>
                    <a:pt x="2580" y="735"/>
                    <a:pt x="2586" y="729"/>
                    <a:pt x="2586" y="722"/>
                  </a:cubicBezTo>
                  <a:cubicBezTo>
                    <a:pt x="2586" y="715"/>
                    <a:pt x="2580" y="710"/>
                    <a:pt x="2573" y="710"/>
                  </a:cubicBezTo>
                  <a:cubicBezTo>
                    <a:pt x="2566" y="710"/>
                    <a:pt x="2560" y="715"/>
                    <a:pt x="2560" y="722"/>
                  </a:cubicBezTo>
                  <a:cubicBezTo>
                    <a:pt x="2560" y="729"/>
                    <a:pt x="2566" y="735"/>
                    <a:pt x="2573" y="735"/>
                  </a:cubicBezTo>
                  <a:close/>
                  <a:moveTo>
                    <a:pt x="2612" y="735"/>
                  </a:moveTo>
                  <a:cubicBezTo>
                    <a:pt x="2619" y="735"/>
                    <a:pt x="2625" y="729"/>
                    <a:pt x="2625" y="722"/>
                  </a:cubicBezTo>
                  <a:cubicBezTo>
                    <a:pt x="2625" y="715"/>
                    <a:pt x="2619" y="710"/>
                    <a:pt x="2612" y="710"/>
                  </a:cubicBezTo>
                  <a:cubicBezTo>
                    <a:pt x="2605" y="710"/>
                    <a:pt x="2599" y="715"/>
                    <a:pt x="2599" y="722"/>
                  </a:cubicBezTo>
                  <a:cubicBezTo>
                    <a:pt x="2599" y="729"/>
                    <a:pt x="2605" y="735"/>
                    <a:pt x="2612" y="735"/>
                  </a:cubicBezTo>
                  <a:close/>
                  <a:moveTo>
                    <a:pt x="2652" y="735"/>
                  </a:moveTo>
                  <a:cubicBezTo>
                    <a:pt x="2659" y="735"/>
                    <a:pt x="2664" y="729"/>
                    <a:pt x="2664" y="722"/>
                  </a:cubicBezTo>
                  <a:cubicBezTo>
                    <a:pt x="2664" y="715"/>
                    <a:pt x="2659" y="710"/>
                    <a:pt x="2652" y="710"/>
                  </a:cubicBezTo>
                  <a:cubicBezTo>
                    <a:pt x="2645" y="710"/>
                    <a:pt x="2639" y="715"/>
                    <a:pt x="2639" y="722"/>
                  </a:cubicBezTo>
                  <a:cubicBezTo>
                    <a:pt x="2639" y="729"/>
                    <a:pt x="2645" y="735"/>
                    <a:pt x="2652" y="735"/>
                  </a:cubicBezTo>
                  <a:close/>
                  <a:moveTo>
                    <a:pt x="2691" y="735"/>
                  </a:moveTo>
                  <a:cubicBezTo>
                    <a:pt x="2698" y="735"/>
                    <a:pt x="2704" y="729"/>
                    <a:pt x="2704" y="722"/>
                  </a:cubicBezTo>
                  <a:cubicBezTo>
                    <a:pt x="2704" y="715"/>
                    <a:pt x="2698" y="710"/>
                    <a:pt x="2691" y="710"/>
                  </a:cubicBezTo>
                  <a:cubicBezTo>
                    <a:pt x="2684" y="710"/>
                    <a:pt x="2678" y="715"/>
                    <a:pt x="2678" y="722"/>
                  </a:cubicBezTo>
                  <a:cubicBezTo>
                    <a:pt x="2678" y="729"/>
                    <a:pt x="2684" y="735"/>
                    <a:pt x="2691" y="735"/>
                  </a:cubicBezTo>
                  <a:close/>
                  <a:moveTo>
                    <a:pt x="2730" y="735"/>
                  </a:moveTo>
                  <a:cubicBezTo>
                    <a:pt x="2738" y="735"/>
                    <a:pt x="2743" y="729"/>
                    <a:pt x="2743" y="722"/>
                  </a:cubicBezTo>
                  <a:cubicBezTo>
                    <a:pt x="2743" y="715"/>
                    <a:pt x="2738" y="710"/>
                    <a:pt x="2730" y="710"/>
                  </a:cubicBezTo>
                  <a:cubicBezTo>
                    <a:pt x="2723" y="710"/>
                    <a:pt x="2718" y="715"/>
                    <a:pt x="2718" y="722"/>
                  </a:cubicBezTo>
                  <a:cubicBezTo>
                    <a:pt x="2718" y="729"/>
                    <a:pt x="2723" y="735"/>
                    <a:pt x="2730" y="735"/>
                  </a:cubicBezTo>
                  <a:close/>
                  <a:moveTo>
                    <a:pt x="2770" y="735"/>
                  </a:moveTo>
                  <a:cubicBezTo>
                    <a:pt x="2777" y="735"/>
                    <a:pt x="2783" y="729"/>
                    <a:pt x="2783" y="722"/>
                  </a:cubicBezTo>
                  <a:cubicBezTo>
                    <a:pt x="2783" y="715"/>
                    <a:pt x="2777" y="710"/>
                    <a:pt x="2770" y="710"/>
                  </a:cubicBezTo>
                  <a:cubicBezTo>
                    <a:pt x="2763" y="710"/>
                    <a:pt x="2757" y="715"/>
                    <a:pt x="2757" y="722"/>
                  </a:cubicBezTo>
                  <a:cubicBezTo>
                    <a:pt x="2757" y="729"/>
                    <a:pt x="2763" y="735"/>
                    <a:pt x="2770" y="735"/>
                  </a:cubicBezTo>
                  <a:close/>
                  <a:moveTo>
                    <a:pt x="2809" y="735"/>
                  </a:moveTo>
                  <a:cubicBezTo>
                    <a:pt x="2816" y="735"/>
                    <a:pt x="2822" y="729"/>
                    <a:pt x="2822" y="722"/>
                  </a:cubicBezTo>
                  <a:cubicBezTo>
                    <a:pt x="2822" y="715"/>
                    <a:pt x="2816" y="710"/>
                    <a:pt x="2809" y="710"/>
                  </a:cubicBezTo>
                  <a:cubicBezTo>
                    <a:pt x="2802" y="710"/>
                    <a:pt x="2797" y="715"/>
                    <a:pt x="2797" y="722"/>
                  </a:cubicBezTo>
                  <a:cubicBezTo>
                    <a:pt x="2797" y="729"/>
                    <a:pt x="2802" y="735"/>
                    <a:pt x="2809" y="735"/>
                  </a:cubicBezTo>
                  <a:close/>
                  <a:moveTo>
                    <a:pt x="2849" y="735"/>
                  </a:moveTo>
                  <a:cubicBezTo>
                    <a:pt x="2856" y="735"/>
                    <a:pt x="2862" y="729"/>
                    <a:pt x="2862" y="722"/>
                  </a:cubicBezTo>
                  <a:cubicBezTo>
                    <a:pt x="2862" y="715"/>
                    <a:pt x="2856" y="710"/>
                    <a:pt x="2849" y="710"/>
                  </a:cubicBezTo>
                  <a:cubicBezTo>
                    <a:pt x="2842" y="710"/>
                    <a:pt x="2836" y="715"/>
                    <a:pt x="2836" y="722"/>
                  </a:cubicBezTo>
                  <a:cubicBezTo>
                    <a:pt x="2836" y="729"/>
                    <a:pt x="2842" y="735"/>
                    <a:pt x="2849" y="735"/>
                  </a:cubicBezTo>
                  <a:close/>
                  <a:moveTo>
                    <a:pt x="2888" y="735"/>
                  </a:moveTo>
                  <a:cubicBezTo>
                    <a:pt x="2895" y="735"/>
                    <a:pt x="2901" y="729"/>
                    <a:pt x="2901" y="722"/>
                  </a:cubicBezTo>
                  <a:cubicBezTo>
                    <a:pt x="2901" y="715"/>
                    <a:pt x="2895" y="710"/>
                    <a:pt x="2888" y="710"/>
                  </a:cubicBezTo>
                  <a:cubicBezTo>
                    <a:pt x="2881" y="710"/>
                    <a:pt x="2875" y="715"/>
                    <a:pt x="2875" y="722"/>
                  </a:cubicBezTo>
                  <a:cubicBezTo>
                    <a:pt x="2875" y="729"/>
                    <a:pt x="2881" y="735"/>
                    <a:pt x="2888" y="735"/>
                  </a:cubicBezTo>
                  <a:close/>
                  <a:moveTo>
                    <a:pt x="2967" y="735"/>
                  </a:moveTo>
                  <a:cubicBezTo>
                    <a:pt x="2974" y="735"/>
                    <a:pt x="2980" y="729"/>
                    <a:pt x="2980" y="722"/>
                  </a:cubicBezTo>
                  <a:cubicBezTo>
                    <a:pt x="2980" y="715"/>
                    <a:pt x="2974" y="710"/>
                    <a:pt x="2967" y="710"/>
                  </a:cubicBezTo>
                  <a:cubicBezTo>
                    <a:pt x="2960" y="710"/>
                    <a:pt x="2954" y="715"/>
                    <a:pt x="2954" y="722"/>
                  </a:cubicBezTo>
                  <a:cubicBezTo>
                    <a:pt x="2954" y="729"/>
                    <a:pt x="2960" y="735"/>
                    <a:pt x="2967" y="735"/>
                  </a:cubicBezTo>
                  <a:close/>
                  <a:moveTo>
                    <a:pt x="3125" y="735"/>
                  </a:moveTo>
                  <a:cubicBezTo>
                    <a:pt x="3132" y="735"/>
                    <a:pt x="3137" y="729"/>
                    <a:pt x="3137" y="722"/>
                  </a:cubicBezTo>
                  <a:cubicBezTo>
                    <a:pt x="3137" y="715"/>
                    <a:pt x="3132" y="710"/>
                    <a:pt x="3125" y="710"/>
                  </a:cubicBezTo>
                  <a:cubicBezTo>
                    <a:pt x="3118" y="710"/>
                    <a:pt x="3112" y="715"/>
                    <a:pt x="3112" y="722"/>
                  </a:cubicBezTo>
                  <a:cubicBezTo>
                    <a:pt x="3112" y="729"/>
                    <a:pt x="3118" y="735"/>
                    <a:pt x="3125" y="735"/>
                  </a:cubicBezTo>
                  <a:close/>
                  <a:moveTo>
                    <a:pt x="483" y="749"/>
                  </a:moveTo>
                  <a:cubicBezTo>
                    <a:pt x="476" y="749"/>
                    <a:pt x="471" y="755"/>
                    <a:pt x="471" y="762"/>
                  </a:cubicBezTo>
                  <a:cubicBezTo>
                    <a:pt x="471" y="769"/>
                    <a:pt x="476" y="774"/>
                    <a:pt x="483" y="774"/>
                  </a:cubicBezTo>
                  <a:cubicBezTo>
                    <a:pt x="490" y="774"/>
                    <a:pt x="496" y="769"/>
                    <a:pt x="496" y="762"/>
                  </a:cubicBezTo>
                  <a:cubicBezTo>
                    <a:pt x="496" y="755"/>
                    <a:pt x="490" y="749"/>
                    <a:pt x="483" y="749"/>
                  </a:cubicBezTo>
                  <a:close/>
                  <a:moveTo>
                    <a:pt x="523" y="774"/>
                  </a:moveTo>
                  <a:cubicBezTo>
                    <a:pt x="530" y="774"/>
                    <a:pt x="535" y="769"/>
                    <a:pt x="535" y="762"/>
                  </a:cubicBezTo>
                  <a:cubicBezTo>
                    <a:pt x="535" y="755"/>
                    <a:pt x="530" y="749"/>
                    <a:pt x="523" y="749"/>
                  </a:cubicBezTo>
                  <a:cubicBezTo>
                    <a:pt x="516" y="749"/>
                    <a:pt x="510" y="755"/>
                    <a:pt x="510" y="762"/>
                  </a:cubicBezTo>
                  <a:cubicBezTo>
                    <a:pt x="510" y="769"/>
                    <a:pt x="516" y="774"/>
                    <a:pt x="523" y="774"/>
                  </a:cubicBezTo>
                  <a:close/>
                  <a:moveTo>
                    <a:pt x="562" y="774"/>
                  </a:moveTo>
                  <a:cubicBezTo>
                    <a:pt x="569" y="774"/>
                    <a:pt x="575" y="769"/>
                    <a:pt x="575" y="762"/>
                  </a:cubicBezTo>
                  <a:cubicBezTo>
                    <a:pt x="575" y="755"/>
                    <a:pt x="569" y="749"/>
                    <a:pt x="562" y="749"/>
                  </a:cubicBezTo>
                  <a:cubicBezTo>
                    <a:pt x="555" y="749"/>
                    <a:pt x="549" y="755"/>
                    <a:pt x="549" y="762"/>
                  </a:cubicBezTo>
                  <a:cubicBezTo>
                    <a:pt x="549" y="769"/>
                    <a:pt x="555" y="774"/>
                    <a:pt x="562" y="774"/>
                  </a:cubicBezTo>
                  <a:close/>
                  <a:moveTo>
                    <a:pt x="602" y="774"/>
                  </a:moveTo>
                  <a:cubicBezTo>
                    <a:pt x="609" y="774"/>
                    <a:pt x="614" y="769"/>
                    <a:pt x="614" y="762"/>
                  </a:cubicBezTo>
                  <a:cubicBezTo>
                    <a:pt x="614" y="755"/>
                    <a:pt x="609" y="749"/>
                    <a:pt x="602" y="749"/>
                  </a:cubicBezTo>
                  <a:cubicBezTo>
                    <a:pt x="595" y="749"/>
                    <a:pt x="589" y="755"/>
                    <a:pt x="589" y="762"/>
                  </a:cubicBezTo>
                  <a:cubicBezTo>
                    <a:pt x="589" y="769"/>
                    <a:pt x="595" y="774"/>
                    <a:pt x="602" y="774"/>
                  </a:cubicBezTo>
                  <a:close/>
                  <a:moveTo>
                    <a:pt x="641" y="774"/>
                  </a:moveTo>
                  <a:cubicBezTo>
                    <a:pt x="648" y="774"/>
                    <a:pt x="654" y="769"/>
                    <a:pt x="654" y="762"/>
                  </a:cubicBezTo>
                  <a:cubicBezTo>
                    <a:pt x="654" y="755"/>
                    <a:pt x="648" y="749"/>
                    <a:pt x="641" y="749"/>
                  </a:cubicBezTo>
                  <a:cubicBezTo>
                    <a:pt x="634" y="749"/>
                    <a:pt x="628" y="755"/>
                    <a:pt x="628" y="762"/>
                  </a:cubicBezTo>
                  <a:cubicBezTo>
                    <a:pt x="628" y="769"/>
                    <a:pt x="634" y="774"/>
                    <a:pt x="641" y="774"/>
                  </a:cubicBezTo>
                  <a:close/>
                  <a:moveTo>
                    <a:pt x="680" y="774"/>
                  </a:moveTo>
                  <a:cubicBezTo>
                    <a:pt x="687" y="774"/>
                    <a:pt x="693" y="769"/>
                    <a:pt x="693" y="762"/>
                  </a:cubicBezTo>
                  <a:cubicBezTo>
                    <a:pt x="693" y="755"/>
                    <a:pt x="687" y="749"/>
                    <a:pt x="680" y="749"/>
                  </a:cubicBezTo>
                  <a:cubicBezTo>
                    <a:pt x="673" y="749"/>
                    <a:pt x="668" y="755"/>
                    <a:pt x="668" y="762"/>
                  </a:cubicBezTo>
                  <a:cubicBezTo>
                    <a:pt x="668" y="769"/>
                    <a:pt x="673" y="774"/>
                    <a:pt x="680" y="774"/>
                  </a:cubicBezTo>
                  <a:close/>
                  <a:moveTo>
                    <a:pt x="720" y="774"/>
                  </a:moveTo>
                  <a:cubicBezTo>
                    <a:pt x="727" y="774"/>
                    <a:pt x="733" y="769"/>
                    <a:pt x="733" y="762"/>
                  </a:cubicBezTo>
                  <a:cubicBezTo>
                    <a:pt x="733" y="755"/>
                    <a:pt x="727" y="749"/>
                    <a:pt x="720" y="749"/>
                  </a:cubicBezTo>
                  <a:cubicBezTo>
                    <a:pt x="713" y="749"/>
                    <a:pt x="707" y="755"/>
                    <a:pt x="707" y="762"/>
                  </a:cubicBezTo>
                  <a:cubicBezTo>
                    <a:pt x="707" y="769"/>
                    <a:pt x="713" y="774"/>
                    <a:pt x="720" y="774"/>
                  </a:cubicBezTo>
                  <a:close/>
                  <a:moveTo>
                    <a:pt x="759" y="774"/>
                  </a:moveTo>
                  <a:cubicBezTo>
                    <a:pt x="766" y="774"/>
                    <a:pt x="772" y="769"/>
                    <a:pt x="772" y="762"/>
                  </a:cubicBezTo>
                  <a:cubicBezTo>
                    <a:pt x="772" y="755"/>
                    <a:pt x="766" y="749"/>
                    <a:pt x="759" y="749"/>
                  </a:cubicBezTo>
                  <a:cubicBezTo>
                    <a:pt x="752" y="749"/>
                    <a:pt x="747" y="755"/>
                    <a:pt x="747" y="762"/>
                  </a:cubicBezTo>
                  <a:cubicBezTo>
                    <a:pt x="747" y="769"/>
                    <a:pt x="752" y="774"/>
                    <a:pt x="759" y="774"/>
                  </a:cubicBezTo>
                  <a:close/>
                  <a:moveTo>
                    <a:pt x="799" y="774"/>
                  </a:moveTo>
                  <a:cubicBezTo>
                    <a:pt x="806" y="774"/>
                    <a:pt x="811" y="769"/>
                    <a:pt x="811" y="762"/>
                  </a:cubicBezTo>
                  <a:cubicBezTo>
                    <a:pt x="811" y="755"/>
                    <a:pt x="806" y="749"/>
                    <a:pt x="799" y="749"/>
                  </a:cubicBezTo>
                  <a:cubicBezTo>
                    <a:pt x="792" y="749"/>
                    <a:pt x="786" y="755"/>
                    <a:pt x="786" y="762"/>
                  </a:cubicBezTo>
                  <a:cubicBezTo>
                    <a:pt x="786" y="769"/>
                    <a:pt x="792" y="774"/>
                    <a:pt x="799" y="774"/>
                  </a:cubicBezTo>
                  <a:close/>
                  <a:moveTo>
                    <a:pt x="838" y="774"/>
                  </a:moveTo>
                  <a:cubicBezTo>
                    <a:pt x="845" y="774"/>
                    <a:pt x="851" y="769"/>
                    <a:pt x="851" y="762"/>
                  </a:cubicBezTo>
                  <a:cubicBezTo>
                    <a:pt x="851" y="755"/>
                    <a:pt x="845" y="749"/>
                    <a:pt x="838" y="749"/>
                  </a:cubicBezTo>
                  <a:cubicBezTo>
                    <a:pt x="831" y="749"/>
                    <a:pt x="825" y="755"/>
                    <a:pt x="825" y="762"/>
                  </a:cubicBezTo>
                  <a:cubicBezTo>
                    <a:pt x="825" y="769"/>
                    <a:pt x="831" y="774"/>
                    <a:pt x="838" y="774"/>
                  </a:cubicBezTo>
                  <a:close/>
                  <a:moveTo>
                    <a:pt x="878" y="774"/>
                  </a:moveTo>
                  <a:cubicBezTo>
                    <a:pt x="885" y="774"/>
                    <a:pt x="890" y="769"/>
                    <a:pt x="890" y="762"/>
                  </a:cubicBezTo>
                  <a:cubicBezTo>
                    <a:pt x="890" y="755"/>
                    <a:pt x="885" y="749"/>
                    <a:pt x="878" y="749"/>
                  </a:cubicBezTo>
                  <a:cubicBezTo>
                    <a:pt x="871" y="749"/>
                    <a:pt x="865" y="755"/>
                    <a:pt x="865" y="762"/>
                  </a:cubicBezTo>
                  <a:cubicBezTo>
                    <a:pt x="865" y="769"/>
                    <a:pt x="871" y="774"/>
                    <a:pt x="878" y="774"/>
                  </a:cubicBezTo>
                  <a:close/>
                  <a:moveTo>
                    <a:pt x="930" y="762"/>
                  </a:moveTo>
                  <a:cubicBezTo>
                    <a:pt x="930" y="755"/>
                    <a:pt x="924" y="749"/>
                    <a:pt x="917" y="749"/>
                  </a:cubicBezTo>
                  <a:cubicBezTo>
                    <a:pt x="910" y="749"/>
                    <a:pt x="904" y="755"/>
                    <a:pt x="904" y="762"/>
                  </a:cubicBezTo>
                  <a:cubicBezTo>
                    <a:pt x="904" y="769"/>
                    <a:pt x="910" y="774"/>
                    <a:pt x="917" y="774"/>
                  </a:cubicBezTo>
                  <a:cubicBezTo>
                    <a:pt x="924" y="774"/>
                    <a:pt x="930" y="769"/>
                    <a:pt x="930" y="762"/>
                  </a:cubicBezTo>
                  <a:close/>
                  <a:moveTo>
                    <a:pt x="1666" y="774"/>
                  </a:moveTo>
                  <a:cubicBezTo>
                    <a:pt x="1673" y="774"/>
                    <a:pt x="1679" y="769"/>
                    <a:pt x="1679" y="762"/>
                  </a:cubicBezTo>
                  <a:cubicBezTo>
                    <a:pt x="1679" y="755"/>
                    <a:pt x="1673" y="749"/>
                    <a:pt x="1666" y="749"/>
                  </a:cubicBezTo>
                  <a:cubicBezTo>
                    <a:pt x="1659" y="749"/>
                    <a:pt x="1653" y="755"/>
                    <a:pt x="1653" y="762"/>
                  </a:cubicBezTo>
                  <a:cubicBezTo>
                    <a:pt x="1653" y="769"/>
                    <a:pt x="1659" y="774"/>
                    <a:pt x="1666" y="774"/>
                  </a:cubicBezTo>
                  <a:close/>
                  <a:moveTo>
                    <a:pt x="1705" y="774"/>
                  </a:moveTo>
                  <a:cubicBezTo>
                    <a:pt x="1713" y="774"/>
                    <a:pt x="1718" y="769"/>
                    <a:pt x="1718" y="762"/>
                  </a:cubicBezTo>
                  <a:cubicBezTo>
                    <a:pt x="1718" y="755"/>
                    <a:pt x="1713" y="749"/>
                    <a:pt x="1705" y="749"/>
                  </a:cubicBezTo>
                  <a:cubicBezTo>
                    <a:pt x="1698" y="749"/>
                    <a:pt x="1693" y="755"/>
                    <a:pt x="1693" y="762"/>
                  </a:cubicBezTo>
                  <a:cubicBezTo>
                    <a:pt x="1693" y="769"/>
                    <a:pt x="1698" y="774"/>
                    <a:pt x="1705" y="774"/>
                  </a:cubicBezTo>
                  <a:close/>
                  <a:moveTo>
                    <a:pt x="1745" y="774"/>
                  </a:moveTo>
                  <a:cubicBezTo>
                    <a:pt x="1752" y="774"/>
                    <a:pt x="1758" y="769"/>
                    <a:pt x="1758" y="762"/>
                  </a:cubicBezTo>
                  <a:cubicBezTo>
                    <a:pt x="1758" y="755"/>
                    <a:pt x="1752" y="749"/>
                    <a:pt x="1745" y="749"/>
                  </a:cubicBezTo>
                  <a:cubicBezTo>
                    <a:pt x="1738" y="749"/>
                    <a:pt x="1732" y="755"/>
                    <a:pt x="1732" y="762"/>
                  </a:cubicBezTo>
                  <a:cubicBezTo>
                    <a:pt x="1732" y="769"/>
                    <a:pt x="1738" y="774"/>
                    <a:pt x="1745" y="774"/>
                  </a:cubicBezTo>
                  <a:close/>
                  <a:moveTo>
                    <a:pt x="1784" y="774"/>
                  </a:moveTo>
                  <a:cubicBezTo>
                    <a:pt x="1791" y="774"/>
                    <a:pt x="1797" y="769"/>
                    <a:pt x="1797" y="762"/>
                  </a:cubicBezTo>
                  <a:cubicBezTo>
                    <a:pt x="1797" y="755"/>
                    <a:pt x="1791" y="749"/>
                    <a:pt x="1784" y="749"/>
                  </a:cubicBezTo>
                  <a:cubicBezTo>
                    <a:pt x="1777" y="749"/>
                    <a:pt x="1772" y="755"/>
                    <a:pt x="1772" y="762"/>
                  </a:cubicBezTo>
                  <a:cubicBezTo>
                    <a:pt x="1772" y="769"/>
                    <a:pt x="1777" y="774"/>
                    <a:pt x="1784" y="774"/>
                  </a:cubicBezTo>
                  <a:close/>
                  <a:moveTo>
                    <a:pt x="2060" y="752"/>
                  </a:moveTo>
                  <a:cubicBezTo>
                    <a:pt x="2055" y="752"/>
                    <a:pt x="2051" y="757"/>
                    <a:pt x="2051" y="762"/>
                  </a:cubicBezTo>
                  <a:cubicBezTo>
                    <a:pt x="2051" y="767"/>
                    <a:pt x="2055" y="771"/>
                    <a:pt x="2060" y="771"/>
                  </a:cubicBezTo>
                  <a:cubicBezTo>
                    <a:pt x="2065" y="771"/>
                    <a:pt x="2070" y="767"/>
                    <a:pt x="2070" y="762"/>
                  </a:cubicBezTo>
                  <a:cubicBezTo>
                    <a:pt x="2070" y="757"/>
                    <a:pt x="2065" y="752"/>
                    <a:pt x="2060" y="752"/>
                  </a:cubicBezTo>
                  <a:close/>
                  <a:moveTo>
                    <a:pt x="2100" y="774"/>
                  </a:moveTo>
                  <a:cubicBezTo>
                    <a:pt x="2107" y="774"/>
                    <a:pt x="2112" y="769"/>
                    <a:pt x="2112" y="762"/>
                  </a:cubicBezTo>
                  <a:cubicBezTo>
                    <a:pt x="2112" y="755"/>
                    <a:pt x="2107" y="749"/>
                    <a:pt x="2100" y="749"/>
                  </a:cubicBezTo>
                  <a:cubicBezTo>
                    <a:pt x="2093" y="749"/>
                    <a:pt x="2087" y="755"/>
                    <a:pt x="2087" y="762"/>
                  </a:cubicBezTo>
                  <a:cubicBezTo>
                    <a:pt x="2087" y="769"/>
                    <a:pt x="2093" y="774"/>
                    <a:pt x="2100" y="774"/>
                  </a:cubicBezTo>
                  <a:close/>
                  <a:moveTo>
                    <a:pt x="2139" y="774"/>
                  </a:moveTo>
                  <a:cubicBezTo>
                    <a:pt x="2146" y="774"/>
                    <a:pt x="2152" y="769"/>
                    <a:pt x="2152" y="762"/>
                  </a:cubicBezTo>
                  <a:cubicBezTo>
                    <a:pt x="2152" y="755"/>
                    <a:pt x="2146" y="749"/>
                    <a:pt x="2139" y="749"/>
                  </a:cubicBezTo>
                  <a:cubicBezTo>
                    <a:pt x="2132" y="749"/>
                    <a:pt x="2126" y="755"/>
                    <a:pt x="2126" y="762"/>
                  </a:cubicBezTo>
                  <a:cubicBezTo>
                    <a:pt x="2126" y="769"/>
                    <a:pt x="2132" y="774"/>
                    <a:pt x="2139" y="774"/>
                  </a:cubicBezTo>
                  <a:close/>
                  <a:moveTo>
                    <a:pt x="2179" y="774"/>
                  </a:moveTo>
                  <a:cubicBezTo>
                    <a:pt x="2186" y="774"/>
                    <a:pt x="2191" y="769"/>
                    <a:pt x="2191" y="762"/>
                  </a:cubicBezTo>
                  <a:cubicBezTo>
                    <a:pt x="2191" y="755"/>
                    <a:pt x="2186" y="749"/>
                    <a:pt x="2179" y="749"/>
                  </a:cubicBezTo>
                  <a:cubicBezTo>
                    <a:pt x="2172" y="749"/>
                    <a:pt x="2166" y="755"/>
                    <a:pt x="2166" y="762"/>
                  </a:cubicBezTo>
                  <a:cubicBezTo>
                    <a:pt x="2166" y="769"/>
                    <a:pt x="2172" y="774"/>
                    <a:pt x="2179" y="774"/>
                  </a:cubicBezTo>
                  <a:close/>
                  <a:moveTo>
                    <a:pt x="2218" y="774"/>
                  </a:moveTo>
                  <a:cubicBezTo>
                    <a:pt x="2225" y="774"/>
                    <a:pt x="2231" y="769"/>
                    <a:pt x="2231" y="762"/>
                  </a:cubicBezTo>
                  <a:cubicBezTo>
                    <a:pt x="2231" y="755"/>
                    <a:pt x="2225" y="749"/>
                    <a:pt x="2218" y="749"/>
                  </a:cubicBezTo>
                  <a:cubicBezTo>
                    <a:pt x="2211" y="749"/>
                    <a:pt x="2205" y="755"/>
                    <a:pt x="2205" y="762"/>
                  </a:cubicBezTo>
                  <a:cubicBezTo>
                    <a:pt x="2205" y="769"/>
                    <a:pt x="2211" y="774"/>
                    <a:pt x="2218" y="774"/>
                  </a:cubicBezTo>
                  <a:close/>
                  <a:moveTo>
                    <a:pt x="2257" y="774"/>
                  </a:moveTo>
                  <a:cubicBezTo>
                    <a:pt x="2264" y="774"/>
                    <a:pt x="2270" y="769"/>
                    <a:pt x="2270" y="762"/>
                  </a:cubicBezTo>
                  <a:cubicBezTo>
                    <a:pt x="2270" y="755"/>
                    <a:pt x="2264" y="749"/>
                    <a:pt x="2257" y="749"/>
                  </a:cubicBezTo>
                  <a:cubicBezTo>
                    <a:pt x="2250" y="749"/>
                    <a:pt x="2245" y="755"/>
                    <a:pt x="2245" y="762"/>
                  </a:cubicBezTo>
                  <a:cubicBezTo>
                    <a:pt x="2245" y="769"/>
                    <a:pt x="2250" y="774"/>
                    <a:pt x="2257" y="774"/>
                  </a:cubicBezTo>
                  <a:close/>
                  <a:moveTo>
                    <a:pt x="2297" y="774"/>
                  </a:moveTo>
                  <a:cubicBezTo>
                    <a:pt x="2304" y="774"/>
                    <a:pt x="2310" y="769"/>
                    <a:pt x="2310" y="762"/>
                  </a:cubicBezTo>
                  <a:cubicBezTo>
                    <a:pt x="2310" y="755"/>
                    <a:pt x="2304" y="749"/>
                    <a:pt x="2297" y="749"/>
                  </a:cubicBezTo>
                  <a:cubicBezTo>
                    <a:pt x="2290" y="749"/>
                    <a:pt x="2284" y="755"/>
                    <a:pt x="2284" y="762"/>
                  </a:cubicBezTo>
                  <a:cubicBezTo>
                    <a:pt x="2284" y="769"/>
                    <a:pt x="2290" y="774"/>
                    <a:pt x="2297" y="774"/>
                  </a:cubicBezTo>
                  <a:close/>
                  <a:moveTo>
                    <a:pt x="2336" y="774"/>
                  </a:moveTo>
                  <a:cubicBezTo>
                    <a:pt x="2343" y="774"/>
                    <a:pt x="2349" y="769"/>
                    <a:pt x="2349" y="762"/>
                  </a:cubicBezTo>
                  <a:cubicBezTo>
                    <a:pt x="2349" y="755"/>
                    <a:pt x="2343" y="749"/>
                    <a:pt x="2336" y="749"/>
                  </a:cubicBezTo>
                  <a:cubicBezTo>
                    <a:pt x="2329" y="749"/>
                    <a:pt x="2323" y="755"/>
                    <a:pt x="2323" y="762"/>
                  </a:cubicBezTo>
                  <a:cubicBezTo>
                    <a:pt x="2323" y="769"/>
                    <a:pt x="2329" y="774"/>
                    <a:pt x="2336" y="774"/>
                  </a:cubicBezTo>
                  <a:close/>
                  <a:moveTo>
                    <a:pt x="2376" y="774"/>
                  </a:moveTo>
                  <a:cubicBezTo>
                    <a:pt x="2383" y="774"/>
                    <a:pt x="2388" y="769"/>
                    <a:pt x="2388" y="762"/>
                  </a:cubicBezTo>
                  <a:cubicBezTo>
                    <a:pt x="2388" y="755"/>
                    <a:pt x="2383" y="749"/>
                    <a:pt x="2376" y="749"/>
                  </a:cubicBezTo>
                  <a:cubicBezTo>
                    <a:pt x="2369" y="749"/>
                    <a:pt x="2363" y="755"/>
                    <a:pt x="2363" y="762"/>
                  </a:cubicBezTo>
                  <a:cubicBezTo>
                    <a:pt x="2363" y="769"/>
                    <a:pt x="2369" y="774"/>
                    <a:pt x="2376" y="774"/>
                  </a:cubicBezTo>
                  <a:close/>
                  <a:moveTo>
                    <a:pt x="2415" y="774"/>
                  </a:moveTo>
                  <a:cubicBezTo>
                    <a:pt x="2422" y="774"/>
                    <a:pt x="2428" y="769"/>
                    <a:pt x="2428" y="762"/>
                  </a:cubicBezTo>
                  <a:cubicBezTo>
                    <a:pt x="2428" y="755"/>
                    <a:pt x="2422" y="749"/>
                    <a:pt x="2415" y="749"/>
                  </a:cubicBezTo>
                  <a:cubicBezTo>
                    <a:pt x="2408" y="749"/>
                    <a:pt x="2402" y="755"/>
                    <a:pt x="2402" y="762"/>
                  </a:cubicBezTo>
                  <a:cubicBezTo>
                    <a:pt x="2402" y="769"/>
                    <a:pt x="2408" y="774"/>
                    <a:pt x="2415" y="774"/>
                  </a:cubicBezTo>
                  <a:close/>
                  <a:moveTo>
                    <a:pt x="2455" y="774"/>
                  </a:moveTo>
                  <a:cubicBezTo>
                    <a:pt x="2462" y="774"/>
                    <a:pt x="2467" y="769"/>
                    <a:pt x="2467" y="762"/>
                  </a:cubicBezTo>
                  <a:cubicBezTo>
                    <a:pt x="2467" y="755"/>
                    <a:pt x="2462" y="749"/>
                    <a:pt x="2455" y="749"/>
                  </a:cubicBezTo>
                  <a:cubicBezTo>
                    <a:pt x="2447" y="749"/>
                    <a:pt x="2442" y="755"/>
                    <a:pt x="2442" y="762"/>
                  </a:cubicBezTo>
                  <a:cubicBezTo>
                    <a:pt x="2442" y="769"/>
                    <a:pt x="2447" y="774"/>
                    <a:pt x="2455" y="774"/>
                  </a:cubicBezTo>
                  <a:close/>
                  <a:moveTo>
                    <a:pt x="2494" y="774"/>
                  </a:moveTo>
                  <a:cubicBezTo>
                    <a:pt x="2501" y="774"/>
                    <a:pt x="2507" y="769"/>
                    <a:pt x="2507" y="762"/>
                  </a:cubicBezTo>
                  <a:cubicBezTo>
                    <a:pt x="2507" y="755"/>
                    <a:pt x="2501" y="749"/>
                    <a:pt x="2494" y="749"/>
                  </a:cubicBezTo>
                  <a:cubicBezTo>
                    <a:pt x="2487" y="749"/>
                    <a:pt x="2481" y="755"/>
                    <a:pt x="2481" y="762"/>
                  </a:cubicBezTo>
                  <a:cubicBezTo>
                    <a:pt x="2481" y="769"/>
                    <a:pt x="2487" y="774"/>
                    <a:pt x="2494" y="774"/>
                  </a:cubicBezTo>
                  <a:close/>
                  <a:moveTo>
                    <a:pt x="2533" y="774"/>
                  </a:moveTo>
                  <a:cubicBezTo>
                    <a:pt x="2540" y="774"/>
                    <a:pt x="2546" y="769"/>
                    <a:pt x="2546" y="762"/>
                  </a:cubicBezTo>
                  <a:cubicBezTo>
                    <a:pt x="2546" y="755"/>
                    <a:pt x="2540" y="749"/>
                    <a:pt x="2533" y="749"/>
                  </a:cubicBezTo>
                  <a:cubicBezTo>
                    <a:pt x="2526" y="749"/>
                    <a:pt x="2521" y="755"/>
                    <a:pt x="2521" y="762"/>
                  </a:cubicBezTo>
                  <a:cubicBezTo>
                    <a:pt x="2521" y="769"/>
                    <a:pt x="2526" y="774"/>
                    <a:pt x="2533" y="774"/>
                  </a:cubicBezTo>
                  <a:close/>
                  <a:moveTo>
                    <a:pt x="2573" y="774"/>
                  </a:moveTo>
                  <a:cubicBezTo>
                    <a:pt x="2580" y="774"/>
                    <a:pt x="2586" y="769"/>
                    <a:pt x="2586" y="762"/>
                  </a:cubicBezTo>
                  <a:cubicBezTo>
                    <a:pt x="2586" y="755"/>
                    <a:pt x="2580" y="749"/>
                    <a:pt x="2573" y="749"/>
                  </a:cubicBezTo>
                  <a:cubicBezTo>
                    <a:pt x="2566" y="749"/>
                    <a:pt x="2560" y="755"/>
                    <a:pt x="2560" y="762"/>
                  </a:cubicBezTo>
                  <a:cubicBezTo>
                    <a:pt x="2560" y="769"/>
                    <a:pt x="2566" y="774"/>
                    <a:pt x="2573" y="774"/>
                  </a:cubicBezTo>
                  <a:close/>
                  <a:moveTo>
                    <a:pt x="2612" y="774"/>
                  </a:moveTo>
                  <a:cubicBezTo>
                    <a:pt x="2619" y="774"/>
                    <a:pt x="2625" y="769"/>
                    <a:pt x="2625" y="762"/>
                  </a:cubicBezTo>
                  <a:cubicBezTo>
                    <a:pt x="2625" y="755"/>
                    <a:pt x="2619" y="749"/>
                    <a:pt x="2612" y="749"/>
                  </a:cubicBezTo>
                  <a:cubicBezTo>
                    <a:pt x="2605" y="749"/>
                    <a:pt x="2599" y="755"/>
                    <a:pt x="2599" y="762"/>
                  </a:cubicBezTo>
                  <a:cubicBezTo>
                    <a:pt x="2599" y="769"/>
                    <a:pt x="2605" y="774"/>
                    <a:pt x="2612" y="774"/>
                  </a:cubicBezTo>
                  <a:close/>
                  <a:moveTo>
                    <a:pt x="2652" y="774"/>
                  </a:moveTo>
                  <a:cubicBezTo>
                    <a:pt x="2659" y="774"/>
                    <a:pt x="2664" y="769"/>
                    <a:pt x="2664" y="762"/>
                  </a:cubicBezTo>
                  <a:cubicBezTo>
                    <a:pt x="2664" y="755"/>
                    <a:pt x="2659" y="749"/>
                    <a:pt x="2652" y="749"/>
                  </a:cubicBezTo>
                  <a:cubicBezTo>
                    <a:pt x="2645" y="749"/>
                    <a:pt x="2639" y="755"/>
                    <a:pt x="2639" y="762"/>
                  </a:cubicBezTo>
                  <a:cubicBezTo>
                    <a:pt x="2639" y="769"/>
                    <a:pt x="2645" y="774"/>
                    <a:pt x="2652" y="774"/>
                  </a:cubicBezTo>
                  <a:close/>
                  <a:moveTo>
                    <a:pt x="2691" y="774"/>
                  </a:moveTo>
                  <a:cubicBezTo>
                    <a:pt x="2698" y="774"/>
                    <a:pt x="2704" y="769"/>
                    <a:pt x="2704" y="762"/>
                  </a:cubicBezTo>
                  <a:cubicBezTo>
                    <a:pt x="2704" y="755"/>
                    <a:pt x="2698" y="749"/>
                    <a:pt x="2691" y="749"/>
                  </a:cubicBezTo>
                  <a:cubicBezTo>
                    <a:pt x="2684" y="749"/>
                    <a:pt x="2678" y="755"/>
                    <a:pt x="2678" y="762"/>
                  </a:cubicBezTo>
                  <a:cubicBezTo>
                    <a:pt x="2678" y="769"/>
                    <a:pt x="2684" y="774"/>
                    <a:pt x="2691" y="774"/>
                  </a:cubicBezTo>
                  <a:close/>
                  <a:moveTo>
                    <a:pt x="2730" y="774"/>
                  </a:moveTo>
                  <a:cubicBezTo>
                    <a:pt x="2738" y="774"/>
                    <a:pt x="2743" y="769"/>
                    <a:pt x="2743" y="762"/>
                  </a:cubicBezTo>
                  <a:cubicBezTo>
                    <a:pt x="2743" y="755"/>
                    <a:pt x="2738" y="749"/>
                    <a:pt x="2730" y="749"/>
                  </a:cubicBezTo>
                  <a:cubicBezTo>
                    <a:pt x="2723" y="749"/>
                    <a:pt x="2718" y="755"/>
                    <a:pt x="2718" y="762"/>
                  </a:cubicBezTo>
                  <a:cubicBezTo>
                    <a:pt x="2718" y="769"/>
                    <a:pt x="2723" y="774"/>
                    <a:pt x="2730" y="774"/>
                  </a:cubicBezTo>
                  <a:close/>
                  <a:moveTo>
                    <a:pt x="2770" y="774"/>
                  </a:moveTo>
                  <a:cubicBezTo>
                    <a:pt x="2777" y="774"/>
                    <a:pt x="2783" y="769"/>
                    <a:pt x="2783" y="762"/>
                  </a:cubicBezTo>
                  <a:cubicBezTo>
                    <a:pt x="2783" y="755"/>
                    <a:pt x="2777" y="749"/>
                    <a:pt x="2770" y="749"/>
                  </a:cubicBezTo>
                  <a:cubicBezTo>
                    <a:pt x="2763" y="749"/>
                    <a:pt x="2757" y="755"/>
                    <a:pt x="2757" y="762"/>
                  </a:cubicBezTo>
                  <a:cubicBezTo>
                    <a:pt x="2757" y="769"/>
                    <a:pt x="2763" y="774"/>
                    <a:pt x="2770" y="774"/>
                  </a:cubicBezTo>
                  <a:close/>
                  <a:moveTo>
                    <a:pt x="2809" y="774"/>
                  </a:moveTo>
                  <a:cubicBezTo>
                    <a:pt x="2816" y="774"/>
                    <a:pt x="2822" y="769"/>
                    <a:pt x="2822" y="762"/>
                  </a:cubicBezTo>
                  <a:cubicBezTo>
                    <a:pt x="2822" y="755"/>
                    <a:pt x="2816" y="749"/>
                    <a:pt x="2809" y="749"/>
                  </a:cubicBezTo>
                  <a:cubicBezTo>
                    <a:pt x="2802" y="749"/>
                    <a:pt x="2797" y="755"/>
                    <a:pt x="2797" y="762"/>
                  </a:cubicBezTo>
                  <a:cubicBezTo>
                    <a:pt x="2797" y="769"/>
                    <a:pt x="2802" y="774"/>
                    <a:pt x="2809" y="774"/>
                  </a:cubicBezTo>
                  <a:close/>
                  <a:moveTo>
                    <a:pt x="2849" y="774"/>
                  </a:moveTo>
                  <a:cubicBezTo>
                    <a:pt x="2856" y="774"/>
                    <a:pt x="2862" y="769"/>
                    <a:pt x="2862" y="762"/>
                  </a:cubicBezTo>
                  <a:cubicBezTo>
                    <a:pt x="2862" y="755"/>
                    <a:pt x="2856" y="749"/>
                    <a:pt x="2849" y="749"/>
                  </a:cubicBezTo>
                  <a:cubicBezTo>
                    <a:pt x="2842" y="749"/>
                    <a:pt x="2836" y="755"/>
                    <a:pt x="2836" y="762"/>
                  </a:cubicBezTo>
                  <a:cubicBezTo>
                    <a:pt x="2836" y="769"/>
                    <a:pt x="2842" y="774"/>
                    <a:pt x="2849" y="774"/>
                  </a:cubicBezTo>
                  <a:close/>
                  <a:moveTo>
                    <a:pt x="2888" y="774"/>
                  </a:moveTo>
                  <a:cubicBezTo>
                    <a:pt x="2895" y="774"/>
                    <a:pt x="2901" y="769"/>
                    <a:pt x="2901" y="762"/>
                  </a:cubicBezTo>
                  <a:cubicBezTo>
                    <a:pt x="2901" y="755"/>
                    <a:pt x="2895" y="749"/>
                    <a:pt x="2888" y="749"/>
                  </a:cubicBezTo>
                  <a:cubicBezTo>
                    <a:pt x="2881" y="749"/>
                    <a:pt x="2875" y="755"/>
                    <a:pt x="2875" y="762"/>
                  </a:cubicBezTo>
                  <a:cubicBezTo>
                    <a:pt x="2875" y="769"/>
                    <a:pt x="2881" y="774"/>
                    <a:pt x="2888" y="774"/>
                  </a:cubicBezTo>
                  <a:close/>
                  <a:moveTo>
                    <a:pt x="3046" y="749"/>
                  </a:moveTo>
                  <a:cubicBezTo>
                    <a:pt x="3039" y="749"/>
                    <a:pt x="3033" y="755"/>
                    <a:pt x="3033" y="762"/>
                  </a:cubicBezTo>
                  <a:cubicBezTo>
                    <a:pt x="3033" y="769"/>
                    <a:pt x="3039" y="774"/>
                    <a:pt x="3046" y="774"/>
                  </a:cubicBezTo>
                  <a:cubicBezTo>
                    <a:pt x="3053" y="774"/>
                    <a:pt x="3059" y="769"/>
                    <a:pt x="3059" y="762"/>
                  </a:cubicBezTo>
                  <a:cubicBezTo>
                    <a:pt x="3059" y="755"/>
                    <a:pt x="3053" y="749"/>
                    <a:pt x="3046" y="749"/>
                  </a:cubicBezTo>
                  <a:close/>
                  <a:moveTo>
                    <a:pt x="3077" y="762"/>
                  </a:moveTo>
                  <a:cubicBezTo>
                    <a:pt x="3077" y="766"/>
                    <a:pt x="3081" y="770"/>
                    <a:pt x="3085" y="770"/>
                  </a:cubicBezTo>
                  <a:cubicBezTo>
                    <a:pt x="3090" y="770"/>
                    <a:pt x="3093" y="766"/>
                    <a:pt x="3093" y="762"/>
                  </a:cubicBezTo>
                  <a:cubicBezTo>
                    <a:pt x="3093" y="757"/>
                    <a:pt x="3090" y="754"/>
                    <a:pt x="3085" y="754"/>
                  </a:cubicBezTo>
                  <a:cubicBezTo>
                    <a:pt x="3081" y="754"/>
                    <a:pt x="3077" y="757"/>
                    <a:pt x="3077" y="762"/>
                  </a:cubicBezTo>
                  <a:close/>
                  <a:moveTo>
                    <a:pt x="523" y="788"/>
                  </a:moveTo>
                  <a:cubicBezTo>
                    <a:pt x="516" y="788"/>
                    <a:pt x="510" y="794"/>
                    <a:pt x="510" y="801"/>
                  </a:cubicBezTo>
                  <a:cubicBezTo>
                    <a:pt x="510" y="808"/>
                    <a:pt x="516" y="814"/>
                    <a:pt x="523" y="814"/>
                  </a:cubicBezTo>
                  <a:cubicBezTo>
                    <a:pt x="530" y="814"/>
                    <a:pt x="535" y="808"/>
                    <a:pt x="535" y="801"/>
                  </a:cubicBezTo>
                  <a:cubicBezTo>
                    <a:pt x="535" y="794"/>
                    <a:pt x="530" y="788"/>
                    <a:pt x="523" y="788"/>
                  </a:cubicBezTo>
                  <a:close/>
                  <a:moveTo>
                    <a:pt x="562" y="788"/>
                  </a:moveTo>
                  <a:cubicBezTo>
                    <a:pt x="555" y="788"/>
                    <a:pt x="549" y="794"/>
                    <a:pt x="549" y="801"/>
                  </a:cubicBezTo>
                  <a:cubicBezTo>
                    <a:pt x="549" y="808"/>
                    <a:pt x="555" y="814"/>
                    <a:pt x="562" y="814"/>
                  </a:cubicBezTo>
                  <a:cubicBezTo>
                    <a:pt x="569" y="814"/>
                    <a:pt x="575" y="808"/>
                    <a:pt x="575" y="801"/>
                  </a:cubicBezTo>
                  <a:cubicBezTo>
                    <a:pt x="575" y="794"/>
                    <a:pt x="569" y="788"/>
                    <a:pt x="562" y="788"/>
                  </a:cubicBezTo>
                  <a:close/>
                  <a:moveTo>
                    <a:pt x="602" y="814"/>
                  </a:moveTo>
                  <a:cubicBezTo>
                    <a:pt x="609" y="814"/>
                    <a:pt x="614" y="808"/>
                    <a:pt x="614" y="801"/>
                  </a:cubicBezTo>
                  <a:cubicBezTo>
                    <a:pt x="614" y="794"/>
                    <a:pt x="609" y="788"/>
                    <a:pt x="602" y="788"/>
                  </a:cubicBezTo>
                  <a:cubicBezTo>
                    <a:pt x="595" y="788"/>
                    <a:pt x="589" y="794"/>
                    <a:pt x="589" y="801"/>
                  </a:cubicBezTo>
                  <a:cubicBezTo>
                    <a:pt x="589" y="808"/>
                    <a:pt x="595" y="814"/>
                    <a:pt x="602" y="814"/>
                  </a:cubicBezTo>
                  <a:close/>
                  <a:moveTo>
                    <a:pt x="641" y="814"/>
                  </a:moveTo>
                  <a:cubicBezTo>
                    <a:pt x="648" y="814"/>
                    <a:pt x="654" y="808"/>
                    <a:pt x="654" y="801"/>
                  </a:cubicBezTo>
                  <a:cubicBezTo>
                    <a:pt x="654" y="794"/>
                    <a:pt x="648" y="788"/>
                    <a:pt x="641" y="788"/>
                  </a:cubicBezTo>
                  <a:cubicBezTo>
                    <a:pt x="634" y="788"/>
                    <a:pt x="628" y="794"/>
                    <a:pt x="628" y="801"/>
                  </a:cubicBezTo>
                  <a:cubicBezTo>
                    <a:pt x="628" y="808"/>
                    <a:pt x="634" y="814"/>
                    <a:pt x="641" y="814"/>
                  </a:cubicBezTo>
                  <a:close/>
                  <a:moveTo>
                    <a:pt x="680" y="814"/>
                  </a:moveTo>
                  <a:cubicBezTo>
                    <a:pt x="687" y="814"/>
                    <a:pt x="693" y="808"/>
                    <a:pt x="693" y="801"/>
                  </a:cubicBezTo>
                  <a:cubicBezTo>
                    <a:pt x="693" y="794"/>
                    <a:pt x="687" y="788"/>
                    <a:pt x="680" y="788"/>
                  </a:cubicBezTo>
                  <a:cubicBezTo>
                    <a:pt x="673" y="788"/>
                    <a:pt x="668" y="794"/>
                    <a:pt x="668" y="801"/>
                  </a:cubicBezTo>
                  <a:cubicBezTo>
                    <a:pt x="668" y="808"/>
                    <a:pt x="673" y="814"/>
                    <a:pt x="680" y="814"/>
                  </a:cubicBezTo>
                  <a:close/>
                  <a:moveTo>
                    <a:pt x="720" y="814"/>
                  </a:moveTo>
                  <a:cubicBezTo>
                    <a:pt x="727" y="814"/>
                    <a:pt x="733" y="808"/>
                    <a:pt x="733" y="801"/>
                  </a:cubicBezTo>
                  <a:cubicBezTo>
                    <a:pt x="733" y="794"/>
                    <a:pt x="727" y="788"/>
                    <a:pt x="720" y="788"/>
                  </a:cubicBezTo>
                  <a:cubicBezTo>
                    <a:pt x="713" y="788"/>
                    <a:pt x="707" y="794"/>
                    <a:pt x="707" y="801"/>
                  </a:cubicBezTo>
                  <a:cubicBezTo>
                    <a:pt x="707" y="808"/>
                    <a:pt x="713" y="814"/>
                    <a:pt x="720" y="814"/>
                  </a:cubicBezTo>
                  <a:close/>
                  <a:moveTo>
                    <a:pt x="759" y="814"/>
                  </a:moveTo>
                  <a:cubicBezTo>
                    <a:pt x="766" y="814"/>
                    <a:pt x="772" y="808"/>
                    <a:pt x="772" y="801"/>
                  </a:cubicBezTo>
                  <a:cubicBezTo>
                    <a:pt x="772" y="794"/>
                    <a:pt x="766" y="788"/>
                    <a:pt x="759" y="788"/>
                  </a:cubicBezTo>
                  <a:cubicBezTo>
                    <a:pt x="752" y="788"/>
                    <a:pt x="747" y="794"/>
                    <a:pt x="747" y="801"/>
                  </a:cubicBezTo>
                  <a:cubicBezTo>
                    <a:pt x="747" y="808"/>
                    <a:pt x="752" y="814"/>
                    <a:pt x="759" y="814"/>
                  </a:cubicBezTo>
                  <a:close/>
                  <a:moveTo>
                    <a:pt x="799" y="814"/>
                  </a:moveTo>
                  <a:cubicBezTo>
                    <a:pt x="806" y="814"/>
                    <a:pt x="811" y="808"/>
                    <a:pt x="811" y="801"/>
                  </a:cubicBezTo>
                  <a:cubicBezTo>
                    <a:pt x="811" y="794"/>
                    <a:pt x="806" y="788"/>
                    <a:pt x="799" y="788"/>
                  </a:cubicBezTo>
                  <a:cubicBezTo>
                    <a:pt x="792" y="788"/>
                    <a:pt x="786" y="794"/>
                    <a:pt x="786" y="801"/>
                  </a:cubicBezTo>
                  <a:cubicBezTo>
                    <a:pt x="786" y="808"/>
                    <a:pt x="792" y="814"/>
                    <a:pt x="799" y="814"/>
                  </a:cubicBezTo>
                  <a:close/>
                  <a:moveTo>
                    <a:pt x="838" y="814"/>
                  </a:moveTo>
                  <a:cubicBezTo>
                    <a:pt x="845" y="814"/>
                    <a:pt x="851" y="808"/>
                    <a:pt x="851" y="801"/>
                  </a:cubicBezTo>
                  <a:cubicBezTo>
                    <a:pt x="851" y="794"/>
                    <a:pt x="845" y="788"/>
                    <a:pt x="838" y="788"/>
                  </a:cubicBezTo>
                  <a:cubicBezTo>
                    <a:pt x="831" y="788"/>
                    <a:pt x="825" y="794"/>
                    <a:pt x="825" y="801"/>
                  </a:cubicBezTo>
                  <a:cubicBezTo>
                    <a:pt x="825" y="808"/>
                    <a:pt x="831" y="814"/>
                    <a:pt x="838" y="814"/>
                  </a:cubicBezTo>
                  <a:close/>
                  <a:moveTo>
                    <a:pt x="1627" y="814"/>
                  </a:moveTo>
                  <a:cubicBezTo>
                    <a:pt x="1634" y="814"/>
                    <a:pt x="1639" y="808"/>
                    <a:pt x="1639" y="801"/>
                  </a:cubicBezTo>
                  <a:cubicBezTo>
                    <a:pt x="1639" y="794"/>
                    <a:pt x="1634" y="788"/>
                    <a:pt x="1627" y="788"/>
                  </a:cubicBezTo>
                  <a:cubicBezTo>
                    <a:pt x="1620" y="788"/>
                    <a:pt x="1614" y="794"/>
                    <a:pt x="1614" y="801"/>
                  </a:cubicBezTo>
                  <a:cubicBezTo>
                    <a:pt x="1614" y="808"/>
                    <a:pt x="1620" y="814"/>
                    <a:pt x="1627" y="814"/>
                  </a:cubicBezTo>
                  <a:close/>
                  <a:moveTo>
                    <a:pt x="1666" y="814"/>
                  </a:moveTo>
                  <a:cubicBezTo>
                    <a:pt x="1673" y="814"/>
                    <a:pt x="1679" y="808"/>
                    <a:pt x="1679" y="801"/>
                  </a:cubicBezTo>
                  <a:cubicBezTo>
                    <a:pt x="1679" y="794"/>
                    <a:pt x="1673" y="788"/>
                    <a:pt x="1666" y="788"/>
                  </a:cubicBezTo>
                  <a:cubicBezTo>
                    <a:pt x="1659" y="788"/>
                    <a:pt x="1653" y="794"/>
                    <a:pt x="1653" y="801"/>
                  </a:cubicBezTo>
                  <a:cubicBezTo>
                    <a:pt x="1653" y="808"/>
                    <a:pt x="1659" y="814"/>
                    <a:pt x="1666" y="814"/>
                  </a:cubicBezTo>
                  <a:close/>
                  <a:moveTo>
                    <a:pt x="1705" y="814"/>
                  </a:moveTo>
                  <a:cubicBezTo>
                    <a:pt x="1713" y="814"/>
                    <a:pt x="1718" y="808"/>
                    <a:pt x="1718" y="801"/>
                  </a:cubicBezTo>
                  <a:cubicBezTo>
                    <a:pt x="1718" y="794"/>
                    <a:pt x="1713" y="788"/>
                    <a:pt x="1705" y="788"/>
                  </a:cubicBezTo>
                  <a:cubicBezTo>
                    <a:pt x="1698" y="788"/>
                    <a:pt x="1693" y="794"/>
                    <a:pt x="1693" y="801"/>
                  </a:cubicBezTo>
                  <a:cubicBezTo>
                    <a:pt x="1693" y="808"/>
                    <a:pt x="1698" y="814"/>
                    <a:pt x="1705" y="814"/>
                  </a:cubicBezTo>
                  <a:close/>
                  <a:moveTo>
                    <a:pt x="1745" y="814"/>
                  </a:moveTo>
                  <a:cubicBezTo>
                    <a:pt x="1752" y="814"/>
                    <a:pt x="1758" y="808"/>
                    <a:pt x="1758" y="801"/>
                  </a:cubicBezTo>
                  <a:cubicBezTo>
                    <a:pt x="1758" y="794"/>
                    <a:pt x="1752" y="788"/>
                    <a:pt x="1745" y="788"/>
                  </a:cubicBezTo>
                  <a:cubicBezTo>
                    <a:pt x="1738" y="788"/>
                    <a:pt x="1732" y="794"/>
                    <a:pt x="1732" y="801"/>
                  </a:cubicBezTo>
                  <a:cubicBezTo>
                    <a:pt x="1732" y="808"/>
                    <a:pt x="1738" y="814"/>
                    <a:pt x="1745" y="814"/>
                  </a:cubicBezTo>
                  <a:close/>
                  <a:moveTo>
                    <a:pt x="1784" y="814"/>
                  </a:moveTo>
                  <a:cubicBezTo>
                    <a:pt x="1791" y="814"/>
                    <a:pt x="1797" y="808"/>
                    <a:pt x="1797" y="801"/>
                  </a:cubicBezTo>
                  <a:cubicBezTo>
                    <a:pt x="1797" y="794"/>
                    <a:pt x="1791" y="788"/>
                    <a:pt x="1784" y="788"/>
                  </a:cubicBezTo>
                  <a:cubicBezTo>
                    <a:pt x="1777" y="788"/>
                    <a:pt x="1772" y="794"/>
                    <a:pt x="1772" y="801"/>
                  </a:cubicBezTo>
                  <a:cubicBezTo>
                    <a:pt x="1772" y="808"/>
                    <a:pt x="1777" y="814"/>
                    <a:pt x="1784" y="814"/>
                  </a:cubicBezTo>
                  <a:close/>
                  <a:moveTo>
                    <a:pt x="1824" y="814"/>
                  </a:moveTo>
                  <a:cubicBezTo>
                    <a:pt x="1831" y="814"/>
                    <a:pt x="1836" y="808"/>
                    <a:pt x="1836" y="801"/>
                  </a:cubicBezTo>
                  <a:cubicBezTo>
                    <a:pt x="1836" y="794"/>
                    <a:pt x="1831" y="788"/>
                    <a:pt x="1824" y="788"/>
                  </a:cubicBezTo>
                  <a:cubicBezTo>
                    <a:pt x="1817" y="788"/>
                    <a:pt x="1811" y="794"/>
                    <a:pt x="1811" y="801"/>
                  </a:cubicBezTo>
                  <a:cubicBezTo>
                    <a:pt x="1811" y="808"/>
                    <a:pt x="1817" y="814"/>
                    <a:pt x="1824" y="814"/>
                  </a:cubicBezTo>
                  <a:close/>
                  <a:moveTo>
                    <a:pt x="1890" y="801"/>
                  </a:moveTo>
                  <a:cubicBezTo>
                    <a:pt x="1890" y="808"/>
                    <a:pt x="1896" y="814"/>
                    <a:pt x="1903" y="814"/>
                  </a:cubicBezTo>
                  <a:cubicBezTo>
                    <a:pt x="1910" y="814"/>
                    <a:pt x="1915" y="808"/>
                    <a:pt x="1915" y="801"/>
                  </a:cubicBezTo>
                  <a:cubicBezTo>
                    <a:pt x="1915" y="794"/>
                    <a:pt x="1910" y="788"/>
                    <a:pt x="1903" y="788"/>
                  </a:cubicBezTo>
                  <a:cubicBezTo>
                    <a:pt x="1896" y="788"/>
                    <a:pt x="1890" y="794"/>
                    <a:pt x="1890" y="801"/>
                  </a:cubicBezTo>
                  <a:close/>
                  <a:moveTo>
                    <a:pt x="1942" y="814"/>
                  </a:moveTo>
                  <a:cubicBezTo>
                    <a:pt x="1949" y="814"/>
                    <a:pt x="1955" y="808"/>
                    <a:pt x="1955" y="801"/>
                  </a:cubicBezTo>
                  <a:cubicBezTo>
                    <a:pt x="1955" y="794"/>
                    <a:pt x="1949" y="788"/>
                    <a:pt x="1942" y="788"/>
                  </a:cubicBezTo>
                  <a:cubicBezTo>
                    <a:pt x="1935" y="788"/>
                    <a:pt x="1929" y="794"/>
                    <a:pt x="1929" y="801"/>
                  </a:cubicBezTo>
                  <a:cubicBezTo>
                    <a:pt x="1929" y="808"/>
                    <a:pt x="1935" y="814"/>
                    <a:pt x="1942" y="814"/>
                  </a:cubicBezTo>
                  <a:close/>
                  <a:moveTo>
                    <a:pt x="2021" y="788"/>
                  </a:moveTo>
                  <a:cubicBezTo>
                    <a:pt x="2014" y="788"/>
                    <a:pt x="2008" y="794"/>
                    <a:pt x="2008" y="801"/>
                  </a:cubicBezTo>
                  <a:cubicBezTo>
                    <a:pt x="2008" y="808"/>
                    <a:pt x="2014" y="814"/>
                    <a:pt x="2021" y="814"/>
                  </a:cubicBezTo>
                  <a:cubicBezTo>
                    <a:pt x="2028" y="814"/>
                    <a:pt x="2034" y="808"/>
                    <a:pt x="2034" y="801"/>
                  </a:cubicBezTo>
                  <a:cubicBezTo>
                    <a:pt x="2034" y="794"/>
                    <a:pt x="2028" y="788"/>
                    <a:pt x="2021" y="788"/>
                  </a:cubicBezTo>
                  <a:close/>
                  <a:moveTo>
                    <a:pt x="2060" y="814"/>
                  </a:moveTo>
                  <a:cubicBezTo>
                    <a:pt x="2067" y="814"/>
                    <a:pt x="2073" y="808"/>
                    <a:pt x="2073" y="801"/>
                  </a:cubicBezTo>
                  <a:cubicBezTo>
                    <a:pt x="2073" y="794"/>
                    <a:pt x="2067" y="788"/>
                    <a:pt x="2060" y="788"/>
                  </a:cubicBezTo>
                  <a:cubicBezTo>
                    <a:pt x="2053" y="788"/>
                    <a:pt x="2048" y="794"/>
                    <a:pt x="2048" y="801"/>
                  </a:cubicBezTo>
                  <a:cubicBezTo>
                    <a:pt x="2048" y="808"/>
                    <a:pt x="2053" y="814"/>
                    <a:pt x="2060" y="814"/>
                  </a:cubicBezTo>
                  <a:close/>
                  <a:moveTo>
                    <a:pt x="2100" y="814"/>
                  </a:moveTo>
                  <a:cubicBezTo>
                    <a:pt x="2107" y="814"/>
                    <a:pt x="2112" y="808"/>
                    <a:pt x="2112" y="801"/>
                  </a:cubicBezTo>
                  <a:cubicBezTo>
                    <a:pt x="2112" y="794"/>
                    <a:pt x="2107" y="788"/>
                    <a:pt x="2100" y="788"/>
                  </a:cubicBezTo>
                  <a:cubicBezTo>
                    <a:pt x="2093" y="788"/>
                    <a:pt x="2087" y="794"/>
                    <a:pt x="2087" y="801"/>
                  </a:cubicBezTo>
                  <a:cubicBezTo>
                    <a:pt x="2087" y="808"/>
                    <a:pt x="2093" y="814"/>
                    <a:pt x="2100" y="814"/>
                  </a:cubicBezTo>
                  <a:close/>
                  <a:moveTo>
                    <a:pt x="2139" y="814"/>
                  </a:moveTo>
                  <a:cubicBezTo>
                    <a:pt x="2146" y="814"/>
                    <a:pt x="2152" y="808"/>
                    <a:pt x="2152" y="801"/>
                  </a:cubicBezTo>
                  <a:cubicBezTo>
                    <a:pt x="2152" y="794"/>
                    <a:pt x="2146" y="788"/>
                    <a:pt x="2139" y="788"/>
                  </a:cubicBezTo>
                  <a:cubicBezTo>
                    <a:pt x="2132" y="788"/>
                    <a:pt x="2126" y="794"/>
                    <a:pt x="2126" y="801"/>
                  </a:cubicBezTo>
                  <a:cubicBezTo>
                    <a:pt x="2126" y="808"/>
                    <a:pt x="2132" y="814"/>
                    <a:pt x="2139" y="814"/>
                  </a:cubicBezTo>
                  <a:close/>
                  <a:moveTo>
                    <a:pt x="2179" y="814"/>
                  </a:moveTo>
                  <a:cubicBezTo>
                    <a:pt x="2186" y="814"/>
                    <a:pt x="2191" y="808"/>
                    <a:pt x="2191" y="801"/>
                  </a:cubicBezTo>
                  <a:cubicBezTo>
                    <a:pt x="2191" y="794"/>
                    <a:pt x="2186" y="788"/>
                    <a:pt x="2179" y="788"/>
                  </a:cubicBezTo>
                  <a:cubicBezTo>
                    <a:pt x="2172" y="788"/>
                    <a:pt x="2166" y="794"/>
                    <a:pt x="2166" y="801"/>
                  </a:cubicBezTo>
                  <a:cubicBezTo>
                    <a:pt x="2166" y="808"/>
                    <a:pt x="2172" y="814"/>
                    <a:pt x="2179" y="814"/>
                  </a:cubicBezTo>
                  <a:close/>
                  <a:moveTo>
                    <a:pt x="2218" y="814"/>
                  </a:moveTo>
                  <a:cubicBezTo>
                    <a:pt x="2225" y="814"/>
                    <a:pt x="2231" y="808"/>
                    <a:pt x="2231" y="801"/>
                  </a:cubicBezTo>
                  <a:cubicBezTo>
                    <a:pt x="2231" y="794"/>
                    <a:pt x="2225" y="788"/>
                    <a:pt x="2218" y="788"/>
                  </a:cubicBezTo>
                  <a:cubicBezTo>
                    <a:pt x="2211" y="788"/>
                    <a:pt x="2205" y="794"/>
                    <a:pt x="2205" y="801"/>
                  </a:cubicBezTo>
                  <a:cubicBezTo>
                    <a:pt x="2205" y="808"/>
                    <a:pt x="2211" y="814"/>
                    <a:pt x="2218" y="814"/>
                  </a:cubicBezTo>
                  <a:close/>
                  <a:moveTo>
                    <a:pt x="2257" y="814"/>
                  </a:moveTo>
                  <a:cubicBezTo>
                    <a:pt x="2264" y="814"/>
                    <a:pt x="2270" y="808"/>
                    <a:pt x="2270" y="801"/>
                  </a:cubicBezTo>
                  <a:cubicBezTo>
                    <a:pt x="2270" y="794"/>
                    <a:pt x="2264" y="788"/>
                    <a:pt x="2257" y="788"/>
                  </a:cubicBezTo>
                  <a:cubicBezTo>
                    <a:pt x="2250" y="788"/>
                    <a:pt x="2245" y="794"/>
                    <a:pt x="2245" y="801"/>
                  </a:cubicBezTo>
                  <a:cubicBezTo>
                    <a:pt x="2245" y="808"/>
                    <a:pt x="2250" y="814"/>
                    <a:pt x="2257" y="814"/>
                  </a:cubicBezTo>
                  <a:close/>
                  <a:moveTo>
                    <a:pt x="2297" y="814"/>
                  </a:moveTo>
                  <a:cubicBezTo>
                    <a:pt x="2304" y="814"/>
                    <a:pt x="2310" y="808"/>
                    <a:pt x="2310" y="801"/>
                  </a:cubicBezTo>
                  <a:cubicBezTo>
                    <a:pt x="2310" y="794"/>
                    <a:pt x="2304" y="788"/>
                    <a:pt x="2297" y="788"/>
                  </a:cubicBezTo>
                  <a:cubicBezTo>
                    <a:pt x="2290" y="788"/>
                    <a:pt x="2284" y="794"/>
                    <a:pt x="2284" y="801"/>
                  </a:cubicBezTo>
                  <a:cubicBezTo>
                    <a:pt x="2284" y="808"/>
                    <a:pt x="2290" y="814"/>
                    <a:pt x="2297" y="814"/>
                  </a:cubicBezTo>
                  <a:close/>
                  <a:moveTo>
                    <a:pt x="2336" y="814"/>
                  </a:moveTo>
                  <a:cubicBezTo>
                    <a:pt x="2343" y="814"/>
                    <a:pt x="2349" y="808"/>
                    <a:pt x="2349" y="801"/>
                  </a:cubicBezTo>
                  <a:cubicBezTo>
                    <a:pt x="2349" y="794"/>
                    <a:pt x="2343" y="788"/>
                    <a:pt x="2336" y="788"/>
                  </a:cubicBezTo>
                  <a:cubicBezTo>
                    <a:pt x="2329" y="788"/>
                    <a:pt x="2323" y="794"/>
                    <a:pt x="2323" y="801"/>
                  </a:cubicBezTo>
                  <a:cubicBezTo>
                    <a:pt x="2323" y="808"/>
                    <a:pt x="2329" y="814"/>
                    <a:pt x="2336" y="814"/>
                  </a:cubicBezTo>
                  <a:close/>
                  <a:moveTo>
                    <a:pt x="2376" y="814"/>
                  </a:moveTo>
                  <a:cubicBezTo>
                    <a:pt x="2383" y="814"/>
                    <a:pt x="2388" y="808"/>
                    <a:pt x="2388" y="801"/>
                  </a:cubicBezTo>
                  <a:cubicBezTo>
                    <a:pt x="2388" y="794"/>
                    <a:pt x="2383" y="788"/>
                    <a:pt x="2376" y="788"/>
                  </a:cubicBezTo>
                  <a:cubicBezTo>
                    <a:pt x="2369" y="788"/>
                    <a:pt x="2363" y="794"/>
                    <a:pt x="2363" y="801"/>
                  </a:cubicBezTo>
                  <a:cubicBezTo>
                    <a:pt x="2363" y="808"/>
                    <a:pt x="2369" y="814"/>
                    <a:pt x="2376" y="814"/>
                  </a:cubicBezTo>
                  <a:close/>
                  <a:moveTo>
                    <a:pt x="2415" y="814"/>
                  </a:moveTo>
                  <a:cubicBezTo>
                    <a:pt x="2422" y="814"/>
                    <a:pt x="2428" y="808"/>
                    <a:pt x="2428" y="801"/>
                  </a:cubicBezTo>
                  <a:cubicBezTo>
                    <a:pt x="2428" y="794"/>
                    <a:pt x="2422" y="788"/>
                    <a:pt x="2415" y="788"/>
                  </a:cubicBezTo>
                  <a:cubicBezTo>
                    <a:pt x="2408" y="788"/>
                    <a:pt x="2402" y="794"/>
                    <a:pt x="2402" y="801"/>
                  </a:cubicBezTo>
                  <a:cubicBezTo>
                    <a:pt x="2402" y="808"/>
                    <a:pt x="2408" y="814"/>
                    <a:pt x="2415" y="814"/>
                  </a:cubicBezTo>
                  <a:close/>
                  <a:moveTo>
                    <a:pt x="2455" y="814"/>
                  </a:moveTo>
                  <a:cubicBezTo>
                    <a:pt x="2462" y="814"/>
                    <a:pt x="2467" y="808"/>
                    <a:pt x="2467" y="801"/>
                  </a:cubicBezTo>
                  <a:cubicBezTo>
                    <a:pt x="2467" y="794"/>
                    <a:pt x="2462" y="788"/>
                    <a:pt x="2455" y="788"/>
                  </a:cubicBezTo>
                  <a:cubicBezTo>
                    <a:pt x="2447" y="788"/>
                    <a:pt x="2442" y="794"/>
                    <a:pt x="2442" y="801"/>
                  </a:cubicBezTo>
                  <a:cubicBezTo>
                    <a:pt x="2442" y="808"/>
                    <a:pt x="2447" y="814"/>
                    <a:pt x="2455" y="814"/>
                  </a:cubicBezTo>
                  <a:close/>
                  <a:moveTo>
                    <a:pt x="2494" y="814"/>
                  </a:moveTo>
                  <a:cubicBezTo>
                    <a:pt x="2501" y="814"/>
                    <a:pt x="2507" y="808"/>
                    <a:pt x="2507" y="801"/>
                  </a:cubicBezTo>
                  <a:cubicBezTo>
                    <a:pt x="2507" y="794"/>
                    <a:pt x="2501" y="788"/>
                    <a:pt x="2494" y="788"/>
                  </a:cubicBezTo>
                  <a:cubicBezTo>
                    <a:pt x="2487" y="788"/>
                    <a:pt x="2481" y="794"/>
                    <a:pt x="2481" y="801"/>
                  </a:cubicBezTo>
                  <a:cubicBezTo>
                    <a:pt x="2481" y="808"/>
                    <a:pt x="2487" y="814"/>
                    <a:pt x="2494" y="814"/>
                  </a:cubicBezTo>
                  <a:close/>
                  <a:moveTo>
                    <a:pt x="2533" y="814"/>
                  </a:moveTo>
                  <a:cubicBezTo>
                    <a:pt x="2540" y="814"/>
                    <a:pt x="2546" y="808"/>
                    <a:pt x="2546" y="801"/>
                  </a:cubicBezTo>
                  <a:cubicBezTo>
                    <a:pt x="2546" y="794"/>
                    <a:pt x="2540" y="788"/>
                    <a:pt x="2533" y="788"/>
                  </a:cubicBezTo>
                  <a:cubicBezTo>
                    <a:pt x="2526" y="788"/>
                    <a:pt x="2521" y="794"/>
                    <a:pt x="2521" y="801"/>
                  </a:cubicBezTo>
                  <a:cubicBezTo>
                    <a:pt x="2521" y="808"/>
                    <a:pt x="2526" y="814"/>
                    <a:pt x="2533" y="814"/>
                  </a:cubicBezTo>
                  <a:close/>
                  <a:moveTo>
                    <a:pt x="2573" y="814"/>
                  </a:moveTo>
                  <a:cubicBezTo>
                    <a:pt x="2580" y="814"/>
                    <a:pt x="2586" y="808"/>
                    <a:pt x="2586" y="801"/>
                  </a:cubicBezTo>
                  <a:cubicBezTo>
                    <a:pt x="2586" y="794"/>
                    <a:pt x="2580" y="788"/>
                    <a:pt x="2573" y="788"/>
                  </a:cubicBezTo>
                  <a:cubicBezTo>
                    <a:pt x="2566" y="788"/>
                    <a:pt x="2560" y="794"/>
                    <a:pt x="2560" y="801"/>
                  </a:cubicBezTo>
                  <a:cubicBezTo>
                    <a:pt x="2560" y="808"/>
                    <a:pt x="2566" y="814"/>
                    <a:pt x="2573" y="814"/>
                  </a:cubicBezTo>
                  <a:close/>
                  <a:moveTo>
                    <a:pt x="2612" y="814"/>
                  </a:moveTo>
                  <a:cubicBezTo>
                    <a:pt x="2619" y="814"/>
                    <a:pt x="2625" y="808"/>
                    <a:pt x="2625" y="801"/>
                  </a:cubicBezTo>
                  <a:cubicBezTo>
                    <a:pt x="2625" y="794"/>
                    <a:pt x="2619" y="788"/>
                    <a:pt x="2612" y="788"/>
                  </a:cubicBezTo>
                  <a:cubicBezTo>
                    <a:pt x="2605" y="788"/>
                    <a:pt x="2599" y="794"/>
                    <a:pt x="2599" y="801"/>
                  </a:cubicBezTo>
                  <a:cubicBezTo>
                    <a:pt x="2599" y="808"/>
                    <a:pt x="2605" y="814"/>
                    <a:pt x="2612" y="814"/>
                  </a:cubicBezTo>
                  <a:close/>
                  <a:moveTo>
                    <a:pt x="2652" y="814"/>
                  </a:moveTo>
                  <a:cubicBezTo>
                    <a:pt x="2659" y="814"/>
                    <a:pt x="2664" y="808"/>
                    <a:pt x="2664" y="801"/>
                  </a:cubicBezTo>
                  <a:cubicBezTo>
                    <a:pt x="2664" y="794"/>
                    <a:pt x="2659" y="788"/>
                    <a:pt x="2652" y="788"/>
                  </a:cubicBezTo>
                  <a:cubicBezTo>
                    <a:pt x="2645" y="788"/>
                    <a:pt x="2639" y="794"/>
                    <a:pt x="2639" y="801"/>
                  </a:cubicBezTo>
                  <a:cubicBezTo>
                    <a:pt x="2639" y="808"/>
                    <a:pt x="2645" y="814"/>
                    <a:pt x="2652" y="814"/>
                  </a:cubicBezTo>
                  <a:close/>
                  <a:moveTo>
                    <a:pt x="2691" y="814"/>
                  </a:moveTo>
                  <a:cubicBezTo>
                    <a:pt x="2698" y="814"/>
                    <a:pt x="2704" y="808"/>
                    <a:pt x="2704" y="801"/>
                  </a:cubicBezTo>
                  <a:cubicBezTo>
                    <a:pt x="2704" y="794"/>
                    <a:pt x="2698" y="788"/>
                    <a:pt x="2691" y="788"/>
                  </a:cubicBezTo>
                  <a:cubicBezTo>
                    <a:pt x="2684" y="788"/>
                    <a:pt x="2678" y="794"/>
                    <a:pt x="2678" y="801"/>
                  </a:cubicBezTo>
                  <a:cubicBezTo>
                    <a:pt x="2678" y="808"/>
                    <a:pt x="2684" y="814"/>
                    <a:pt x="2691" y="814"/>
                  </a:cubicBezTo>
                  <a:close/>
                  <a:moveTo>
                    <a:pt x="2730" y="814"/>
                  </a:moveTo>
                  <a:cubicBezTo>
                    <a:pt x="2738" y="814"/>
                    <a:pt x="2743" y="808"/>
                    <a:pt x="2743" y="801"/>
                  </a:cubicBezTo>
                  <a:cubicBezTo>
                    <a:pt x="2743" y="794"/>
                    <a:pt x="2738" y="788"/>
                    <a:pt x="2730" y="788"/>
                  </a:cubicBezTo>
                  <a:cubicBezTo>
                    <a:pt x="2723" y="788"/>
                    <a:pt x="2718" y="794"/>
                    <a:pt x="2718" y="801"/>
                  </a:cubicBezTo>
                  <a:cubicBezTo>
                    <a:pt x="2718" y="808"/>
                    <a:pt x="2723" y="814"/>
                    <a:pt x="2730" y="814"/>
                  </a:cubicBezTo>
                  <a:close/>
                  <a:moveTo>
                    <a:pt x="2770" y="814"/>
                  </a:moveTo>
                  <a:cubicBezTo>
                    <a:pt x="2777" y="814"/>
                    <a:pt x="2783" y="808"/>
                    <a:pt x="2783" y="801"/>
                  </a:cubicBezTo>
                  <a:cubicBezTo>
                    <a:pt x="2783" y="794"/>
                    <a:pt x="2777" y="788"/>
                    <a:pt x="2770" y="788"/>
                  </a:cubicBezTo>
                  <a:cubicBezTo>
                    <a:pt x="2763" y="788"/>
                    <a:pt x="2757" y="794"/>
                    <a:pt x="2757" y="801"/>
                  </a:cubicBezTo>
                  <a:cubicBezTo>
                    <a:pt x="2757" y="808"/>
                    <a:pt x="2763" y="814"/>
                    <a:pt x="2770" y="814"/>
                  </a:cubicBezTo>
                  <a:close/>
                  <a:moveTo>
                    <a:pt x="2809" y="814"/>
                  </a:moveTo>
                  <a:cubicBezTo>
                    <a:pt x="2816" y="814"/>
                    <a:pt x="2822" y="808"/>
                    <a:pt x="2822" y="801"/>
                  </a:cubicBezTo>
                  <a:cubicBezTo>
                    <a:pt x="2822" y="794"/>
                    <a:pt x="2816" y="788"/>
                    <a:pt x="2809" y="788"/>
                  </a:cubicBezTo>
                  <a:cubicBezTo>
                    <a:pt x="2802" y="788"/>
                    <a:pt x="2797" y="794"/>
                    <a:pt x="2797" y="801"/>
                  </a:cubicBezTo>
                  <a:cubicBezTo>
                    <a:pt x="2797" y="808"/>
                    <a:pt x="2802" y="814"/>
                    <a:pt x="2809" y="814"/>
                  </a:cubicBezTo>
                  <a:close/>
                  <a:moveTo>
                    <a:pt x="2849" y="814"/>
                  </a:moveTo>
                  <a:cubicBezTo>
                    <a:pt x="2856" y="814"/>
                    <a:pt x="2862" y="808"/>
                    <a:pt x="2862" y="801"/>
                  </a:cubicBezTo>
                  <a:cubicBezTo>
                    <a:pt x="2862" y="794"/>
                    <a:pt x="2856" y="788"/>
                    <a:pt x="2849" y="788"/>
                  </a:cubicBezTo>
                  <a:cubicBezTo>
                    <a:pt x="2842" y="788"/>
                    <a:pt x="2836" y="794"/>
                    <a:pt x="2836" y="801"/>
                  </a:cubicBezTo>
                  <a:cubicBezTo>
                    <a:pt x="2836" y="808"/>
                    <a:pt x="2842" y="814"/>
                    <a:pt x="2849" y="814"/>
                  </a:cubicBezTo>
                  <a:close/>
                  <a:moveTo>
                    <a:pt x="2888" y="814"/>
                  </a:moveTo>
                  <a:cubicBezTo>
                    <a:pt x="2895" y="814"/>
                    <a:pt x="2901" y="808"/>
                    <a:pt x="2901" y="801"/>
                  </a:cubicBezTo>
                  <a:cubicBezTo>
                    <a:pt x="2901" y="794"/>
                    <a:pt x="2895" y="788"/>
                    <a:pt x="2888" y="788"/>
                  </a:cubicBezTo>
                  <a:cubicBezTo>
                    <a:pt x="2881" y="788"/>
                    <a:pt x="2875" y="794"/>
                    <a:pt x="2875" y="801"/>
                  </a:cubicBezTo>
                  <a:cubicBezTo>
                    <a:pt x="2875" y="808"/>
                    <a:pt x="2881" y="814"/>
                    <a:pt x="2888" y="814"/>
                  </a:cubicBezTo>
                  <a:close/>
                  <a:moveTo>
                    <a:pt x="2928" y="814"/>
                  </a:moveTo>
                  <a:cubicBezTo>
                    <a:pt x="2935" y="814"/>
                    <a:pt x="2940" y="808"/>
                    <a:pt x="2940" y="801"/>
                  </a:cubicBezTo>
                  <a:cubicBezTo>
                    <a:pt x="2940" y="794"/>
                    <a:pt x="2935" y="788"/>
                    <a:pt x="2928" y="788"/>
                  </a:cubicBezTo>
                  <a:cubicBezTo>
                    <a:pt x="2921" y="788"/>
                    <a:pt x="2915" y="794"/>
                    <a:pt x="2915" y="801"/>
                  </a:cubicBezTo>
                  <a:cubicBezTo>
                    <a:pt x="2915" y="808"/>
                    <a:pt x="2921" y="814"/>
                    <a:pt x="2928" y="814"/>
                  </a:cubicBezTo>
                  <a:close/>
                  <a:moveTo>
                    <a:pt x="602" y="828"/>
                  </a:moveTo>
                  <a:cubicBezTo>
                    <a:pt x="595" y="828"/>
                    <a:pt x="589" y="834"/>
                    <a:pt x="589" y="841"/>
                  </a:cubicBezTo>
                  <a:cubicBezTo>
                    <a:pt x="589" y="848"/>
                    <a:pt x="595" y="853"/>
                    <a:pt x="602" y="853"/>
                  </a:cubicBezTo>
                  <a:cubicBezTo>
                    <a:pt x="609" y="853"/>
                    <a:pt x="614" y="848"/>
                    <a:pt x="614" y="841"/>
                  </a:cubicBezTo>
                  <a:cubicBezTo>
                    <a:pt x="614" y="834"/>
                    <a:pt x="609" y="828"/>
                    <a:pt x="602" y="828"/>
                  </a:cubicBezTo>
                  <a:close/>
                  <a:moveTo>
                    <a:pt x="641" y="853"/>
                  </a:moveTo>
                  <a:cubicBezTo>
                    <a:pt x="648" y="853"/>
                    <a:pt x="654" y="848"/>
                    <a:pt x="654" y="841"/>
                  </a:cubicBezTo>
                  <a:cubicBezTo>
                    <a:pt x="654" y="834"/>
                    <a:pt x="648" y="828"/>
                    <a:pt x="641" y="828"/>
                  </a:cubicBezTo>
                  <a:cubicBezTo>
                    <a:pt x="634" y="828"/>
                    <a:pt x="628" y="834"/>
                    <a:pt x="628" y="841"/>
                  </a:cubicBezTo>
                  <a:cubicBezTo>
                    <a:pt x="628" y="848"/>
                    <a:pt x="634" y="853"/>
                    <a:pt x="641" y="853"/>
                  </a:cubicBezTo>
                  <a:close/>
                  <a:moveTo>
                    <a:pt x="680" y="853"/>
                  </a:moveTo>
                  <a:cubicBezTo>
                    <a:pt x="687" y="853"/>
                    <a:pt x="693" y="848"/>
                    <a:pt x="693" y="841"/>
                  </a:cubicBezTo>
                  <a:cubicBezTo>
                    <a:pt x="693" y="834"/>
                    <a:pt x="687" y="828"/>
                    <a:pt x="680" y="828"/>
                  </a:cubicBezTo>
                  <a:cubicBezTo>
                    <a:pt x="673" y="828"/>
                    <a:pt x="668" y="834"/>
                    <a:pt x="668" y="841"/>
                  </a:cubicBezTo>
                  <a:cubicBezTo>
                    <a:pt x="668" y="848"/>
                    <a:pt x="673" y="853"/>
                    <a:pt x="680" y="853"/>
                  </a:cubicBezTo>
                  <a:close/>
                  <a:moveTo>
                    <a:pt x="878" y="828"/>
                  </a:moveTo>
                  <a:cubicBezTo>
                    <a:pt x="871" y="828"/>
                    <a:pt x="865" y="834"/>
                    <a:pt x="865" y="841"/>
                  </a:cubicBezTo>
                  <a:cubicBezTo>
                    <a:pt x="865" y="848"/>
                    <a:pt x="871" y="853"/>
                    <a:pt x="878" y="853"/>
                  </a:cubicBezTo>
                  <a:cubicBezTo>
                    <a:pt x="885" y="853"/>
                    <a:pt x="890" y="848"/>
                    <a:pt x="890" y="841"/>
                  </a:cubicBezTo>
                  <a:cubicBezTo>
                    <a:pt x="890" y="834"/>
                    <a:pt x="885" y="828"/>
                    <a:pt x="878" y="828"/>
                  </a:cubicBezTo>
                  <a:close/>
                  <a:moveTo>
                    <a:pt x="1587" y="853"/>
                  </a:moveTo>
                  <a:cubicBezTo>
                    <a:pt x="1594" y="853"/>
                    <a:pt x="1600" y="848"/>
                    <a:pt x="1600" y="841"/>
                  </a:cubicBezTo>
                  <a:cubicBezTo>
                    <a:pt x="1600" y="834"/>
                    <a:pt x="1594" y="828"/>
                    <a:pt x="1587" y="828"/>
                  </a:cubicBezTo>
                  <a:cubicBezTo>
                    <a:pt x="1580" y="828"/>
                    <a:pt x="1574" y="834"/>
                    <a:pt x="1574" y="841"/>
                  </a:cubicBezTo>
                  <a:cubicBezTo>
                    <a:pt x="1574" y="848"/>
                    <a:pt x="1580" y="853"/>
                    <a:pt x="1587" y="853"/>
                  </a:cubicBezTo>
                  <a:close/>
                  <a:moveTo>
                    <a:pt x="1627" y="853"/>
                  </a:moveTo>
                  <a:cubicBezTo>
                    <a:pt x="1634" y="853"/>
                    <a:pt x="1639" y="848"/>
                    <a:pt x="1639" y="841"/>
                  </a:cubicBezTo>
                  <a:cubicBezTo>
                    <a:pt x="1639" y="834"/>
                    <a:pt x="1634" y="828"/>
                    <a:pt x="1627" y="828"/>
                  </a:cubicBezTo>
                  <a:cubicBezTo>
                    <a:pt x="1620" y="828"/>
                    <a:pt x="1614" y="834"/>
                    <a:pt x="1614" y="841"/>
                  </a:cubicBezTo>
                  <a:cubicBezTo>
                    <a:pt x="1614" y="848"/>
                    <a:pt x="1620" y="853"/>
                    <a:pt x="1627" y="853"/>
                  </a:cubicBezTo>
                  <a:close/>
                  <a:moveTo>
                    <a:pt x="1666" y="853"/>
                  </a:moveTo>
                  <a:cubicBezTo>
                    <a:pt x="1673" y="853"/>
                    <a:pt x="1679" y="848"/>
                    <a:pt x="1679" y="841"/>
                  </a:cubicBezTo>
                  <a:cubicBezTo>
                    <a:pt x="1679" y="834"/>
                    <a:pt x="1673" y="828"/>
                    <a:pt x="1666" y="828"/>
                  </a:cubicBezTo>
                  <a:cubicBezTo>
                    <a:pt x="1659" y="828"/>
                    <a:pt x="1653" y="834"/>
                    <a:pt x="1653" y="841"/>
                  </a:cubicBezTo>
                  <a:cubicBezTo>
                    <a:pt x="1653" y="848"/>
                    <a:pt x="1659" y="853"/>
                    <a:pt x="1666" y="853"/>
                  </a:cubicBezTo>
                  <a:close/>
                  <a:moveTo>
                    <a:pt x="1705" y="853"/>
                  </a:moveTo>
                  <a:cubicBezTo>
                    <a:pt x="1713" y="853"/>
                    <a:pt x="1718" y="848"/>
                    <a:pt x="1718" y="841"/>
                  </a:cubicBezTo>
                  <a:cubicBezTo>
                    <a:pt x="1718" y="834"/>
                    <a:pt x="1713" y="828"/>
                    <a:pt x="1705" y="828"/>
                  </a:cubicBezTo>
                  <a:cubicBezTo>
                    <a:pt x="1698" y="828"/>
                    <a:pt x="1693" y="834"/>
                    <a:pt x="1693" y="841"/>
                  </a:cubicBezTo>
                  <a:cubicBezTo>
                    <a:pt x="1693" y="848"/>
                    <a:pt x="1698" y="853"/>
                    <a:pt x="1705" y="853"/>
                  </a:cubicBezTo>
                  <a:close/>
                  <a:moveTo>
                    <a:pt x="1745" y="853"/>
                  </a:moveTo>
                  <a:cubicBezTo>
                    <a:pt x="1752" y="853"/>
                    <a:pt x="1758" y="848"/>
                    <a:pt x="1758" y="841"/>
                  </a:cubicBezTo>
                  <a:cubicBezTo>
                    <a:pt x="1758" y="834"/>
                    <a:pt x="1752" y="828"/>
                    <a:pt x="1745" y="828"/>
                  </a:cubicBezTo>
                  <a:cubicBezTo>
                    <a:pt x="1738" y="828"/>
                    <a:pt x="1732" y="834"/>
                    <a:pt x="1732" y="841"/>
                  </a:cubicBezTo>
                  <a:cubicBezTo>
                    <a:pt x="1732" y="848"/>
                    <a:pt x="1738" y="853"/>
                    <a:pt x="1745" y="853"/>
                  </a:cubicBezTo>
                  <a:close/>
                  <a:moveTo>
                    <a:pt x="1784" y="853"/>
                  </a:moveTo>
                  <a:cubicBezTo>
                    <a:pt x="1791" y="853"/>
                    <a:pt x="1797" y="848"/>
                    <a:pt x="1797" y="841"/>
                  </a:cubicBezTo>
                  <a:cubicBezTo>
                    <a:pt x="1797" y="834"/>
                    <a:pt x="1791" y="828"/>
                    <a:pt x="1784" y="828"/>
                  </a:cubicBezTo>
                  <a:cubicBezTo>
                    <a:pt x="1777" y="828"/>
                    <a:pt x="1772" y="834"/>
                    <a:pt x="1772" y="841"/>
                  </a:cubicBezTo>
                  <a:cubicBezTo>
                    <a:pt x="1772" y="848"/>
                    <a:pt x="1777" y="853"/>
                    <a:pt x="1784" y="853"/>
                  </a:cubicBezTo>
                  <a:close/>
                  <a:moveTo>
                    <a:pt x="1824" y="853"/>
                  </a:moveTo>
                  <a:cubicBezTo>
                    <a:pt x="1831" y="853"/>
                    <a:pt x="1836" y="848"/>
                    <a:pt x="1836" y="841"/>
                  </a:cubicBezTo>
                  <a:cubicBezTo>
                    <a:pt x="1836" y="834"/>
                    <a:pt x="1831" y="828"/>
                    <a:pt x="1824" y="828"/>
                  </a:cubicBezTo>
                  <a:cubicBezTo>
                    <a:pt x="1817" y="828"/>
                    <a:pt x="1811" y="834"/>
                    <a:pt x="1811" y="841"/>
                  </a:cubicBezTo>
                  <a:cubicBezTo>
                    <a:pt x="1811" y="848"/>
                    <a:pt x="1817" y="853"/>
                    <a:pt x="1824" y="853"/>
                  </a:cubicBezTo>
                  <a:close/>
                  <a:moveTo>
                    <a:pt x="1863" y="853"/>
                  </a:moveTo>
                  <a:cubicBezTo>
                    <a:pt x="1870" y="853"/>
                    <a:pt x="1876" y="848"/>
                    <a:pt x="1876" y="841"/>
                  </a:cubicBezTo>
                  <a:cubicBezTo>
                    <a:pt x="1876" y="834"/>
                    <a:pt x="1870" y="828"/>
                    <a:pt x="1863" y="828"/>
                  </a:cubicBezTo>
                  <a:cubicBezTo>
                    <a:pt x="1856" y="828"/>
                    <a:pt x="1850" y="834"/>
                    <a:pt x="1850" y="841"/>
                  </a:cubicBezTo>
                  <a:cubicBezTo>
                    <a:pt x="1850" y="848"/>
                    <a:pt x="1856" y="853"/>
                    <a:pt x="1863" y="853"/>
                  </a:cubicBezTo>
                  <a:close/>
                  <a:moveTo>
                    <a:pt x="1903" y="853"/>
                  </a:moveTo>
                  <a:cubicBezTo>
                    <a:pt x="1910" y="853"/>
                    <a:pt x="1915" y="848"/>
                    <a:pt x="1915" y="841"/>
                  </a:cubicBezTo>
                  <a:cubicBezTo>
                    <a:pt x="1915" y="834"/>
                    <a:pt x="1910" y="828"/>
                    <a:pt x="1903" y="828"/>
                  </a:cubicBezTo>
                  <a:cubicBezTo>
                    <a:pt x="1896" y="828"/>
                    <a:pt x="1890" y="834"/>
                    <a:pt x="1890" y="841"/>
                  </a:cubicBezTo>
                  <a:cubicBezTo>
                    <a:pt x="1890" y="848"/>
                    <a:pt x="1896" y="853"/>
                    <a:pt x="1903" y="853"/>
                  </a:cubicBezTo>
                  <a:close/>
                  <a:moveTo>
                    <a:pt x="1942" y="853"/>
                  </a:moveTo>
                  <a:cubicBezTo>
                    <a:pt x="1949" y="853"/>
                    <a:pt x="1955" y="848"/>
                    <a:pt x="1955" y="841"/>
                  </a:cubicBezTo>
                  <a:cubicBezTo>
                    <a:pt x="1955" y="834"/>
                    <a:pt x="1949" y="828"/>
                    <a:pt x="1942" y="828"/>
                  </a:cubicBezTo>
                  <a:cubicBezTo>
                    <a:pt x="1935" y="828"/>
                    <a:pt x="1929" y="834"/>
                    <a:pt x="1929" y="841"/>
                  </a:cubicBezTo>
                  <a:cubicBezTo>
                    <a:pt x="1929" y="848"/>
                    <a:pt x="1935" y="853"/>
                    <a:pt x="1942" y="853"/>
                  </a:cubicBezTo>
                  <a:close/>
                  <a:moveTo>
                    <a:pt x="1981" y="853"/>
                  </a:moveTo>
                  <a:cubicBezTo>
                    <a:pt x="1988" y="853"/>
                    <a:pt x="1994" y="848"/>
                    <a:pt x="1994" y="841"/>
                  </a:cubicBezTo>
                  <a:cubicBezTo>
                    <a:pt x="1994" y="834"/>
                    <a:pt x="1988" y="828"/>
                    <a:pt x="1981" y="828"/>
                  </a:cubicBezTo>
                  <a:cubicBezTo>
                    <a:pt x="1974" y="828"/>
                    <a:pt x="1969" y="834"/>
                    <a:pt x="1969" y="841"/>
                  </a:cubicBezTo>
                  <a:cubicBezTo>
                    <a:pt x="1969" y="848"/>
                    <a:pt x="1974" y="853"/>
                    <a:pt x="1981" y="853"/>
                  </a:cubicBezTo>
                  <a:close/>
                  <a:moveTo>
                    <a:pt x="2021" y="853"/>
                  </a:moveTo>
                  <a:cubicBezTo>
                    <a:pt x="2028" y="853"/>
                    <a:pt x="2034" y="848"/>
                    <a:pt x="2034" y="841"/>
                  </a:cubicBezTo>
                  <a:cubicBezTo>
                    <a:pt x="2034" y="834"/>
                    <a:pt x="2028" y="828"/>
                    <a:pt x="2021" y="828"/>
                  </a:cubicBezTo>
                  <a:cubicBezTo>
                    <a:pt x="2014" y="828"/>
                    <a:pt x="2008" y="834"/>
                    <a:pt x="2008" y="841"/>
                  </a:cubicBezTo>
                  <a:cubicBezTo>
                    <a:pt x="2008" y="848"/>
                    <a:pt x="2014" y="853"/>
                    <a:pt x="2021" y="853"/>
                  </a:cubicBezTo>
                  <a:close/>
                  <a:moveTo>
                    <a:pt x="2060" y="853"/>
                  </a:moveTo>
                  <a:cubicBezTo>
                    <a:pt x="2067" y="853"/>
                    <a:pt x="2073" y="848"/>
                    <a:pt x="2073" y="841"/>
                  </a:cubicBezTo>
                  <a:cubicBezTo>
                    <a:pt x="2073" y="834"/>
                    <a:pt x="2067" y="828"/>
                    <a:pt x="2060" y="828"/>
                  </a:cubicBezTo>
                  <a:cubicBezTo>
                    <a:pt x="2053" y="828"/>
                    <a:pt x="2048" y="834"/>
                    <a:pt x="2048" y="841"/>
                  </a:cubicBezTo>
                  <a:cubicBezTo>
                    <a:pt x="2048" y="848"/>
                    <a:pt x="2053" y="853"/>
                    <a:pt x="2060" y="853"/>
                  </a:cubicBezTo>
                  <a:close/>
                  <a:moveTo>
                    <a:pt x="2100" y="853"/>
                  </a:moveTo>
                  <a:cubicBezTo>
                    <a:pt x="2107" y="853"/>
                    <a:pt x="2112" y="848"/>
                    <a:pt x="2112" y="841"/>
                  </a:cubicBezTo>
                  <a:cubicBezTo>
                    <a:pt x="2112" y="834"/>
                    <a:pt x="2107" y="828"/>
                    <a:pt x="2100" y="828"/>
                  </a:cubicBezTo>
                  <a:cubicBezTo>
                    <a:pt x="2093" y="828"/>
                    <a:pt x="2087" y="834"/>
                    <a:pt x="2087" y="841"/>
                  </a:cubicBezTo>
                  <a:cubicBezTo>
                    <a:pt x="2087" y="848"/>
                    <a:pt x="2093" y="853"/>
                    <a:pt x="2100" y="853"/>
                  </a:cubicBezTo>
                  <a:close/>
                  <a:moveTo>
                    <a:pt x="2139" y="853"/>
                  </a:moveTo>
                  <a:cubicBezTo>
                    <a:pt x="2146" y="853"/>
                    <a:pt x="2152" y="848"/>
                    <a:pt x="2152" y="841"/>
                  </a:cubicBezTo>
                  <a:cubicBezTo>
                    <a:pt x="2152" y="834"/>
                    <a:pt x="2146" y="828"/>
                    <a:pt x="2139" y="828"/>
                  </a:cubicBezTo>
                  <a:cubicBezTo>
                    <a:pt x="2132" y="828"/>
                    <a:pt x="2126" y="834"/>
                    <a:pt x="2126" y="841"/>
                  </a:cubicBezTo>
                  <a:cubicBezTo>
                    <a:pt x="2126" y="848"/>
                    <a:pt x="2132" y="853"/>
                    <a:pt x="2139" y="853"/>
                  </a:cubicBezTo>
                  <a:close/>
                  <a:moveTo>
                    <a:pt x="2179" y="853"/>
                  </a:moveTo>
                  <a:cubicBezTo>
                    <a:pt x="2186" y="853"/>
                    <a:pt x="2191" y="848"/>
                    <a:pt x="2191" y="841"/>
                  </a:cubicBezTo>
                  <a:cubicBezTo>
                    <a:pt x="2191" y="834"/>
                    <a:pt x="2186" y="828"/>
                    <a:pt x="2179" y="828"/>
                  </a:cubicBezTo>
                  <a:cubicBezTo>
                    <a:pt x="2172" y="828"/>
                    <a:pt x="2166" y="834"/>
                    <a:pt x="2166" y="841"/>
                  </a:cubicBezTo>
                  <a:cubicBezTo>
                    <a:pt x="2166" y="848"/>
                    <a:pt x="2172" y="853"/>
                    <a:pt x="2179" y="853"/>
                  </a:cubicBezTo>
                  <a:close/>
                  <a:moveTo>
                    <a:pt x="2257" y="853"/>
                  </a:moveTo>
                  <a:cubicBezTo>
                    <a:pt x="2264" y="853"/>
                    <a:pt x="2270" y="848"/>
                    <a:pt x="2270" y="841"/>
                  </a:cubicBezTo>
                  <a:cubicBezTo>
                    <a:pt x="2270" y="834"/>
                    <a:pt x="2264" y="828"/>
                    <a:pt x="2257" y="828"/>
                  </a:cubicBezTo>
                  <a:cubicBezTo>
                    <a:pt x="2250" y="828"/>
                    <a:pt x="2245" y="834"/>
                    <a:pt x="2245" y="841"/>
                  </a:cubicBezTo>
                  <a:cubicBezTo>
                    <a:pt x="2245" y="848"/>
                    <a:pt x="2250" y="853"/>
                    <a:pt x="2257" y="853"/>
                  </a:cubicBezTo>
                  <a:close/>
                  <a:moveTo>
                    <a:pt x="2297" y="828"/>
                  </a:moveTo>
                  <a:cubicBezTo>
                    <a:pt x="2290" y="828"/>
                    <a:pt x="2284" y="834"/>
                    <a:pt x="2284" y="841"/>
                  </a:cubicBezTo>
                  <a:cubicBezTo>
                    <a:pt x="2284" y="848"/>
                    <a:pt x="2290" y="853"/>
                    <a:pt x="2297" y="853"/>
                  </a:cubicBezTo>
                  <a:cubicBezTo>
                    <a:pt x="2304" y="853"/>
                    <a:pt x="2310" y="848"/>
                    <a:pt x="2310" y="841"/>
                  </a:cubicBezTo>
                  <a:cubicBezTo>
                    <a:pt x="2310" y="834"/>
                    <a:pt x="2304" y="828"/>
                    <a:pt x="2297" y="828"/>
                  </a:cubicBezTo>
                  <a:close/>
                  <a:moveTo>
                    <a:pt x="2336" y="828"/>
                  </a:moveTo>
                  <a:cubicBezTo>
                    <a:pt x="2329" y="828"/>
                    <a:pt x="2323" y="834"/>
                    <a:pt x="2323" y="841"/>
                  </a:cubicBezTo>
                  <a:cubicBezTo>
                    <a:pt x="2323" y="848"/>
                    <a:pt x="2329" y="853"/>
                    <a:pt x="2336" y="853"/>
                  </a:cubicBezTo>
                  <a:cubicBezTo>
                    <a:pt x="2343" y="853"/>
                    <a:pt x="2349" y="848"/>
                    <a:pt x="2349" y="841"/>
                  </a:cubicBezTo>
                  <a:cubicBezTo>
                    <a:pt x="2349" y="834"/>
                    <a:pt x="2343" y="828"/>
                    <a:pt x="2336" y="828"/>
                  </a:cubicBezTo>
                  <a:close/>
                  <a:moveTo>
                    <a:pt x="2376" y="828"/>
                  </a:moveTo>
                  <a:cubicBezTo>
                    <a:pt x="2369" y="828"/>
                    <a:pt x="2363" y="834"/>
                    <a:pt x="2363" y="841"/>
                  </a:cubicBezTo>
                  <a:cubicBezTo>
                    <a:pt x="2363" y="848"/>
                    <a:pt x="2369" y="853"/>
                    <a:pt x="2376" y="853"/>
                  </a:cubicBezTo>
                  <a:cubicBezTo>
                    <a:pt x="2383" y="853"/>
                    <a:pt x="2388" y="848"/>
                    <a:pt x="2388" y="841"/>
                  </a:cubicBezTo>
                  <a:cubicBezTo>
                    <a:pt x="2388" y="834"/>
                    <a:pt x="2383" y="828"/>
                    <a:pt x="2376" y="828"/>
                  </a:cubicBezTo>
                  <a:close/>
                  <a:moveTo>
                    <a:pt x="2415" y="853"/>
                  </a:moveTo>
                  <a:cubicBezTo>
                    <a:pt x="2422" y="853"/>
                    <a:pt x="2428" y="848"/>
                    <a:pt x="2428" y="841"/>
                  </a:cubicBezTo>
                  <a:cubicBezTo>
                    <a:pt x="2428" y="834"/>
                    <a:pt x="2422" y="828"/>
                    <a:pt x="2415" y="828"/>
                  </a:cubicBezTo>
                  <a:cubicBezTo>
                    <a:pt x="2408" y="828"/>
                    <a:pt x="2402" y="834"/>
                    <a:pt x="2402" y="841"/>
                  </a:cubicBezTo>
                  <a:cubicBezTo>
                    <a:pt x="2402" y="848"/>
                    <a:pt x="2408" y="853"/>
                    <a:pt x="2415" y="853"/>
                  </a:cubicBezTo>
                  <a:close/>
                  <a:moveTo>
                    <a:pt x="2455" y="853"/>
                  </a:moveTo>
                  <a:cubicBezTo>
                    <a:pt x="2462" y="853"/>
                    <a:pt x="2467" y="848"/>
                    <a:pt x="2467" y="841"/>
                  </a:cubicBezTo>
                  <a:cubicBezTo>
                    <a:pt x="2467" y="834"/>
                    <a:pt x="2462" y="828"/>
                    <a:pt x="2455" y="828"/>
                  </a:cubicBezTo>
                  <a:cubicBezTo>
                    <a:pt x="2447" y="828"/>
                    <a:pt x="2442" y="834"/>
                    <a:pt x="2442" y="841"/>
                  </a:cubicBezTo>
                  <a:cubicBezTo>
                    <a:pt x="2442" y="848"/>
                    <a:pt x="2447" y="853"/>
                    <a:pt x="2455" y="853"/>
                  </a:cubicBezTo>
                  <a:close/>
                  <a:moveTo>
                    <a:pt x="2494" y="853"/>
                  </a:moveTo>
                  <a:cubicBezTo>
                    <a:pt x="2501" y="853"/>
                    <a:pt x="2507" y="848"/>
                    <a:pt x="2507" y="841"/>
                  </a:cubicBezTo>
                  <a:cubicBezTo>
                    <a:pt x="2507" y="834"/>
                    <a:pt x="2501" y="828"/>
                    <a:pt x="2494" y="828"/>
                  </a:cubicBezTo>
                  <a:cubicBezTo>
                    <a:pt x="2487" y="828"/>
                    <a:pt x="2481" y="834"/>
                    <a:pt x="2481" y="841"/>
                  </a:cubicBezTo>
                  <a:cubicBezTo>
                    <a:pt x="2481" y="848"/>
                    <a:pt x="2487" y="853"/>
                    <a:pt x="2494" y="853"/>
                  </a:cubicBezTo>
                  <a:close/>
                  <a:moveTo>
                    <a:pt x="2533" y="853"/>
                  </a:moveTo>
                  <a:cubicBezTo>
                    <a:pt x="2540" y="853"/>
                    <a:pt x="2546" y="848"/>
                    <a:pt x="2546" y="841"/>
                  </a:cubicBezTo>
                  <a:cubicBezTo>
                    <a:pt x="2546" y="834"/>
                    <a:pt x="2540" y="828"/>
                    <a:pt x="2533" y="828"/>
                  </a:cubicBezTo>
                  <a:cubicBezTo>
                    <a:pt x="2526" y="828"/>
                    <a:pt x="2521" y="834"/>
                    <a:pt x="2521" y="841"/>
                  </a:cubicBezTo>
                  <a:cubicBezTo>
                    <a:pt x="2521" y="848"/>
                    <a:pt x="2526" y="853"/>
                    <a:pt x="2533" y="853"/>
                  </a:cubicBezTo>
                  <a:close/>
                  <a:moveTo>
                    <a:pt x="2573" y="853"/>
                  </a:moveTo>
                  <a:cubicBezTo>
                    <a:pt x="2580" y="853"/>
                    <a:pt x="2586" y="848"/>
                    <a:pt x="2586" y="841"/>
                  </a:cubicBezTo>
                  <a:cubicBezTo>
                    <a:pt x="2586" y="834"/>
                    <a:pt x="2580" y="828"/>
                    <a:pt x="2573" y="828"/>
                  </a:cubicBezTo>
                  <a:cubicBezTo>
                    <a:pt x="2566" y="828"/>
                    <a:pt x="2560" y="834"/>
                    <a:pt x="2560" y="841"/>
                  </a:cubicBezTo>
                  <a:cubicBezTo>
                    <a:pt x="2560" y="848"/>
                    <a:pt x="2566" y="853"/>
                    <a:pt x="2573" y="853"/>
                  </a:cubicBezTo>
                  <a:close/>
                  <a:moveTo>
                    <a:pt x="2612" y="853"/>
                  </a:moveTo>
                  <a:cubicBezTo>
                    <a:pt x="2619" y="853"/>
                    <a:pt x="2625" y="848"/>
                    <a:pt x="2625" y="841"/>
                  </a:cubicBezTo>
                  <a:cubicBezTo>
                    <a:pt x="2625" y="834"/>
                    <a:pt x="2619" y="828"/>
                    <a:pt x="2612" y="828"/>
                  </a:cubicBezTo>
                  <a:cubicBezTo>
                    <a:pt x="2605" y="828"/>
                    <a:pt x="2599" y="834"/>
                    <a:pt x="2599" y="841"/>
                  </a:cubicBezTo>
                  <a:cubicBezTo>
                    <a:pt x="2599" y="848"/>
                    <a:pt x="2605" y="853"/>
                    <a:pt x="2612" y="853"/>
                  </a:cubicBezTo>
                  <a:close/>
                  <a:moveTo>
                    <a:pt x="2652" y="853"/>
                  </a:moveTo>
                  <a:cubicBezTo>
                    <a:pt x="2659" y="853"/>
                    <a:pt x="2664" y="848"/>
                    <a:pt x="2664" y="841"/>
                  </a:cubicBezTo>
                  <a:cubicBezTo>
                    <a:pt x="2664" y="834"/>
                    <a:pt x="2659" y="828"/>
                    <a:pt x="2652" y="828"/>
                  </a:cubicBezTo>
                  <a:cubicBezTo>
                    <a:pt x="2645" y="828"/>
                    <a:pt x="2639" y="834"/>
                    <a:pt x="2639" y="841"/>
                  </a:cubicBezTo>
                  <a:cubicBezTo>
                    <a:pt x="2639" y="848"/>
                    <a:pt x="2645" y="853"/>
                    <a:pt x="2652" y="853"/>
                  </a:cubicBezTo>
                  <a:close/>
                  <a:moveTo>
                    <a:pt x="2691" y="853"/>
                  </a:moveTo>
                  <a:cubicBezTo>
                    <a:pt x="2698" y="853"/>
                    <a:pt x="2704" y="848"/>
                    <a:pt x="2704" y="841"/>
                  </a:cubicBezTo>
                  <a:cubicBezTo>
                    <a:pt x="2704" y="834"/>
                    <a:pt x="2698" y="828"/>
                    <a:pt x="2691" y="828"/>
                  </a:cubicBezTo>
                  <a:cubicBezTo>
                    <a:pt x="2684" y="828"/>
                    <a:pt x="2678" y="834"/>
                    <a:pt x="2678" y="841"/>
                  </a:cubicBezTo>
                  <a:cubicBezTo>
                    <a:pt x="2678" y="848"/>
                    <a:pt x="2684" y="853"/>
                    <a:pt x="2691" y="853"/>
                  </a:cubicBezTo>
                  <a:close/>
                  <a:moveTo>
                    <a:pt x="2730" y="853"/>
                  </a:moveTo>
                  <a:cubicBezTo>
                    <a:pt x="2738" y="853"/>
                    <a:pt x="2743" y="848"/>
                    <a:pt x="2743" y="841"/>
                  </a:cubicBezTo>
                  <a:cubicBezTo>
                    <a:pt x="2743" y="834"/>
                    <a:pt x="2738" y="828"/>
                    <a:pt x="2730" y="828"/>
                  </a:cubicBezTo>
                  <a:cubicBezTo>
                    <a:pt x="2723" y="828"/>
                    <a:pt x="2718" y="834"/>
                    <a:pt x="2718" y="841"/>
                  </a:cubicBezTo>
                  <a:cubicBezTo>
                    <a:pt x="2718" y="848"/>
                    <a:pt x="2723" y="853"/>
                    <a:pt x="2730" y="853"/>
                  </a:cubicBezTo>
                  <a:close/>
                  <a:moveTo>
                    <a:pt x="2770" y="853"/>
                  </a:moveTo>
                  <a:cubicBezTo>
                    <a:pt x="2777" y="853"/>
                    <a:pt x="2783" y="848"/>
                    <a:pt x="2783" y="841"/>
                  </a:cubicBezTo>
                  <a:cubicBezTo>
                    <a:pt x="2783" y="834"/>
                    <a:pt x="2777" y="828"/>
                    <a:pt x="2770" y="828"/>
                  </a:cubicBezTo>
                  <a:cubicBezTo>
                    <a:pt x="2763" y="828"/>
                    <a:pt x="2757" y="834"/>
                    <a:pt x="2757" y="841"/>
                  </a:cubicBezTo>
                  <a:cubicBezTo>
                    <a:pt x="2757" y="848"/>
                    <a:pt x="2763" y="853"/>
                    <a:pt x="2770" y="853"/>
                  </a:cubicBezTo>
                  <a:close/>
                  <a:moveTo>
                    <a:pt x="2809" y="853"/>
                  </a:moveTo>
                  <a:cubicBezTo>
                    <a:pt x="2816" y="853"/>
                    <a:pt x="2822" y="848"/>
                    <a:pt x="2822" y="841"/>
                  </a:cubicBezTo>
                  <a:cubicBezTo>
                    <a:pt x="2822" y="834"/>
                    <a:pt x="2816" y="828"/>
                    <a:pt x="2809" y="828"/>
                  </a:cubicBezTo>
                  <a:cubicBezTo>
                    <a:pt x="2802" y="828"/>
                    <a:pt x="2797" y="834"/>
                    <a:pt x="2797" y="841"/>
                  </a:cubicBezTo>
                  <a:cubicBezTo>
                    <a:pt x="2797" y="848"/>
                    <a:pt x="2802" y="853"/>
                    <a:pt x="2809" y="853"/>
                  </a:cubicBezTo>
                  <a:close/>
                  <a:moveTo>
                    <a:pt x="2849" y="853"/>
                  </a:moveTo>
                  <a:cubicBezTo>
                    <a:pt x="2856" y="853"/>
                    <a:pt x="2862" y="848"/>
                    <a:pt x="2862" y="841"/>
                  </a:cubicBezTo>
                  <a:cubicBezTo>
                    <a:pt x="2862" y="834"/>
                    <a:pt x="2856" y="828"/>
                    <a:pt x="2849" y="828"/>
                  </a:cubicBezTo>
                  <a:cubicBezTo>
                    <a:pt x="2842" y="828"/>
                    <a:pt x="2836" y="834"/>
                    <a:pt x="2836" y="841"/>
                  </a:cubicBezTo>
                  <a:cubicBezTo>
                    <a:pt x="2836" y="848"/>
                    <a:pt x="2842" y="853"/>
                    <a:pt x="2849" y="853"/>
                  </a:cubicBezTo>
                  <a:close/>
                  <a:moveTo>
                    <a:pt x="2888" y="853"/>
                  </a:moveTo>
                  <a:cubicBezTo>
                    <a:pt x="2895" y="853"/>
                    <a:pt x="2901" y="848"/>
                    <a:pt x="2901" y="841"/>
                  </a:cubicBezTo>
                  <a:cubicBezTo>
                    <a:pt x="2901" y="834"/>
                    <a:pt x="2895" y="828"/>
                    <a:pt x="2888" y="828"/>
                  </a:cubicBezTo>
                  <a:cubicBezTo>
                    <a:pt x="2881" y="828"/>
                    <a:pt x="2875" y="834"/>
                    <a:pt x="2875" y="841"/>
                  </a:cubicBezTo>
                  <a:cubicBezTo>
                    <a:pt x="2875" y="848"/>
                    <a:pt x="2881" y="853"/>
                    <a:pt x="2888" y="853"/>
                  </a:cubicBezTo>
                  <a:close/>
                  <a:moveTo>
                    <a:pt x="641" y="893"/>
                  </a:moveTo>
                  <a:cubicBezTo>
                    <a:pt x="648" y="893"/>
                    <a:pt x="654" y="887"/>
                    <a:pt x="654" y="880"/>
                  </a:cubicBezTo>
                  <a:cubicBezTo>
                    <a:pt x="654" y="873"/>
                    <a:pt x="648" y="867"/>
                    <a:pt x="641" y="867"/>
                  </a:cubicBezTo>
                  <a:cubicBezTo>
                    <a:pt x="634" y="867"/>
                    <a:pt x="628" y="873"/>
                    <a:pt x="628" y="880"/>
                  </a:cubicBezTo>
                  <a:cubicBezTo>
                    <a:pt x="628" y="887"/>
                    <a:pt x="634" y="893"/>
                    <a:pt x="641" y="893"/>
                  </a:cubicBezTo>
                  <a:close/>
                  <a:moveTo>
                    <a:pt x="680" y="893"/>
                  </a:moveTo>
                  <a:cubicBezTo>
                    <a:pt x="687" y="893"/>
                    <a:pt x="693" y="887"/>
                    <a:pt x="693" y="880"/>
                  </a:cubicBezTo>
                  <a:cubicBezTo>
                    <a:pt x="693" y="873"/>
                    <a:pt x="687" y="867"/>
                    <a:pt x="680" y="867"/>
                  </a:cubicBezTo>
                  <a:cubicBezTo>
                    <a:pt x="673" y="867"/>
                    <a:pt x="668" y="873"/>
                    <a:pt x="668" y="880"/>
                  </a:cubicBezTo>
                  <a:cubicBezTo>
                    <a:pt x="668" y="887"/>
                    <a:pt x="673" y="893"/>
                    <a:pt x="680" y="893"/>
                  </a:cubicBezTo>
                  <a:close/>
                  <a:moveTo>
                    <a:pt x="1548" y="893"/>
                  </a:moveTo>
                  <a:cubicBezTo>
                    <a:pt x="1555" y="893"/>
                    <a:pt x="1561" y="887"/>
                    <a:pt x="1561" y="880"/>
                  </a:cubicBezTo>
                  <a:cubicBezTo>
                    <a:pt x="1561" y="873"/>
                    <a:pt x="1555" y="867"/>
                    <a:pt x="1548" y="867"/>
                  </a:cubicBezTo>
                  <a:cubicBezTo>
                    <a:pt x="1541" y="867"/>
                    <a:pt x="1535" y="873"/>
                    <a:pt x="1535" y="880"/>
                  </a:cubicBezTo>
                  <a:cubicBezTo>
                    <a:pt x="1535" y="887"/>
                    <a:pt x="1541" y="893"/>
                    <a:pt x="1548" y="893"/>
                  </a:cubicBezTo>
                  <a:close/>
                  <a:moveTo>
                    <a:pt x="1587" y="893"/>
                  </a:moveTo>
                  <a:cubicBezTo>
                    <a:pt x="1594" y="893"/>
                    <a:pt x="1600" y="887"/>
                    <a:pt x="1600" y="880"/>
                  </a:cubicBezTo>
                  <a:cubicBezTo>
                    <a:pt x="1600" y="873"/>
                    <a:pt x="1594" y="867"/>
                    <a:pt x="1587" y="867"/>
                  </a:cubicBezTo>
                  <a:cubicBezTo>
                    <a:pt x="1580" y="867"/>
                    <a:pt x="1574" y="873"/>
                    <a:pt x="1574" y="880"/>
                  </a:cubicBezTo>
                  <a:cubicBezTo>
                    <a:pt x="1574" y="887"/>
                    <a:pt x="1580" y="893"/>
                    <a:pt x="1587" y="893"/>
                  </a:cubicBezTo>
                  <a:close/>
                  <a:moveTo>
                    <a:pt x="1627" y="893"/>
                  </a:moveTo>
                  <a:cubicBezTo>
                    <a:pt x="1634" y="893"/>
                    <a:pt x="1639" y="887"/>
                    <a:pt x="1639" y="880"/>
                  </a:cubicBezTo>
                  <a:cubicBezTo>
                    <a:pt x="1639" y="873"/>
                    <a:pt x="1634" y="867"/>
                    <a:pt x="1627" y="867"/>
                  </a:cubicBezTo>
                  <a:cubicBezTo>
                    <a:pt x="1620" y="867"/>
                    <a:pt x="1614" y="873"/>
                    <a:pt x="1614" y="880"/>
                  </a:cubicBezTo>
                  <a:cubicBezTo>
                    <a:pt x="1614" y="887"/>
                    <a:pt x="1620" y="893"/>
                    <a:pt x="1627" y="893"/>
                  </a:cubicBezTo>
                  <a:close/>
                  <a:moveTo>
                    <a:pt x="1666" y="893"/>
                  </a:moveTo>
                  <a:cubicBezTo>
                    <a:pt x="1673" y="893"/>
                    <a:pt x="1679" y="887"/>
                    <a:pt x="1679" y="880"/>
                  </a:cubicBezTo>
                  <a:cubicBezTo>
                    <a:pt x="1679" y="873"/>
                    <a:pt x="1673" y="867"/>
                    <a:pt x="1666" y="867"/>
                  </a:cubicBezTo>
                  <a:cubicBezTo>
                    <a:pt x="1659" y="867"/>
                    <a:pt x="1653" y="873"/>
                    <a:pt x="1653" y="880"/>
                  </a:cubicBezTo>
                  <a:cubicBezTo>
                    <a:pt x="1653" y="887"/>
                    <a:pt x="1659" y="893"/>
                    <a:pt x="1666" y="893"/>
                  </a:cubicBezTo>
                  <a:close/>
                  <a:moveTo>
                    <a:pt x="1705" y="893"/>
                  </a:moveTo>
                  <a:cubicBezTo>
                    <a:pt x="1713" y="893"/>
                    <a:pt x="1718" y="887"/>
                    <a:pt x="1718" y="880"/>
                  </a:cubicBezTo>
                  <a:cubicBezTo>
                    <a:pt x="1718" y="873"/>
                    <a:pt x="1713" y="867"/>
                    <a:pt x="1705" y="867"/>
                  </a:cubicBezTo>
                  <a:cubicBezTo>
                    <a:pt x="1698" y="867"/>
                    <a:pt x="1693" y="873"/>
                    <a:pt x="1693" y="880"/>
                  </a:cubicBezTo>
                  <a:cubicBezTo>
                    <a:pt x="1693" y="887"/>
                    <a:pt x="1698" y="893"/>
                    <a:pt x="1705" y="893"/>
                  </a:cubicBezTo>
                  <a:close/>
                  <a:moveTo>
                    <a:pt x="1745" y="893"/>
                  </a:moveTo>
                  <a:cubicBezTo>
                    <a:pt x="1752" y="893"/>
                    <a:pt x="1758" y="887"/>
                    <a:pt x="1758" y="880"/>
                  </a:cubicBezTo>
                  <a:cubicBezTo>
                    <a:pt x="1758" y="873"/>
                    <a:pt x="1752" y="867"/>
                    <a:pt x="1745" y="867"/>
                  </a:cubicBezTo>
                  <a:cubicBezTo>
                    <a:pt x="1738" y="867"/>
                    <a:pt x="1732" y="873"/>
                    <a:pt x="1732" y="880"/>
                  </a:cubicBezTo>
                  <a:cubicBezTo>
                    <a:pt x="1732" y="887"/>
                    <a:pt x="1738" y="893"/>
                    <a:pt x="1745" y="893"/>
                  </a:cubicBezTo>
                  <a:close/>
                  <a:moveTo>
                    <a:pt x="1784" y="893"/>
                  </a:moveTo>
                  <a:cubicBezTo>
                    <a:pt x="1791" y="893"/>
                    <a:pt x="1797" y="887"/>
                    <a:pt x="1797" y="880"/>
                  </a:cubicBezTo>
                  <a:cubicBezTo>
                    <a:pt x="1797" y="873"/>
                    <a:pt x="1791" y="867"/>
                    <a:pt x="1784" y="867"/>
                  </a:cubicBezTo>
                  <a:cubicBezTo>
                    <a:pt x="1777" y="867"/>
                    <a:pt x="1772" y="873"/>
                    <a:pt x="1772" y="880"/>
                  </a:cubicBezTo>
                  <a:cubicBezTo>
                    <a:pt x="1772" y="887"/>
                    <a:pt x="1777" y="893"/>
                    <a:pt x="1784" y="893"/>
                  </a:cubicBezTo>
                  <a:close/>
                  <a:moveTo>
                    <a:pt x="1824" y="893"/>
                  </a:moveTo>
                  <a:cubicBezTo>
                    <a:pt x="1831" y="893"/>
                    <a:pt x="1836" y="887"/>
                    <a:pt x="1836" y="880"/>
                  </a:cubicBezTo>
                  <a:cubicBezTo>
                    <a:pt x="1836" y="873"/>
                    <a:pt x="1831" y="867"/>
                    <a:pt x="1824" y="867"/>
                  </a:cubicBezTo>
                  <a:cubicBezTo>
                    <a:pt x="1817" y="867"/>
                    <a:pt x="1811" y="873"/>
                    <a:pt x="1811" y="880"/>
                  </a:cubicBezTo>
                  <a:cubicBezTo>
                    <a:pt x="1811" y="887"/>
                    <a:pt x="1817" y="893"/>
                    <a:pt x="1824" y="893"/>
                  </a:cubicBezTo>
                  <a:close/>
                  <a:moveTo>
                    <a:pt x="1863" y="893"/>
                  </a:moveTo>
                  <a:cubicBezTo>
                    <a:pt x="1870" y="893"/>
                    <a:pt x="1876" y="887"/>
                    <a:pt x="1876" y="880"/>
                  </a:cubicBezTo>
                  <a:cubicBezTo>
                    <a:pt x="1876" y="873"/>
                    <a:pt x="1870" y="867"/>
                    <a:pt x="1863" y="867"/>
                  </a:cubicBezTo>
                  <a:cubicBezTo>
                    <a:pt x="1856" y="867"/>
                    <a:pt x="1850" y="873"/>
                    <a:pt x="1850" y="880"/>
                  </a:cubicBezTo>
                  <a:cubicBezTo>
                    <a:pt x="1850" y="887"/>
                    <a:pt x="1856" y="893"/>
                    <a:pt x="1863" y="893"/>
                  </a:cubicBezTo>
                  <a:close/>
                  <a:moveTo>
                    <a:pt x="1903" y="893"/>
                  </a:moveTo>
                  <a:cubicBezTo>
                    <a:pt x="1910" y="893"/>
                    <a:pt x="1915" y="887"/>
                    <a:pt x="1915" y="880"/>
                  </a:cubicBezTo>
                  <a:cubicBezTo>
                    <a:pt x="1915" y="873"/>
                    <a:pt x="1910" y="867"/>
                    <a:pt x="1903" y="867"/>
                  </a:cubicBezTo>
                  <a:cubicBezTo>
                    <a:pt x="1896" y="867"/>
                    <a:pt x="1890" y="873"/>
                    <a:pt x="1890" y="880"/>
                  </a:cubicBezTo>
                  <a:cubicBezTo>
                    <a:pt x="1890" y="887"/>
                    <a:pt x="1896" y="893"/>
                    <a:pt x="1903" y="893"/>
                  </a:cubicBezTo>
                  <a:close/>
                  <a:moveTo>
                    <a:pt x="1942" y="893"/>
                  </a:moveTo>
                  <a:cubicBezTo>
                    <a:pt x="1949" y="893"/>
                    <a:pt x="1955" y="887"/>
                    <a:pt x="1955" y="880"/>
                  </a:cubicBezTo>
                  <a:cubicBezTo>
                    <a:pt x="1955" y="873"/>
                    <a:pt x="1949" y="867"/>
                    <a:pt x="1942" y="867"/>
                  </a:cubicBezTo>
                  <a:cubicBezTo>
                    <a:pt x="1935" y="867"/>
                    <a:pt x="1929" y="873"/>
                    <a:pt x="1929" y="880"/>
                  </a:cubicBezTo>
                  <a:cubicBezTo>
                    <a:pt x="1929" y="887"/>
                    <a:pt x="1935" y="893"/>
                    <a:pt x="1942" y="893"/>
                  </a:cubicBezTo>
                  <a:close/>
                  <a:moveTo>
                    <a:pt x="1981" y="893"/>
                  </a:moveTo>
                  <a:cubicBezTo>
                    <a:pt x="1988" y="893"/>
                    <a:pt x="1994" y="887"/>
                    <a:pt x="1994" y="880"/>
                  </a:cubicBezTo>
                  <a:cubicBezTo>
                    <a:pt x="1994" y="873"/>
                    <a:pt x="1988" y="867"/>
                    <a:pt x="1981" y="867"/>
                  </a:cubicBezTo>
                  <a:cubicBezTo>
                    <a:pt x="1974" y="867"/>
                    <a:pt x="1969" y="873"/>
                    <a:pt x="1969" y="880"/>
                  </a:cubicBezTo>
                  <a:cubicBezTo>
                    <a:pt x="1969" y="887"/>
                    <a:pt x="1974" y="893"/>
                    <a:pt x="1981" y="893"/>
                  </a:cubicBezTo>
                  <a:close/>
                  <a:moveTo>
                    <a:pt x="2021" y="893"/>
                  </a:moveTo>
                  <a:cubicBezTo>
                    <a:pt x="2028" y="893"/>
                    <a:pt x="2034" y="887"/>
                    <a:pt x="2034" y="880"/>
                  </a:cubicBezTo>
                  <a:cubicBezTo>
                    <a:pt x="2034" y="873"/>
                    <a:pt x="2028" y="867"/>
                    <a:pt x="2021" y="867"/>
                  </a:cubicBezTo>
                  <a:cubicBezTo>
                    <a:pt x="2014" y="867"/>
                    <a:pt x="2008" y="873"/>
                    <a:pt x="2008" y="880"/>
                  </a:cubicBezTo>
                  <a:cubicBezTo>
                    <a:pt x="2008" y="887"/>
                    <a:pt x="2014" y="893"/>
                    <a:pt x="2021" y="893"/>
                  </a:cubicBezTo>
                  <a:close/>
                  <a:moveTo>
                    <a:pt x="2100" y="893"/>
                  </a:moveTo>
                  <a:cubicBezTo>
                    <a:pt x="2107" y="893"/>
                    <a:pt x="2112" y="887"/>
                    <a:pt x="2112" y="880"/>
                  </a:cubicBezTo>
                  <a:cubicBezTo>
                    <a:pt x="2112" y="873"/>
                    <a:pt x="2107" y="867"/>
                    <a:pt x="2100" y="867"/>
                  </a:cubicBezTo>
                  <a:cubicBezTo>
                    <a:pt x="2093" y="867"/>
                    <a:pt x="2087" y="873"/>
                    <a:pt x="2087" y="880"/>
                  </a:cubicBezTo>
                  <a:cubicBezTo>
                    <a:pt x="2087" y="887"/>
                    <a:pt x="2093" y="893"/>
                    <a:pt x="2100" y="893"/>
                  </a:cubicBezTo>
                  <a:close/>
                  <a:moveTo>
                    <a:pt x="2139" y="893"/>
                  </a:moveTo>
                  <a:cubicBezTo>
                    <a:pt x="2146" y="893"/>
                    <a:pt x="2152" y="887"/>
                    <a:pt x="2152" y="880"/>
                  </a:cubicBezTo>
                  <a:cubicBezTo>
                    <a:pt x="2152" y="873"/>
                    <a:pt x="2146" y="867"/>
                    <a:pt x="2139" y="867"/>
                  </a:cubicBezTo>
                  <a:cubicBezTo>
                    <a:pt x="2132" y="867"/>
                    <a:pt x="2126" y="873"/>
                    <a:pt x="2126" y="880"/>
                  </a:cubicBezTo>
                  <a:cubicBezTo>
                    <a:pt x="2126" y="887"/>
                    <a:pt x="2132" y="893"/>
                    <a:pt x="2139" y="893"/>
                  </a:cubicBezTo>
                  <a:close/>
                  <a:moveTo>
                    <a:pt x="2179" y="893"/>
                  </a:moveTo>
                  <a:cubicBezTo>
                    <a:pt x="2186" y="893"/>
                    <a:pt x="2191" y="887"/>
                    <a:pt x="2191" y="880"/>
                  </a:cubicBezTo>
                  <a:cubicBezTo>
                    <a:pt x="2191" y="873"/>
                    <a:pt x="2186" y="867"/>
                    <a:pt x="2179" y="867"/>
                  </a:cubicBezTo>
                  <a:cubicBezTo>
                    <a:pt x="2172" y="867"/>
                    <a:pt x="2166" y="873"/>
                    <a:pt x="2166" y="880"/>
                  </a:cubicBezTo>
                  <a:cubicBezTo>
                    <a:pt x="2166" y="887"/>
                    <a:pt x="2172" y="893"/>
                    <a:pt x="2179" y="893"/>
                  </a:cubicBezTo>
                  <a:close/>
                  <a:moveTo>
                    <a:pt x="2218" y="893"/>
                  </a:moveTo>
                  <a:cubicBezTo>
                    <a:pt x="2225" y="893"/>
                    <a:pt x="2231" y="887"/>
                    <a:pt x="2231" y="880"/>
                  </a:cubicBezTo>
                  <a:cubicBezTo>
                    <a:pt x="2231" y="873"/>
                    <a:pt x="2225" y="867"/>
                    <a:pt x="2218" y="867"/>
                  </a:cubicBezTo>
                  <a:cubicBezTo>
                    <a:pt x="2211" y="867"/>
                    <a:pt x="2205" y="873"/>
                    <a:pt x="2205" y="880"/>
                  </a:cubicBezTo>
                  <a:cubicBezTo>
                    <a:pt x="2205" y="887"/>
                    <a:pt x="2211" y="893"/>
                    <a:pt x="2218" y="893"/>
                  </a:cubicBezTo>
                  <a:close/>
                  <a:moveTo>
                    <a:pt x="2257" y="867"/>
                  </a:moveTo>
                  <a:cubicBezTo>
                    <a:pt x="2250" y="867"/>
                    <a:pt x="2245" y="873"/>
                    <a:pt x="2245" y="880"/>
                  </a:cubicBezTo>
                  <a:cubicBezTo>
                    <a:pt x="2245" y="887"/>
                    <a:pt x="2250" y="893"/>
                    <a:pt x="2257" y="893"/>
                  </a:cubicBezTo>
                  <a:cubicBezTo>
                    <a:pt x="2264" y="893"/>
                    <a:pt x="2270" y="887"/>
                    <a:pt x="2270" y="880"/>
                  </a:cubicBezTo>
                  <a:cubicBezTo>
                    <a:pt x="2270" y="873"/>
                    <a:pt x="2264" y="867"/>
                    <a:pt x="2257" y="867"/>
                  </a:cubicBezTo>
                  <a:close/>
                  <a:moveTo>
                    <a:pt x="2415" y="867"/>
                  </a:moveTo>
                  <a:cubicBezTo>
                    <a:pt x="2408" y="867"/>
                    <a:pt x="2402" y="873"/>
                    <a:pt x="2402" y="880"/>
                  </a:cubicBezTo>
                  <a:cubicBezTo>
                    <a:pt x="2402" y="887"/>
                    <a:pt x="2408" y="893"/>
                    <a:pt x="2415" y="893"/>
                  </a:cubicBezTo>
                  <a:cubicBezTo>
                    <a:pt x="2422" y="893"/>
                    <a:pt x="2428" y="887"/>
                    <a:pt x="2428" y="880"/>
                  </a:cubicBezTo>
                  <a:cubicBezTo>
                    <a:pt x="2428" y="873"/>
                    <a:pt x="2422" y="867"/>
                    <a:pt x="2415" y="867"/>
                  </a:cubicBezTo>
                  <a:close/>
                  <a:moveTo>
                    <a:pt x="2455" y="893"/>
                  </a:moveTo>
                  <a:cubicBezTo>
                    <a:pt x="2462" y="893"/>
                    <a:pt x="2467" y="887"/>
                    <a:pt x="2467" y="880"/>
                  </a:cubicBezTo>
                  <a:cubicBezTo>
                    <a:pt x="2467" y="873"/>
                    <a:pt x="2462" y="867"/>
                    <a:pt x="2455" y="867"/>
                  </a:cubicBezTo>
                  <a:cubicBezTo>
                    <a:pt x="2447" y="867"/>
                    <a:pt x="2442" y="873"/>
                    <a:pt x="2442" y="880"/>
                  </a:cubicBezTo>
                  <a:cubicBezTo>
                    <a:pt x="2442" y="887"/>
                    <a:pt x="2447" y="893"/>
                    <a:pt x="2455" y="893"/>
                  </a:cubicBezTo>
                  <a:close/>
                  <a:moveTo>
                    <a:pt x="2494" y="893"/>
                  </a:moveTo>
                  <a:cubicBezTo>
                    <a:pt x="2501" y="893"/>
                    <a:pt x="2507" y="887"/>
                    <a:pt x="2507" y="880"/>
                  </a:cubicBezTo>
                  <a:cubicBezTo>
                    <a:pt x="2507" y="873"/>
                    <a:pt x="2501" y="867"/>
                    <a:pt x="2494" y="867"/>
                  </a:cubicBezTo>
                  <a:cubicBezTo>
                    <a:pt x="2487" y="867"/>
                    <a:pt x="2481" y="873"/>
                    <a:pt x="2481" y="880"/>
                  </a:cubicBezTo>
                  <a:cubicBezTo>
                    <a:pt x="2481" y="887"/>
                    <a:pt x="2487" y="893"/>
                    <a:pt x="2494" y="893"/>
                  </a:cubicBezTo>
                  <a:close/>
                  <a:moveTo>
                    <a:pt x="2533" y="893"/>
                  </a:moveTo>
                  <a:cubicBezTo>
                    <a:pt x="2540" y="893"/>
                    <a:pt x="2546" y="887"/>
                    <a:pt x="2546" y="880"/>
                  </a:cubicBezTo>
                  <a:cubicBezTo>
                    <a:pt x="2546" y="873"/>
                    <a:pt x="2540" y="867"/>
                    <a:pt x="2533" y="867"/>
                  </a:cubicBezTo>
                  <a:cubicBezTo>
                    <a:pt x="2526" y="867"/>
                    <a:pt x="2521" y="873"/>
                    <a:pt x="2521" y="880"/>
                  </a:cubicBezTo>
                  <a:cubicBezTo>
                    <a:pt x="2521" y="887"/>
                    <a:pt x="2526" y="893"/>
                    <a:pt x="2533" y="893"/>
                  </a:cubicBezTo>
                  <a:close/>
                  <a:moveTo>
                    <a:pt x="2573" y="893"/>
                  </a:moveTo>
                  <a:cubicBezTo>
                    <a:pt x="2580" y="893"/>
                    <a:pt x="2586" y="887"/>
                    <a:pt x="2586" y="880"/>
                  </a:cubicBezTo>
                  <a:cubicBezTo>
                    <a:pt x="2586" y="873"/>
                    <a:pt x="2580" y="867"/>
                    <a:pt x="2573" y="867"/>
                  </a:cubicBezTo>
                  <a:cubicBezTo>
                    <a:pt x="2566" y="867"/>
                    <a:pt x="2560" y="873"/>
                    <a:pt x="2560" y="880"/>
                  </a:cubicBezTo>
                  <a:cubicBezTo>
                    <a:pt x="2560" y="887"/>
                    <a:pt x="2566" y="893"/>
                    <a:pt x="2573" y="893"/>
                  </a:cubicBezTo>
                  <a:close/>
                  <a:moveTo>
                    <a:pt x="2612" y="867"/>
                  </a:moveTo>
                  <a:cubicBezTo>
                    <a:pt x="2605" y="867"/>
                    <a:pt x="2599" y="873"/>
                    <a:pt x="2599" y="880"/>
                  </a:cubicBezTo>
                  <a:cubicBezTo>
                    <a:pt x="2599" y="887"/>
                    <a:pt x="2605" y="893"/>
                    <a:pt x="2612" y="893"/>
                  </a:cubicBezTo>
                  <a:cubicBezTo>
                    <a:pt x="2619" y="893"/>
                    <a:pt x="2625" y="887"/>
                    <a:pt x="2625" y="880"/>
                  </a:cubicBezTo>
                  <a:cubicBezTo>
                    <a:pt x="2625" y="873"/>
                    <a:pt x="2619" y="867"/>
                    <a:pt x="2612" y="867"/>
                  </a:cubicBezTo>
                  <a:close/>
                  <a:moveTo>
                    <a:pt x="2652" y="893"/>
                  </a:moveTo>
                  <a:cubicBezTo>
                    <a:pt x="2659" y="893"/>
                    <a:pt x="2664" y="887"/>
                    <a:pt x="2664" y="880"/>
                  </a:cubicBezTo>
                  <a:cubicBezTo>
                    <a:pt x="2664" y="873"/>
                    <a:pt x="2659" y="867"/>
                    <a:pt x="2652" y="867"/>
                  </a:cubicBezTo>
                  <a:cubicBezTo>
                    <a:pt x="2645" y="867"/>
                    <a:pt x="2639" y="873"/>
                    <a:pt x="2639" y="880"/>
                  </a:cubicBezTo>
                  <a:cubicBezTo>
                    <a:pt x="2639" y="887"/>
                    <a:pt x="2645" y="893"/>
                    <a:pt x="2652" y="893"/>
                  </a:cubicBezTo>
                  <a:close/>
                  <a:moveTo>
                    <a:pt x="2691" y="893"/>
                  </a:moveTo>
                  <a:cubicBezTo>
                    <a:pt x="2698" y="893"/>
                    <a:pt x="2704" y="887"/>
                    <a:pt x="2704" y="880"/>
                  </a:cubicBezTo>
                  <a:cubicBezTo>
                    <a:pt x="2704" y="873"/>
                    <a:pt x="2698" y="867"/>
                    <a:pt x="2691" y="867"/>
                  </a:cubicBezTo>
                  <a:cubicBezTo>
                    <a:pt x="2684" y="867"/>
                    <a:pt x="2678" y="873"/>
                    <a:pt x="2678" y="880"/>
                  </a:cubicBezTo>
                  <a:cubicBezTo>
                    <a:pt x="2678" y="887"/>
                    <a:pt x="2684" y="893"/>
                    <a:pt x="2691" y="893"/>
                  </a:cubicBezTo>
                  <a:close/>
                  <a:moveTo>
                    <a:pt x="2730" y="893"/>
                  </a:moveTo>
                  <a:cubicBezTo>
                    <a:pt x="2738" y="893"/>
                    <a:pt x="2743" y="887"/>
                    <a:pt x="2743" y="880"/>
                  </a:cubicBezTo>
                  <a:cubicBezTo>
                    <a:pt x="2743" y="873"/>
                    <a:pt x="2738" y="867"/>
                    <a:pt x="2730" y="867"/>
                  </a:cubicBezTo>
                  <a:cubicBezTo>
                    <a:pt x="2723" y="867"/>
                    <a:pt x="2718" y="873"/>
                    <a:pt x="2718" y="880"/>
                  </a:cubicBezTo>
                  <a:cubicBezTo>
                    <a:pt x="2718" y="887"/>
                    <a:pt x="2723" y="893"/>
                    <a:pt x="2730" y="893"/>
                  </a:cubicBezTo>
                  <a:close/>
                  <a:moveTo>
                    <a:pt x="2770" y="893"/>
                  </a:moveTo>
                  <a:cubicBezTo>
                    <a:pt x="2777" y="893"/>
                    <a:pt x="2783" y="887"/>
                    <a:pt x="2783" y="880"/>
                  </a:cubicBezTo>
                  <a:cubicBezTo>
                    <a:pt x="2783" y="873"/>
                    <a:pt x="2777" y="867"/>
                    <a:pt x="2770" y="867"/>
                  </a:cubicBezTo>
                  <a:cubicBezTo>
                    <a:pt x="2763" y="867"/>
                    <a:pt x="2757" y="873"/>
                    <a:pt x="2757" y="880"/>
                  </a:cubicBezTo>
                  <a:cubicBezTo>
                    <a:pt x="2757" y="887"/>
                    <a:pt x="2763" y="893"/>
                    <a:pt x="2770" y="893"/>
                  </a:cubicBezTo>
                  <a:close/>
                  <a:moveTo>
                    <a:pt x="2809" y="893"/>
                  </a:moveTo>
                  <a:cubicBezTo>
                    <a:pt x="2816" y="893"/>
                    <a:pt x="2822" y="887"/>
                    <a:pt x="2822" y="880"/>
                  </a:cubicBezTo>
                  <a:cubicBezTo>
                    <a:pt x="2822" y="873"/>
                    <a:pt x="2816" y="867"/>
                    <a:pt x="2809" y="867"/>
                  </a:cubicBezTo>
                  <a:cubicBezTo>
                    <a:pt x="2802" y="867"/>
                    <a:pt x="2797" y="873"/>
                    <a:pt x="2797" y="880"/>
                  </a:cubicBezTo>
                  <a:cubicBezTo>
                    <a:pt x="2797" y="887"/>
                    <a:pt x="2802" y="893"/>
                    <a:pt x="2809" y="893"/>
                  </a:cubicBezTo>
                  <a:close/>
                  <a:moveTo>
                    <a:pt x="2849" y="893"/>
                  </a:moveTo>
                  <a:cubicBezTo>
                    <a:pt x="2856" y="893"/>
                    <a:pt x="2862" y="887"/>
                    <a:pt x="2862" y="880"/>
                  </a:cubicBezTo>
                  <a:cubicBezTo>
                    <a:pt x="2862" y="873"/>
                    <a:pt x="2856" y="867"/>
                    <a:pt x="2849" y="867"/>
                  </a:cubicBezTo>
                  <a:cubicBezTo>
                    <a:pt x="2842" y="867"/>
                    <a:pt x="2836" y="873"/>
                    <a:pt x="2836" y="880"/>
                  </a:cubicBezTo>
                  <a:cubicBezTo>
                    <a:pt x="2836" y="887"/>
                    <a:pt x="2842" y="893"/>
                    <a:pt x="2849" y="893"/>
                  </a:cubicBezTo>
                  <a:close/>
                  <a:moveTo>
                    <a:pt x="2888" y="893"/>
                  </a:moveTo>
                  <a:cubicBezTo>
                    <a:pt x="2895" y="893"/>
                    <a:pt x="2901" y="887"/>
                    <a:pt x="2901" y="880"/>
                  </a:cubicBezTo>
                  <a:cubicBezTo>
                    <a:pt x="2901" y="873"/>
                    <a:pt x="2895" y="867"/>
                    <a:pt x="2888" y="867"/>
                  </a:cubicBezTo>
                  <a:cubicBezTo>
                    <a:pt x="2881" y="867"/>
                    <a:pt x="2875" y="873"/>
                    <a:pt x="2875" y="880"/>
                  </a:cubicBezTo>
                  <a:cubicBezTo>
                    <a:pt x="2875" y="887"/>
                    <a:pt x="2881" y="893"/>
                    <a:pt x="2888" y="893"/>
                  </a:cubicBezTo>
                  <a:close/>
                  <a:moveTo>
                    <a:pt x="2928" y="893"/>
                  </a:moveTo>
                  <a:cubicBezTo>
                    <a:pt x="2935" y="893"/>
                    <a:pt x="2940" y="887"/>
                    <a:pt x="2940" y="880"/>
                  </a:cubicBezTo>
                  <a:cubicBezTo>
                    <a:pt x="2940" y="873"/>
                    <a:pt x="2935" y="867"/>
                    <a:pt x="2928" y="867"/>
                  </a:cubicBezTo>
                  <a:cubicBezTo>
                    <a:pt x="2921" y="867"/>
                    <a:pt x="2915" y="873"/>
                    <a:pt x="2915" y="880"/>
                  </a:cubicBezTo>
                  <a:cubicBezTo>
                    <a:pt x="2915" y="887"/>
                    <a:pt x="2921" y="893"/>
                    <a:pt x="2928" y="893"/>
                  </a:cubicBezTo>
                  <a:close/>
                  <a:moveTo>
                    <a:pt x="641" y="907"/>
                  </a:moveTo>
                  <a:cubicBezTo>
                    <a:pt x="634" y="907"/>
                    <a:pt x="628" y="912"/>
                    <a:pt x="628" y="919"/>
                  </a:cubicBezTo>
                  <a:cubicBezTo>
                    <a:pt x="628" y="926"/>
                    <a:pt x="634" y="932"/>
                    <a:pt x="641" y="932"/>
                  </a:cubicBezTo>
                  <a:cubicBezTo>
                    <a:pt x="648" y="932"/>
                    <a:pt x="654" y="926"/>
                    <a:pt x="654" y="919"/>
                  </a:cubicBezTo>
                  <a:cubicBezTo>
                    <a:pt x="654" y="912"/>
                    <a:pt x="648" y="907"/>
                    <a:pt x="641" y="907"/>
                  </a:cubicBezTo>
                  <a:close/>
                  <a:moveTo>
                    <a:pt x="680" y="907"/>
                  </a:moveTo>
                  <a:cubicBezTo>
                    <a:pt x="673" y="907"/>
                    <a:pt x="668" y="912"/>
                    <a:pt x="668" y="919"/>
                  </a:cubicBezTo>
                  <a:cubicBezTo>
                    <a:pt x="668" y="926"/>
                    <a:pt x="673" y="932"/>
                    <a:pt x="680" y="932"/>
                  </a:cubicBezTo>
                  <a:cubicBezTo>
                    <a:pt x="687" y="932"/>
                    <a:pt x="693" y="926"/>
                    <a:pt x="693" y="919"/>
                  </a:cubicBezTo>
                  <a:cubicBezTo>
                    <a:pt x="693" y="912"/>
                    <a:pt x="687" y="907"/>
                    <a:pt x="680" y="907"/>
                  </a:cubicBezTo>
                  <a:close/>
                  <a:moveTo>
                    <a:pt x="799" y="907"/>
                  </a:moveTo>
                  <a:cubicBezTo>
                    <a:pt x="792" y="907"/>
                    <a:pt x="786" y="912"/>
                    <a:pt x="786" y="919"/>
                  </a:cubicBezTo>
                  <a:cubicBezTo>
                    <a:pt x="786" y="926"/>
                    <a:pt x="792" y="932"/>
                    <a:pt x="799" y="932"/>
                  </a:cubicBezTo>
                  <a:cubicBezTo>
                    <a:pt x="806" y="932"/>
                    <a:pt x="811" y="926"/>
                    <a:pt x="811" y="919"/>
                  </a:cubicBezTo>
                  <a:cubicBezTo>
                    <a:pt x="811" y="912"/>
                    <a:pt x="806" y="907"/>
                    <a:pt x="799" y="907"/>
                  </a:cubicBezTo>
                  <a:close/>
                  <a:moveTo>
                    <a:pt x="930" y="919"/>
                  </a:moveTo>
                  <a:cubicBezTo>
                    <a:pt x="930" y="912"/>
                    <a:pt x="924" y="907"/>
                    <a:pt x="917" y="907"/>
                  </a:cubicBezTo>
                  <a:cubicBezTo>
                    <a:pt x="910" y="907"/>
                    <a:pt x="904" y="912"/>
                    <a:pt x="904" y="919"/>
                  </a:cubicBezTo>
                  <a:cubicBezTo>
                    <a:pt x="904" y="926"/>
                    <a:pt x="910" y="932"/>
                    <a:pt x="917" y="932"/>
                  </a:cubicBezTo>
                  <a:cubicBezTo>
                    <a:pt x="924" y="932"/>
                    <a:pt x="930" y="926"/>
                    <a:pt x="930" y="919"/>
                  </a:cubicBezTo>
                  <a:close/>
                  <a:moveTo>
                    <a:pt x="1548" y="932"/>
                  </a:moveTo>
                  <a:cubicBezTo>
                    <a:pt x="1555" y="932"/>
                    <a:pt x="1561" y="926"/>
                    <a:pt x="1561" y="919"/>
                  </a:cubicBezTo>
                  <a:cubicBezTo>
                    <a:pt x="1561" y="912"/>
                    <a:pt x="1555" y="907"/>
                    <a:pt x="1548" y="907"/>
                  </a:cubicBezTo>
                  <a:cubicBezTo>
                    <a:pt x="1541" y="907"/>
                    <a:pt x="1535" y="912"/>
                    <a:pt x="1535" y="919"/>
                  </a:cubicBezTo>
                  <a:cubicBezTo>
                    <a:pt x="1535" y="926"/>
                    <a:pt x="1541" y="932"/>
                    <a:pt x="1548" y="932"/>
                  </a:cubicBezTo>
                  <a:close/>
                  <a:moveTo>
                    <a:pt x="1587" y="932"/>
                  </a:moveTo>
                  <a:cubicBezTo>
                    <a:pt x="1594" y="932"/>
                    <a:pt x="1600" y="926"/>
                    <a:pt x="1600" y="919"/>
                  </a:cubicBezTo>
                  <a:cubicBezTo>
                    <a:pt x="1600" y="912"/>
                    <a:pt x="1594" y="907"/>
                    <a:pt x="1587" y="907"/>
                  </a:cubicBezTo>
                  <a:cubicBezTo>
                    <a:pt x="1580" y="907"/>
                    <a:pt x="1574" y="912"/>
                    <a:pt x="1574" y="919"/>
                  </a:cubicBezTo>
                  <a:cubicBezTo>
                    <a:pt x="1574" y="926"/>
                    <a:pt x="1580" y="932"/>
                    <a:pt x="1587" y="932"/>
                  </a:cubicBezTo>
                  <a:close/>
                  <a:moveTo>
                    <a:pt x="1627" y="932"/>
                  </a:moveTo>
                  <a:cubicBezTo>
                    <a:pt x="1634" y="932"/>
                    <a:pt x="1639" y="926"/>
                    <a:pt x="1639" y="919"/>
                  </a:cubicBezTo>
                  <a:cubicBezTo>
                    <a:pt x="1639" y="912"/>
                    <a:pt x="1634" y="907"/>
                    <a:pt x="1627" y="907"/>
                  </a:cubicBezTo>
                  <a:cubicBezTo>
                    <a:pt x="1620" y="907"/>
                    <a:pt x="1614" y="912"/>
                    <a:pt x="1614" y="919"/>
                  </a:cubicBezTo>
                  <a:cubicBezTo>
                    <a:pt x="1614" y="926"/>
                    <a:pt x="1620" y="932"/>
                    <a:pt x="1627" y="932"/>
                  </a:cubicBezTo>
                  <a:close/>
                  <a:moveTo>
                    <a:pt x="1666" y="932"/>
                  </a:moveTo>
                  <a:cubicBezTo>
                    <a:pt x="1673" y="932"/>
                    <a:pt x="1679" y="926"/>
                    <a:pt x="1679" y="919"/>
                  </a:cubicBezTo>
                  <a:cubicBezTo>
                    <a:pt x="1679" y="912"/>
                    <a:pt x="1673" y="907"/>
                    <a:pt x="1666" y="907"/>
                  </a:cubicBezTo>
                  <a:cubicBezTo>
                    <a:pt x="1659" y="907"/>
                    <a:pt x="1653" y="912"/>
                    <a:pt x="1653" y="919"/>
                  </a:cubicBezTo>
                  <a:cubicBezTo>
                    <a:pt x="1653" y="926"/>
                    <a:pt x="1659" y="932"/>
                    <a:pt x="1666" y="932"/>
                  </a:cubicBezTo>
                  <a:close/>
                  <a:moveTo>
                    <a:pt x="1705" y="932"/>
                  </a:moveTo>
                  <a:cubicBezTo>
                    <a:pt x="1713" y="932"/>
                    <a:pt x="1718" y="926"/>
                    <a:pt x="1718" y="919"/>
                  </a:cubicBezTo>
                  <a:cubicBezTo>
                    <a:pt x="1718" y="912"/>
                    <a:pt x="1713" y="907"/>
                    <a:pt x="1705" y="907"/>
                  </a:cubicBezTo>
                  <a:cubicBezTo>
                    <a:pt x="1698" y="907"/>
                    <a:pt x="1693" y="912"/>
                    <a:pt x="1693" y="919"/>
                  </a:cubicBezTo>
                  <a:cubicBezTo>
                    <a:pt x="1693" y="926"/>
                    <a:pt x="1698" y="932"/>
                    <a:pt x="1705" y="932"/>
                  </a:cubicBezTo>
                  <a:close/>
                  <a:moveTo>
                    <a:pt x="1745" y="932"/>
                  </a:moveTo>
                  <a:cubicBezTo>
                    <a:pt x="1752" y="932"/>
                    <a:pt x="1758" y="926"/>
                    <a:pt x="1758" y="919"/>
                  </a:cubicBezTo>
                  <a:cubicBezTo>
                    <a:pt x="1758" y="912"/>
                    <a:pt x="1752" y="907"/>
                    <a:pt x="1745" y="907"/>
                  </a:cubicBezTo>
                  <a:cubicBezTo>
                    <a:pt x="1738" y="907"/>
                    <a:pt x="1732" y="912"/>
                    <a:pt x="1732" y="919"/>
                  </a:cubicBezTo>
                  <a:cubicBezTo>
                    <a:pt x="1732" y="926"/>
                    <a:pt x="1738" y="932"/>
                    <a:pt x="1745" y="932"/>
                  </a:cubicBezTo>
                  <a:close/>
                  <a:moveTo>
                    <a:pt x="1784" y="932"/>
                  </a:moveTo>
                  <a:cubicBezTo>
                    <a:pt x="1791" y="932"/>
                    <a:pt x="1797" y="926"/>
                    <a:pt x="1797" y="919"/>
                  </a:cubicBezTo>
                  <a:cubicBezTo>
                    <a:pt x="1797" y="912"/>
                    <a:pt x="1791" y="907"/>
                    <a:pt x="1784" y="907"/>
                  </a:cubicBezTo>
                  <a:cubicBezTo>
                    <a:pt x="1777" y="907"/>
                    <a:pt x="1772" y="912"/>
                    <a:pt x="1772" y="919"/>
                  </a:cubicBezTo>
                  <a:cubicBezTo>
                    <a:pt x="1772" y="926"/>
                    <a:pt x="1777" y="932"/>
                    <a:pt x="1784" y="932"/>
                  </a:cubicBezTo>
                  <a:close/>
                  <a:moveTo>
                    <a:pt x="1824" y="932"/>
                  </a:moveTo>
                  <a:cubicBezTo>
                    <a:pt x="1831" y="932"/>
                    <a:pt x="1836" y="926"/>
                    <a:pt x="1836" y="919"/>
                  </a:cubicBezTo>
                  <a:cubicBezTo>
                    <a:pt x="1836" y="912"/>
                    <a:pt x="1831" y="907"/>
                    <a:pt x="1824" y="907"/>
                  </a:cubicBezTo>
                  <a:cubicBezTo>
                    <a:pt x="1817" y="907"/>
                    <a:pt x="1811" y="912"/>
                    <a:pt x="1811" y="919"/>
                  </a:cubicBezTo>
                  <a:cubicBezTo>
                    <a:pt x="1811" y="926"/>
                    <a:pt x="1817" y="932"/>
                    <a:pt x="1824" y="932"/>
                  </a:cubicBezTo>
                  <a:close/>
                  <a:moveTo>
                    <a:pt x="1863" y="932"/>
                  </a:moveTo>
                  <a:cubicBezTo>
                    <a:pt x="1870" y="932"/>
                    <a:pt x="1876" y="926"/>
                    <a:pt x="1876" y="919"/>
                  </a:cubicBezTo>
                  <a:cubicBezTo>
                    <a:pt x="1876" y="912"/>
                    <a:pt x="1870" y="907"/>
                    <a:pt x="1863" y="907"/>
                  </a:cubicBezTo>
                  <a:cubicBezTo>
                    <a:pt x="1856" y="907"/>
                    <a:pt x="1850" y="912"/>
                    <a:pt x="1850" y="919"/>
                  </a:cubicBezTo>
                  <a:cubicBezTo>
                    <a:pt x="1850" y="926"/>
                    <a:pt x="1856" y="932"/>
                    <a:pt x="1863" y="932"/>
                  </a:cubicBezTo>
                  <a:close/>
                  <a:moveTo>
                    <a:pt x="1903" y="932"/>
                  </a:moveTo>
                  <a:cubicBezTo>
                    <a:pt x="1910" y="932"/>
                    <a:pt x="1915" y="926"/>
                    <a:pt x="1915" y="919"/>
                  </a:cubicBezTo>
                  <a:cubicBezTo>
                    <a:pt x="1915" y="912"/>
                    <a:pt x="1910" y="907"/>
                    <a:pt x="1903" y="907"/>
                  </a:cubicBezTo>
                  <a:cubicBezTo>
                    <a:pt x="1896" y="907"/>
                    <a:pt x="1890" y="912"/>
                    <a:pt x="1890" y="919"/>
                  </a:cubicBezTo>
                  <a:cubicBezTo>
                    <a:pt x="1890" y="926"/>
                    <a:pt x="1896" y="932"/>
                    <a:pt x="1903" y="932"/>
                  </a:cubicBezTo>
                  <a:close/>
                  <a:moveTo>
                    <a:pt x="1942" y="932"/>
                  </a:moveTo>
                  <a:cubicBezTo>
                    <a:pt x="1949" y="932"/>
                    <a:pt x="1955" y="926"/>
                    <a:pt x="1955" y="919"/>
                  </a:cubicBezTo>
                  <a:cubicBezTo>
                    <a:pt x="1955" y="912"/>
                    <a:pt x="1949" y="907"/>
                    <a:pt x="1942" y="907"/>
                  </a:cubicBezTo>
                  <a:cubicBezTo>
                    <a:pt x="1935" y="907"/>
                    <a:pt x="1929" y="912"/>
                    <a:pt x="1929" y="919"/>
                  </a:cubicBezTo>
                  <a:cubicBezTo>
                    <a:pt x="1929" y="926"/>
                    <a:pt x="1935" y="932"/>
                    <a:pt x="1942" y="932"/>
                  </a:cubicBezTo>
                  <a:close/>
                  <a:moveTo>
                    <a:pt x="1981" y="932"/>
                  </a:moveTo>
                  <a:cubicBezTo>
                    <a:pt x="1988" y="932"/>
                    <a:pt x="1994" y="926"/>
                    <a:pt x="1994" y="919"/>
                  </a:cubicBezTo>
                  <a:cubicBezTo>
                    <a:pt x="1994" y="912"/>
                    <a:pt x="1988" y="907"/>
                    <a:pt x="1981" y="907"/>
                  </a:cubicBezTo>
                  <a:cubicBezTo>
                    <a:pt x="1974" y="907"/>
                    <a:pt x="1969" y="912"/>
                    <a:pt x="1969" y="919"/>
                  </a:cubicBezTo>
                  <a:cubicBezTo>
                    <a:pt x="1969" y="926"/>
                    <a:pt x="1974" y="932"/>
                    <a:pt x="1981" y="932"/>
                  </a:cubicBezTo>
                  <a:close/>
                  <a:moveTo>
                    <a:pt x="2021" y="932"/>
                  </a:moveTo>
                  <a:cubicBezTo>
                    <a:pt x="2028" y="932"/>
                    <a:pt x="2034" y="926"/>
                    <a:pt x="2034" y="919"/>
                  </a:cubicBezTo>
                  <a:cubicBezTo>
                    <a:pt x="2034" y="912"/>
                    <a:pt x="2028" y="907"/>
                    <a:pt x="2021" y="907"/>
                  </a:cubicBezTo>
                  <a:cubicBezTo>
                    <a:pt x="2014" y="907"/>
                    <a:pt x="2008" y="912"/>
                    <a:pt x="2008" y="919"/>
                  </a:cubicBezTo>
                  <a:cubicBezTo>
                    <a:pt x="2008" y="926"/>
                    <a:pt x="2014" y="932"/>
                    <a:pt x="2021" y="932"/>
                  </a:cubicBezTo>
                  <a:close/>
                  <a:moveTo>
                    <a:pt x="2060" y="932"/>
                  </a:moveTo>
                  <a:cubicBezTo>
                    <a:pt x="2067" y="932"/>
                    <a:pt x="2073" y="926"/>
                    <a:pt x="2073" y="919"/>
                  </a:cubicBezTo>
                  <a:cubicBezTo>
                    <a:pt x="2073" y="912"/>
                    <a:pt x="2067" y="907"/>
                    <a:pt x="2060" y="907"/>
                  </a:cubicBezTo>
                  <a:cubicBezTo>
                    <a:pt x="2053" y="907"/>
                    <a:pt x="2048" y="912"/>
                    <a:pt x="2048" y="919"/>
                  </a:cubicBezTo>
                  <a:cubicBezTo>
                    <a:pt x="2048" y="926"/>
                    <a:pt x="2053" y="932"/>
                    <a:pt x="2060" y="932"/>
                  </a:cubicBezTo>
                  <a:close/>
                  <a:moveTo>
                    <a:pt x="2100" y="932"/>
                  </a:moveTo>
                  <a:cubicBezTo>
                    <a:pt x="2107" y="932"/>
                    <a:pt x="2112" y="926"/>
                    <a:pt x="2112" y="919"/>
                  </a:cubicBezTo>
                  <a:cubicBezTo>
                    <a:pt x="2112" y="912"/>
                    <a:pt x="2107" y="907"/>
                    <a:pt x="2100" y="907"/>
                  </a:cubicBezTo>
                  <a:cubicBezTo>
                    <a:pt x="2093" y="907"/>
                    <a:pt x="2087" y="912"/>
                    <a:pt x="2087" y="919"/>
                  </a:cubicBezTo>
                  <a:cubicBezTo>
                    <a:pt x="2087" y="926"/>
                    <a:pt x="2093" y="932"/>
                    <a:pt x="2100" y="932"/>
                  </a:cubicBezTo>
                  <a:close/>
                  <a:moveTo>
                    <a:pt x="2139" y="932"/>
                  </a:moveTo>
                  <a:cubicBezTo>
                    <a:pt x="2146" y="932"/>
                    <a:pt x="2152" y="926"/>
                    <a:pt x="2152" y="919"/>
                  </a:cubicBezTo>
                  <a:cubicBezTo>
                    <a:pt x="2152" y="912"/>
                    <a:pt x="2146" y="907"/>
                    <a:pt x="2139" y="907"/>
                  </a:cubicBezTo>
                  <a:cubicBezTo>
                    <a:pt x="2132" y="907"/>
                    <a:pt x="2126" y="912"/>
                    <a:pt x="2126" y="919"/>
                  </a:cubicBezTo>
                  <a:cubicBezTo>
                    <a:pt x="2126" y="926"/>
                    <a:pt x="2132" y="932"/>
                    <a:pt x="2139" y="932"/>
                  </a:cubicBezTo>
                  <a:close/>
                  <a:moveTo>
                    <a:pt x="2179" y="932"/>
                  </a:moveTo>
                  <a:cubicBezTo>
                    <a:pt x="2186" y="932"/>
                    <a:pt x="2191" y="926"/>
                    <a:pt x="2191" y="919"/>
                  </a:cubicBezTo>
                  <a:cubicBezTo>
                    <a:pt x="2191" y="912"/>
                    <a:pt x="2186" y="907"/>
                    <a:pt x="2179" y="907"/>
                  </a:cubicBezTo>
                  <a:cubicBezTo>
                    <a:pt x="2172" y="907"/>
                    <a:pt x="2166" y="912"/>
                    <a:pt x="2166" y="919"/>
                  </a:cubicBezTo>
                  <a:cubicBezTo>
                    <a:pt x="2166" y="926"/>
                    <a:pt x="2172" y="932"/>
                    <a:pt x="2179" y="932"/>
                  </a:cubicBezTo>
                  <a:close/>
                  <a:moveTo>
                    <a:pt x="2218" y="932"/>
                  </a:moveTo>
                  <a:cubicBezTo>
                    <a:pt x="2225" y="932"/>
                    <a:pt x="2231" y="926"/>
                    <a:pt x="2231" y="919"/>
                  </a:cubicBezTo>
                  <a:cubicBezTo>
                    <a:pt x="2231" y="912"/>
                    <a:pt x="2225" y="907"/>
                    <a:pt x="2218" y="907"/>
                  </a:cubicBezTo>
                  <a:cubicBezTo>
                    <a:pt x="2211" y="907"/>
                    <a:pt x="2205" y="912"/>
                    <a:pt x="2205" y="919"/>
                  </a:cubicBezTo>
                  <a:cubicBezTo>
                    <a:pt x="2205" y="926"/>
                    <a:pt x="2211" y="932"/>
                    <a:pt x="2218" y="932"/>
                  </a:cubicBezTo>
                  <a:close/>
                  <a:moveTo>
                    <a:pt x="2257" y="907"/>
                  </a:moveTo>
                  <a:cubicBezTo>
                    <a:pt x="2250" y="907"/>
                    <a:pt x="2245" y="912"/>
                    <a:pt x="2245" y="919"/>
                  </a:cubicBezTo>
                  <a:cubicBezTo>
                    <a:pt x="2245" y="926"/>
                    <a:pt x="2250" y="932"/>
                    <a:pt x="2257" y="932"/>
                  </a:cubicBezTo>
                  <a:cubicBezTo>
                    <a:pt x="2264" y="932"/>
                    <a:pt x="2270" y="926"/>
                    <a:pt x="2270" y="919"/>
                  </a:cubicBezTo>
                  <a:cubicBezTo>
                    <a:pt x="2270" y="912"/>
                    <a:pt x="2264" y="907"/>
                    <a:pt x="2257" y="907"/>
                  </a:cubicBezTo>
                  <a:close/>
                  <a:moveTo>
                    <a:pt x="2455" y="932"/>
                  </a:moveTo>
                  <a:cubicBezTo>
                    <a:pt x="2462" y="932"/>
                    <a:pt x="2467" y="926"/>
                    <a:pt x="2467" y="919"/>
                  </a:cubicBezTo>
                  <a:cubicBezTo>
                    <a:pt x="2467" y="912"/>
                    <a:pt x="2462" y="907"/>
                    <a:pt x="2455" y="907"/>
                  </a:cubicBezTo>
                  <a:cubicBezTo>
                    <a:pt x="2447" y="907"/>
                    <a:pt x="2442" y="912"/>
                    <a:pt x="2442" y="919"/>
                  </a:cubicBezTo>
                  <a:cubicBezTo>
                    <a:pt x="2442" y="926"/>
                    <a:pt x="2447" y="932"/>
                    <a:pt x="2455" y="932"/>
                  </a:cubicBezTo>
                  <a:close/>
                  <a:moveTo>
                    <a:pt x="2494" y="932"/>
                  </a:moveTo>
                  <a:cubicBezTo>
                    <a:pt x="2501" y="932"/>
                    <a:pt x="2507" y="926"/>
                    <a:pt x="2507" y="919"/>
                  </a:cubicBezTo>
                  <a:cubicBezTo>
                    <a:pt x="2507" y="912"/>
                    <a:pt x="2501" y="907"/>
                    <a:pt x="2494" y="907"/>
                  </a:cubicBezTo>
                  <a:cubicBezTo>
                    <a:pt x="2487" y="907"/>
                    <a:pt x="2481" y="912"/>
                    <a:pt x="2481" y="919"/>
                  </a:cubicBezTo>
                  <a:cubicBezTo>
                    <a:pt x="2481" y="926"/>
                    <a:pt x="2487" y="932"/>
                    <a:pt x="2494" y="932"/>
                  </a:cubicBezTo>
                  <a:close/>
                  <a:moveTo>
                    <a:pt x="2533" y="907"/>
                  </a:moveTo>
                  <a:cubicBezTo>
                    <a:pt x="2526" y="907"/>
                    <a:pt x="2521" y="912"/>
                    <a:pt x="2521" y="919"/>
                  </a:cubicBezTo>
                  <a:cubicBezTo>
                    <a:pt x="2521" y="926"/>
                    <a:pt x="2526" y="932"/>
                    <a:pt x="2533" y="932"/>
                  </a:cubicBezTo>
                  <a:cubicBezTo>
                    <a:pt x="2540" y="932"/>
                    <a:pt x="2546" y="926"/>
                    <a:pt x="2546" y="919"/>
                  </a:cubicBezTo>
                  <a:cubicBezTo>
                    <a:pt x="2546" y="912"/>
                    <a:pt x="2540" y="907"/>
                    <a:pt x="2533" y="907"/>
                  </a:cubicBezTo>
                  <a:close/>
                  <a:moveTo>
                    <a:pt x="2573" y="907"/>
                  </a:moveTo>
                  <a:cubicBezTo>
                    <a:pt x="2566" y="907"/>
                    <a:pt x="2560" y="912"/>
                    <a:pt x="2560" y="919"/>
                  </a:cubicBezTo>
                  <a:cubicBezTo>
                    <a:pt x="2560" y="926"/>
                    <a:pt x="2566" y="932"/>
                    <a:pt x="2573" y="932"/>
                  </a:cubicBezTo>
                  <a:cubicBezTo>
                    <a:pt x="2580" y="932"/>
                    <a:pt x="2586" y="926"/>
                    <a:pt x="2586" y="919"/>
                  </a:cubicBezTo>
                  <a:cubicBezTo>
                    <a:pt x="2586" y="912"/>
                    <a:pt x="2580" y="907"/>
                    <a:pt x="2573" y="907"/>
                  </a:cubicBezTo>
                  <a:close/>
                  <a:moveTo>
                    <a:pt x="2652" y="907"/>
                  </a:moveTo>
                  <a:cubicBezTo>
                    <a:pt x="2645" y="907"/>
                    <a:pt x="2639" y="912"/>
                    <a:pt x="2639" y="919"/>
                  </a:cubicBezTo>
                  <a:cubicBezTo>
                    <a:pt x="2639" y="926"/>
                    <a:pt x="2645" y="932"/>
                    <a:pt x="2652" y="932"/>
                  </a:cubicBezTo>
                  <a:cubicBezTo>
                    <a:pt x="2659" y="932"/>
                    <a:pt x="2664" y="926"/>
                    <a:pt x="2664" y="919"/>
                  </a:cubicBezTo>
                  <a:cubicBezTo>
                    <a:pt x="2664" y="912"/>
                    <a:pt x="2659" y="907"/>
                    <a:pt x="2652" y="907"/>
                  </a:cubicBezTo>
                  <a:close/>
                  <a:moveTo>
                    <a:pt x="2691" y="932"/>
                  </a:moveTo>
                  <a:cubicBezTo>
                    <a:pt x="2698" y="932"/>
                    <a:pt x="2704" y="926"/>
                    <a:pt x="2704" y="919"/>
                  </a:cubicBezTo>
                  <a:cubicBezTo>
                    <a:pt x="2704" y="912"/>
                    <a:pt x="2698" y="907"/>
                    <a:pt x="2691" y="907"/>
                  </a:cubicBezTo>
                  <a:cubicBezTo>
                    <a:pt x="2684" y="907"/>
                    <a:pt x="2678" y="912"/>
                    <a:pt x="2678" y="919"/>
                  </a:cubicBezTo>
                  <a:cubicBezTo>
                    <a:pt x="2678" y="926"/>
                    <a:pt x="2684" y="932"/>
                    <a:pt x="2691" y="932"/>
                  </a:cubicBezTo>
                  <a:close/>
                  <a:moveTo>
                    <a:pt x="2730" y="907"/>
                  </a:moveTo>
                  <a:cubicBezTo>
                    <a:pt x="2723" y="907"/>
                    <a:pt x="2718" y="912"/>
                    <a:pt x="2718" y="919"/>
                  </a:cubicBezTo>
                  <a:cubicBezTo>
                    <a:pt x="2718" y="926"/>
                    <a:pt x="2723" y="932"/>
                    <a:pt x="2730" y="932"/>
                  </a:cubicBezTo>
                  <a:cubicBezTo>
                    <a:pt x="2738" y="932"/>
                    <a:pt x="2743" y="926"/>
                    <a:pt x="2743" y="919"/>
                  </a:cubicBezTo>
                  <a:cubicBezTo>
                    <a:pt x="2743" y="912"/>
                    <a:pt x="2738" y="907"/>
                    <a:pt x="2730" y="907"/>
                  </a:cubicBezTo>
                  <a:close/>
                  <a:moveTo>
                    <a:pt x="2770" y="932"/>
                  </a:moveTo>
                  <a:cubicBezTo>
                    <a:pt x="2777" y="932"/>
                    <a:pt x="2783" y="926"/>
                    <a:pt x="2783" y="919"/>
                  </a:cubicBezTo>
                  <a:cubicBezTo>
                    <a:pt x="2783" y="912"/>
                    <a:pt x="2777" y="907"/>
                    <a:pt x="2770" y="907"/>
                  </a:cubicBezTo>
                  <a:cubicBezTo>
                    <a:pt x="2763" y="907"/>
                    <a:pt x="2757" y="912"/>
                    <a:pt x="2757" y="919"/>
                  </a:cubicBezTo>
                  <a:cubicBezTo>
                    <a:pt x="2757" y="926"/>
                    <a:pt x="2763" y="932"/>
                    <a:pt x="2770" y="932"/>
                  </a:cubicBezTo>
                  <a:close/>
                  <a:moveTo>
                    <a:pt x="720" y="946"/>
                  </a:moveTo>
                  <a:cubicBezTo>
                    <a:pt x="713" y="946"/>
                    <a:pt x="707" y="952"/>
                    <a:pt x="707" y="959"/>
                  </a:cubicBezTo>
                  <a:cubicBezTo>
                    <a:pt x="707" y="966"/>
                    <a:pt x="713" y="972"/>
                    <a:pt x="720" y="972"/>
                  </a:cubicBezTo>
                  <a:cubicBezTo>
                    <a:pt x="727" y="972"/>
                    <a:pt x="733" y="966"/>
                    <a:pt x="733" y="959"/>
                  </a:cubicBezTo>
                  <a:cubicBezTo>
                    <a:pt x="733" y="952"/>
                    <a:pt x="727" y="946"/>
                    <a:pt x="720" y="946"/>
                  </a:cubicBezTo>
                  <a:close/>
                  <a:moveTo>
                    <a:pt x="759" y="946"/>
                  </a:moveTo>
                  <a:cubicBezTo>
                    <a:pt x="752" y="946"/>
                    <a:pt x="747" y="952"/>
                    <a:pt x="747" y="959"/>
                  </a:cubicBezTo>
                  <a:cubicBezTo>
                    <a:pt x="747" y="966"/>
                    <a:pt x="752" y="972"/>
                    <a:pt x="759" y="972"/>
                  </a:cubicBezTo>
                  <a:cubicBezTo>
                    <a:pt x="766" y="972"/>
                    <a:pt x="772" y="966"/>
                    <a:pt x="772" y="959"/>
                  </a:cubicBezTo>
                  <a:cubicBezTo>
                    <a:pt x="772" y="952"/>
                    <a:pt x="766" y="946"/>
                    <a:pt x="759" y="946"/>
                  </a:cubicBezTo>
                  <a:close/>
                  <a:moveTo>
                    <a:pt x="799" y="952"/>
                  </a:moveTo>
                  <a:cubicBezTo>
                    <a:pt x="795" y="952"/>
                    <a:pt x="791" y="955"/>
                    <a:pt x="791" y="959"/>
                  </a:cubicBezTo>
                  <a:cubicBezTo>
                    <a:pt x="791" y="963"/>
                    <a:pt x="795" y="966"/>
                    <a:pt x="799" y="966"/>
                  </a:cubicBezTo>
                  <a:cubicBezTo>
                    <a:pt x="803" y="966"/>
                    <a:pt x="806" y="963"/>
                    <a:pt x="806" y="959"/>
                  </a:cubicBezTo>
                  <a:cubicBezTo>
                    <a:pt x="806" y="955"/>
                    <a:pt x="803" y="952"/>
                    <a:pt x="799" y="952"/>
                  </a:cubicBezTo>
                  <a:close/>
                  <a:moveTo>
                    <a:pt x="1548" y="972"/>
                  </a:moveTo>
                  <a:cubicBezTo>
                    <a:pt x="1555" y="972"/>
                    <a:pt x="1561" y="966"/>
                    <a:pt x="1561" y="959"/>
                  </a:cubicBezTo>
                  <a:cubicBezTo>
                    <a:pt x="1561" y="952"/>
                    <a:pt x="1555" y="946"/>
                    <a:pt x="1548" y="946"/>
                  </a:cubicBezTo>
                  <a:cubicBezTo>
                    <a:pt x="1541" y="946"/>
                    <a:pt x="1535" y="952"/>
                    <a:pt x="1535" y="959"/>
                  </a:cubicBezTo>
                  <a:cubicBezTo>
                    <a:pt x="1535" y="966"/>
                    <a:pt x="1541" y="972"/>
                    <a:pt x="1548" y="972"/>
                  </a:cubicBezTo>
                  <a:close/>
                  <a:moveTo>
                    <a:pt x="1587" y="946"/>
                  </a:moveTo>
                  <a:cubicBezTo>
                    <a:pt x="1580" y="946"/>
                    <a:pt x="1574" y="952"/>
                    <a:pt x="1574" y="959"/>
                  </a:cubicBezTo>
                  <a:cubicBezTo>
                    <a:pt x="1574" y="966"/>
                    <a:pt x="1580" y="972"/>
                    <a:pt x="1587" y="972"/>
                  </a:cubicBezTo>
                  <a:cubicBezTo>
                    <a:pt x="1594" y="972"/>
                    <a:pt x="1600" y="966"/>
                    <a:pt x="1600" y="959"/>
                  </a:cubicBezTo>
                  <a:cubicBezTo>
                    <a:pt x="1600" y="952"/>
                    <a:pt x="1594" y="946"/>
                    <a:pt x="1587" y="946"/>
                  </a:cubicBezTo>
                  <a:close/>
                  <a:moveTo>
                    <a:pt x="1627" y="946"/>
                  </a:moveTo>
                  <a:cubicBezTo>
                    <a:pt x="1620" y="946"/>
                    <a:pt x="1614" y="952"/>
                    <a:pt x="1614" y="959"/>
                  </a:cubicBezTo>
                  <a:cubicBezTo>
                    <a:pt x="1614" y="966"/>
                    <a:pt x="1620" y="972"/>
                    <a:pt x="1627" y="972"/>
                  </a:cubicBezTo>
                  <a:cubicBezTo>
                    <a:pt x="1634" y="972"/>
                    <a:pt x="1639" y="966"/>
                    <a:pt x="1639" y="959"/>
                  </a:cubicBezTo>
                  <a:cubicBezTo>
                    <a:pt x="1639" y="952"/>
                    <a:pt x="1634" y="946"/>
                    <a:pt x="1627" y="946"/>
                  </a:cubicBezTo>
                  <a:close/>
                  <a:moveTo>
                    <a:pt x="1666" y="972"/>
                  </a:moveTo>
                  <a:cubicBezTo>
                    <a:pt x="1673" y="972"/>
                    <a:pt x="1679" y="966"/>
                    <a:pt x="1679" y="959"/>
                  </a:cubicBezTo>
                  <a:cubicBezTo>
                    <a:pt x="1679" y="952"/>
                    <a:pt x="1673" y="946"/>
                    <a:pt x="1666" y="946"/>
                  </a:cubicBezTo>
                  <a:cubicBezTo>
                    <a:pt x="1659" y="946"/>
                    <a:pt x="1653" y="952"/>
                    <a:pt x="1653" y="959"/>
                  </a:cubicBezTo>
                  <a:cubicBezTo>
                    <a:pt x="1653" y="966"/>
                    <a:pt x="1659" y="972"/>
                    <a:pt x="1666" y="972"/>
                  </a:cubicBezTo>
                  <a:close/>
                  <a:moveTo>
                    <a:pt x="1705" y="972"/>
                  </a:moveTo>
                  <a:cubicBezTo>
                    <a:pt x="1713" y="972"/>
                    <a:pt x="1718" y="966"/>
                    <a:pt x="1718" y="959"/>
                  </a:cubicBezTo>
                  <a:cubicBezTo>
                    <a:pt x="1718" y="952"/>
                    <a:pt x="1713" y="946"/>
                    <a:pt x="1705" y="946"/>
                  </a:cubicBezTo>
                  <a:cubicBezTo>
                    <a:pt x="1698" y="946"/>
                    <a:pt x="1693" y="952"/>
                    <a:pt x="1693" y="959"/>
                  </a:cubicBezTo>
                  <a:cubicBezTo>
                    <a:pt x="1693" y="966"/>
                    <a:pt x="1698" y="972"/>
                    <a:pt x="1705" y="972"/>
                  </a:cubicBezTo>
                  <a:close/>
                  <a:moveTo>
                    <a:pt x="1745" y="972"/>
                  </a:moveTo>
                  <a:cubicBezTo>
                    <a:pt x="1752" y="972"/>
                    <a:pt x="1758" y="966"/>
                    <a:pt x="1758" y="959"/>
                  </a:cubicBezTo>
                  <a:cubicBezTo>
                    <a:pt x="1758" y="952"/>
                    <a:pt x="1752" y="946"/>
                    <a:pt x="1745" y="946"/>
                  </a:cubicBezTo>
                  <a:cubicBezTo>
                    <a:pt x="1738" y="946"/>
                    <a:pt x="1732" y="952"/>
                    <a:pt x="1732" y="959"/>
                  </a:cubicBezTo>
                  <a:cubicBezTo>
                    <a:pt x="1732" y="966"/>
                    <a:pt x="1738" y="972"/>
                    <a:pt x="1745" y="972"/>
                  </a:cubicBezTo>
                  <a:close/>
                  <a:moveTo>
                    <a:pt x="1784" y="972"/>
                  </a:moveTo>
                  <a:cubicBezTo>
                    <a:pt x="1791" y="972"/>
                    <a:pt x="1797" y="966"/>
                    <a:pt x="1797" y="959"/>
                  </a:cubicBezTo>
                  <a:cubicBezTo>
                    <a:pt x="1797" y="952"/>
                    <a:pt x="1791" y="946"/>
                    <a:pt x="1784" y="946"/>
                  </a:cubicBezTo>
                  <a:cubicBezTo>
                    <a:pt x="1777" y="946"/>
                    <a:pt x="1772" y="952"/>
                    <a:pt x="1772" y="959"/>
                  </a:cubicBezTo>
                  <a:cubicBezTo>
                    <a:pt x="1772" y="966"/>
                    <a:pt x="1777" y="972"/>
                    <a:pt x="1784" y="972"/>
                  </a:cubicBezTo>
                  <a:close/>
                  <a:moveTo>
                    <a:pt x="1824" y="972"/>
                  </a:moveTo>
                  <a:cubicBezTo>
                    <a:pt x="1831" y="972"/>
                    <a:pt x="1836" y="966"/>
                    <a:pt x="1836" y="959"/>
                  </a:cubicBezTo>
                  <a:cubicBezTo>
                    <a:pt x="1836" y="952"/>
                    <a:pt x="1831" y="946"/>
                    <a:pt x="1824" y="946"/>
                  </a:cubicBezTo>
                  <a:cubicBezTo>
                    <a:pt x="1817" y="946"/>
                    <a:pt x="1811" y="952"/>
                    <a:pt x="1811" y="959"/>
                  </a:cubicBezTo>
                  <a:cubicBezTo>
                    <a:pt x="1811" y="966"/>
                    <a:pt x="1817" y="972"/>
                    <a:pt x="1824" y="972"/>
                  </a:cubicBezTo>
                  <a:close/>
                  <a:moveTo>
                    <a:pt x="1863" y="946"/>
                  </a:moveTo>
                  <a:cubicBezTo>
                    <a:pt x="1856" y="946"/>
                    <a:pt x="1850" y="952"/>
                    <a:pt x="1850" y="959"/>
                  </a:cubicBezTo>
                  <a:cubicBezTo>
                    <a:pt x="1850" y="966"/>
                    <a:pt x="1856" y="972"/>
                    <a:pt x="1863" y="972"/>
                  </a:cubicBezTo>
                  <a:cubicBezTo>
                    <a:pt x="1870" y="972"/>
                    <a:pt x="1876" y="966"/>
                    <a:pt x="1876" y="959"/>
                  </a:cubicBezTo>
                  <a:cubicBezTo>
                    <a:pt x="1876" y="952"/>
                    <a:pt x="1870" y="946"/>
                    <a:pt x="1863" y="946"/>
                  </a:cubicBezTo>
                  <a:close/>
                  <a:moveTo>
                    <a:pt x="1903" y="972"/>
                  </a:moveTo>
                  <a:cubicBezTo>
                    <a:pt x="1910" y="972"/>
                    <a:pt x="1915" y="966"/>
                    <a:pt x="1915" y="959"/>
                  </a:cubicBezTo>
                  <a:cubicBezTo>
                    <a:pt x="1915" y="952"/>
                    <a:pt x="1910" y="946"/>
                    <a:pt x="1903" y="946"/>
                  </a:cubicBezTo>
                  <a:cubicBezTo>
                    <a:pt x="1896" y="946"/>
                    <a:pt x="1890" y="952"/>
                    <a:pt x="1890" y="959"/>
                  </a:cubicBezTo>
                  <a:cubicBezTo>
                    <a:pt x="1890" y="966"/>
                    <a:pt x="1896" y="972"/>
                    <a:pt x="1903" y="972"/>
                  </a:cubicBezTo>
                  <a:close/>
                  <a:moveTo>
                    <a:pt x="1942" y="972"/>
                  </a:moveTo>
                  <a:cubicBezTo>
                    <a:pt x="1949" y="972"/>
                    <a:pt x="1955" y="966"/>
                    <a:pt x="1955" y="959"/>
                  </a:cubicBezTo>
                  <a:cubicBezTo>
                    <a:pt x="1955" y="952"/>
                    <a:pt x="1949" y="946"/>
                    <a:pt x="1942" y="946"/>
                  </a:cubicBezTo>
                  <a:cubicBezTo>
                    <a:pt x="1935" y="946"/>
                    <a:pt x="1929" y="952"/>
                    <a:pt x="1929" y="959"/>
                  </a:cubicBezTo>
                  <a:cubicBezTo>
                    <a:pt x="1929" y="966"/>
                    <a:pt x="1935" y="972"/>
                    <a:pt x="1942" y="972"/>
                  </a:cubicBezTo>
                  <a:close/>
                  <a:moveTo>
                    <a:pt x="1981" y="972"/>
                  </a:moveTo>
                  <a:cubicBezTo>
                    <a:pt x="1988" y="972"/>
                    <a:pt x="1994" y="966"/>
                    <a:pt x="1994" y="959"/>
                  </a:cubicBezTo>
                  <a:cubicBezTo>
                    <a:pt x="1994" y="952"/>
                    <a:pt x="1988" y="946"/>
                    <a:pt x="1981" y="946"/>
                  </a:cubicBezTo>
                  <a:cubicBezTo>
                    <a:pt x="1974" y="946"/>
                    <a:pt x="1969" y="952"/>
                    <a:pt x="1969" y="959"/>
                  </a:cubicBezTo>
                  <a:cubicBezTo>
                    <a:pt x="1969" y="966"/>
                    <a:pt x="1974" y="972"/>
                    <a:pt x="1981" y="972"/>
                  </a:cubicBezTo>
                  <a:close/>
                  <a:moveTo>
                    <a:pt x="2021" y="972"/>
                  </a:moveTo>
                  <a:cubicBezTo>
                    <a:pt x="2028" y="972"/>
                    <a:pt x="2034" y="966"/>
                    <a:pt x="2034" y="959"/>
                  </a:cubicBezTo>
                  <a:cubicBezTo>
                    <a:pt x="2034" y="952"/>
                    <a:pt x="2028" y="946"/>
                    <a:pt x="2021" y="946"/>
                  </a:cubicBezTo>
                  <a:cubicBezTo>
                    <a:pt x="2014" y="946"/>
                    <a:pt x="2008" y="952"/>
                    <a:pt x="2008" y="959"/>
                  </a:cubicBezTo>
                  <a:cubicBezTo>
                    <a:pt x="2008" y="966"/>
                    <a:pt x="2014" y="972"/>
                    <a:pt x="2021" y="972"/>
                  </a:cubicBezTo>
                  <a:close/>
                  <a:moveTo>
                    <a:pt x="2060" y="972"/>
                  </a:moveTo>
                  <a:cubicBezTo>
                    <a:pt x="2067" y="972"/>
                    <a:pt x="2073" y="966"/>
                    <a:pt x="2073" y="959"/>
                  </a:cubicBezTo>
                  <a:cubicBezTo>
                    <a:pt x="2073" y="952"/>
                    <a:pt x="2067" y="946"/>
                    <a:pt x="2060" y="946"/>
                  </a:cubicBezTo>
                  <a:cubicBezTo>
                    <a:pt x="2053" y="946"/>
                    <a:pt x="2048" y="952"/>
                    <a:pt x="2048" y="959"/>
                  </a:cubicBezTo>
                  <a:cubicBezTo>
                    <a:pt x="2048" y="966"/>
                    <a:pt x="2053" y="972"/>
                    <a:pt x="2060" y="972"/>
                  </a:cubicBezTo>
                  <a:close/>
                  <a:moveTo>
                    <a:pt x="2139" y="972"/>
                  </a:moveTo>
                  <a:cubicBezTo>
                    <a:pt x="2146" y="972"/>
                    <a:pt x="2152" y="966"/>
                    <a:pt x="2152" y="959"/>
                  </a:cubicBezTo>
                  <a:cubicBezTo>
                    <a:pt x="2152" y="952"/>
                    <a:pt x="2146" y="946"/>
                    <a:pt x="2139" y="946"/>
                  </a:cubicBezTo>
                  <a:cubicBezTo>
                    <a:pt x="2132" y="946"/>
                    <a:pt x="2126" y="952"/>
                    <a:pt x="2126" y="959"/>
                  </a:cubicBezTo>
                  <a:cubicBezTo>
                    <a:pt x="2126" y="966"/>
                    <a:pt x="2132" y="972"/>
                    <a:pt x="2139" y="972"/>
                  </a:cubicBezTo>
                  <a:close/>
                  <a:moveTo>
                    <a:pt x="2179" y="972"/>
                  </a:moveTo>
                  <a:cubicBezTo>
                    <a:pt x="2186" y="972"/>
                    <a:pt x="2191" y="966"/>
                    <a:pt x="2191" y="959"/>
                  </a:cubicBezTo>
                  <a:cubicBezTo>
                    <a:pt x="2191" y="952"/>
                    <a:pt x="2186" y="946"/>
                    <a:pt x="2179" y="946"/>
                  </a:cubicBezTo>
                  <a:cubicBezTo>
                    <a:pt x="2172" y="946"/>
                    <a:pt x="2166" y="952"/>
                    <a:pt x="2166" y="959"/>
                  </a:cubicBezTo>
                  <a:cubicBezTo>
                    <a:pt x="2166" y="966"/>
                    <a:pt x="2172" y="972"/>
                    <a:pt x="2179" y="972"/>
                  </a:cubicBezTo>
                  <a:close/>
                  <a:moveTo>
                    <a:pt x="2218" y="946"/>
                  </a:moveTo>
                  <a:cubicBezTo>
                    <a:pt x="2211" y="946"/>
                    <a:pt x="2205" y="952"/>
                    <a:pt x="2205" y="959"/>
                  </a:cubicBezTo>
                  <a:cubicBezTo>
                    <a:pt x="2205" y="966"/>
                    <a:pt x="2211" y="972"/>
                    <a:pt x="2218" y="972"/>
                  </a:cubicBezTo>
                  <a:cubicBezTo>
                    <a:pt x="2225" y="972"/>
                    <a:pt x="2231" y="966"/>
                    <a:pt x="2231" y="959"/>
                  </a:cubicBezTo>
                  <a:cubicBezTo>
                    <a:pt x="2231" y="952"/>
                    <a:pt x="2225" y="946"/>
                    <a:pt x="2218" y="946"/>
                  </a:cubicBezTo>
                  <a:close/>
                  <a:moveTo>
                    <a:pt x="2455" y="946"/>
                  </a:moveTo>
                  <a:cubicBezTo>
                    <a:pt x="2447" y="946"/>
                    <a:pt x="2442" y="952"/>
                    <a:pt x="2442" y="959"/>
                  </a:cubicBezTo>
                  <a:cubicBezTo>
                    <a:pt x="2442" y="966"/>
                    <a:pt x="2447" y="972"/>
                    <a:pt x="2455" y="972"/>
                  </a:cubicBezTo>
                  <a:cubicBezTo>
                    <a:pt x="2462" y="972"/>
                    <a:pt x="2467" y="966"/>
                    <a:pt x="2467" y="959"/>
                  </a:cubicBezTo>
                  <a:cubicBezTo>
                    <a:pt x="2467" y="952"/>
                    <a:pt x="2462" y="946"/>
                    <a:pt x="2455" y="946"/>
                  </a:cubicBezTo>
                  <a:close/>
                  <a:moveTo>
                    <a:pt x="2494" y="946"/>
                  </a:moveTo>
                  <a:cubicBezTo>
                    <a:pt x="2487" y="946"/>
                    <a:pt x="2481" y="952"/>
                    <a:pt x="2481" y="959"/>
                  </a:cubicBezTo>
                  <a:cubicBezTo>
                    <a:pt x="2481" y="966"/>
                    <a:pt x="2487" y="972"/>
                    <a:pt x="2494" y="972"/>
                  </a:cubicBezTo>
                  <a:cubicBezTo>
                    <a:pt x="2501" y="972"/>
                    <a:pt x="2507" y="966"/>
                    <a:pt x="2507" y="959"/>
                  </a:cubicBezTo>
                  <a:cubicBezTo>
                    <a:pt x="2507" y="952"/>
                    <a:pt x="2501" y="946"/>
                    <a:pt x="2494" y="946"/>
                  </a:cubicBezTo>
                  <a:close/>
                  <a:moveTo>
                    <a:pt x="2691" y="946"/>
                  </a:moveTo>
                  <a:cubicBezTo>
                    <a:pt x="2684" y="946"/>
                    <a:pt x="2678" y="952"/>
                    <a:pt x="2678" y="959"/>
                  </a:cubicBezTo>
                  <a:cubicBezTo>
                    <a:pt x="2678" y="966"/>
                    <a:pt x="2684" y="972"/>
                    <a:pt x="2691" y="972"/>
                  </a:cubicBezTo>
                  <a:cubicBezTo>
                    <a:pt x="2698" y="972"/>
                    <a:pt x="2704" y="966"/>
                    <a:pt x="2704" y="959"/>
                  </a:cubicBezTo>
                  <a:cubicBezTo>
                    <a:pt x="2704" y="952"/>
                    <a:pt x="2698" y="946"/>
                    <a:pt x="2691" y="946"/>
                  </a:cubicBezTo>
                  <a:close/>
                  <a:moveTo>
                    <a:pt x="2730" y="972"/>
                  </a:moveTo>
                  <a:cubicBezTo>
                    <a:pt x="2738" y="972"/>
                    <a:pt x="2743" y="966"/>
                    <a:pt x="2743" y="959"/>
                  </a:cubicBezTo>
                  <a:cubicBezTo>
                    <a:pt x="2743" y="952"/>
                    <a:pt x="2738" y="946"/>
                    <a:pt x="2730" y="946"/>
                  </a:cubicBezTo>
                  <a:cubicBezTo>
                    <a:pt x="2723" y="946"/>
                    <a:pt x="2718" y="952"/>
                    <a:pt x="2718" y="959"/>
                  </a:cubicBezTo>
                  <a:cubicBezTo>
                    <a:pt x="2718" y="966"/>
                    <a:pt x="2723" y="972"/>
                    <a:pt x="2730" y="972"/>
                  </a:cubicBezTo>
                  <a:close/>
                  <a:moveTo>
                    <a:pt x="2770" y="972"/>
                  </a:moveTo>
                  <a:cubicBezTo>
                    <a:pt x="2777" y="972"/>
                    <a:pt x="2783" y="966"/>
                    <a:pt x="2783" y="959"/>
                  </a:cubicBezTo>
                  <a:cubicBezTo>
                    <a:pt x="2783" y="952"/>
                    <a:pt x="2777" y="946"/>
                    <a:pt x="2770" y="946"/>
                  </a:cubicBezTo>
                  <a:cubicBezTo>
                    <a:pt x="2763" y="946"/>
                    <a:pt x="2757" y="952"/>
                    <a:pt x="2757" y="959"/>
                  </a:cubicBezTo>
                  <a:cubicBezTo>
                    <a:pt x="2757" y="966"/>
                    <a:pt x="2763" y="972"/>
                    <a:pt x="2770" y="972"/>
                  </a:cubicBezTo>
                  <a:close/>
                  <a:moveTo>
                    <a:pt x="2928" y="972"/>
                  </a:moveTo>
                  <a:cubicBezTo>
                    <a:pt x="2935" y="972"/>
                    <a:pt x="2940" y="966"/>
                    <a:pt x="2940" y="959"/>
                  </a:cubicBezTo>
                  <a:cubicBezTo>
                    <a:pt x="2940" y="952"/>
                    <a:pt x="2935" y="946"/>
                    <a:pt x="2928" y="946"/>
                  </a:cubicBezTo>
                  <a:cubicBezTo>
                    <a:pt x="2921" y="946"/>
                    <a:pt x="2915" y="952"/>
                    <a:pt x="2915" y="959"/>
                  </a:cubicBezTo>
                  <a:cubicBezTo>
                    <a:pt x="2915" y="966"/>
                    <a:pt x="2921" y="972"/>
                    <a:pt x="2928" y="972"/>
                  </a:cubicBezTo>
                  <a:close/>
                  <a:moveTo>
                    <a:pt x="838" y="986"/>
                  </a:moveTo>
                  <a:cubicBezTo>
                    <a:pt x="831" y="986"/>
                    <a:pt x="825" y="991"/>
                    <a:pt x="825" y="998"/>
                  </a:cubicBezTo>
                  <a:cubicBezTo>
                    <a:pt x="825" y="1005"/>
                    <a:pt x="831" y="1011"/>
                    <a:pt x="838" y="1011"/>
                  </a:cubicBezTo>
                  <a:cubicBezTo>
                    <a:pt x="845" y="1011"/>
                    <a:pt x="851" y="1005"/>
                    <a:pt x="851" y="998"/>
                  </a:cubicBezTo>
                  <a:cubicBezTo>
                    <a:pt x="851" y="991"/>
                    <a:pt x="845" y="986"/>
                    <a:pt x="838" y="986"/>
                  </a:cubicBezTo>
                  <a:close/>
                  <a:moveTo>
                    <a:pt x="1548" y="986"/>
                  </a:moveTo>
                  <a:cubicBezTo>
                    <a:pt x="1541" y="986"/>
                    <a:pt x="1535" y="991"/>
                    <a:pt x="1535" y="998"/>
                  </a:cubicBezTo>
                  <a:cubicBezTo>
                    <a:pt x="1535" y="1005"/>
                    <a:pt x="1541" y="1011"/>
                    <a:pt x="1548" y="1011"/>
                  </a:cubicBezTo>
                  <a:cubicBezTo>
                    <a:pt x="1555" y="1011"/>
                    <a:pt x="1561" y="1005"/>
                    <a:pt x="1561" y="998"/>
                  </a:cubicBezTo>
                  <a:cubicBezTo>
                    <a:pt x="1561" y="991"/>
                    <a:pt x="1555" y="986"/>
                    <a:pt x="1548" y="986"/>
                  </a:cubicBezTo>
                  <a:close/>
                  <a:moveTo>
                    <a:pt x="1587" y="1011"/>
                  </a:moveTo>
                  <a:cubicBezTo>
                    <a:pt x="1594" y="1011"/>
                    <a:pt x="1600" y="1005"/>
                    <a:pt x="1600" y="998"/>
                  </a:cubicBezTo>
                  <a:cubicBezTo>
                    <a:pt x="1600" y="991"/>
                    <a:pt x="1594" y="986"/>
                    <a:pt x="1587" y="986"/>
                  </a:cubicBezTo>
                  <a:cubicBezTo>
                    <a:pt x="1580" y="986"/>
                    <a:pt x="1574" y="991"/>
                    <a:pt x="1574" y="998"/>
                  </a:cubicBezTo>
                  <a:cubicBezTo>
                    <a:pt x="1574" y="1005"/>
                    <a:pt x="1580" y="1011"/>
                    <a:pt x="1587" y="1011"/>
                  </a:cubicBezTo>
                  <a:close/>
                  <a:moveTo>
                    <a:pt x="1627" y="1011"/>
                  </a:moveTo>
                  <a:cubicBezTo>
                    <a:pt x="1634" y="1011"/>
                    <a:pt x="1639" y="1005"/>
                    <a:pt x="1639" y="998"/>
                  </a:cubicBezTo>
                  <a:cubicBezTo>
                    <a:pt x="1639" y="991"/>
                    <a:pt x="1634" y="986"/>
                    <a:pt x="1627" y="986"/>
                  </a:cubicBezTo>
                  <a:cubicBezTo>
                    <a:pt x="1620" y="986"/>
                    <a:pt x="1614" y="991"/>
                    <a:pt x="1614" y="998"/>
                  </a:cubicBezTo>
                  <a:cubicBezTo>
                    <a:pt x="1614" y="1005"/>
                    <a:pt x="1620" y="1011"/>
                    <a:pt x="1627" y="1011"/>
                  </a:cubicBezTo>
                  <a:close/>
                  <a:moveTo>
                    <a:pt x="1666" y="1011"/>
                  </a:moveTo>
                  <a:cubicBezTo>
                    <a:pt x="1673" y="1011"/>
                    <a:pt x="1679" y="1005"/>
                    <a:pt x="1679" y="998"/>
                  </a:cubicBezTo>
                  <a:cubicBezTo>
                    <a:pt x="1679" y="991"/>
                    <a:pt x="1673" y="986"/>
                    <a:pt x="1666" y="986"/>
                  </a:cubicBezTo>
                  <a:cubicBezTo>
                    <a:pt x="1659" y="986"/>
                    <a:pt x="1653" y="991"/>
                    <a:pt x="1653" y="998"/>
                  </a:cubicBezTo>
                  <a:cubicBezTo>
                    <a:pt x="1653" y="1005"/>
                    <a:pt x="1659" y="1011"/>
                    <a:pt x="1666" y="1011"/>
                  </a:cubicBezTo>
                  <a:close/>
                  <a:moveTo>
                    <a:pt x="1705" y="1011"/>
                  </a:moveTo>
                  <a:cubicBezTo>
                    <a:pt x="1713" y="1011"/>
                    <a:pt x="1718" y="1005"/>
                    <a:pt x="1718" y="998"/>
                  </a:cubicBezTo>
                  <a:cubicBezTo>
                    <a:pt x="1718" y="991"/>
                    <a:pt x="1713" y="986"/>
                    <a:pt x="1705" y="986"/>
                  </a:cubicBezTo>
                  <a:cubicBezTo>
                    <a:pt x="1698" y="986"/>
                    <a:pt x="1693" y="991"/>
                    <a:pt x="1693" y="998"/>
                  </a:cubicBezTo>
                  <a:cubicBezTo>
                    <a:pt x="1693" y="1005"/>
                    <a:pt x="1698" y="1011"/>
                    <a:pt x="1705" y="1011"/>
                  </a:cubicBezTo>
                  <a:close/>
                  <a:moveTo>
                    <a:pt x="1745" y="1011"/>
                  </a:moveTo>
                  <a:cubicBezTo>
                    <a:pt x="1752" y="1011"/>
                    <a:pt x="1758" y="1005"/>
                    <a:pt x="1758" y="998"/>
                  </a:cubicBezTo>
                  <a:cubicBezTo>
                    <a:pt x="1758" y="991"/>
                    <a:pt x="1752" y="986"/>
                    <a:pt x="1745" y="986"/>
                  </a:cubicBezTo>
                  <a:cubicBezTo>
                    <a:pt x="1738" y="986"/>
                    <a:pt x="1732" y="991"/>
                    <a:pt x="1732" y="998"/>
                  </a:cubicBezTo>
                  <a:cubicBezTo>
                    <a:pt x="1732" y="1005"/>
                    <a:pt x="1738" y="1011"/>
                    <a:pt x="1745" y="1011"/>
                  </a:cubicBezTo>
                  <a:close/>
                  <a:moveTo>
                    <a:pt x="1784" y="1011"/>
                  </a:moveTo>
                  <a:cubicBezTo>
                    <a:pt x="1791" y="1011"/>
                    <a:pt x="1797" y="1005"/>
                    <a:pt x="1797" y="998"/>
                  </a:cubicBezTo>
                  <a:cubicBezTo>
                    <a:pt x="1797" y="991"/>
                    <a:pt x="1791" y="986"/>
                    <a:pt x="1784" y="986"/>
                  </a:cubicBezTo>
                  <a:cubicBezTo>
                    <a:pt x="1777" y="986"/>
                    <a:pt x="1772" y="991"/>
                    <a:pt x="1772" y="998"/>
                  </a:cubicBezTo>
                  <a:cubicBezTo>
                    <a:pt x="1772" y="1005"/>
                    <a:pt x="1777" y="1011"/>
                    <a:pt x="1784" y="1011"/>
                  </a:cubicBezTo>
                  <a:close/>
                  <a:moveTo>
                    <a:pt x="1824" y="1011"/>
                  </a:moveTo>
                  <a:cubicBezTo>
                    <a:pt x="1831" y="1011"/>
                    <a:pt x="1836" y="1005"/>
                    <a:pt x="1836" y="998"/>
                  </a:cubicBezTo>
                  <a:cubicBezTo>
                    <a:pt x="1836" y="991"/>
                    <a:pt x="1831" y="986"/>
                    <a:pt x="1824" y="986"/>
                  </a:cubicBezTo>
                  <a:cubicBezTo>
                    <a:pt x="1817" y="986"/>
                    <a:pt x="1811" y="991"/>
                    <a:pt x="1811" y="998"/>
                  </a:cubicBezTo>
                  <a:cubicBezTo>
                    <a:pt x="1811" y="1005"/>
                    <a:pt x="1817" y="1011"/>
                    <a:pt x="1824" y="1011"/>
                  </a:cubicBezTo>
                  <a:close/>
                  <a:moveTo>
                    <a:pt x="1863" y="1011"/>
                  </a:moveTo>
                  <a:cubicBezTo>
                    <a:pt x="1870" y="1011"/>
                    <a:pt x="1876" y="1005"/>
                    <a:pt x="1876" y="998"/>
                  </a:cubicBezTo>
                  <a:cubicBezTo>
                    <a:pt x="1876" y="991"/>
                    <a:pt x="1870" y="986"/>
                    <a:pt x="1863" y="986"/>
                  </a:cubicBezTo>
                  <a:cubicBezTo>
                    <a:pt x="1856" y="986"/>
                    <a:pt x="1850" y="991"/>
                    <a:pt x="1850" y="998"/>
                  </a:cubicBezTo>
                  <a:cubicBezTo>
                    <a:pt x="1850" y="1005"/>
                    <a:pt x="1856" y="1011"/>
                    <a:pt x="1863" y="1011"/>
                  </a:cubicBezTo>
                  <a:close/>
                  <a:moveTo>
                    <a:pt x="1903" y="986"/>
                  </a:moveTo>
                  <a:cubicBezTo>
                    <a:pt x="1896" y="986"/>
                    <a:pt x="1890" y="991"/>
                    <a:pt x="1890" y="998"/>
                  </a:cubicBezTo>
                  <a:cubicBezTo>
                    <a:pt x="1890" y="1005"/>
                    <a:pt x="1896" y="1011"/>
                    <a:pt x="1903" y="1011"/>
                  </a:cubicBezTo>
                  <a:cubicBezTo>
                    <a:pt x="1910" y="1011"/>
                    <a:pt x="1915" y="1005"/>
                    <a:pt x="1915" y="998"/>
                  </a:cubicBezTo>
                  <a:cubicBezTo>
                    <a:pt x="1915" y="991"/>
                    <a:pt x="1910" y="986"/>
                    <a:pt x="1903" y="986"/>
                  </a:cubicBezTo>
                  <a:close/>
                  <a:moveTo>
                    <a:pt x="1942" y="1011"/>
                  </a:moveTo>
                  <a:cubicBezTo>
                    <a:pt x="1949" y="1011"/>
                    <a:pt x="1955" y="1005"/>
                    <a:pt x="1955" y="998"/>
                  </a:cubicBezTo>
                  <a:cubicBezTo>
                    <a:pt x="1955" y="991"/>
                    <a:pt x="1949" y="986"/>
                    <a:pt x="1942" y="986"/>
                  </a:cubicBezTo>
                  <a:cubicBezTo>
                    <a:pt x="1935" y="986"/>
                    <a:pt x="1929" y="991"/>
                    <a:pt x="1929" y="998"/>
                  </a:cubicBezTo>
                  <a:cubicBezTo>
                    <a:pt x="1929" y="1005"/>
                    <a:pt x="1935" y="1011"/>
                    <a:pt x="1942" y="1011"/>
                  </a:cubicBezTo>
                  <a:close/>
                  <a:moveTo>
                    <a:pt x="1981" y="1011"/>
                  </a:moveTo>
                  <a:cubicBezTo>
                    <a:pt x="1988" y="1011"/>
                    <a:pt x="1994" y="1005"/>
                    <a:pt x="1994" y="998"/>
                  </a:cubicBezTo>
                  <a:cubicBezTo>
                    <a:pt x="1994" y="991"/>
                    <a:pt x="1988" y="986"/>
                    <a:pt x="1981" y="986"/>
                  </a:cubicBezTo>
                  <a:cubicBezTo>
                    <a:pt x="1974" y="986"/>
                    <a:pt x="1969" y="991"/>
                    <a:pt x="1969" y="998"/>
                  </a:cubicBezTo>
                  <a:cubicBezTo>
                    <a:pt x="1969" y="1005"/>
                    <a:pt x="1974" y="1011"/>
                    <a:pt x="1981" y="1011"/>
                  </a:cubicBezTo>
                  <a:close/>
                  <a:moveTo>
                    <a:pt x="2008" y="998"/>
                  </a:moveTo>
                  <a:cubicBezTo>
                    <a:pt x="2008" y="1005"/>
                    <a:pt x="2014" y="1011"/>
                    <a:pt x="2021" y="1011"/>
                  </a:cubicBezTo>
                  <a:cubicBezTo>
                    <a:pt x="2028" y="1011"/>
                    <a:pt x="2034" y="1005"/>
                    <a:pt x="2034" y="998"/>
                  </a:cubicBezTo>
                  <a:cubicBezTo>
                    <a:pt x="2034" y="991"/>
                    <a:pt x="2028" y="986"/>
                    <a:pt x="2021" y="986"/>
                  </a:cubicBezTo>
                  <a:cubicBezTo>
                    <a:pt x="2014" y="986"/>
                    <a:pt x="2008" y="991"/>
                    <a:pt x="2008" y="998"/>
                  </a:cubicBezTo>
                  <a:close/>
                  <a:moveTo>
                    <a:pt x="2060" y="1011"/>
                  </a:moveTo>
                  <a:cubicBezTo>
                    <a:pt x="2067" y="1011"/>
                    <a:pt x="2073" y="1005"/>
                    <a:pt x="2073" y="998"/>
                  </a:cubicBezTo>
                  <a:cubicBezTo>
                    <a:pt x="2073" y="991"/>
                    <a:pt x="2067" y="986"/>
                    <a:pt x="2060" y="986"/>
                  </a:cubicBezTo>
                  <a:cubicBezTo>
                    <a:pt x="2053" y="986"/>
                    <a:pt x="2048" y="991"/>
                    <a:pt x="2048" y="998"/>
                  </a:cubicBezTo>
                  <a:cubicBezTo>
                    <a:pt x="2048" y="1005"/>
                    <a:pt x="2053" y="1011"/>
                    <a:pt x="2060" y="1011"/>
                  </a:cubicBezTo>
                  <a:close/>
                  <a:moveTo>
                    <a:pt x="2100" y="1011"/>
                  </a:moveTo>
                  <a:cubicBezTo>
                    <a:pt x="2107" y="1011"/>
                    <a:pt x="2112" y="1005"/>
                    <a:pt x="2112" y="998"/>
                  </a:cubicBezTo>
                  <a:cubicBezTo>
                    <a:pt x="2112" y="991"/>
                    <a:pt x="2107" y="986"/>
                    <a:pt x="2100" y="986"/>
                  </a:cubicBezTo>
                  <a:cubicBezTo>
                    <a:pt x="2093" y="986"/>
                    <a:pt x="2087" y="991"/>
                    <a:pt x="2087" y="998"/>
                  </a:cubicBezTo>
                  <a:cubicBezTo>
                    <a:pt x="2087" y="1005"/>
                    <a:pt x="2093" y="1011"/>
                    <a:pt x="2100" y="1011"/>
                  </a:cubicBezTo>
                  <a:close/>
                  <a:moveTo>
                    <a:pt x="2139" y="1011"/>
                  </a:moveTo>
                  <a:cubicBezTo>
                    <a:pt x="2146" y="1011"/>
                    <a:pt x="2152" y="1005"/>
                    <a:pt x="2152" y="998"/>
                  </a:cubicBezTo>
                  <a:cubicBezTo>
                    <a:pt x="2152" y="991"/>
                    <a:pt x="2146" y="986"/>
                    <a:pt x="2139" y="986"/>
                  </a:cubicBezTo>
                  <a:cubicBezTo>
                    <a:pt x="2132" y="986"/>
                    <a:pt x="2126" y="991"/>
                    <a:pt x="2126" y="998"/>
                  </a:cubicBezTo>
                  <a:cubicBezTo>
                    <a:pt x="2126" y="1005"/>
                    <a:pt x="2132" y="1011"/>
                    <a:pt x="2139" y="1011"/>
                  </a:cubicBezTo>
                  <a:close/>
                  <a:moveTo>
                    <a:pt x="2455" y="993"/>
                  </a:moveTo>
                  <a:cubicBezTo>
                    <a:pt x="2452" y="993"/>
                    <a:pt x="2449" y="995"/>
                    <a:pt x="2449" y="998"/>
                  </a:cubicBezTo>
                  <a:cubicBezTo>
                    <a:pt x="2449" y="1001"/>
                    <a:pt x="2452" y="1003"/>
                    <a:pt x="2455" y="1003"/>
                  </a:cubicBezTo>
                  <a:cubicBezTo>
                    <a:pt x="2457" y="1003"/>
                    <a:pt x="2460" y="1001"/>
                    <a:pt x="2460" y="998"/>
                  </a:cubicBezTo>
                  <a:cubicBezTo>
                    <a:pt x="2460" y="995"/>
                    <a:pt x="2457" y="993"/>
                    <a:pt x="2455" y="993"/>
                  </a:cubicBezTo>
                  <a:close/>
                  <a:moveTo>
                    <a:pt x="2494" y="986"/>
                  </a:moveTo>
                  <a:cubicBezTo>
                    <a:pt x="2487" y="986"/>
                    <a:pt x="2481" y="991"/>
                    <a:pt x="2481" y="998"/>
                  </a:cubicBezTo>
                  <a:cubicBezTo>
                    <a:pt x="2481" y="1005"/>
                    <a:pt x="2487" y="1011"/>
                    <a:pt x="2494" y="1011"/>
                  </a:cubicBezTo>
                  <a:cubicBezTo>
                    <a:pt x="2501" y="1011"/>
                    <a:pt x="2507" y="1005"/>
                    <a:pt x="2507" y="998"/>
                  </a:cubicBezTo>
                  <a:cubicBezTo>
                    <a:pt x="2507" y="991"/>
                    <a:pt x="2501" y="986"/>
                    <a:pt x="2494" y="986"/>
                  </a:cubicBezTo>
                  <a:close/>
                  <a:moveTo>
                    <a:pt x="2730" y="1011"/>
                  </a:moveTo>
                  <a:cubicBezTo>
                    <a:pt x="2738" y="1011"/>
                    <a:pt x="2743" y="1005"/>
                    <a:pt x="2743" y="998"/>
                  </a:cubicBezTo>
                  <a:cubicBezTo>
                    <a:pt x="2743" y="991"/>
                    <a:pt x="2738" y="986"/>
                    <a:pt x="2730" y="986"/>
                  </a:cubicBezTo>
                  <a:cubicBezTo>
                    <a:pt x="2723" y="986"/>
                    <a:pt x="2718" y="991"/>
                    <a:pt x="2718" y="998"/>
                  </a:cubicBezTo>
                  <a:cubicBezTo>
                    <a:pt x="2718" y="1005"/>
                    <a:pt x="2723" y="1011"/>
                    <a:pt x="2730" y="1011"/>
                  </a:cubicBezTo>
                  <a:close/>
                  <a:moveTo>
                    <a:pt x="2770" y="1011"/>
                  </a:moveTo>
                  <a:cubicBezTo>
                    <a:pt x="2777" y="1011"/>
                    <a:pt x="2783" y="1005"/>
                    <a:pt x="2783" y="998"/>
                  </a:cubicBezTo>
                  <a:cubicBezTo>
                    <a:pt x="2783" y="991"/>
                    <a:pt x="2777" y="986"/>
                    <a:pt x="2770" y="986"/>
                  </a:cubicBezTo>
                  <a:cubicBezTo>
                    <a:pt x="2763" y="986"/>
                    <a:pt x="2757" y="991"/>
                    <a:pt x="2757" y="998"/>
                  </a:cubicBezTo>
                  <a:cubicBezTo>
                    <a:pt x="2757" y="1005"/>
                    <a:pt x="2763" y="1011"/>
                    <a:pt x="2770" y="1011"/>
                  </a:cubicBezTo>
                  <a:close/>
                  <a:moveTo>
                    <a:pt x="2940" y="998"/>
                  </a:moveTo>
                  <a:cubicBezTo>
                    <a:pt x="2940" y="991"/>
                    <a:pt x="2935" y="986"/>
                    <a:pt x="2928" y="986"/>
                  </a:cubicBezTo>
                  <a:cubicBezTo>
                    <a:pt x="2921" y="986"/>
                    <a:pt x="2915" y="991"/>
                    <a:pt x="2915" y="998"/>
                  </a:cubicBezTo>
                  <a:cubicBezTo>
                    <a:pt x="2915" y="1005"/>
                    <a:pt x="2921" y="1011"/>
                    <a:pt x="2928" y="1011"/>
                  </a:cubicBezTo>
                  <a:cubicBezTo>
                    <a:pt x="2935" y="1011"/>
                    <a:pt x="2940" y="1005"/>
                    <a:pt x="2940" y="998"/>
                  </a:cubicBezTo>
                  <a:close/>
                  <a:moveTo>
                    <a:pt x="878" y="1029"/>
                  </a:moveTo>
                  <a:cubicBezTo>
                    <a:pt x="873" y="1029"/>
                    <a:pt x="869" y="1033"/>
                    <a:pt x="869" y="1038"/>
                  </a:cubicBezTo>
                  <a:cubicBezTo>
                    <a:pt x="869" y="1042"/>
                    <a:pt x="873" y="1046"/>
                    <a:pt x="878" y="1046"/>
                  </a:cubicBezTo>
                  <a:cubicBezTo>
                    <a:pt x="882" y="1046"/>
                    <a:pt x="886" y="1042"/>
                    <a:pt x="886" y="1038"/>
                  </a:cubicBezTo>
                  <a:cubicBezTo>
                    <a:pt x="886" y="1033"/>
                    <a:pt x="882" y="1029"/>
                    <a:pt x="878" y="1029"/>
                  </a:cubicBezTo>
                  <a:close/>
                  <a:moveTo>
                    <a:pt x="944" y="1038"/>
                  </a:moveTo>
                  <a:cubicBezTo>
                    <a:pt x="944" y="1045"/>
                    <a:pt x="949" y="1050"/>
                    <a:pt x="956" y="1050"/>
                  </a:cubicBezTo>
                  <a:cubicBezTo>
                    <a:pt x="963" y="1050"/>
                    <a:pt x="969" y="1045"/>
                    <a:pt x="969" y="1038"/>
                  </a:cubicBezTo>
                  <a:cubicBezTo>
                    <a:pt x="969" y="1031"/>
                    <a:pt x="963" y="1025"/>
                    <a:pt x="956" y="1025"/>
                  </a:cubicBezTo>
                  <a:cubicBezTo>
                    <a:pt x="949" y="1025"/>
                    <a:pt x="944" y="1031"/>
                    <a:pt x="944" y="1038"/>
                  </a:cubicBezTo>
                  <a:close/>
                  <a:moveTo>
                    <a:pt x="996" y="1025"/>
                  </a:moveTo>
                  <a:cubicBezTo>
                    <a:pt x="989" y="1025"/>
                    <a:pt x="983" y="1031"/>
                    <a:pt x="983" y="1038"/>
                  </a:cubicBezTo>
                  <a:cubicBezTo>
                    <a:pt x="983" y="1045"/>
                    <a:pt x="989" y="1050"/>
                    <a:pt x="996" y="1050"/>
                  </a:cubicBezTo>
                  <a:cubicBezTo>
                    <a:pt x="1003" y="1050"/>
                    <a:pt x="1009" y="1045"/>
                    <a:pt x="1009" y="1038"/>
                  </a:cubicBezTo>
                  <a:cubicBezTo>
                    <a:pt x="1009" y="1031"/>
                    <a:pt x="1003" y="1025"/>
                    <a:pt x="996" y="1025"/>
                  </a:cubicBezTo>
                  <a:close/>
                  <a:moveTo>
                    <a:pt x="1035" y="1025"/>
                  </a:moveTo>
                  <a:cubicBezTo>
                    <a:pt x="1028" y="1025"/>
                    <a:pt x="1023" y="1031"/>
                    <a:pt x="1023" y="1038"/>
                  </a:cubicBezTo>
                  <a:cubicBezTo>
                    <a:pt x="1023" y="1045"/>
                    <a:pt x="1028" y="1050"/>
                    <a:pt x="1035" y="1050"/>
                  </a:cubicBezTo>
                  <a:cubicBezTo>
                    <a:pt x="1042" y="1050"/>
                    <a:pt x="1048" y="1045"/>
                    <a:pt x="1048" y="1038"/>
                  </a:cubicBezTo>
                  <a:cubicBezTo>
                    <a:pt x="1048" y="1031"/>
                    <a:pt x="1042" y="1025"/>
                    <a:pt x="1035" y="1025"/>
                  </a:cubicBezTo>
                  <a:close/>
                  <a:moveTo>
                    <a:pt x="1075" y="1050"/>
                  </a:moveTo>
                  <a:cubicBezTo>
                    <a:pt x="1082" y="1050"/>
                    <a:pt x="1087" y="1045"/>
                    <a:pt x="1087" y="1038"/>
                  </a:cubicBezTo>
                  <a:cubicBezTo>
                    <a:pt x="1087" y="1031"/>
                    <a:pt x="1082" y="1025"/>
                    <a:pt x="1075" y="1025"/>
                  </a:cubicBezTo>
                  <a:cubicBezTo>
                    <a:pt x="1068" y="1025"/>
                    <a:pt x="1062" y="1031"/>
                    <a:pt x="1062" y="1038"/>
                  </a:cubicBezTo>
                  <a:cubicBezTo>
                    <a:pt x="1062" y="1045"/>
                    <a:pt x="1068" y="1050"/>
                    <a:pt x="1075" y="1050"/>
                  </a:cubicBezTo>
                  <a:close/>
                  <a:moveTo>
                    <a:pt x="1587" y="1025"/>
                  </a:moveTo>
                  <a:cubicBezTo>
                    <a:pt x="1580" y="1025"/>
                    <a:pt x="1574" y="1031"/>
                    <a:pt x="1574" y="1038"/>
                  </a:cubicBezTo>
                  <a:cubicBezTo>
                    <a:pt x="1574" y="1045"/>
                    <a:pt x="1580" y="1050"/>
                    <a:pt x="1587" y="1050"/>
                  </a:cubicBezTo>
                  <a:cubicBezTo>
                    <a:pt x="1594" y="1050"/>
                    <a:pt x="1600" y="1045"/>
                    <a:pt x="1600" y="1038"/>
                  </a:cubicBezTo>
                  <a:cubicBezTo>
                    <a:pt x="1600" y="1031"/>
                    <a:pt x="1594" y="1025"/>
                    <a:pt x="1587" y="1025"/>
                  </a:cubicBezTo>
                  <a:close/>
                  <a:moveTo>
                    <a:pt x="1627" y="1025"/>
                  </a:moveTo>
                  <a:cubicBezTo>
                    <a:pt x="1620" y="1025"/>
                    <a:pt x="1614" y="1031"/>
                    <a:pt x="1614" y="1038"/>
                  </a:cubicBezTo>
                  <a:cubicBezTo>
                    <a:pt x="1614" y="1045"/>
                    <a:pt x="1620" y="1050"/>
                    <a:pt x="1627" y="1050"/>
                  </a:cubicBezTo>
                  <a:cubicBezTo>
                    <a:pt x="1634" y="1050"/>
                    <a:pt x="1639" y="1045"/>
                    <a:pt x="1639" y="1038"/>
                  </a:cubicBezTo>
                  <a:cubicBezTo>
                    <a:pt x="1639" y="1031"/>
                    <a:pt x="1634" y="1025"/>
                    <a:pt x="1627" y="1025"/>
                  </a:cubicBezTo>
                  <a:close/>
                  <a:moveTo>
                    <a:pt x="1666" y="1025"/>
                  </a:moveTo>
                  <a:cubicBezTo>
                    <a:pt x="1659" y="1025"/>
                    <a:pt x="1653" y="1031"/>
                    <a:pt x="1653" y="1038"/>
                  </a:cubicBezTo>
                  <a:cubicBezTo>
                    <a:pt x="1653" y="1045"/>
                    <a:pt x="1659" y="1050"/>
                    <a:pt x="1666" y="1050"/>
                  </a:cubicBezTo>
                  <a:cubicBezTo>
                    <a:pt x="1673" y="1050"/>
                    <a:pt x="1679" y="1045"/>
                    <a:pt x="1679" y="1038"/>
                  </a:cubicBezTo>
                  <a:cubicBezTo>
                    <a:pt x="1679" y="1031"/>
                    <a:pt x="1673" y="1025"/>
                    <a:pt x="1666" y="1025"/>
                  </a:cubicBezTo>
                  <a:close/>
                  <a:moveTo>
                    <a:pt x="1705" y="1025"/>
                  </a:moveTo>
                  <a:cubicBezTo>
                    <a:pt x="1698" y="1025"/>
                    <a:pt x="1693" y="1031"/>
                    <a:pt x="1693" y="1038"/>
                  </a:cubicBezTo>
                  <a:cubicBezTo>
                    <a:pt x="1693" y="1045"/>
                    <a:pt x="1698" y="1050"/>
                    <a:pt x="1705" y="1050"/>
                  </a:cubicBezTo>
                  <a:cubicBezTo>
                    <a:pt x="1713" y="1050"/>
                    <a:pt x="1718" y="1045"/>
                    <a:pt x="1718" y="1038"/>
                  </a:cubicBezTo>
                  <a:cubicBezTo>
                    <a:pt x="1718" y="1031"/>
                    <a:pt x="1713" y="1025"/>
                    <a:pt x="1705" y="1025"/>
                  </a:cubicBezTo>
                  <a:close/>
                  <a:moveTo>
                    <a:pt x="1745" y="1025"/>
                  </a:moveTo>
                  <a:cubicBezTo>
                    <a:pt x="1738" y="1025"/>
                    <a:pt x="1732" y="1031"/>
                    <a:pt x="1732" y="1038"/>
                  </a:cubicBezTo>
                  <a:cubicBezTo>
                    <a:pt x="1732" y="1045"/>
                    <a:pt x="1738" y="1050"/>
                    <a:pt x="1745" y="1050"/>
                  </a:cubicBezTo>
                  <a:cubicBezTo>
                    <a:pt x="1752" y="1050"/>
                    <a:pt x="1758" y="1045"/>
                    <a:pt x="1758" y="1038"/>
                  </a:cubicBezTo>
                  <a:cubicBezTo>
                    <a:pt x="1758" y="1031"/>
                    <a:pt x="1752" y="1025"/>
                    <a:pt x="1745" y="1025"/>
                  </a:cubicBezTo>
                  <a:close/>
                  <a:moveTo>
                    <a:pt x="1784" y="1025"/>
                  </a:moveTo>
                  <a:cubicBezTo>
                    <a:pt x="1777" y="1025"/>
                    <a:pt x="1772" y="1031"/>
                    <a:pt x="1772" y="1038"/>
                  </a:cubicBezTo>
                  <a:cubicBezTo>
                    <a:pt x="1772" y="1045"/>
                    <a:pt x="1777" y="1050"/>
                    <a:pt x="1784" y="1050"/>
                  </a:cubicBezTo>
                  <a:cubicBezTo>
                    <a:pt x="1791" y="1050"/>
                    <a:pt x="1797" y="1045"/>
                    <a:pt x="1797" y="1038"/>
                  </a:cubicBezTo>
                  <a:cubicBezTo>
                    <a:pt x="1797" y="1031"/>
                    <a:pt x="1791" y="1025"/>
                    <a:pt x="1784" y="1025"/>
                  </a:cubicBezTo>
                  <a:close/>
                  <a:moveTo>
                    <a:pt x="1824" y="1050"/>
                  </a:moveTo>
                  <a:cubicBezTo>
                    <a:pt x="1831" y="1050"/>
                    <a:pt x="1836" y="1045"/>
                    <a:pt x="1836" y="1038"/>
                  </a:cubicBezTo>
                  <a:cubicBezTo>
                    <a:pt x="1836" y="1031"/>
                    <a:pt x="1831" y="1025"/>
                    <a:pt x="1824" y="1025"/>
                  </a:cubicBezTo>
                  <a:cubicBezTo>
                    <a:pt x="1817" y="1025"/>
                    <a:pt x="1811" y="1031"/>
                    <a:pt x="1811" y="1038"/>
                  </a:cubicBezTo>
                  <a:cubicBezTo>
                    <a:pt x="1811" y="1045"/>
                    <a:pt x="1817" y="1050"/>
                    <a:pt x="1824" y="1050"/>
                  </a:cubicBezTo>
                  <a:close/>
                  <a:moveTo>
                    <a:pt x="1863" y="1025"/>
                  </a:moveTo>
                  <a:cubicBezTo>
                    <a:pt x="1856" y="1025"/>
                    <a:pt x="1850" y="1031"/>
                    <a:pt x="1850" y="1038"/>
                  </a:cubicBezTo>
                  <a:cubicBezTo>
                    <a:pt x="1850" y="1045"/>
                    <a:pt x="1856" y="1050"/>
                    <a:pt x="1863" y="1050"/>
                  </a:cubicBezTo>
                  <a:cubicBezTo>
                    <a:pt x="1870" y="1050"/>
                    <a:pt x="1876" y="1045"/>
                    <a:pt x="1876" y="1038"/>
                  </a:cubicBezTo>
                  <a:cubicBezTo>
                    <a:pt x="1876" y="1031"/>
                    <a:pt x="1870" y="1025"/>
                    <a:pt x="1863" y="1025"/>
                  </a:cubicBezTo>
                  <a:close/>
                  <a:moveTo>
                    <a:pt x="1903" y="1025"/>
                  </a:moveTo>
                  <a:cubicBezTo>
                    <a:pt x="1896" y="1025"/>
                    <a:pt x="1890" y="1031"/>
                    <a:pt x="1890" y="1038"/>
                  </a:cubicBezTo>
                  <a:cubicBezTo>
                    <a:pt x="1890" y="1045"/>
                    <a:pt x="1896" y="1050"/>
                    <a:pt x="1903" y="1050"/>
                  </a:cubicBezTo>
                  <a:cubicBezTo>
                    <a:pt x="1910" y="1050"/>
                    <a:pt x="1915" y="1045"/>
                    <a:pt x="1915" y="1038"/>
                  </a:cubicBezTo>
                  <a:cubicBezTo>
                    <a:pt x="1915" y="1031"/>
                    <a:pt x="1910" y="1025"/>
                    <a:pt x="1903" y="1025"/>
                  </a:cubicBezTo>
                  <a:close/>
                  <a:moveTo>
                    <a:pt x="1942" y="1050"/>
                  </a:moveTo>
                  <a:cubicBezTo>
                    <a:pt x="1949" y="1050"/>
                    <a:pt x="1955" y="1045"/>
                    <a:pt x="1955" y="1038"/>
                  </a:cubicBezTo>
                  <a:cubicBezTo>
                    <a:pt x="1955" y="1031"/>
                    <a:pt x="1949" y="1025"/>
                    <a:pt x="1942" y="1025"/>
                  </a:cubicBezTo>
                  <a:cubicBezTo>
                    <a:pt x="1935" y="1025"/>
                    <a:pt x="1929" y="1031"/>
                    <a:pt x="1929" y="1038"/>
                  </a:cubicBezTo>
                  <a:cubicBezTo>
                    <a:pt x="1929" y="1045"/>
                    <a:pt x="1935" y="1050"/>
                    <a:pt x="1942" y="1050"/>
                  </a:cubicBezTo>
                  <a:close/>
                  <a:moveTo>
                    <a:pt x="1981" y="1025"/>
                  </a:moveTo>
                  <a:cubicBezTo>
                    <a:pt x="1974" y="1025"/>
                    <a:pt x="1969" y="1031"/>
                    <a:pt x="1969" y="1038"/>
                  </a:cubicBezTo>
                  <a:cubicBezTo>
                    <a:pt x="1969" y="1045"/>
                    <a:pt x="1974" y="1050"/>
                    <a:pt x="1981" y="1050"/>
                  </a:cubicBezTo>
                  <a:cubicBezTo>
                    <a:pt x="1988" y="1050"/>
                    <a:pt x="1994" y="1045"/>
                    <a:pt x="1994" y="1038"/>
                  </a:cubicBezTo>
                  <a:cubicBezTo>
                    <a:pt x="1994" y="1031"/>
                    <a:pt x="1988" y="1025"/>
                    <a:pt x="1981" y="1025"/>
                  </a:cubicBezTo>
                  <a:close/>
                  <a:moveTo>
                    <a:pt x="2021" y="1050"/>
                  </a:moveTo>
                  <a:cubicBezTo>
                    <a:pt x="2028" y="1050"/>
                    <a:pt x="2034" y="1045"/>
                    <a:pt x="2034" y="1038"/>
                  </a:cubicBezTo>
                  <a:cubicBezTo>
                    <a:pt x="2034" y="1031"/>
                    <a:pt x="2028" y="1025"/>
                    <a:pt x="2021" y="1025"/>
                  </a:cubicBezTo>
                  <a:cubicBezTo>
                    <a:pt x="2014" y="1025"/>
                    <a:pt x="2008" y="1031"/>
                    <a:pt x="2008" y="1038"/>
                  </a:cubicBezTo>
                  <a:cubicBezTo>
                    <a:pt x="2008" y="1045"/>
                    <a:pt x="2014" y="1050"/>
                    <a:pt x="2021" y="1050"/>
                  </a:cubicBezTo>
                  <a:close/>
                  <a:moveTo>
                    <a:pt x="2060" y="1050"/>
                  </a:moveTo>
                  <a:cubicBezTo>
                    <a:pt x="2067" y="1050"/>
                    <a:pt x="2073" y="1045"/>
                    <a:pt x="2073" y="1038"/>
                  </a:cubicBezTo>
                  <a:cubicBezTo>
                    <a:pt x="2073" y="1031"/>
                    <a:pt x="2067" y="1025"/>
                    <a:pt x="2060" y="1025"/>
                  </a:cubicBezTo>
                  <a:cubicBezTo>
                    <a:pt x="2053" y="1025"/>
                    <a:pt x="2048" y="1031"/>
                    <a:pt x="2048" y="1038"/>
                  </a:cubicBezTo>
                  <a:cubicBezTo>
                    <a:pt x="2048" y="1045"/>
                    <a:pt x="2053" y="1050"/>
                    <a:pt x="2060" y="1050"/>
                  </a:cubicBezTo>
                  <a:close/>
                  <a:moveTo>
                    <a:pt x="2100" y="1025"/>
                  </a:moveTo>
                  <a:cubicBezTo>
                    <a:pt x="2093" y="1025"/>
                    <a:pt x="2087" y="1031"/>
                    <a:pt x="2087" y="1038"/>
                  </a:cubicBezTo>
                  <a:cubicBezTo>
                    <a:pt x="2087" y="1045"/>
                    <a:pt x="2093" y="1050"/>
                    <a:pt x="2100" y="1050"/>
                  </a:cubicBezTo>
                  <a:cubicBezTo>
                    <a:pt x="2107" y="1050"/>
                    <a:pt x="2112" y="1045"/>
                    <a:pt x="2112" y="1038"/>
                  </a:cubicBezTo>
                  <a:cubicBezTo>
                    <a:pt x="2112" y="1031"/>
                    <a:pt x="2107" y="1025"/>
                    <a:pt x="2100" y="1025"/>
                  </a:cubicBezTo>
                  <a:close/>
                  <a:moveTo>
                    <a:pt x="2139" y="1050"/>
                  </a:moveTo>
                  <a:cubicBezTo>
                    <a:pt x="2146" y="1050"/>
                    <a:pt x="2152" y="1045"/>
                    <a:pt x="2152" y="1038"/>
                  </a:cubicBezTo>
                  <a:cubicBezTo>
                    <a:pt x="2152" y="1031"/>
                    <a:pt x="2146" y="1025"/>
                    <a:pt x="2139" y="1025"/>
                  </a:cubicBezTo>
                  <a:cubicBezTo>
                    <a:pt x="2132" y="1025"/>
                    <a:pt x="2126" y="1031"/>
                    <a:pt x="2126" y="1038"/>
                  </a:cubicBezTo>
                  <a:cubicBezTo>
                    <a:pt x="2126" y="1045"/>
                    <a:pt x="2132" y="1050"/>
                    <a:pt x="2139" y="1050"/>
                  </a:cubicBezTo>
                  <a:close/>
                  <a:moveTo>
                    <a:pt x="2179" y="1050"/>
                  </a:moveTo>
                  <a:cubicBezTo>
                    <a:pt x="2186" y="1050"/>
                    <a:pt x="2191" y="1045"/>
                    <a:pt x="2191" y="1038"/>
                  </a:cubicBezTo>
                  <a:cubicBezTo>
                    <a:pt x="2191" y="1031"/>
                    <a:pt x="2186" y="1025"/>
                    <a:pt x="2179" y="1025"/>
                  </a:cubicBezTo>
                  <a:cubicBezTo>
                    <a:pt x="2172" y="1025"/>
                    <a:pt x="2166" y="1031"/>
                    <a:pt x="2166" y="1038"/>
                  </a:cubicBezTo>
                  <a:cubicBezTo>
                    <a:pt x="2166" y="1045"/>
                    <a:pt x="2172" y="1050"/>
                    <a:pt x="2179" y="1050"/>
                  </a:cubicBezTo>
                  <a:close/>
                  <a:moveTo>
                    <a:pt x="2977" y="1038"/>
                  </a:moveTo>
                  <a:cubicBezTo>
                    <a:pt x="2977" y="1032"/>
                    <a:pt x="2973" y="1028"/>
                    <a:pt x="2967" y="1028"/>
                  </a:cubicBezTo>
                  <a:cubicBezTo>
                    <a:pt x="2962" y="1028"/>
                    <a:pt x="2957" y="1032"/>
                    <a:pt x="2957" y="1038"/>
                  </a:cubicBezTo>
                  <a:cubicBezTo>
                    <a:pt x="2957" y="1043"/>
                    <a:pt x="2962" y="1048"/>
                    <a:pt x="2967" y="1048"/>
                  </a:cubicBezTo>
                  <a:cubicBezTo>
                    <a:pt x="2973" y="1048"/>
                    <a:pt x="2977" y="1043"/>
                    <a:pt x="2977" y="1038"/>
                  </a:cubicBezTo>
                  <a:close/>
                  <a:moveTo>
                    <a:pt x="917" y="1090"/>
                  </a:moveTo>
                  <a:cubicBezTo>
                    <a:pt x="924" y="1090"/>
                    <a:pt x="930" y="1084"/>
                    <a:pt x="930" y="1077"/>
                  </a:cubicBezTo>
                  <a:cubicBezTo>
                    <a:pt x="930" y="1070"/>
                    <a:pt x="924" y="1064"/>
                    <a:pt x="917" y="1064"/>
                  </a:cubicBezTo>
                  <a:cubicBezTo>
                    <a:pt x="910" y="1064"/>
                    <a:pt x="904" y="1070"/>
                    <a:pt x="904" y="1077"/>
                  </a:cubicBezTo>
                  <a:cubicBezTo>
                    <a:pt x="904" y="1084"/>
                    <a:pt x="910" y="1090"/>
                    <a:pt x="917" y="1090"/>
                  </a:cubicBezTo>
                  <a:close/>
                  <a:moveTo>
                    <a:pt x="956" y="1090"/>
                  </a:moveTo>
                  <a:cubicBezTo>
                    <a:pt x="963" y="1090"/>
                    <a:pt x="969" y="1084"/>
                    <a:pt x="969" y="1077"/>
                  </a:cubicBezTo>
                  <a:cubicBezTo>
                    <a:pt x="969" y="1070"/>
                    <a:pt x="963" y="1064"/>
                    <a:pt x="956" y="1064"/>
                  </a:cubicBezTo>
                  <a:cubicBezTo>
                    <a:pt x="949" y="1064"/>
                    <a:pt x="944" y="1070"/>
                    <a:pt x="944" y="1077"/>
                  </a:cubicBezTo>
                  <a:cubicBezTo>
                    <a:pt x="944" y="1084"/>
                    <a:pt x="949" y="1090"/>
                    <a:pt x="956" y="1090"/>
                  </a:cubicBezTo>
                  <a:close/>
                  <a:moveTo>
                    <a:pt x="996" y="1090"/>
                  </a:moveTo>
                  <a:cubicBezTo>
                    <a:pt x="1003" y="1090"/>
                    <a:pt x="1009" y="1084"/>
                    <a:pt x="1009" y="1077"/>
                  </a:cubicBezTo>
                  <a:cubicBezTo>
                    <a:pt x="1009" y="1070"/>
                    <a:pt x="1003" y="1064"/>
                    <a:pt x="996" y="1064"/>
                  </a:cubicBezTo>
                  <a:cubicBezTo>
                    <a:pt x="989" y="1064"/>
                    <a:pt x="983" y="1070"/>
                    <a:pt x="983" y="1077"/>
                  </a:cubicBezTo>
                  <a:cubicBezTo>
                    <a:pt x="983" y="1084"/>
                    <a:pt x="989" y="1090"/>
                    <a:pt x="996" y="1090"/>
                  </a:cubicBezTo>
                  <a:close/>
                  <a:moveTo>
                    <a:pt x="1035" y="1090"/>
                  </a:moveTo>
                  <a:cubicBezTo>
                    <a:pt x="1042" y="1090"/>
                    <a:pt x="1048" y="1084"/>
                    <a:pt x="1048" y="1077"/>
                  </a:cubicBezTo>
                  <a:cubicBezTo>
                    <a:pt x="1048" y="1070"/>
                    <a:pt x="1042" y="1064"/>
                    <a:pt x="1035" y="1064"/>
                  </a:cubicBezTo>
                  <a:cubicBezTo>
                    <a:pt x="1028" y="1064"/>
                    <a:pt x="1023" y="1070"/>
                    <a:pt x="1023" y="1077"/>
                  </a:cubicBezTo>
                  <a:cubicBezTo>
                    <a:pt x="1023" y="1084"/>
                    <a:pt x="1028" y="1090"/>
                    <a:pt x="1035" y="1090"/>
                  </a:cubicBezTo>
                  <a:close/>
                  <a:moveTo>
                    <a:pt x="1075" y="1090"/>
                  </a:moveTo>
                  <a:cubicBezTo>
                    <a:pt x="1082" y="1090"/>
                    <a:pt x="1087" y="1084"/>
                    <a:pt x="1087" y="1077"/>
                  </a:cubicBezTo>
                  <a:cubicBezTo>
                    <a:pt x="1087" y="1070"/>
                    <a:pt x="1082" y="1064"/>
                    <a:pt x="1075" y="1064"/>
                  </a:cubicBezTo>
                  <a:cubicBezTo>
                    <a:pt x="1068" y="1064"/>
                    <a:pt x="1062" y="1070"/>
                    <a:pt x="1062" y="1077"/>
                  </a:cubicBezTo>
                  <a:cubicBezTo>
                    <a:pt x="1062" y="1084"/>
                    <a:pt x="1068" y="1090"/>
                    <a:pt x="1075" y="1090"/>
                  </a:cubicBezTo>
                  <a:close/>
                  <a:moveTo>
                    <a:pt x="1114" y="1090"/>
                  </a:moveTo>
                  <a:cubicBezTo>
                    <a:pt x="1121" y="1090"/>
                    <a:pt x="1127" y="1084"/>
                    <a:pt x="1127" y="1077"/>
                  </a:cubicBezTo>
                  <a:cubicBezTo>
                    <a:pt x="1127" y="1070"/>
                    <a:pt x="1121" y="1064"/>
                    <a:pt x="1114" y="1064"/>
                  </a:cubicBezTo>
                  <a:cubicBezTo>
                    <a:pt x="1107" y="1064"/>
                    <a:pt x="1101" y="1070"/>
                    <a:pt x="1101" y="1077"/>
                  </a:cubicBezTo>
                  <a:cubicBezTo>
                    <a:pt x="1101" y="1084"/>
                    <a:pt x="1107" y="1090"/>
                    <a:pt x="1114" y="1090"/>
                  </a:cubicBezTo>
                  <a:close/>
                  <a:moveTo>
                    <a:pt x="1154" y="1090"/>
                  </a:moveTo>
                  <a:cubicBezTo>
                    <a:pt x="1161" y="1090"/>
                    <a:pt x="1166" y="1084"/>
                    <a:pt x="1166" y="1077"/>
                  </a:cubicBezTo>
                  <a:cubicBezTo>
                    <a:pt x="1166" y="1070"/>
                    <a:pt x="1161" y="1064"/>
                    <a:pt x="1154" y="1064"/>
                  </a:cubicBezTo>
                  <a:cubicBezTo>
                    <a:pt x="1147" y="1064"/>
                    <a:pt x="1141" y="1070"/>
                    <a:pt x="1141" y="1077"/>
                  </a:cubicBezTo>
                  <a:cubicBezTo>
                    <a:pt x="1141" y="1084"/>
                    <a:pt x="1147" y="1090"/>
                    <a:pt x="1154" y="1090"/>
                  </a:cubicBezTo>
                  <a:close/>
                  <a:moveTo>
                    <a:pt x="1627" y="1064"/>
                  </a:moveTo>
                  <a:cubicBezTo>
                    <a:pt x="1620" y="1064"/>
                    <a:pt x="1614" y="1070"/>
                    <a:pt x="1614" y="1077"/>
                  </a:cubicBezTo>
                  <a:cubicBezTo>
                    <a:pt x="1614" y="1084"/>
                    <a:pt x="1620" y="1090"/>
                    <a:pt x="1627" y="1090"/>
                  </a:cubicBezTo>
                  <a:cubicBezTo>
                    <a:pt x="1634" y="1090"/>
                    <a:pt x="1639" y="1084"/>
                    <a:pt x="1639" y="1077"/>
                  </a:cubicBezTo>
                  <a:cubicBezTo>
                    <a:pt x="1639" y="1070"/>
                    <a:pt x="1634" y="1064"/>
                    <a:pt x="1627" y="1064"/>
                  </a:cubicBezTo>
                  <a:close/>
                  <a:moveTo>
                    <a:pt x="1666" y="1064"/>
                  </a:moveTo>
                  <a:cubicBezTo>
                    <a:pt x="1659" y="1064"/>
                    <a:pt x="1653" y="1070"/>
                    <a:pt x="1653" y="1077"/>
                  </a:cubicBezTo>
                  <a:cubicBezTo>
                    <a:pt x="1653" y="1084"/>
                    <a:pt x="1659" y="1090"/>
                    <a:pt x="1666" y="1090"/>
                  </a:cubicBezTo>
                  <a:cubicBezTo>
                    <a:pt x="1673" y="1090"/>
                    <a:pt x="1679" y="1084"/>
                    <a:pt x="1679" y="1077"/>
                  </a:cubicBezTo>
                  <a:cubicBezTo>
                    <a:pt x="1679" y="1070"/>
                    <a:pt x="1673" y="1064"/>
                    <a:pt x="1666" y="1064"/>
                  </a:cubicBezTo>
                  <a:close/>
                  <a:moveTo>
                    <a:pt x="1784" y="1064"/>
                  </a:moveTo>
                  <a:cubicBezTo>
                    <a:pt x="1777" y="1064"/>
                    <a:pt x="1772" y="1070"/>
                    <a:pt x="1772" y="1077"/>
                  </a:cubicBezTo>
                  <a:cubicBezTo>
                    <a:pt x="1772" y="1084"/>
                    <a:pt x="1777" y="1090"/>
                    <a:pt x="1784" y="1090"/>
                  </a:cubicBezTo>
                  <a:cubicBezTo>
                    <a:pt x="1791" y="1090"/>
                    <a:pt x="1797" y="1084"/>
                    <a:pt x="1797" y="1077"/>
                  </a:cubicBezTo>
                  <a:cubicBezTo>
                    <a:pt x="1797" y="1070"/>
                    <a:pt x="1791" y="1064"/>
                    <a:pt x="1784" y="1064"/>
                  </a:cubicBezTo>
                  <a:close/>
                  <a:moveTo>
                    <a:pt x="1824" y="1090"/>
                  </a:moveTo>
                  <a:cubicBezTo>
                    <a:pt x="1831" y="1090"/>
                    <a:pt x="1836" y="1084"/>
                    <a:pt x="1836" y="1077"/>
                  </a:cubicBezTo>
                  <a:cubicBezTo>
                    <a:pt x="1836" y="1070"/>
                    <a:pt x="1831" y="1064"/>
                    <a:pt x="1824" y="1064"/>
                  </a:cubicBezTo>
                  <a:cubicBezTo>
                    <a:pt x="1817" y="1064"/>
                    <a:pt x="1811" y="1070"/>
                    <a:pt x="1811" y="1077"/>
                  </a:cubicBezTo>
                  <a:cubicBezTo>
                    <a:pt x="1811" y="1084"/>
                    <a:pt x="1817" y="1090"/>
                    <a:pt x="1824" y="1090"/>
                  </a:cubicBezTo>
                  <a:close/>
                  <a:moveTo>
                    <a:pt x="1863" y="1090"/>
                  </a:moveTo>
                  <a:cubicBezTo>
                    <a:pt x="1870" y="1090"/>
                    <a:pt x="1876" y="1084"/>
                    <a:pt x="1876" y="1077"/>
                  </a:cubicBezTo>
                  <a:cubicBezTo>
                    <a:pt x="1876" y="1070"/>
                    <a:pt x="1870" y="1064"/>
                    <a:pt x="1863" y="1064"/>
                  </a:cubicBezTo>
                  <a:cubicBezTo>
                    <a:pt x="1856" y="1064"/>
                    <a:pt x="1850" y="1070"/>
                    <a:pt x="1850" y="1077"/>
                  </a:cubicBezTo>
                  <a:cubicBezTo>
                    <a:pt x="1850" y="1084"/>
                    <a:pt x="1856" y="1090"/>
                    <a:pt x="1863" y="1090"/>
                  </a:cubicBezTo>
                  <a:close/>
                  <a:moveTo>
                    <a:pt x="1903" y="1090"/>
                  </a:moveTo>
                  <a:cubicBezTo>
                    <a:pt x="1910" y="1090"/>
                    <a:pt x="1915" y="1084"/>
                    <a:pt x="1915" y="1077"/>
                  </a:cubicBezTo>
                  <a:cubicBezTo>
                    <a:pt x="1915" y="1070"/>
                    <a:pt x="1910" y="1064"/>
                    <a:pt x="1903" y="1064"/>
                  </a:cubicBezTo>
                  <a:cubicBezTo>
                    <a:pt x="1896" y="1064"/>
                    <a:pt x="1890" y="1070"/>
                    <a:pt x="1890" y="1077"/>
                  </a:cubicBezTo>
                  <a:cubicBezTo>
                    <a:pt x="1890" y="1084"/>
                    <a:pt x="1896" y="1090"/>
                    <a:pt x="1903" y="1090"/>
                  </a:cubicBezTo>
                  <a:close/>
                  <a:moveTo>
                    <a:pt x="1942" y="1090"/>
                  </a:moveTo>
                  <a:cubicBezTo>
                    <a:pt x="1949" y="1090"/>
                    <a:pt x="1955" y="1084"/>
                    <a:pt x="1955" y="1077"/>
                  </a:cubicBezTo>
                  <a:cubicBezTo>
                    <a:pt x="1955" y="1070"/>
                    <a:pt x="1949" y="1064"/>
                    <a:pt x="1942" y="1064"/>
                  </a:cubicBezTo>
                  <a:cubicBezTo>
                    <a:pt x="1935" y="1064"/>
                    <a:pt x="1929" y="1070"/>
                    <a:pt x="1929" y="1077"/>
                  </a:cubicBezTo>
                  <a:cubicBezTo>
                    <a:pt x="1929" y="1084"/>
                    <a:pt x="1935" y="1090"/>
                    <a:pt x="1942" y="1090"/>
                  </a:cubicBezTo>
                  <a:close/>
                  <a:moveTo>
                    <a:pt x="1981" y="1090"/>
                  </a:moveTo>
                  <a:cubicBezTo>
                    <a:pt x="1988" y="1090"/>
                    <a:pt x="1994" y="1084"/>
                    <a:pt x="1994" y="1077"/>
                  </a:cubicBezTo>
                  <a:cubicBezTo>
                    <a:pt x="1994" y="1070"/>
                    <a:pt x="1988" y="1064"/>
                    <a:pt x="1981" y="1064"/>
                  </a:cubicBezTo>
                  <a:cubicBezTo>
                    <a:pt x="1974" y="1064"/>
                    <a:pt x="1969" y="1070"/>
                    <a:pt x="1969" y="1077"/>
                  </a:cubicBezTo>
                  <a:cubicBezTo>
                    <a:pt x="1969" y="1084"/>
                    <a:pt x="1974" y="1090"/>
                    <a:pt x="1981" y="1090"/>
                  </a:cubicBezTo>
                  <a:close/>
                  <a:moveTo>
                    <a:pt x="2008" y="1077"/>
                  </a:moveTo>
                  <a:cubicBezTo>
                    <a:pt x="2008" y="1084"/>
                    <a:pt x="2014" y="1090"/>
                    <a:pt x="2021" y="1090"/>
                  </a:cubicBezTo>
                  <a:cubicBezTo>
                    <a:pt x="2028" y="1090"/>
                    <a:pt x="2034" y="1084"/>
                    <a:pt x="2034" y="1077"/>
                  </a:cubicBezTo>
                  <a:cubicBezTo>
                    <a:pt x="2034" y="1070"/>
                    <a:pt x="2028" y="1064"/>
                    <a:pt x="2021" y="1064"/>
                  </a:cubicBezTo>
                  <a:cubicBezTo>
                    <a:pt x="2014" y="1064"/>
                    <a:pt x="2008" y="1070"/>
                    <a:pt x="2008" y="1077"/>
                  </a:cubicBezTo>
                  <a:close/>
                  <a:moveTo>
                    <a:pt x="2060" y="1090"/>
                  </a:moveTo>
                  <a:cubicBezTo>
                    <a:pt x="2067" y="1090"/>
                    <a:pt x="2073" y="1084"/>
                    <a:pt x="2073" y="1077"/>
                  </a:cubicBezTo>
                  <a:cubicBezTo>
                    <a:pt x="2073" y="1070"/>
                    <a:pt x="2067" y="1064"/>
                    <a:pt x="2060" y="1064"/>
                  </a:cubicBezTo>
                  <a:cubicBezTo>
                    <a:pt x="2053" y="1064"/>
                    <a:pt x="2048" y="1070"/>
                    <a:pt x="2048" y="1077"/>
                  </a:cubicBezTo>
                  <a:cubicBezTo>
                    <a:pt x="2048" y="1084"/>
                    <a:pt x="2053" y="1090"/>
                    <a:pt x="2060" y="1090"/>
                  </a:cubicBezTo>
                  <a:close/>
                  <a:moveTo>
                    <a:pt x="2100" y="1090"/>
                  </a:moveTo>
                  <a:cubicBezTo>
                    <a:pt x="2107" y="1090"/>
                    <a:pt x="2112" y="1084"/>
                    <a:pt x="2112" y="1077"/>
                  </a:cubicBezTo>
                  <a:cubicBezTo>
                    <a:pt x="2112" y="1070"/>
                    <a:pt x="2107" y="1064"/>
                    <a:pt x="2100" y="1064"/>
                  </a:cubicBezTo>
                  <a:cubicBezTo>
                    <a:pt x="2093" y="1064"/>
                    <a:pt x="2087" y="1070"/>
                    <a:pt x="2087" y="1077"/>
                  </a:cubicBezTo>
                  <a:cubicBezTo>
                    <a:pt x="2087" y="1084"/>
                    <a:pt x="2093" y="1090"/>
                    <a:pt x="2100" y="1090"/>
                  </a:cubicBezTo>
                  <a:close/>
                  <a:moveTo>
                    <a:pt x="2139" y="1090"/>
                  </a:moveTo>
                  <a:cubicBezTo>
                    <a:pt x="2146" y="1090"/>
                    <a:pt x="2152" y="1084"/>
                    <a:pt x="2152" y="1077"/>
                  </a:cubicBezTo>
                  <a:cubicBezTo>
                    <a:pt x="2152" y="1070"/>
                    <a:pt x="2146" y="1064"/>
                    <a:pt x="2139" y="1064"/>
                  </a:cubicBezTo>
                  <a:cubicBezTo>
                    <a:pt x="2132" y="1064"/>
                    <a:pt x="2126" y="1070"/>
                    <a:pt x="2126" y="1077"/>
                  </a:cubicBezTo>
                  <a:cubicBezTo>
                    <a:pt x="2126" y="1084"/>
                    <a:pt x="2132" y="1090"/>
                    <a:pt x="2139" y="1090"/>
                  </a:cubicBezTo>
                  <a:close/>
                  <a:moveTo>
                    <a:pt x="2179" y="1064"/>
                  </a:moveTo>
                  <a:cubicBezTo>
                    <a:pt x="2172" y="1064"/>
                    <a:pt x="2166" y="1070"/>
                    <a:pt x="2166" y="1077"/>
                  </a:cubicBezTo>
                  <a:cubicBezTo>
                    <a:pt x="2166" y="1084"/>
                    <a:pt x="2172" y="1090"/>
                    <a:pt x="2179" y="1090"/>
                  </a:cubicBezTo>
                  <a:cubicBezTo>
                    <a:pt x="2186" y="1090"/>
                    <a:pt x="2191" y="1084"/>
                    <a:pt x="2191" y="1077"/>
                  </a:cubicBezTo>
                  <a:cubicBezTo>
                    <a:pt x="2191" y="1070"/>
                    <a:pt x="2186" y="1064"/>
                    <a:pt x="2179" y="1064"/>
                  </a:cubicBezTo>
                  <a:close/>
                  <a:moveTo>
                    <a:pt x="2730" y="1064"/>
                  </a:moveTo>
                  <a:cubicBezTo>
                    <a:pt x="2723" y="1064"/>
                    <a:pt x="2718" y="1070"/>
                    <a:pt x="2718" y="1077"/>
                  </a:cubicBezTo>
                  <a:cubicBezTo>
                    <a:pt x="2718" y="1084"/>
                    <a:pt x="2723" y="1090"/>
                    <a:pt x="2730" y="1090"/>
                  </a:cubicBezTo>
                  <a:cubicBezTo>
                    <a:pt x="2738" y="1090"/>
                    <a:pt x="2743" y="1084"/>
                    <a:pt x="2743" y="1077"/>
                  </a:cubicBezTo>
                  <a:cubicBezTo>
                    <a:pt x="2743" y="1070"/>
                    <a:pt x="2738" y="1064"/>
                    <a:pt x="2730" y="1064"/>
                  </a:cubicBezTo>
                  <a:close/>
                  <a:moveTo>
                    <a:pt x="2888" y="1090"/>
                  </a:moveTo>
                  <a:cubicBezTo>
                    <a:pt x="2895" y="1090"/>
                    <a:pt x="2901" y="1084"/>
                    <a:pt x="2901" y="1077"/>
                  </a:cubicBezTo>
                  <a:cubicBezTo>
                    <a:pt x="2901" y="1070"/>
                    <a:pt x="2895" y="1064"/>
                    <a:pt x="2888" y="1064"/>
                  </a:cubicBezTo>
                  <a:cubicBezTo>
                    <a:pt x="2881" y="1064"/>
                    <a:pt x="2875" y="1070"/>
                    <a:pt x="2875" y="1077"/>
                  </a:cubicBezTo>
                  <a:cubicBezTo>
                    <a:pt x="2875" y="1084"/>
                    <a:pt x="2881" y="1090"/>
                    <a:pt x="2888" y="1090"/>
                  </a:cubicBezTo>
                  <a:close/>
                  <a:moveTo>
                    <a:pt x="917" y="1129"/>
                  </a:moveTo>
                  <a:cubicBezTo>
                    <a:pt x="924" y="1129"/>
                    <a:pt x="930" y="1124"/>
                    <a:pt x="930" y="1117"/>
                  </a:cubicBezTo>
                  <a:cubicBezTo>
                    <a:pt x="930" y="1110"/>
                    <a:pt x="924" y="1104"/>
                    <a:pt x="917" y="1104"/>
                  </a:cubicBezTo>
                  <a:cubicBezTo>
                    <a:pt x="910" y="1104"/>
                    <a:pt x="904" y="1110"/>
                    <a:pt x="904" y="1117"/>
                  </a:cubicBezTo>
                  <a:cubicBezTo>
                    <a:pt x="904" y="1124"/>
                    <a:pt x="910" y="1129"/>
                    <a:pt x="917" y="1129"/>
                  </a:cubicBezTo>
                  <a:close/>
                  <a:moveTo>
                    <a:pt x="956" y="1129"/>
                  </a:moveTo>
                  <a:cubicBezTo>
                    <a:pt x="963" y="1129"/>
                    <a:pt x="969" y="1124"/>
                    <a:pt x="969" y="1117"/>
                  </a:cubicBezTo>
                  <a:cubicBezTo>
                    <a:pt x="969" y="1110"/>
                    <a:pt x="963" y="1104"/>
                    <a:pt x="956" y="1104"/>
                  </a:cubicBezTo>
                  <a:cubicBezTo>
                    <a:pt x="949" y="1104"/>
                    <a:pt x="944" y="1110"/>
                    <a:pt x="944" y="1117"/>
                  </a:cubicBezTo>
                  <a:cubicBezTo>
                    <a:pt x="944" y="1124"/>
                    <a:pt x="949" y="1129"/>
                    <a:pt x="956" y="1129"/>
                  </a:cubicBezTo>
                  <a:close/>
                  <a:moveTo>
                    <a:pt x="996" y="1129"/>
                  </a:moveTo>
                  <a:cubicBezTo>
                    <a:pt x="1003" y="1129"/>
                    <a:pt x="1009" y="1124"/>
                    <a:pt x="1009" y="1117"/>
                  </a:cubicBezTo>
                  <a:cubicBezTo>
                    <a:pt x="1009" y="1110"/>
                    <a:pt x="1003" y="1104"/>
                    <a:pt x="996" y="1104"/>
                  </a:cubicBezTo>
                  <a:cubicBezTo>
                    <a:pt x="989" y="1104"/>
                    <a:pt x="983" y="1110"/>
                    <a:pt x="983" y="1117"/>
                  </a:cubicBezTo>
                  <a:cubicBezTo>
                    <a:pt x="983" y="1124"/>
                    <a:pt x="989" y="1129"/>
                    <a:pt x="996" y="1129"/>
                  </a:cubicBezTo>
                  <a:close/>
                  <a:moveTo>
                    <a:pt x="1035" y="1129"/>
                  </a:moveTo>
                  <a:cubicBezTo>
                    <a:pt x="1042" y="1129"/>
                    <a:pt x="1048" y="1124"/>
                    <a:pt x="1048" y="1117"/>
                  </a:cubicBezTo>
                  <a:cubicBezTo>
                    <a:pt x="1048" y="1110"/>
                    <a:pt x="1042" y="1104"/>
                    <a:pt x="1035" y="1104"/>
                  </a:cubicBezTo>
                  <a:cubicBezTo>
                    <a:pt x="1028" y="1104"/>
                    <a:pt x="1023" y="1110"/>
                    <a:pt x="1023" y="1117"/>
                  </a:cubicBezTo>
                  <a:cubicBezTo>
                    <a:pt x="1023" y="1124"/>
                    <a:pt x="1028" y="1129"/>
                    <a:pt x="1035" y="1129"/>
                  </a:cubicBezTo>
                  <a:close/>
                  <a:moveTo>
                    <a:pt x="1075" y="1129"/>
                  </a:moveTo>
                  <a:cubicBezTo>
                    <a:pt x="1082" y="1129"/>
                    <a:pt x="1087" y="1124"/>
                    <a:pt x="1087" y="1117"/>
                  </a:cubicBezTo>
                  <a:cubicBezTo>
                    <a:pt x="1087" y="1110"/>
                    <a:pt x="1082" y="1104"/>
                    <a:pt x="1075" y="1104"/>
                  </a:cubicBezTo>
                  <a:cubicBezTo>
                    <a:pt x="1068" y="1104"/>
                    <a:pt x="1062" y="1110"/>
                    <a:pt x="1062" y="1117"/>
                  </a:cubicBezTo>
                  <a:cubicBezTo>
                    <a:pt x="1062" y="1124"/>
                    <a:pt x="1068" y="1129"/>
                    <a:pt x="1075" y="1129"/>
                  </a:cubicBezTo>
                  <a:close/>
                  <a:moveTo>
                    <a:pt x="1114" y="1129"/>
                  </a:moveTo>
                  <a:cubicBezTo>
                    <a:pt x="1121" y="1129"/>
                    <a:pt x="1127" y="1124"/>
                    <a:pt x="1127" y="1117"/>
                  </a:cubicBezTo>
                  <a:cubicBezTo>
                    <a:pt x="1127" y="1110"/>
                    <a:pt x="1121" y="1104"/>
                    <a:pt x="1114" y="1104"/>
                  </a:cubicBezTo>
                  <a:cubicBezTo>
                    <a:pt x="1107" y="1104"/>
                    <a:pt x="1101" y="1110"/>
                    <a:pt x="1101" y="1117"/>
                  </a:cubicBezTo>
                  <a:cubicBezTo>
                    <a:pt x="1101" y="1124"/>
                    <a:pt x="1107" y="1129"/>
                    <a:pt x="1114" y="1129"/>
                  </a:cubicBezTo>
                  <a:close/>
                  <a:moveTo>
                    <a:pt x="1154" y="1129"/>
                  </a:moveTo>
                  <a:cubicBezTo>
                    <a:pt x="1161" y="1129"/>
                    <a:pt x="1166" y="1124"/>
                    <a:pt x="1166" y="1117"/>
                  </a:cubicBezTo>
                  <a:cubicBezTo>
                    <a:pt x="1166" y="1110"/>
                    <a:pt x="1161" y="1104"/>
                    <a:pt x="1154" y="1104"/>
                  </a:cubicBezTo>
                  <a:cubicBezTo>
                    <a:pt x="1146" y="1104"/>
                    <a:pt x="1141" y="1110"/>
                    <a:pt x="1141" y="1117"/>
                  </a:cubicBezTo>
                  <a:cubicBezTo>
                    <a:pt x="1141" y="1124"/>
                    <a:pt x="1146" y="1129"/>
                    <a:pt x="1154" y="1129"/>
                  </a:cubicBezTo>
                  <a:close/>
                  <a:moveTo>
                    <a:pt x="1824" y="1104"/>
                  </a:moveTo>
                  <a:cubicBezTo>
                    <a:pt x="1817" y="1104"/>
                    <a:pt x="1811" y="1110"/>
                    <a:pt x="1811" y="1117"/>
                  </a:cubicBezTo>
                  <a:cubicBezTo>
                    <a:pt x="1811" y="1124"/>
                    <a:pt x="1817" y="1129"/>
                    <a:pt x="1824" y="1129"/>
                  </a:cubicBezTo>
                  <a:cubicBezTo>
                    <a:pt x="1831" y="1129"/>
                    <a:pt x="1836" y="1124"/>
                    <a:pt x="1836" y="1117"/>
                  </a:cubicBezTo>
                  <a:cubicBezTo>
                    <a:pt x="1836" y="1110"/>
                    <a:pt x="1831" y="1104"/>
                    <a:pt x="1824" y="1104"/>
                  </a:cubicBezTo>
                  <a:close/>
                  <a:moveTo>
                    <a:pt x="1863" y="1104"/>
                  </a:moveTo>
                  <a:cubicBezTo>
                    <a:pt x="1856" y="1104"/>
                    <a:pt x="1850" y="1110"/>
                    <a:pt x="1850" y="1117"/>
                  </a:cubicBezTo>
                  <a:cubicBezTo>
                    <a:pt x="1850" y="1124"/>
                    <a:pt x="1856" y="1129"/>
                    <a:pt x="1863" y="1129"/>
                  </a:cubicBezTo>
                  <a:cubicBezTo>
                    <a:pt x="1870" y="1129"/>
                    <a:pt x="1876" y="1124"/>
                    <a:pt x="1876" y="1117"/>
                  </a:cubicBezTo>
                  <a:cubicBezTo>
                    <a:pt x="1876" y="1110"/>
                    <a:pt x="1870" y="1104"/>
                    <a:pt x="1863" y="1104"/>
                  </a:cubicBezTo>
                  <a:close/>
                  <a:moveTo>
                    <a:pt x="1903" y="1104"/>
                  </a:moveTo>
                  <a:cubicBezTo>
                    <a:pt x="1896" y="1104"/>
                    <a:pt x="1890" y="1110"/>
                    <a:pt x="1890" y="1117"/>
                  </a:cubicBezTo>
                  <a:cubicBezTo>
                    <a:pt x="1890" y="1124"/>
                    <a:pt x="1896" y="1129"/>
                    <a:pt x="1903" y="1129"/>
                  </a:cubicBezTo>
                  <a:cubicBezTo>
                    <a:pt x="1910" y="1129"/>
                    <a:pt x="1915" y="1124"/>
                    <a:pt x="1915" y="1117"/>
                  </a:cubicBezTo>
                  <a:cubicBezTo>
                    <a:pt x="1915" y="1110"/>
                    <a:pt x="1910" y="1104"/>
                    <a:pt x="1903" y="1104"/>
                  </a:cubicBezTo>
                  <a:close/>
                  <a:moveTo>
                    <a:pt x="1942" y="1129"/>
                  </a:moveTo>
                  <a:cubicBezTo>
                    <a:pt x="1949" y="1129"/>
                    <a:pt x="1955" y="1124"/>
                    <a:pt x="1955" y="1117"/>
                  </a:cubicBezTo>
                  <a:cubicBezTo>
                    <a:pt x="1955" y="1110"/>
                    <a:pt x="1949" y="1104"/>
                    <a:pt x="1942" y="1104"/>
                  </a:cubicBezTo>
                  <a:cubicBezTo>
                    <a:pt x="1935" y="1104"/>
                    <a:pt x="1929" y="1110"/>
                    <a:pt x="1929" y="1117"/>
                  </a:cubicBezTo>
                  <a:cubicBezTo>
                    <a:pt x="1929" y="1124"/>
                    <a:pt x="1935" y="1129"/>
                    <a:pt x="1942" y="1129"/>
                  </a:cubicBezTo>
                  <a:close/>
                  <a:moveTo>
                    <a:pt x="1981" y="1104"/>
                  </a:moveTo>
                  <a:cubicBezTo>
                    <a:pt x="1974" y="1104"/>
                    <a:pt x="1969" y="1110"/>
                    <a:pt x="1969" y="1117"/>
                  </a:cubicBezTo>
                  <a:cubicBezTo>
                    <a:pt x="1969" y="1124"/>
                    <a:pt x="1974" y="1129"/>
                    <a:pt x="1981" y="1129"/>
                  </a:cubicBezTo>
                  <a:cubicBezTo>
                    <a:pt x="1988" y="1129"/>
                    <a:pt x="1994" y="1124"/>
                    <a:pt x="1994" y="1117"/>
                  </a:cubicBezTo>
                  <a:cubicBezTo>
                    <a:pt x="1994" y="1110"/>
                    <a:pt x="1988" y="1104"/>
                    <a:pt x="1981" y="1104"/>
                  </a:cubicBezTo>
                  <a:close/>
                  <a:moveTo>
                    <a:pt x="2021" y="1129"/>
                  </a:moveTo>
                  <a:cubicBezTo>
                    <a:pt x="2028" y="1129"/>
                    <a:pt x="2034" y="1124"/>
                    <a:pt x="2034" y="1117"/>
                  </a:cubicBezTo>
                  <a:cubicBezTo>
                    <a:pt x="2034" y="1110"/>
                    <a:pt x="2028" y="1104"/>
                    <a:pt x="2021" y="1104"/>
                  </a:cubicBezTo>
                  <a:cubicBezTo>
                    <a:pt x="2014" y="1104"/>
                    <a:pt x="2008" y="1110"/>
                    <a:pt x="2008" y="1117"/>
                  </a:cubicBezTo>
                  <a:cubicBezTo>
                    <a:pt x="2008" y="1124"/>
                    <a:pt x="2014" y="1129"/>
                    <a:pt x="2021" y="1129"/>
                  </a:cubicBezTo>
                  <a:close/>
                  <a:moveTo>
                    <a:pt x="2060" y="1129"/>
                  </a:moveTo>
                  <a:cubicBezTo>
                    <a:pt x="2067" y="1129"/>
                    <a:pt x="2073" y="1124"/>
                    <a:pt x="2073" y="1117"/>
                  </a:cubicBezTo>
                  <a:cubicBezTo>
                    <a:pt x="2073" y="1110"/>
                    <a:pt x="2067" y="1104"/>
                    <a:pt x="2060" y="1104"/>
                  </a:cubicBezTo>
                  <a:cubicBezTo>
                    <a:pt x="2053" y="1104"/>
                    <a:pt x="2048" y="1110"/>
                    <a:pt x="2048" y="1117"/>
                  </a:cubicBezTo>
                  <a:cubicBezTo>
                    <a:pt x="2048" y="1124"/>
                    <a:pt x="2053" y="1129"/>
                    <a:pt x="2060" y="1129"/>
                  </a:cubicBezTo>
                  <a:close/>
                  <a:moveTo>
                    <a:pt x="2100" y="1129"/>
                  </a:moveTo>
                  <a:cubicBezTo>
                    <a:pt x="2107" y="1129"/>
                    <a:pt x="2112" y="1124"/>
                    <a:pt x="2112" y="1117"/>
                  </a:cubicBezTo>
                  <a:cubicBezTo>
                    <a:pt x="2112" y="1110"/>
                    <a:pt x="2107" y="1104"/>
                    <a:pt x="2100" y="1104"/>
                  </a:cubicBezTo>
                  <a:cubicBezTo>
                    <a:pt x="2093" y="1104"/>
                    <a:pt x="2087" y="1110"/>
                    <a:pt x="2087" y="1117"/>
                  </a:cubicBezTo>
                  <a:cubicBezTo>
                    <a:pt x="2087" y="1124"/>
                    <a:pt x="2093" y="1129"/>
                    <a:pt x="2100" y="1129"/>
                  </a:cubicBezTo>
                  <a:close/>
                  <a:moveTo>
                    <a:pt x="2139" y="1129"/>
                  </a:moveTo>
                  <a:cubicBezTo>
                    <a:pt x="2146" y="1129"/>
                    <a:pt x="2152" y="1124"/>
                    <a:pt x="2152" y="1117"/>
                  </a:cubicBezTo>
                  <a:cubicBezTo>
                    <a:pt x="2152" y="1110"/>
                    <a:pt x="2146" y="1104"/>
                    <a:pt x="2139" y="1104"/>
                  </a:cubicBezTo>
                  <a:cubicBezTo>
                    <a:pt x="2132" y="1104"/>
                    <a:pt x="2126" y="1110"/>
                    <a:pt x="2126" y="1117"/>
                  </a:cubicBezTo>
                  <a:cubicBezTo>
                    <a:pt x="2126" y="1124"/>
                    <a:pt x="2132" y="1129"/>
                    <a:pt x="2139" y="1129"/>
                  </a:cubicBezTo>
                  <a:close/>
                  <a:moveTo>
                    <a:pt x="2730" y="1104"/>
                  </a:moveTo>
                  <a:cubicBezTo>
                    <a:pt x="2723" y="1104"/>
                    <a:pt x="2718" y="1110"/>
                    <a:pt x="2718" y="1117"/>
                  </a:cubicBezTo>
                  <a:cubicBezTo>
                    <a:pt x="2718" y="1124"/>
                    <a:pt x="2723" y="1129"/>
                    <a:pt x="2730" y="1129"/>
                  </a:cubicBezTo>
                  <a:cubicBezTo>
                    <a:pt x="2738" y="1129"/>
                    <a:pt x="2743" y="1124"/>
                    <a:pt x="2743" y="1117"/>
                  </a:cubicBezTo>
                  <a:cubicBezTo>
                    <a:pt x="2743" y="1110"/>
                    <a:pt x="2738" y="1104"/>
                    <a:pt x="2730" y="1104"/>
                  </a:cubicBezTo>
                  <a:close/>
                  <a:moveTo>
                    <a:pt x="2809" y="1104"/>
                  </a:moveTo>
                  <a:cubicBezTo>
                    <a:pt x="2802" y="1104"/>
                    <a:pt x="2797" y="1110"/>
                    <a:pt x="2797" y="1117"/>
                  </a:cubicBezTo>
                  <a:cubicBezTo>
                    <a:pt x="2797" y="1124"/>
                    <a:pt x="2802" y="1129"/>
                    <a:pt x="2809" y="1129"/>
                  </a:cubicBezTo>
                  <a:cubicBezTo>
                    <a:pt x="2816" y="1129"/>
                    <a:pt x="2822" y="1124"/>
                    <a:pt x="2822" y="1117"/>
                  </a:cubicBezTo>
                  <a:cubicBezTo>
                    <a:pt x="2822" y="1110"/>
                    <a:pt x="2816" y="1104"/>
                    <a:pt x="2809" y="1104"/>
                  </a:cubicBezTo>
                  <a:close/>
                  <a:moveTo>
                    <a:pt x="2849" y="1104"/>
                  </a:moveTo>
                  <a:cubicBezTo>
                    <a:pt x="2842" y="1104"/>
                    <a:pt x="2836" y="1110"/>
                    <a:pt x="2836" y="1117"/>
                  </a:cubicBezTo>
                  <a:cubicBezTo>
                    <a:pt x="2836" y="1124"/>
                    <a:pt x="2842" y="1129"/>
                    <a:pt x="2849" y="1129"/>
                  </a:cubicBezTo>
                  <a:cubicBezTo>
                    <a:pt x="2856" y="1129"/>
                    <a:pt x="2862" y="1124"/>
                    <a:pt x="2862" y="1117"/>
                  </a:cubicBezTo>
                  <a:cubicBezTo>
                    <a:pt x="2862" y="1110"/>
                    <a:pt x="2856" y="1104"/>
                    <a:pt x="2849" y="1104"/>
                  </a:cubicBezTo>
                  <a:close/>
                  <a:moveTo>
                    <a:pt x="2888" y="1129"/>
                  </a:moveTo>
                  <a:cubicBezTo>
                    <a:pt x="2895" y="1129"/>
                    <a:pt x="2901" y="1124"/>
                    <a:pt x="2901" y="1117"/>
                  </a:cubicBezTo>
                  <a:cubicBezTo>
                    <a:pt x="2901" y="1110"/>
                    <a:pt x="2895" y="1104"/>
                    <a:pt x="2888" y="1104"/>
                  </a:cubicBezTo>
                  <a:cubicBezTo>
                    <a:pt x="2881" y="1104"/>
                    <a:pt x="2875" y="1110"/>
                    <a:pt x="2875" y="1117"/>
                  </a:cubicBezTo>
                  <a:cubicBezTo>
                    <a:pt x="2875" y="1124"/>
                    <a:pt x="2881" y="1129"/>
                    <a:pt x="2888" y="1129"/>
                  </a:cubicBezTo>
                  <a:close/>
                  <a:moveTo>
                    <a:pt x="2919" y="1117"/>
                  </a:moveTo>
                  <a:cubicBezTo>
                    <a:pt x="2919" y="1121"/>
                    <a:pt x="2923" y="1125"/>
                    <a:pt x="2928" y="1125"/>
                  </a:cubicBezTo>
                  <a:cubicBezTo>
                    <a:pt x="2932" y="1125"/>
                    <a:pt x="2936" y="1121"/>
                    <a:pt x="2936" y="1117"/>
                  </a:cubicBezTo>
                  <a:cubicBezTo>
                    <a:pt x="2936" y="1112"/>
                    <a:pt x="2932" y="1108"/>
                    <a:pt x="2928" y="1108"/>
                  </a:cubicBezTo>
                  <a:cubicBezTo>
                    <a:pt x="2923" y="1108"/>
                    <a:pt x="2919" y="1112"/>
                    <a:pt x="2919" y="1117"/>
                  </a:cubicBezTo>
                  <a:close/>
                  <a:moveTo>
                    <a:pt x="882" y="1156"/>
                  </a:moveTo>
                  <a:cubicBezTo>
                    <a:pt x="882" y="1154"/>
                    <a:pt x="880" y="1152"/>
                    <a:pt x="878" y="1152"/>
                  </a:cubicBezTo>
                  <a:cubicBezTo>
                    <a:pt x="875" y="1152"/>
                    <a:pt x="873" y="1154"/>
                    <a:pt x="873" y="1156"/>
                  </a:cubicBezTo>
                  <a:cubicBezTo>
                    <a:pt x="873" y="1158"/>
                    <a:pt x="875" y="1160"/>
                    <a:pt x="878" y="1160"/>
                  </a:cubicBezTo>
                  <a:cubicBezTo>
                    <a:pt x="880" y="1160"/>
                    <a:pt x="882" y="1158"/>
                    <a:pt x="882" y="1156"/>
                  </a:cubicBezTo>
                  <a:close/>
                  <a:moveTo>
                    <a:pt x="917" y="1169"/>
                  </a:moveTo>
                  <a:cubicBezTo>
                    <a:pt x="924" y="1169"/>
                    <a:pt x="930" y="1163"/>
                    <a:pt x="930" y="1156"/>
                  </a:cubicBezTo>
                  <a:cubicBezTo>
                    <a:pt x="930" y="1149"/>
                    <a:pt x="924" y="1143"/>
                    <a:pt x="917" y="1143"/>
                  </a:cubicBezTo>
                  <a:cubicBezTo>
                    <a:pt x="910" y="1143"/>
                    <a:pt x="904" y="1149"/>
                    <a:pt x="904" y="1156"/>
                  </a:cubicBezTo>
                  <a:cubicBezTo>
                    <a:pt x="904" y="1163"/>
                    <a:pt x="910" y="1169"/>
                    <a:pt x="917" y="1169"/>
                  </a:cubicBezTo>
                  <a:close/>
                  <a:moveTo>
                    <a:pt x="956" y="1169"/>
                  </a:moveTo>
                  <a:cubicBezTo>
                    <a:pt x="963" y="1169"/>
                    <a:pt x="969" y="1163"/>
                    <a:pt x="969" y="1156"/>
                  </a:cubicBezTo>
                  <a:cubicBezTo>
                    <a:pt x="969" y="1149"/>
                    <a:pt x="963" y="1143"/>
                    <a:pt x="956" y="1143"/>
                  </a:cubicBezTo>
                  <a:cubicBezTo>
                    <a:pt x="949" y="1143"/>
                    <a:pt x="944" y="1149"/>
                    <a:pt x="944" y="1156"/>
                  </a:cubicBezTo>
                  <a:cubicBezTo>
                    <a:pt x="944" y="1163"/>
                    <a:pt x="949" y="1169"/>
                    <a:pt x="956" y="1169"/>
                  </a:cubicBezTo>
                  <a:close/>
                  <a:moveTo>
                    <a:pt x="996" y="1169"/>
                  </a:moveTo>
                  <a:cubicBezTo>
                    <a:pt x="1003" y="1169"/>
                    <a:pt x="1009" y="1163"/>
                    <a:pt x="1009" y="1156"/>
                  </a:cubicBezTo>
                  <a:cubicBezTo>
                    <a:pt x="1009" y="1149"/>
                    <a:pt x="1003" y="1143"/>
                    <a:pt x="996" y="1143"/>
                  </a:cubicBezTo>
                  <a:cubicBezTo>
                    <a:pt x="989" y="1143"/>
                    <a:pt x="983" y="1149"/>
                    <a:pt x="983" y="1156"/>
                  </a:cubicBezTo>
                  <a:cubicBezTo>
                    <a:pt x="983" y="1163"/>
                    <a:pt x="989" y="1169"/>
                    <a:pt x="996" y="1169"/>
                  </a:cubicBezTo>
                  <a:close/>
                  <a:moveTo>
                    <a:pt x="1035" y="1169"/>
                  </a:moveTo>
                  <a:cubicBezTo>
                    <a:pt x="1042" y="1169"/>
                    <a:pt x="1048" y="1163"/>
                    <a:pt x="1048" y="1156"/>
                  </a:cubicBezTo>
                  <a:cubicBezTo>
                    <a:pt x="1048" y="1149"/>
                    <a:pt x="1042" y="1143"/>
                    <a:pt x="1035" y="1143"/>
                  </a:cubicBezTo>
                  <a:cubicBezTo>
                    <a:pt x="1028" y="1143"/>
                    <a:pt x="1023" y="1149"/>
                    <a:pt x="1023" y="1156"/>
                  </a:cubicBezTo>
                  <a:cubicBezTo>
                    <a:pt x="1023" y="1163"/>
                    <a:pt x="1028" y="1169"/>
                    <a:pt x="1035" y="1169"/>
                  </a:cubicBezTo>
                  <a:close/>
                  <a:moveTo>
                    <a:pt x="1075" y="1169"/>
                  </a:moveTo>
                  <a:cubicBezTo>
                    <a:pt x="1082" y="1169"/>
                    <a:pt x="1087" y="1163"/>
                    <a:pt x="1087" y="1156"/>
                  </a:cubicBezTo>
                  <a:cubicBezTo>
                    <a:pt x="1087" y="1149"/>
                    <a:pt x="1082" y="1143"/>
                    <a:pt x="1075" y="1143"/>
                  </a:cubicBezTo>
                  <a:cubicBezTo>
                    <a:pt x="1068" y="1143"/>
                    <a:pt x="1062" y="1149"/>
                    <a:pt x="1062" y="1156"/>
                  </a:cubicBezTo>
                  <a:cubicBezTo>
                    <a:pt x="1062" y="1163"/>
                    <a:pt x="1068" y="1169"/>
                    <a:pt x="1075" y="1169"/>
                  </a:cubicBezTo>
                  <a:close/>
                  <a:moveTo>
                    <a:pt x="1114" y="1169"/>
                  </a:moveTo>
                  <a:cubicBezTo>
                    <a:pt x="1121" y="1169"/>
                    <a:pt x="1127" y="1163"/>
                    <a:pt x="1127" y="1156"/>
                  </a:cubicBezTo>
                  <a:cubicBezTo>
                    <a:pt x="1127" y="1149"/>
                    <a:pt x="1121" y="1143"/>
                    <a:pt x="1114" y="1143"/>
                  </a:cubicBezTo>
                  <a:cubicBezTo>
                    <a:pt x="1107" y="1143"/>
                    <a:pt x="1101" y="1149"/>
                    <a:pt x="1101" y="1156"/>
                  </a:cubicBezTo>
                  <a:cubicBezTo>
                    <a:pt x="1101" y="1163"/>
                    <a:pt x="1107" y="1169"/>
                    <a:pt x="1114" y="1169"/>
                  </a:cubicBezTo>
                  <a:close/>
                  <a:moveTo>
                    <a:pt x="1154" y="1169"/>
                  </a:moveTo>
                  <a:cubicBezTo>
                    <a:pt x="1161" y="1169"/>
                    <a:pt x="1166" y="1163"/>
                    <a:pt x="1166" y="1156"/>
                  </a:cubicBezTo>
                  <a:cubicBezTo>
                    <a:pt x="1166" y="1149"/>
                    <a:pt x="1161" y="1143"/>
                    <a:pt x="1154" y="1143"/>
                  </a:cubicBezTo>
                  <a:cubicBezTo>
                    <a:pt x="1146" y="1143"/>
                    <a:pt x="1141" y="1149"/>
                    <a:pt x="1141" y="1156"/>
                  </a:cubicBezTo>
                  <a:cubicBezTo>
                    <a:pt x="1141" y="1163"/>
                    <a:pt x="1146" y="1169"/>
                    <a:pt x="1154" y="1169"/>
                  </a:cubicBezTo>
                  <a:close/>
                  <a:moveTo>
                    <a:pt x="1193" y="1169"/>
                  </a:moveTo>
                  <a:cubicBezTo>
                    <a:pt x="1200" y="1169"/>
                    <a:pt x="1206" y="1163"/>
                    <a:pt x="1206" y="1156"/>
                  </a:cubicBezTo>
                  <a:cubicBezTo>
                    <a:pt x="1206" y="1149"/>
                    <a:pt x="1200" y="1143"/>
                    <a:pt x="1193" y="1143"/>
                  </a:cubicBezTo>
                  <a:cubicBezTo>
                    <a:pt x="1186" y="1143"/>
                    <a:pt x="1180" y="1149"/>
                    <a:pt x="1180" y="1156"/>
                  </a:cubicBezTo>
                  <a:cubicBezTo>
                    <a:pt x="1180" y="1163"/>
                    <a:pt x="1186" y="1169"/>
                    <a:pt x="1193" y="1169"/>
                  </a:cubicBezTo>
                  <a:close/>
                  <a:moveTo>
                    <a:pt x="1232" y="1169"/>
                  </a:moveTo>
                  <a:cubicBezTo>
                    <a:pt x="1239" y="1169"/>
                    <a:pt x="1245" y="1163"/>
                    <a:pt x="1245" y="1156"/>
                  </a:cubicBezTo>
                  <a:cubicBezTo>
                    <a:pt x="1245" y="1149"/>
                    <a:pt x="1239" y="1143"/>
                    <a:pt x="1232" y="1143"/>
                  </a:cubicBezTo>
                  <a:cubicBezTo>
                    <a:pt x="1225" y="1143"/>
                    <a:pt x="1220" y="1149"/>
                    <a:pt x="1220" y="1156"/>
                  </a:cubicBezTo>
                  <a:cubicBezTo>
                    <a:pt x="1220" y="1163"/>
                    <a:pt x="1225" y="1169"/>
                    <a:pt x="1232" y="1169"/>
                  </a:cubicBezTo>
                  <a:close/>
                  <a:moveTo>
                    <a:pt x="1824" y="1169"/>
                  </a:moveTo>
                  <a:cubicBezTo>
                    <a:pt x="1831" y="1169"/>
                    <a:pt x="1836" y="1163"/>
                    <a:pt x="1836" y="1156"/>
                  </a:cubicBezTo>
                  <a:cubicBezTo>
                    <a:pt x="1836" y="1149"/>
                    <a:pt x="1831" y="1143"/>
                    <a:pt x="1824" y="1143"/>
                  </a:cubicBezTo>
                  <a:cubicBezTo>
                    <a:pt x="1817" y="1143"/>
                    <a:pt x="1811" y="1149"/>
                    <a:pt x="1811" y="1156"/>
                  </a:cubicBezTo>
                  <a:cubicBezTo>
                    <a:pt x="1811" y="1163"/>
                    <a:pt x="1817" y="1169"/>
                    <a:pt x="1824" y="1169"/>
                  </a:cubicBezTo>
                  <a:close/>
                  <a:moveTo>
                    <a:pt x="1863" y="1169"/>
                  </a:moveTo>
                  <a:cubicBezTo>
                    <a:pt x="1870" y="1169"/>
                    <a:pt x="1876" y="1163"/>
                    <a:pt x="1876" y="1156"/>
                  </a:cubicBezTo>
                  <a:cubicBezTo>
                    <a:pt x="1876" y="1149"/>
                    <a:pt x="1870" y="1143"/>
                    <a:pt x="1863" y="1143"/>
                  </a:cubicBezTo>
                  <a:cubicBezTo>
                    <a:pt x="1856" y="1143"/>
                    <a:pt x="1850" y="1149"/>
                    <a:pt x="1850" y="1156"/>
                  </a:cubicBezTo>
                  <a:cubicBezTo>
                    <a:pt x="1850" y="1163"/>
                    <a:pt x="1856" y="1169"/>
                    <a:pt x="1863" y="1169"/>
                  </a:cubicBezTo>
                  <a:close/>
                  <a:moveTo>
                    <a:pt x="1903" y="1169"/>
                  </a:moveTo>
                  <a:cubicBezTo>
                    <a:pt x="1910" y="1169"/>
                    <a:pt x="1915" y="1163"/>
                    <a:pt x="1915" y="1156"/>
                  </a:cubicBezTo>
                  <a:cubicBezTo>
                    <a:pt x="1915" y="1149"/>
                    <a:pt x="1910" y="1143"/>
                    <a:pt x="1903" y="1143"/>
                  </a:cubicBezTo>
                  <a:cubicBezTo>
                    <a:pt x="1896" y="1143"/>
                    <a:pt x="1890" y="1149"/>
                    <a:pt x="1890" y="1156"/>
                  </a:cubicBezTo>
                  <a:cubicBezTo>
                    <a:pt x="1890" y="1163"/>
                    <a:pt x="1896" y="1169"/>
                    <a:pt x="1903" y="1169"/>
                  </a:cubicBezTo>
                  <a:close/>
                  <a:moveTo>
                    <a:pt x="1942" y="1169"/>
                  </a:moveTo>
                  <a:cubicBezTo>
                    <a:pt x="1949" y="1169"/>
                    <a:pt x="1955" y="1163"/>
                    <a:pt x="1955" y="1156"/>
                  </a:cubicBezTo>
                  <a:cubicBezTo>
                    <a:pt x="1955" y="1149"/>
                    <a:pt x="1949" y="1143"/>
                    <a:pt x="1942" y="1143"/>
                  </a:cubicBezTo>
                  <a:cubicBezTo>
                    <a:pt x="1935" y="1143"/>
                    <a:pt x="1929" y="1149"/>
                    <a:pt x="1929" y="1156"/>
                  </a:cubicBezTo>
                  <a:cubicBezTo>
                    <a:pt x="1929" y="1163"/>
                    <a:pt x="1935" y="1169"/>
                    <a:pt x="1942" y="1169"/>
                  </a:cubicBezTo>
                  <a:close/>
                  <a:moveTo>
                    <a:pt x="1981" y="1169"/>
                  </a:moveTo>
                  <a:cubicBezTo>
                    <a:pt x="1988" y="1169"/>
                    <a:pt x="1994" y="1163"/>
                    <a:pt x="1994" y="1156"/>
                  </a:cubicBezTo>
                  <a:cubicBezTo>
                    <a:pt x="1994" y="1149"/>
                    <a:pt x="1988" y="1143"/>
                    <a:pt x="1981" y="1143"/>
                  </a:cubicBezTo>
                  <a:cubicBezTo>
                    <a:pt x="1974" y="1143"/>
                    <a:pt x="1969" y="1149"/>
                    <a:pt x="1969" y="1156"/>
                  </a:cubicBezTo>
                  <a:cubicBezTo>
                    <a:pt x="1969" y="1163"/>
                    <a:pt x="1974" y="1169"/>
                    <a:pt x="1981" y="1169"/>
                  </a:cubicBezTo>
                  <a:close/>
                  <a:moveTo>
                    <a:pt x="2021" y="1169"/>
                  </a:moveTo>
                  <a:cubicBezTo>
                    <a:pt x="2028" y="1169"/>
                    <a:pt x="2034" y="1163"/>
                    <a:pt x="2034" y="1156"/>
                  </a:cubicBezTo>
                  <a:cubicBezTo>
                    <a:pt x="2034" y="1149"/>
                    <a:pt x="2028" y="1143"/>
                    <a:pt x="2021" y="1143"/>
                  </a:cubicBezTo>
                  <a:cubicBezTo>
                    <a:pt x="2014" y="1143"/>
                    <a:pt x="2008" y="1149"/>
                    <a:pt x="2008" y="1156"/>
                  </a:cubicBezTo>
                  <a:cubicBezTo>
                    <a:pt x="2008" y="1163"/>
                    <a:pt x="2014" y="1169"/>
                    <a:pt x="2021" y="1169"/>
                  </a:cubicBezTo>
                  <a:close/>
                  <a:moveTo>
                    <a:pt x="2060" y="1169"/>
                  </a:moveTo>
                  <a:cubicBezTo>
                    <a:pt x="2067" y="1169"/>
                    <a:pt x="2073" y="1163"/>
                    <a:pt x="2073" y="1156"/>
                  </a:cubicBezTo>
                  <a:cubicBezTo>
                    <a:pt x="2073" y="1149"/>
                    <a:pt x="2067" y="1143"/>
                    <a:pt x="2060" y="1143"/>
                  </a:cubicBezTo>
                  <a:cubicBezTo>
                    <a:pt x="2053" y="1143"/>
                    <a:pt x="2048" y="1149"/>
                    <a:pt x="2048" y="1156"/>
                  </a:cubicBezTo>
                  <a:cubicBezTo>
                    <a:pt x="2048" y="1163"/>
                    <a:pt x="2053" y="1169"/>
                    <a:pt x="2060" y="1169"/>
                  </a:cubicBezTo>
                  <a:close/>
                  <a:moveTo>
                    <a:pt x="2100" y="1143"/>
                  </a:moveTo>
                  <a:cubicBezTo>
                    <a:pt x="2093" y="1143"/>
                    <a:pt x="2087" y="1149"/>
                    <a:pt x="2087" y="1156"/>
                  </a:cubicBezTo>
                  <a:cubicBezTo>
                    <a:pt x="2087" y="1163"/>
                    <a:pt x="2093" y="1169"/>
                    <a:pt x="2100" y="1169"/>
                  </a:cubicBezTo>
                  <a:cubicBezTo>
                    <a:pt x="2107" y="1169"/>
                    <a:pt x="2112" y="1163"/>
                    <a:pt x="2112" y="1156"/>
                  </a:cubicBezTo>
                  <a:cubicBezTo>
                    <a:pt x="2112" y="1149"/>
                    <a:pt x="2107" y="1143"/>
                    <a:pt x="2100" y="1143"/>
                  </a:cubicBezTo>
                  <a:close/>
                  <a:moveTo>
                    <a:pt x="2730" y="1143"/>
                  </a:moveTo>
                  <a:cubicBezTo>
                    <a:pt x="2723" y="1143"/>
                    <a:pt x="2718" y="1149"/>
                    <a:pt x="2718" y="1156"/>
                  </a:cubicBezTo>
                  <a:cubicBezTo>
                    <a:pt x="2718" y="1163"/>
                    <a:pt x="2723" y="1169"/>
                    <a:pt x="2730" y="1169"/>
                  </a:cubicBezTo>
                  <a:cubicBezTo>
                    <a:pt x="2738" y="1169"/>
                    <a:pt x="2743" y="1163"/>
                    <a:pt x="2743" y="1156"/>
                  </a:cubicBezTo>
                  <a:cubicBezTo>
                    <a:pt x="2743" y="1149"/>
                    <a:pt x="2738" y="1143"/>
                    <a:pt x="2730" y="1143"/>
                  </a:cubicBezTo>
                  <a:close/>
                  <a:moveTo>
                    <a:pt x="2849" y="1143"/>
                  </a:moveTo>
                  <a:cubicBezTo>
                    <a:pt x="2842" y="1143"/>
                    <a:pt x="2836" y="1149"/>
                    <a:pt x="2836" y="1156"/>
                  </a:cubicBezTo>
                  <a:cubicBezTo>
                    <a:pt x="2836" y="1163"/>
                    <a:pt x="2842" y="1169"/>
                    <a:pt x="2849" y="1169"/>
                  </a:cubicBezTo>
                  <a:cubicBezTo>
                    <a:pt x="2856" y="1169"/>
                    <a:pt x="2862" y="1163"/>
                    <a:pt x="2862" y="1156"/>
                  </a:cubicBezTo>
                  <a:cubicBezTo>
                    <a:pt x="2862" y="1149"/>
                    <a:pt x="2856" y="1143"/>
                    <a:pt x="2849" y="1143"/>
                  </a:cubicBezTo>
                  <a:close/>
                  <a:moveTo>
                    <a:pt x="2928" y="1169"/>
                  </a:moveTo>
                  <a:cubicBezTo>
                    <a:pt x="2935" y="1169"/>
                    <a:pt x="2940" y="1163"/>
                    <a:pt x="2940" y="1156"/>
                  </a:cubicBezTo>
                  <a:cubicBezTo>
                    <a:pt x="2940" y="1149"/>
                    <a:pt x="2935" y="1143"/>
                    <a:pt x="2928" y="1143"/>
                  </a:cubicBezTo>
                  <a:cubicBezTo>
                    <a:pt x="2921" y="1143"/>
                    <a:pt x="2915" y="1149"/>
                    <a:pt x="2915" y="1156"/>
                  </a:cubicBezTo>
                  <a:cubicBezTo>
                    <a:pt x="2915" y="1163"/>
                    <a:pt x="2921" y="1169"/>
                    <a:pt x="2928" y="1169"/>
                  </a:cubicBezTo>
                  <a:close/>
                  <a:moveTo>
                    <a:pt x="3046" y="1144"/>
                  </a:moveTo>
                  <a:cubicBezTo>
                    <a:pt x="3039" y="1144"/>
                    <a:pt x="3034" y="1149"/>
                    <a:pt x="3034" y="1156"/>
                  </a:cubicBezTo>
                  <a:cubicBezTo>
                    <a:pt x="3034" y="1163"/>
                    <a:pt x="3039" y="1168"/>
                    <a:pt x="3046" y="1168"/>
                  </a:cubicBezTo>
                  <a:cubicBezTo>
                    <a:pt x="3053" y="1168"/>
                    <a:pt x="3058" y="1163"/>
                    <a:pt x="3058" y="1156"/>
                  </a:cubicBezTo>
                  <a:cubicBezTo>
                    <a:pt x="3058" y="1149"/>
                    <a:pt x="3053" y="1144"/>
                    <a:pt x="3046" y="1144"/>
                  </a:cubicBezTo>
                  <a:close/>
                  <a:moveTo>
                    <a:pt x="3085" y="1169"/>
                  </a:moveTo>
                  <a:cubicBezTo>
                    <a:pt x="3092" y="1169"/>
                    <a:pt x="3098" y="1163"/>
                    <a:pt x="3098" y="1156"/>
                  </a:cubicBezTo>
                  <a:cubicBezTo>
                    <a:pt x="3098" y="1149"/>
                    <a:pt x="3092" y="1143"/>
                    <a:pt x="3085" y="1143"/>
                  </a:cubicBezTo>
                  <a:cubicBezTo>
                    <a:pt x="3078" y="1143"/>
                    <a:pt x="3073" y="1149"/>
                    <a:pt x="3073" y="1156"/>
                  </a:cubicBezTo>
                  <a:cubicBezTo>
                    <a:pt x="3073" y="1163"/>
                    <a:pt x="3078" y="1169"/>
                    <a:pt x="3085" y="1169"/>
                  </a:cubicBezTo>
                  <a:close/>
                  <a:moveTo>
                    <a:pt x="3125" y="1167"/>
                  </a:moveTo>
                  <a:cubicBezTo>
                    <a:pt x="3131" y="1167"/>
                    <a:pt x="3136" y="1162"/>
                    <a:pt x="3136" y="1156"/>
                  </a:cubicBezTo>
                  <a:cubicBezTo>
                    <a:pt x="3136" y="1150"/>
                    <a:pt x="3131" y="1145"/>
                    <a:pt x="3125" y="1145"/>
                  </a:cubicBezTo>
                  <a:cubicBezTo>
                    <a:pt x="3118" y="1145"/>
                    <a:pt x="3113" y="1150"/>
                    <a:pt x="3113" y="1156"/>
                  </a:cubicBezTo>
                  <a:cubicBezTo>
                    <a:pt x="3113" y="1162"/>
                    <a:pt x="3118" y="1167"/>
                    <a:pt x="3125" y="1167"/>
                  </a:cubicBezTo>
                  <a:close/>
                  <a:moveTo>
                    <a:pt x="878" y="1188"/>
                  </a:moveTo>
                  <a:cubicBezTo>
                    <a:pt x="873" y="1188"/>
                    <a:pt x="870" y="1191"/>
                    <a:pt x="870" y="1195"/>
                  </a:cubicBezTo>
                  <a:cubicBezTo>
                    <a:pt x="870" y="1199"/>
                    <a:pt x="873" y="1203"/>
                    <a:pt x="878" y="1203"/>
                  </a:cubicBezTo>
                  <a:cubicBezTo>
                    <a:pt x="882" y="1203"/>
                    <a:pt x="885" y="1199"/>
                    <a:pt x="885" y="1195"/>
                  </a:cubicBezTo>
                  <a:cubicBezTo>
                    <a:pt x="885" y="1191"/>
                    <a:pt x="882" y="1188"/>
                    <a:pt x="878" y="1188"/>
                  </a:cubicBezTo>
                  <a:close/>
                  <a:moveTo>
                    <a:pt x="917" y="1183"/>
                  </a:moveTo>
                  <a:cubicBezTo>
                    <a:pt x="910" y="1183"/>
                    <a:pt x="904" y="1188"/>
                    <a:pt x="904" y="1195"/>
                  </a:cubicBezTo>
                  <a:cubicBezTo>
                    <a:pt x="904" y="1202"/>
                    <a:pt x="910" y="1208"/>
                    <a:pt x="917" y="1208"/>
                  </a:cubicBezTo>
                  <a:cubicBezTo>
                    <a:pt x="924" y="1208"/>
                    <a:pt x="930" y="1202"/>
                    <a:pt x="930" y="1195"/>
                  </a:cubicBezTo>
                  <a:cubicBezTo>
                    <a:pt x="930" y="1188"/>
                    <a:pt x="924" y="1183"/>
                    <a:pt x="917" y="1183"/>
                  </a:cubicBezTo>
                  <a:close/>
                  <a:moveTo>
                    <a:pt x="956" y="1183"/>
                  </a:moveTo>
                  <a:cubicBezTo>
                    <a:pt x="949" y="1183"/>
                    <a:pt x="944" y="1188"/>
                    <a:pt x="944" y="1195"/>
                  </a:cubicBezTo>
                  <a:cubicBezTo>
                    <a:pt x="944" y="1202"/>
                    <a:pt x="949" y="1208"/>
                    <a:pt x="956" y="1208"/>
                  </a:cubicBezTo>
                  <a:cubicBezTo>
                    <a:pt x="963" y="1208"/>
                    <a:pt x="969" y="1202"/>
                    <a:pt x="969" y="1195"/>
                  </a:cubicBezTo>
                  <a:cubicBezTo>
                    <a:pt x="969" y="1188"/>
                    <a:pt x="963" y="1183"/>
                    <a:pt x="956" y="1183"/>
                  </a:cubicBezTo>
                  <a:close/>
                  <a:moveTo>
                    <a:pt x="996" y="1208"/>
                  </a:moveTo>
                  <a:cubicBezTo>
                    <a:pt x="1003" y="1208"/>
                    <a:pt x="1009" y="1202"/>
                    <a:pt x="1009" y="1195"/>
                  </a:cubicBezTo>
                  <a:cubicBezTo>
                    <a:pt x="1009" y="1188"/>
                    <a:pt x="1003" y="1183"/>
                    <a:pt x="996" y="1183"/>
                  </a:cubicBezTo>
                  <a:cubicBezTo>
                    <a:pt x="989" y="1183"/>
                    <a:pt x="983" y="1188"/>
                    <a:pt x="983" y="1195"/>
                  </a:cubicBezTo>
                  <a:cubicBezTo>
                    <a:pt x="983" y="1202"/>
                    <a:pt x="989" y="1208"/>
                    <a:pt x="996" y="1208"/>
                  </a:cubicBezTo>
                  <a:close/>
                  <a:moveTo>
                    <a:pt x="1035" y="1208"/>
                  </a:moveTo>
                  <a:cubicBezTo>
                    <a:pt x="1042" y="1208"/>
                    <a:pt x="1048" y="1202"/>
                    <a:pt x="1048" y="1195"/>
                  </a:cubicBezTo>
                  <a:cubicBezTo>
                    <a:pt x="1048" y="1188"/>
                    <a:pt x="1042" y="1183"/>
                    <a:pt x="1035" y="1183"/>
                  </a:cubicBezTo>
                  <a:cubicBezTo>
                    <a:pt x="1028" y="1183"/>
                    <a:pt x="1023" y="1188"/>
                    <a:pt x="1023" y="1195"/>
                  </a:cubicBezTo>
                  <a:cubicBezTo>
                    <a:pt x="1023" y="1202"/>
                    <a:pt x="1028" y="1208"/>
                    <a:pt x="1035" y="1208"/>
                  </a:cubicBezTo>
                  <a:close/>
                  <a:moveTo>
                    <a:pt x="1075" y="1208"/>
                  </a:moveTo>
                  <a:cubicBezTo>
                    <a:pt x="1082" y="1208"/>
                    <a:pt x="1087" y="1202"/>
                    <a:pt x="1087" y="1195"/>
                  </a:cubicBezTo>
                  <a:cubicBezTo>
                    <a:pt x="1087" y="1188"/>
                    <a:pt x="1082" y="1183"/>
                    <a:pt x="1075" y="1183"/>
                  </a:cubicBezTo>
                  <a:cubicBezTo>
                    <a:pt x="1068" y="1183"/>
                    <a:pt x="1062" y="1188"/>
                    <a:pt x="1062" y="1195"/>
                  </a:cubicBezTo>
                  <a:cubicBezTo>
                    <a:pt x="1062" y="1202"/>
                    <a:pt x="1068" y="1208"/>
                    <a:pt x="1075" y="1208"/>
                  </a:cubicBezTo>
                  <a:close/>
                  <a:moveTo>
                    <a:pt x="1114" y="1183"/>
                  </a:moveTo>
                  <a:cubicBezTo>
                    <a:pt x="1107" y="1183"/>
                    <a:pt x="1101" y="1188"/>
                    <a:pt x="1101" y="1195"/>
                  </a:cubicBezTo>
                  <a:cubicBezTo>
                    <a:pt x="1101" y="1202"/>
                    <a:pt x="1107" y="1208"/>
                    <a:pt x="1114" y="1208"/>
                  </a:cubicBezTo>
                  <a:cubicBezTo>
                    <a:pt x="1121" y="1208"/>
                    <a:pt x="1127" y="1202"/>
                    <a:pt x="1127" y="1195"/>
                  </a:cubicBezTo>
                  <a:cubicBezTo>
                    <a:pt x="1127" y="1188"/>
                    <a:pt x="1121" y="1183"/>
                    <a:pt x="1114" y="1183"/>
                  </a:cubicBezTo>
                  <a:close/>
                  <a:moveTo>
                    <a:pt x="1154" y="1183"/>
                  </a:moveTo>
                  <a:cubicBezTo>
                    <a:pt x="1146" y="1183"/>
                    <a:pt x="1141" y="1188"/>
                    <a:pt x="1141" y="1195"/>
                  </a:cubicBezTo>
                  <a:cubicBezTo>
                    <a:pt x="1141" y="1202"/>
                    <a:pt x="1146" y="1208"/>
                    <a:pt x="1154" y="1208"/>
                  </a:cubicBezTo>
                  <a:cubicBezTo>
                    <a:pt x="1161" y="1208"/>
                    <a:pt x="1166" y="1202"/>
                    <a:pt x="1166" y="1195"/>
                  </a:cubicBezTo>
                  <a:cubicBezTo>
                    <a:pt x="1166" y="1188"/>
                    <a:pt x="1161" y="1183"/>
                    <a:pt x="1154" y="1183"/>
                  </a:cubicBezTo>
                  <a:close/>
                  <a:moveTo>
                    <a:pt x="1193" y="1183"/>
                  </a:moveTo>
                  <a:cubicBezTo>
                    <a:pt x="1186" y="1183"/>
                    <a:pt x="1180" y="1188"/>
                    <a:pt x="1180" y="1195"/>
                  </a:cubicBezTo>
                  <a:cubicBezTo>
                    <a:pt x="1180" y="1202"/>
                    <a:pt x="1186" y="1208"/>
                    <a:pt x="1193" y="1208"/>
                  </a:cubicBezTo>
                  <a:cubicBezTo>
                    <a:pt x="1200" y="1208"/>
                    <a:pt x="1206" y="1202"/>
                    <a:pt x="1206" y="1195"/>
                  </a:cubicBezTo>
                  <a:cubicBezTo>
                    <a:pt x="1206" y="1188"/>
                    <a:pt x="1200" y="1183"/>
                    <a:pt x="1193" y="1183"/>
                  </a:cubicBezTo>
                  <a:close/>
                  <a:moveTo>
                    <a:pt x="1232" y="1183"/>
                  </a:moveTo>
                  <a:cubicBezTo>
                    <a:pt x="1225" y="1183"/>
                    <a:pt x="1220" y="1188"/>
                    <a:pt x="1220" y="1195"/>
                  </a:cubicBezTo>
                  <a:cubicBezTo>
                    <a:pt x="1220" y="1202"/>
                    <a:pt x="1225" y="1208"/>
                    <a:pt x="1232" y="1208"/>
                  </a:cubicBezTo>
                  <a:cubicBezTo>
                    <a:pt x="1239" y="1208"/>
                    <a:pt x="1245" y="1202"/>
                    <a:pt x="1245" y="1195"/>
                  </a:cubicBezTo>
                  <a:cubicBezTo>
                    <a:pt x="1245" y="1188"/>
                    <a:pt x="1239" y="1183"/>
                    <a:pt x="1232" y="1183"/>
                  </a:cubicBezTo>
                  <a:close/>
                  <a:moveTo>
                    <a:pt x="1272" y="1208"/>
                  </a:moveTo>
                  <a:cubicBezTo>
                    <a:pt x="1279" y="1208"/>
                    <a:pt x="1285" y="1202"/>
                    <a:pt x="1285" y="1195"/>
                  </a:cubicBezTo>
                  <a:cubicBezTo>
                    <a:pt x="1285" y="1188"/>
                    <a:pt x="1279" y="1183"/>
                    <a:pt x="1272" y="1183"/>
                  </a:cubicBezTo>
                  <a:cubicBezTo>
                    <a:pt x="1265" y="1183"/>
                    <a:pt x="1259" y="1188"/>
                    <a:pt x="1259" y="1195"/>
                  </a:cubicBezTo>
                  <a:cubicBezTo>
                    <a:pt x="1259" y="1202"/>
                    <a:pt x="1265" y="1208"/>
                    <a:pt x="1272" y="1208"/>
                  </a:cubicBezTo>
                  <a:close/>
                  <a:moveTo>
                    <a:pt x="1311" y="1183"/>
                  </a:moveTo>
                  <a:cubicBezTo>
                    <a:pt x="1304" y="1183"/>
                    <a:pt x="1298" y="1188"/>
                    <a:pt x="1298" y="1195"/>
                  </a:cubicBezTo>
                  <a:cubicBezTo>
                    <a:pt x="1298" y="1202"/>
                    <a:pt x="1304" y="1208"/>
                    <a:pt x="1311" y="1208"/>
                  </a:cubicBezTo>
                  <a:cubicBezTo>
                    <a:pt x="1318" y="1208"/>
                    <a:pt x="1324" y="1202"/>
                    <a:pt x="1324" y="1195"/>
                  </a:cubicBezTo>
                  <a:cubicBezTo>
                    <a:pt x="1324" y="1188"/>
                    <a:pt x="1318" y="1183"/>
                    <a:pt x="1311" y="1183"/>
                  </a:cubicBezTo>
                  <a:close/>
                  <a:moveTo>
                    <a:pt x="1824" y="1183"/>
                  </a:moveTo>
                  <a:cubicBezTo>
                    <a:pt x="1817" y="1183"/>
                    <a:pt x="1811" y="1188"/>
                    <a:pt x="1811" y="1195"/>
                  </a:cubicBezTo>
                  <a:cubicBezTo>
                    <a:pt x="1811" y="1202"/>
                    <a:pt x="1817" y="1208"/>
                    <a:pt x="1824" y="1208"/>
                  </a:cubicBezTo>
                  <a:cubicBezTo>
                    <a:pt x="1831" y="1208"/>
                    <a:pt x="1836" y="1202"/>
                    <a:pt x="1836" y="1195"/>
                  </a:cubicBezTo>
                  <a:cubicBezTo>
                    <a:pt x="1836" y="1188"/>
                    <a:pt x="1831" y="1183"/>
                    <a:pt x="1824" y="1183"/>
                  </a:cubicBezTo>
                  <a:close/>
                  <a:moveTo>
                    <a:pt x="1863" y="1208"/>
                  </a:moveTo>
                  <a:cubicBezTo>
                    <a:pt x="1870" y="1208"/>
                    <a:pt x="1876" y="1202"/>
                    <a:pt x="1876" y="1195"/>
                  </a:cubicBezTo>
                  <a:cubicBezTo>
                    <a:pt x="1876" y="1188"/>
                    <a:pt x="1870" y="1183"/>
                    <a:pt x="1863" y="1183"/>
                  </a:cubicBezTo>
                  <a:cubicBezTo>
                    <a:pt x="1856" y="1183"/>
                    <a:pt x="1850" y="1188"/>
                    <a:pt x="1850" y="1195"/>
                  </a:cubicBezTo>
                  <a:cubicBezTo>
                    <a:pt x="1850" y="1202"/>
                    <a:pt x="1856" y="1208"/>
                    <a:pt x="1863" y="1208"/>
                  </a:cubicBezTo>
                  <a:close/>
                  <a:moveTo>
                    <a:pt x="1903" y="1183"/>
                  </a:moveTo>
                  <a:cubicBezTo>
                    <a:pt x="1896" y="1183"/>
                    <a:pt x="1890" y="1188"/>
                    <a:pt x="1890" y="1195"/>
                  </a:cubicBezTo>
                  <a:cubicBezTo>
                    <a:pt x="1890" y="1202"/>
                    <a:pt x="1896" y="1208"/>
                    <a:pt x="1903" y="1208"/>
                  </a:cubicBezTo>
                  <a:cubicBezTo>
                    <a:pt x="1910" y="1208"/>
                    <a:pt x="1915" y="1202"/>
                    <a:pt x="1915" y="1195"/>
                  </a:cubicBezTo>
                  <a:cubicBezTo>
                    <a:pt x="1915" y="1188"/>
                    <a:pt x="1910" y="1183"/>
                    <a:pt x="1903" y="1183"/>
                  </a:cubicBezTo>
                  <a:close/>
                  <a:moveTo>
                    <a:pt x="1942" y="1183"/>
                  </a:moveTo>
                  <a:cubicBezTo>
                    <a:pt x="1935" y="1183"/>
                    <a:pt x="1929" y="1188"/>
                    <a:pt x="1929" y="1195"/>
                  </a:cubicBezTo>
                  <a:cubicBezTo>
                    <a:pt x="1929" y="1202"/>
                    <a:pt x="1935" y="1208"/>
                    <a:pt x="1942" y="1208"/>
                  </a:cubicBezTo>
                  <a:cubicBezTo>
                    <a:pt x="1949" y="1208"/>
                    <a:pt x="1955" y="1202"/>
                    <a:pt x="1955" y="1195"/>
                  </a:cubicBezTo>
                  <a:cubicBezTo>
                    <a:pt x="1955" y="1188"/>
                    <a:pt x="1949" y="1183"/>
                    <a:pt x="1942" y="1183"/>
                  </a:cubicBezTo>
                  <a:close/>
                  <a:moveTo>
                    <a:pt x="1981" y="1183"/>
                  </a:moveTo>
                  <a:cubicBezTo>
                    <a:pt x="1974" y="1183"/>
                    <a:pt x="1969" y="1188"/>
                    <a:pt x="1969" y="1195"/>
                  </a:cubicBezTo>
                  <a:cubicBezTo>
                    <a:pt x="1969" y="1202"/>
                    <a:pt x="1974" y="1208"/>
                    <a:pt x="1981" y="1208"/>
                  </a:cubicBezTo>
                  <a:cubicBezTo>
                    <a:pt x="1988" y="1208"/>
                    <a:pt x="1994" y="1202"/>
                    <a:pt x="1994" y="1195"/>
                  </a:cubicBezTo>
                  <a:cubicBezTo>
                    <a:pt x="1994" y="1188"/>
                    <a:pt x="1988" y="1183"/>
                    <a:pt x="1981" y="1183"/>
                  </a:cubicBezTo>
                  <a:close/>
                  <a:moveTo>
                    <a:pt x="2021" y="1183"/>
                  </a:moveTo>
                  <a:cubicBezTo>
                    <a:pt x="2014" y="1183"/>
                    <a:pt x="2008" y="1188"/>
                    <a:pt x="2008" y="1195"/>
                  </a:cubicBezTo>
                  <a:cubicBezTo>
                    <a:pt x="2008" y="1202"/>
                    <a:pt x="2014" y="1208"/>
                    <a:pt x="2021" y="1208"/>
                  </a:cubicBezTo>
                  <a:cubicBezTo>
                    <a:pt x="2028" y="1208"/>
                    <a:pt x="2034" y="1202"/>
                    <a:pt x="2034" y="1195"/>
                  </a:cubicBezTo>
                  <a:cubicBezTo>
                    <a:pt x="2034" y="1188"/>
                    <a:pt x="2028" y="1183"/>
                    <a:pt x="2021" y="1183"/>
                  </a:cubicBezTo>
                  <a:close/>
                  <a:moveTo>
                    <a:pt x="2060" y="1183"/>
                  </a:moveTo>
                  <a:cubicBezTo>
                    <a:pt x="2053" y="1183"/>
                    <a:pt x="2048" y="1188"/>
                    <a:pt x="2048" y="1195"/>
                  </a:cubicBezTo>
                  <a:cubicBezTo>
                    <a:pt x="2048" y="1202"/>
                    <a:pt x="2053" y="1208"/>
                    <a:pt x="2060" y="1208"/>
                  </a:cubicBezTo>
                  <a:cubicBezTo>
                    <a:pt x="2067" y="1208"/>
                    <a:pt x="2073" y="1202"/>
                    <a:pt x="2073" y="1195"/>
                  </a:cubicBezTo>
                  <a:cubicBezTo>
                    <a:pt x="2073" y="1188"/>
                    <a:pt x="2067" y="1183"/>
                    <a:pt x="2060" y="1183"/>
                  </a:cubicBezTo>
                  <a:close/>
                  <a:moveTo>
                    <a:pt x="2770" y="1183"/>
                  </a:moveTo>
                  <a:cubicBezTo>
                    <a:pt x="2763" y="1183"/>
                    <a:pt x="2757" y="1188"/>
                    <a:pt x="2757" y="1195"/>
                  </a:cubicBezTo>
                  <a:cubicBezTo>
                    <a:pt x="2757" y="1202"/>
                    <a:pt x="2763" y="1208"/>
                    <a:pt x="2770" y="1208"/>
                  </a:cubicBezTo>
                  <a:cubicBezTo>
                    <a:pt x="2777" y="1208"/>
                    <a:pt x="2783" y="1202"/>
                    <a:pt x="2783" y="1195"/>
                  </a:cubicBezTo>
                  <a:cubicBezTo>
                    <a:pt x="2783" y="1188"/>
                    <a:pt x="2777" y="1183"/>
                    <a:pt x="2770" y="1183"/>
                  </a:cubicBezTo>
                  <a:close/>
                  <a:moveTo>
                    <a:pt x="3125" y="1208"/>
                  </a:moveTo>
                  <a:cubicBezTo>
                    <a:pt x="3132" y="1208"/>
                    <a:pt x="3137" y="1202"/>
                    <a:pt x="3137" y="1195"/>
                  </a:cubicBezTo>
                  <a:cubicBezTo>
                    <a:pt x="3137" y="1188"/>
                    <a:pt x="3132" y="1183"/>
                    <a:pt x="3125" y="1183"/>
                  </a:cubicBezTo>
                  <a:cubicBezTo>
                    <a:pt x="3118" y="1183"/>
                    <a:pt x="3112" y="1188"/>
                    <a:pt x="3112" y="1195"/>
                  </a:cubicBezTo>
                  <a:cubicBezTo>
                    <a:pt x="3112" y="1202"/>
                    <a:pt x="3118" y="1208"/>
                    <a:pt x="3125" y="1208"/>
                  </a:cubicBezTo>
                  <a:close/>
                  <a:moveTo>
                    <a:pt x="3164" y="1208"/>
                  </a:moveTo>
                  <a:cubicBezTo>
                    <a:pt x="3171" y="1208"/>
                    <a:pt x="3177" y="1202"/>
                    <a:pt x="3177" y="1195"/>
                  </a:cubicBezTo>
                  <a:cubicBezTo>
                    <a:pt x="3177" y="1188"/>
                    <a:pt x="3171" y="1183"/>
                    <a:pt x="3164" y="1183"/>
                  </a:cubicBezTo>
                  <a:cubicBezTo>
                    <a:pt x="3157" y="1183"/>
                    <a:pt x="3151" y="1188"/>
                    <a:pt x="3151" y="1195"/>
                  </a:cubicBezTo>
                  <a:cubicBezTo>
                    <a:pt x="3151" y="1202"/>
                    <a:pt x="3157" y="1208"/>
                    <a:pt x="3164" y="1208"/>
                  </a:cubicBezTo>
                  <a:close/>
                  <a:moveTo>
                    <a:pt x="917" y="1222"/>
                  </a:moveTo>
                  <a:cubicBezTo>
                    <a:pt x="910" y="1222"/>
                    <a:pt x="904" y="1228"/>
                    <a:pt x="904" y="1235"/>
                  </a:cubicBezTo>
                  <a:cubicBezTo>
                    <a:pt x="904" y="1242"/>
                    <a:pt x="910" y="1248"/>
                    <a:pt x="917" y="1248"/>
                  </a:cubicBezTo>
                  <a:cubicBezTo>
                    <a:pt x="924" y="1248"/>
                    <a:pt x="930" y="1242"/>
                    <a:pt x="930" y="1235"/>
                  </a:cubicBezTo>
                  <a:cubicBezTo>
                    <a:pt x="930" y="1228"/>
                    <a:pt x="924" y="1222"/>
                    <a:pt x="917" y="1222"/>
                  </a:cubicBezTo>
                  <a:close/>
                  <a:moveTo>
                    <a:pt x="956" y="1222"/>
                  </a:moveTo>
                  <a:cubicBezTo>
                    <a:pt x="949" y="1222"/>
                    <a:pt x="944" y="1228"/>
                    <a:pt x="944" y="1235"/>
                  </a:cubicBezTo>
                  <a:cubicBezTo>
                    <a:pt x="944" y="1242"/>
                    <a:pt x="949" y="1248"/>
                    <a:pt x="956" y="1248"/>
                  </a:cubicBezTo>
                  <a:cubicBezTo>
                    <a:pt x="963" y="1248"/>
                    <a:pt x="969" y="1242"/>
                    <a:pt x="969" y="1235"/>
                  </a:cubicBezTo>
                  <a:cubicBezTo>
                    <a:pt x="969" y="1228"/>
                    <a:pt x="963" y="1222"/>
                    <a:pt x="956" y="1222"/>
                  </a:cubicBezTo>
                  <a:close/>
                  <a:moveTo>
                    <a:pt x="996" y="1222"/>
                  </a:moveTo>
                  <a:cubicBezTo>
                    <a:pt x="989" y="1222"/>
                    <a:pt x="983" y="1228"/>
                    <a:pt x="983" y="1235"/>
                  </a:cubicBezTo>
                  <a:cubicBezTo>
                    <a:pt x="983" y="1242"/>
                    <a:pt x="989" y="1248"/>
                    <a:pt x="996" y="1248"/>
                  </a:cubicBezTo>
                  <a:cubicBezTo>
                    <a:pt x="1003" y="1248"/>
                    <a:pt x="1009" y="1242"/>
                    <a:pt x="1009" y="1235"/>
                  </a:cubicBezTo>
                  <a:cubicBezTo>
                    <a:pt x="1009" y="1228"/>
                    <a:pt x="1003" y="1222"/>
                    <a:pt x="996" y="1222"/>
                  </a:cubicBezTo>
                  <a:close/>
                  <a:moveTo>
                    <a:pt x="1035" y="1222"/>
                  </a:moveTo>
                  <a:cubicBezTo>
                    <a:pt x="1028" y="1222"/>
                    <a:pt x="1023" y="1228"/>
                    <a:pt x="1023" y="1235"/>
                  </a:cubicBezTo>
                  <a:cubicBezTo>
                    <a:pt x="1023" y="1242"/>
                    <a:pt x="1028" y="1248"/>
                    <a:pt x="1035" y="1248"/>
                  </a:cubicBezTo>
                  <a:cubicBezTo>
                    <a:pt x="1042" y="1248"/>
                    <a:pt x="1048" y="1242"/>
                    <a:pt x="1048" y="1235"/>
                  </a:cubicBezTo>
                  <a:cubicBezTo>
                    <a:pt x="1048" y="1228"/>
                    <a:pt x="1042" y="1222"/>
                    <a:pt x="1035" y="1222"/>
                  </a:cubicBezTo>
                  <a:close/>
                  <a:moveTo>
                    <a:pt x="1075" y="1222"/>
                  </a:moveTo>
                  <a:cubicBezTo>
                    <a:pt x="1068" y="1222"/>
                    <a:pt x="1062" y="1228"/>
                    <a:pt x="1062" y="1235"/>
                  </a:cubicBezTo>
                  <a:cubicBezTo>
                    <a:pt x="1062" y="1242"/>
                    <a:pt x="1068" y="1248"/>
                    <a:pt x="1075" y="1248"/>
                  </a:cubicBezTo>
                  <a:cubicBezTo>
                    <a:pt x="1082" y="1248"/>
                    <a:pt x="1087" y="1242"/>
                    <a:pt x="1087" y="1235"/>
                  </a:cubicBezTo>
                  <a:cubicBezTo>
                    <a:pt x="1087" y="1228"/>
                    <a:pt x="1082" y="1222"/>
                    <a:pt x="1075" y="1222"/>
                  </a:cubicBezTo>
                  <a:close/>
                  <a:moveTo>
                    <a:pt x="1114" y="1248"/>
                  </a:moveTo>
                  <a:cubicBezTo>
                    <a:pt x="1121" y="1248"/>
                    <a:pt x="1127" y="1242"/>
                    <a:pt x="1127" y="1235"/>
                  </a:cubicBezTo>
                  <a:cubicBezTo>
                    <a:pt x="1127" y="1228"/>
                    <a:pt x="1121" y="1222"/>
                    <a:pt x="1114" y="1222"/>
                  </a:cubicBezTo>
                  <a:cubicBezTo>
                    <a:pt x="1107" y="1222"/>
                    <a:pt x="1101" y="1228"/>
                    <a:pt x="1101" y="1235"/>
                  </a:cubicBezTo>
                  <a:cubicBezTo>
                    <a:pt x="1101" y="1242"/>
                    <a:pt x="1107" y="1248"/>
                    <a:pt x="1114" y="1248"/>
                  </a:cubicBezTo>
                  <a:close/>
                  <a:moveTo>
                    <a:pt x="1154" y="1248"/>
                  </a:moveTo>
                  <a:cubicBezTo>
                    <a:pt x="1161" y="1248"/>
                    <a:pt x="1166" y="1242"/>
                    <a:pt x="1166" y="1235"/>
                  </a:cubicBezTo>
                  <a:cubicBezTo>
                    <a:pt x="1166" y="1228"/>
                    <a:pt x="1161" y="1222"/>
                    <a:pt x="1154" y="1222"/>
                  </a:cubicBezTo>
                  <a:cubicBezTo>
                    <a:pt x="1146" y="1222"/>
                    <a:pt x="1141" y="1228"/>
                    <a:pt x="1141" y="1235"/>
                  </a:cubicBezTo>
                  <a:cubicBezTo>
                    <a:pt x="1141" y="1242"/>
                    <a:pt x="1146" y="1248"/>
                    <a:pt x="1154" y="1248"/>
                  </a:cubicBezTo>
                  <a:close/>
                  <a:moveTo>
                    <a:pt x="1193" y="1222"/>
                  </a:moveTo>
                  <a:cubicBezTo>
                    <a:pt x="1186" y="1222"/>
                    <a:pt x="1180" y="1228"/>
                    <a:pt x="1180" y="1235"/>
                  </a:cubicBezTo>
                  <a:cubicBezTo>
                    <a:pt x="1180" y="1242"/>
                    <a:pt x="1186" y="1248"/>
                    <a:pt x="1193" y="1248"/>
                  </a:cubicBezTo>
                  <a:cubicBezTo>
                    <a:pt x="1200" y="1248"/>
                    <a:pt x="1206" y="1242"/>
                    <a:pt x="1206" y="1235"/>
                  </a:cubicBezTo>
                  <a:cubicBezTo>
                    <a:pt x="1206" y="1228"/>
                    <a:pt x="1200" y="1222"/>
                    <a:pt x="1193" y="1222"/>
                  </a:cubicBezTo>
                  <a:close/>
                  <a:moveTo>
                    <a:pt x="1232" y="1248"/>
                  </a:moveTo>
                  <a:cubicBezTo>
                    <a:pt x="1239" y="1248"/>
                    <a:pt x="1245" y="1242"/>
                    <a:pt x="1245" y="1235"/>
                  </a:cubicBezTo>
                  <a:cubicBezTo>
                    <a:pt x="1245" y="1228"/>
                    <a:pt x="1239" y="1222"/>
                    <a:pt x="1232" y="1222"/>
                  </a:cubicBezTo>
                  <a:cubicBezTo>
                    <a:pt x="1225" y="1222"/>
                    <a:pt x="1220" y="1228"/>
                    <a:pt x="1220" y="1235"/>
                  </a:cubicBezTo>
                  <a:cubicBezTo>
                    <a:pt x="1220" y="1242"/>
                    <a:pt x="1225" y="1248"/>
                    <a:pt x="1232" y="1248"/>
                  </a:cubicBezTo>
                  <a:close/>
                  <a:moveTo>
                    <a:pt x="1272" y="1222"/>
                  </a:moveTo>
                  <a:cubicBezTo>
                    <a:pt x="1265" y="1222"/>
                    <a:pt x="1259" y="1228"/>
                    <a:pt x="1259" y="1235"/>
                  </a:cubicBezTo>
                  <a:cubicBezTo>
                    <a:pt x="1259" y="1242"/>
                    <a:pt x="1265" y="1248"/>
                    <a:pt x="1272" y="1248"/>
                  </a:cubicBezTo>
                  <a:cubicBezTo>
                    <a:pt x="1279" y="1248"/>
                    <a:pt x="1285" y="1242"/>
                    <a:pt x="1285" y="1235"/>
                  </a:cubicBezTo>
                  <a:cubicBezTo>
                    <a:pt x="1285" y="1228"/>
                    <a:pt x="1279" y="1222"/>
                    <a:pt x="1272" y="1222"/>
                  </a:cubicBezTo>
                  <a:close/>
                  <a:moveTo>
                    <a:pt x="1311" y="1222"/>
                  </a:moveTo>
                  <a:cubicBezTo>
                    <a:pt x="1304" y="1222"/>
                    <a:pt x="1298" y="1228"/>
                    <a:pt x="1298" y="1235"/>
                  </a:cubicBezTo>
                  <a:cubicBezTo>
                    <a:pt x="1298" y="1242"/>
                    <a:pt x="1304" y="1248"/>
                    <a:pt x="1311" y="1248"/>
                  </a:cubicBezTo>
                  <a:cubicBezTo>
                    <a:pt x="1318" y="1248"/>
                    <a:pt x="1324" y="1242"/>
                    <a:pt x="1324" y="1235"/>
                  </a:cubicBezTo>
                  <a:cubicBezTo>
                    <a:pt x="1324" y="1228"/>
                    <a:pt x="1318" y="1222"/>
                    <a:pt x="1311" y="1222"/>
                  </a:cubicBezTo>
                  <a:close/>
                  <a:moveTo>
                    <a:pt x="1863" y="1248"/>
                  </a:moveTo>
                  <a:cubicBezTo>
                    <a:pt x="1870" y="1248"/>
                    <a:pt x="1876" y="1242"/>
                    <a:pt x="1876" y="1235"/>
                  </a:cubicBezTo>
                  <a:cubicBezTo>
                    <a:pt x="1876" y="1228"/>
                    <a:pt x="1870" y="1222"/>
                    <a:pt x="1863" y="1222"/>
                  </a:cubicBezTo>
                  <a:cubicBezTo>
                    <a:pt x="1856" y="1222"/>
                    <a:pt x="1850" y="1228"/>
                    <a:pt x="1850" y="1235"/>
                  </a:cubicBezTo>
                  <a:cubicBezTo>
                    <a:pt x="1850" y="1242"/>
                    <a:pt x="1856" y="1248"/>
                    <a:pt x="1863" y="1248"/>
                  </a:cubicBezTo>
                  <a:close/>
                  <a:moveTo>
                    <a:pt x="1903" y="1222"/>
                  </a:moveTo>
                  <a:cubicBezTo>
                    <a:pt x="1896" y="1222"/>
                    <a:pt x="1890" y="1228"/>
                    <a:pt x="1890" y="1235"/>
                  </a:cubicBezTo>
                  <a:cubicBezTo>
                    <a:pt x="1890" y="1242"/>
                    <a:pt x="1896" y="1248"/>
                    <a:pt x="1903" y="1248"/>
                  </a:cubicBezTo>
                  <a:cubicBezTo>
                    <a:pt x="1910" y="1248"/>
                    <a:pt x="1915" y="1242"/>
                    <a:pt x="1915" y="1235"/>
                  </a:cubicBezTo>
                  <a:cubicBezTo>
                    <a:pt x="1915" y="1228"/>
                    <a:pt x="1910" y="1222"/>
                    <a:pt x="1903" y="1222"/>
                  </a:cubicBezTo>
                  <a:close/>
                  <a:moveTo>
                    <a:pt x="1942" y="1222"/>
                  </a:moveTo>
                  <a:cubicBezTo>
                    <a:pt x="1935" y="1222"/>
                    <a:pt x="1929" y="1228"/>
                    <a:pt x="1929" y="1235"/>
                  </a:cubicBezTo>
                  <a:cubicBezTo>
                    <a:pt x="1929" y="1242"/>
                    <a:pt x="1935" y="1248"/>
                    <a:pt x="1942" y="1248"/>
                  </a:cubicBezTo>
                  <a:cubicBezTo>
                    <a:pt x="1949" y="1248"/>
                    <a:pt x="1955" y="1242"/>
                    <a:pt x="1955" y="1235"/>
                  </a:cubicBezTo>
                  <a:cubicBezTo>
                    <a:pt x="1955" y="1228"/>
                    <a:pt x="1949" y="1222"/>
                    <a:pt x="1942" y="1222"/>
                  </a:cubicBezTo>
                  <a:close/>
                  <a:moveTo>
                    <a:pt x="1981" y="1222"/>
                  </a:moveTo>
                  <a:cubicBezTo>
                    <a:pt x="1974" y="1222"/>
                    <a:pt x="1969" y="1228"/>
                    <a:pt x="1969" y="1235"/>
                  </a:cubicBezTo>
                  <a:cubicBezTo>
                    <a:pt x="1969" y="1242"/>
                    <a:pt x="1974" y="1248"/>
                    <a:pt x="1981" y="1248"/>
                  </a:cubicBezTo>
                  <a:cubicBezTo>
                    <a:pt x="1988" y="1248"/>
                    <a:pt x="1994" y="1242"/>
                    <a:pt x="1994" y="1235"/>
                  </a:cubicBezTo>
                  <a:cubicBezTo>
                    <a:pt x="1994" y="1228"/>
                    <a:pt x="1988" y="1222"/>
                    <a:pt x="1981" y="1222"/>
                  </a:cubicBezTo>
                  <a:close/>
                  <a:moveTo>
                    <a:pt x="2021" y="1222"/>
                  </a:moveTo>
                  <a:cubicBezTo>
                    <a:pt x="2014" y="1222"/>
                    <a:pt x="2008" y="1228"/>
                    <a:pt x="2008" y="1235"/>
                  </a:cubicBezTo>
                  <a:cubicBezTo>
                    <a:pt x="2008" y="1242"/>
                    <a:pt x="2014" y="1248"/>
                    <a:pt x="2021" y="1248"/>
                  </a:cubicBezTo>
                  <a:cubicBezTo>
                    <a:pt x="2028" y="1248"/>
                    <a:pt x="2034" y="1242"/>
                    <a:pt x="2034" y="1235"/>
                  </a:cubicBezTo>
                  <a:cubicBezTo>
                    <a:pt x="2034" y="1228"/>
                    <a:pt x="2028" y="1222"/>
                    <a:pt x="2021" y="1222"/>
                  </a:cubicBezTo>
                  <a:close/>
                  <a:moveTo>
                    <a:pt x="2060" y="1222"/>
                  </a:moveTo>
                  <a:cubicBezTo>
                    <a:pt x="2053" y="1222"/>
                    <a:pt x="2048" y="1228"/>
                    <a:pt x="2048" y="1235"/>
                  </a:cubicBezTo>
                  <a:cubicBezTo>
                    <a:pt x="2048" y="1242"/>
                    <a:pt x="2053" y="1248"/>
                    <a:pt x="2060" y="1248"/>
                  </a:cubicBezTo>
                  <a:cubicBezTo>
                    <a:pt x="2067" y="1248"/>
                    <a:pt x="2073" y="1242"/>
                    <a:pt x="2073" y="1235"/>
                  </a:cubicBezTo>
                  <a:cubicBezTo>
                    <a:pt x="2073" y="1228"/>
                    <a:pt x="2067" y="1222"/>
                    <a:pt x="2060" y="1222"/>
                  </a:cubicBezTo>
                  <a:close/>
                  <a:moveTo>
                    <a:pt x="2100" y="1222"/>
                  </a:moveTo>
                  <a:cubicBezTo>
                    <a:pt x="2093" y="1222"/>
                    <a:pt x="2087" y="1228"/>
                    <a:pt x="2087" y="1235"/>
                  </a:cubicBezTo>
                  <a:cubicBezTo>
                    <a:pt x="2087" y="1242"/>
                    <a:pt x="2093" y="1248"/>
                    <a:pt x="2100" y="1248"/>
                  </a:cubicBezTo>
                  <a:cubicBezTo>
                    <a:pt x="2107" y="1248"/>
                    <a:pt x="2112" y="1242"/>
                    <a:pt x="2112" y="1235"/>
                  </a:cubicBezTo>
                  <a:cubicBezTo>
                    <a:pt x="2112" y="1228"/>
                    <a:pt x="2107" y="1222"/>
                    <a:pt x="2100" y="1222"/>
                  </a:cubicBezTo>
                  <a:close/>
                  <a:moveTo>
                    <a:pt x="956" y="1287"/>
                  </a:moveTo>
                  <a:cubicBezTo>
                    <a:pt x="963" y="1287"/>
                    <a:pt x="969" y="1281"/>
                    <a:pt x="969" y="1274"/>
                  </a:cubicBezTo>
                  <a:cubicBezTo>
                    <a:pt x="969" y="1267"/>
                    <a:pt x="963" y="1261"/>
                    <a:pt x="956" y="1261"/>
                  </a:cubicBezTo>
                  <a:cubicBezTo>
                    <a:pt x="949" y="1261"/>
                    <a:pt x="944" y="1267"/>
                    <a:pt x="944" y="1274"/>
                  </a:cubicBezTo>
                  <a:cubicBezTo>
                    <a:pt x="944" y="1281"/>
                    <a:pt x="949" y="1287"/>
                    <a:pt x="956" y="1287"/>
                  </a:cubicBezTo>
                  <a:close/>
                  <a:moveTo>
                    <a:pt x="996" y="1261"/>
                  </a:moveTo>
                  <a:cubicBezTo>
                    <a:pt x="989" y="1261"/>
                    <a:pt x="983" y="1267"/>
                    <a:pt x="983" y="1274"/>
                  </a:cubicBezTo>
                  <a:cubicBezTo>
                    <a:pt x="983" y="1281"/>
                    <a:pt x="989" y="1287"/>
                    <a:pt x="996" y="1287"/>
                  </a:cubicBezTo>
                  <a:cubicBezTo>
                    <a:pt x="1003" y="1287"/>
                    <a:pt x="1009" y="1281"/>
                    <a:pt x="1009" y="1274"/>
                  </a:cubicBezTo>
                  <a:cubicBezTo>
                    <a:pt x="1009" y="1267"/>
                    <a:pt x="1003" y="1261"/>
                    <a:pt x="996" y="1261"/>
                  </a:cubicBezTo>
                  <a:close/>
                  <a:moveTo>
                    <a:pt x="1035" y="1261"/>
                  </a:moveTo>
                  <a:cubicBezTo>
                    <a:pt x="1028" y="1261"/>
                    <a:pt x="1023" y="1267"/>
                    <a:pt x="1023" y="1274"/>
                  </a:cubicBezTo>
                  <a:cubicBezTo>
                    <a:pt x="1023" y="1281"/>
                    <a:pt x="1028" y="1287"/>
                    <a:pt x="1035" y="1287"/>
                  </a:cubicBezTo>
                  <a:cubicBezTo>
                    <a:pt x="1042" y="1287"/>
                    <a:pt x="1048" y="1281"/>
                    <a:pt x="1048" y="1274"/>
                  </a:cubicBezTo>
                  <a:cubicBezTo>
                    <a:pt x="1048" y="1267"/>
                    <a:pt x="1042" y="1261"/>
                    <a:pt x="1035" y="1261"/>
                  </a:cubicBezTo>
                  <a:close/>
                  <a:moveTo>
                    <a:pt x="1075" y="1261"/>
                  </a:moveTo>
                  <a:cubicBezTo>
                    <a:pt x="1068" y="1261"/>
                    <a:pt x="1062" y="1267"/>
                    <a:pt x="1062" y="1274"/>
                  </a:cubicBezTo>
                  <a:cubicBezTo>
                    <a:pt x="1062" y="1281"/>
                    <a:pt x="1068" y="1287"/>
                    <a:pt x="1075" y="1287"/>
                  </a:cubicBezTo>
                  <a:cubicBezTo>
                    <a:pt x="1082" y="1287"/>
                    <a:pt x="1087" y="1281"/>
                    <a:pt x="1087" y="1274"/>
                  </a:cubicBezTo>
                  <a:cubicBezTo>
                    <a:pt x="1087" y="1267"/>
                    <a:pt x="1082" y="1261"/>
                    <a:pt x="1075" y="1261"/>
                  </a:cubicBezTo>
                  <a:close/>
                  <a:moveTo>
                    <a:pt x="1114" y="1261"/>
                  </a:moveTo>
                  <a:cubicBezTo>
                    <a:pt x="1107" y="1261"/>
                    <a:pt x="1101" y="1267"/>
                    <a:pt x="1101" y="1274"/>
                  </a:cubicBezTo>
                  <a:cubicBezTo>
                    <a:pt x="1101" y="1281"/>
                    <a:pt x="1107" y="1287"/>
                    <a:pt x="1114" y="1287"/>
                  </a:cubicBezTo>
                  <a:cubicBezTo>
                    <a:pt x="1121" y="1287"/>
                    <a:pt x="1127" y="1281"/>
                    <a:pt x="1127" y="1274"/>
                  </a:cubicBezTo>
                  <a:cubicBezTo>
                    <a:pt x="1127" y="1267"/>
                    <a:pt x="1121" y="1261"/>
                    <a:pt x="1114" y="1261"/>
                  </a:cubicBezTo>
                  <a:close/>
                  <a:moveTo>
                    <a:pt x="1141" y="1274"/>
                  </a:moveTo>
                  <a:cubicBezTo>
                    <a:pt x="1141" y="1281"/>
                    <a:pt x="1146" y="1287"/>
                    <a:pt x="1154" y="1287"/>
                  </a:cubicBezTo>
                  <a:cubicBezTo>
                    <a:pt x="1161" y="1287"/>
                    <a:pt x="1166" y="1281"/>
                    <a:pt x="1166" y="1274"/>
                  </a:cubicBezTo>
                  <a:cubicBezTo>
                    <a:pt x="1166" y="1267"/>
                    <a:pt x="1161" y="1261"/>
                    <a:pt x="1154" y="1261"/>
                  </a:cubicBezTo>
                  <a:cubicBezTo>
                    <a:pt x="1146" y="1261"/>
                    <a:pt x="1141" y="1267"/>
                    <a:pt x="1141" y="1274"/>
                  </a:cubicBezTo>
                  <a:close/>
                  <a:moveTo>
                    <a:pt x="1180" y="1274"/>
                  </a:moveTo>
                  <a:cubicBezTo>
                    <a:pt x="1180" y="1281"/>
                    <a:pt x="1186" y="1287"/>
                    <a:pt x="1193" y="1287"/>
                  </a:cubicBezTo>
                  <a:cubicBezTo>
                    <a:pt x="1200" y="1287"/>
                    <a:pt x="1206" y="1281"/>
                    <a:pt x="1206" y="1274"/>
                  </a:cubicBezTo>
                  <a:cubicBezTo>
                    <a:pt x="1206" y="1267"/>
                    <a:pt x="1200" y="1261"/>
                    <a:pt x="1193" y="1261"/>
                  </a:cubicBezTo>
                  <a:cubicBezTo>
                    <a:pt x="1186" y="1261"/>
                    <a:pt x="1180" y="1267"/>
                    <a:pt x="1180" y="1274"/>
                  </a:cubicBezTo>
                  <a:close/>
                  <a:moveTo>
                    <a:pt x="1232" y="1287"/>
                  </a:moveTo>
                  <a:cubicBezTo>
                    <a:pt x="1239" y="1287"/>
                    <a:pt x="1245" y="1281"/>
                    <a:pt x="1245" y="1274"/>
                  </a:cubicBezTo>
                  <a:cubicBezTo>
                    <a:pt x="1245" y="1267"/>
                    <a:pt x="1239" y="1261"/>
                    <a:pt x="1232" y="1261"/>
                  </a:cubicBezTo>
                  <a:cubicBezTo>
                    <a:pt x="1225" y="1261"/>
                    <a:pt x="1220" y="1267"/>
                    <a:pt x="1220" y="1274"/>
                  </a:cubicBezTo>
                  <a:cubicBezTo>
                    <a:pt x="1220" y="1281"/>
                    <a:pt x="1225" y="1287"/>
                    <a:pt x="1232" y="1287"/>
                  </a:cubicBezTo>
                  <a:close/>
                  <a:moveTo>
                    <a:pt x="1272" y="1261"/>
                  </a:moveTo>
                  <a:cubicBezTo>
                    <a:pt x="1265" y="1261"/>
                    <a:pt x="1259" y="1267"/>
                    <a:pt x="1259" y="1274"/>
                  </a:cubicBezTo>
                  <a:cubicBezTo>
                    <a:pt x="1259" y="1281"/>
                    <a:pt x="1265" y="1287"/>
                    <a:pt x="1272" y="1287"/>
                  </a:cubicBezTo>
                  <a:cubicBezTo>
                    <a:pt x="1279" y="1287"/>
                    <a:pt x="1285" y="1281"/>
                    <a:pt x="1285" y="1274"/>
                  </a:cubicBezTo>
                  <a:cubicBezTo>
                    <a:pt x="1285" y="1267"/>
                    <a:pt x="1279" y="1261"/>
                    <a:pt x="1272" y="1261"/>
                  </a:cubicBezTo>
                  <a:close/>
                  <a:moveTo>
                    <a:pt x="1824" y="1261"/>
                  </a:moveTo>
                  <a:cubicBezTo>
                    <a:pt x="1817" y="1261"/>
                    <a:pt x="1811" y="1267"/>
                    <a:pt x="1811" y="1274"/>
                  </a:cubicBezTo>
                  <a:cubicBezTo>
                    <a:pt x="1811" y="1281"/>
                    <a:pt x="1817" y="1287"/>
                    <a:pt x="1824" y="1287"/>
                  </a:cubicBezTo>
                  <a:cubicBezTo>
                    <a:pt x="1831" y="1287"/>
                    <a:pt x="1837" y="1281"/>
                    <a:pt x="1837" y="1274"/>
                  </a:cubicBezTo>
                  <a:cubicBezTo>
                    <a:pt x="1837" y="1267"/>
                    <a:pt x="1831" y="1261"/>
                    <a:pt x="1824" y="1261"/>
                  </a:cubicBezTo>
                  <a:close/>
                  <a:moveTo>
                    <a:pt x="1863" y="1287"/>
                  </a:moveTo>
                  <a:cubicBezTo>
                    <a:pt x="1870" y="1287"/>
                    <a:pt x="1876" y="1281"/>
                    <a:pt x="1876" y="1274"/>
                  </a:cubicBezTo>
                  <a:cubicBezTo>
                    <a:pt x="1876" y="1267"/>
                    <a:pt x="1870" y="1261"/>
                    <a:pt x="1863" y="1261"/>
                  </a:cubicBezTo>
                  <a:cubicBezTo>
                    <a:pt x="1856" y="1261"/>
                    <a:pt x="1850" y="1267"/>
                    <a:pt x="1850" y="1274"/>
                  </a:cubicBezTo>
                  <a:cubicBezTo>
                    <a:pt x="1850" y="1281"/>
                    <a:pt x="1856" y="1287"/>
                    <a:pt x="1863" y="1287"/>
                  </a:cubicBezTo>
                  <a:close/>
                  <a:moveTo>
                    <a:pt x="1903" y="1261"/>
                  </a:moveTo>
                  <a:cubicBezTo>
                    <a:pt x="1896" y="1261"/>
                    <a:pt x="1890" y="1267"/>
                    <a:pt x="1890" y="1274"/>
                  </a:cubicBezTo>
                  <a:cubicBezTo>
                    <a:pt x="1890" y="1281"/>
                    <a:pt x="1896" y="1287"/>
                    <a:pt x="1903" y="1287"/>
                  </a:cubicBezTo>
                  <a:cubicBezTo>
                    <a:pt x="1910" y="1287"/>
                    <a:pt x="1915" y="1281"/>
                    <a:pt x="1915" y="1274"/>
                  </a:cubicBezTo>
                  <a:cubicBezTo>
                    <a:pt x="1915" y="1267"/>
                    <a:pt x="1910" y="1261"/>
                    <a:pt x="1903" y="1261"/>
                  </a:cubicBezTo>
                  <a:close/>
                  <a:moveTo>
                    <a:pt x="1942" y="1261"/>
                  </a:moveTo>
                  <a:cubicBezTo>
                    <a:pt x="1935" y="1261"/>
                    <a:pt x="1929" y="1267"/>
                    <a:pt x="1929" y="1274"/>
                  </a:cubicBezTo>
                  <a:cubicBezTo>
                    <a:pt x="1929" y="1281"/>
                    <a:pt x="1935" y="1287"/>
                    <a:pt x="1942" y="1287"/>
                  </a:cubicBezTo>
                  <a:cubicBezTo>
                    <a:pt x="1949" y="1287"/>
                    <a:pt x="1955" y="1281"/>
                    <a:pt x="1955" y="1274"/>
                  </a:cubicBezTo>
                  <a:cubicBezTo>
                    <a:pt x="1955" y="1267"/>
                    <a:pt x="1949" y="1261"/>
                    <a:pt x="1942" y="1261"/>
                  </a:cubicBezTo>
                  <a:close/>
                  <a:moveTo>
                    <a:pt x="1981" y="1261"/>
                  </a:moveTo>
                  <a:cubicBezTo>
                    <a:pt x="1974" y="1261"/>
                    <a:pt x="1969" y="1267"/>
                    <a:pt x="1969" y="1274"/>
                  </a:cubicBezTo>
                  <a:cubicBezTo>
                    <a:pt x="1969" y="1281"/>
                    <a:pt x="1974" y="1287"/>
                    <a:pt x="1981" y="1287"/>
                  </a:cubicBezTo>
                  <a:cubicBezTo>
                    <a:pt x="1988" y="1287"/>
                    <a:pt x="1994" y="1281"/>
                    <a:pt x="1994" y="1274"/>
                  </a:cubicBezTo>
                  <a:cubicBezTo>
                    <a:pt x="1994" y="1267"/>
                    <a:pt x="1988" y="1261"/>
                    <a:pt x="1981" y="1261"/>
                  </a:cubicBezTo>
                  <a:close/>
                  <a:moveTo>
                    <a:pt x="2021" y="1261"/>
                  </a:moveTo>
                  <a:cubicBezTo>
                    <a:pt x="2014" y="1261"/>
                    <a:pt x="2008" y="1267"/>
                    <a:pt x="2008" y="1274"/>
                  </a:cubicBezTo>
                  <a:cubicBezTo>
                    <a:pt x="2008" y="1281"/>
                    <a:pt x="2014" y="1287"/>
                    <a:pt x="2021" y="1287"/>
                  </a:cubicBezTo>
                  <a:cubicBezTo>
                    <a:pt x="2028" y="1287"/>
                    <a:pt x="2034" y="1281"/>
                    <a:pt x="2034" y="1274"/>
                  </a:cubicBezTo>
                  <a:cubicBezTo>
                    <a:pt x="2034" y="1267"/>
                    <a:pt x="2028" y="1261"/>
                    <a:pt x="2021" y="1261"/>
                  </a:cubicBezTo>
                  <a:close/>
                  <a:moveTo>
                    <a:pt x="2060" y="1287"/>
                  </a:moveTo>
                  <a:cubicBezTo>
                    <a:pt x="2067" y="1287"/>
                    <a:pt x="2073" y="1281"/>
                    <a:pt x="2073" y="1274"/>
                  </a:cubicBezTo>
                  <a:cubicBezTo>
                    <a:pt x="2073" y="1267"/>
                    <a:pt x="2067" y="1262"/>
                    <a:pt x="2060" y="1262"/>
                  </a:cubicBezTo>
                  <a:cubicBezTo>
                    <a:pt x="2053" y="1262"/>
                    <a:pt x="2048" y="1267"/>
                    <a:pt x="2048" y="1274"/>
                  </a:cubicBezTo>
                  <a:cubicBezTo>
                    <a:pt x="2048" y="1281"/>
                    <a:pt x="2053" y="1287"/>
                    <a:pt x="2060" y="1287"/>
                  </a:cubicBezTo>
                  <a:close/>
                  <a:moveTo>
                    <a:pt x="2100" y="1261"/>
                  </a:moveTo>
                  <a:cubicBezTo>
                    <a:pt x="2093" y="1261"/>
                    <a:pt x="2087" y="1267"/>
                    <a:pt x="2087" y="1274"/>
                  </a:cubicBezTo>
                  <a:cubicBezTo>
                    <a:pt x="2087" y="1281"/>
                    <a:pt x="2093" y="1287"/>
                    <a:pt x="2100" y="1287"/>
                  </a:cubicBezTo>
                  <a:cubicBezTo>
                    <a:pt x="2107" y="1287"/>
                    <a:pt x="2112" y="1281"/>
                    <a:pt x="2112" y="1274"/>
                  </a:cubicBezTo>
                  <a:cubicBezTo>
                    <a:pt x="2112" y="1267"/>
                    <a:pt x="2107" y="1261"/>
                    <a:pt x="2100" y="1261"/>
                  </a:cubicBezTo>
                  <a:close/>
                  <a:moveTo>
                    <a:pt x="3046" y="1287"/>
                  </a:moveTo>
                  <a:cubicBezTo>
                    <a:pt x="3053" y="1287"/>
                    <a:pt x="3059" y="1281"/>
                    <a:pt x="3059" y="1274"/>
                  </a:cubicBezTo>
                  <a:cubicBezTo>
                    <a:pt x="3059" y="1267"/>
                    <a:pt x="3053" y="1261"/>
                    <a:pt x="3046" y="1261"/>
                  </a:cubicBezTo>
                  <a:cubicBezTo>
                    <a:pt x="3039" y="1261"/>
                    <a:pt x="3033" y="1267"/>
                    <a:pt x="3033" y="1274"/>
                  </a:cubicBezTo>
                  <a:cubicBezTo>
                    <a:pt x="3033" y="1281"/>
                    <a:pt x="3039" y="1287"/>
                    <a:pt x="3046" y="1287"/>
                  </a:cubicBezTo>
                  <a:close/>
                  <a:moveTo>
                    <a:pt x="996" y="1326"/>
                  </a:moveTo>
                  <a:cubicBezTo>
                    <a:pt x="1003" y="1326"/>
                    <a:pt x="1009" y="1321"/>
                    <a:pt x="1009" y="1314"/>
                  </a:cubicBezTo>
                  <a:cubicBezTo>
                    <a:pt x="1009" y="1307"/>
                    <a:pt x="1003" y="1301"/>
                    <a:pt x="996" y="1301"/>
                  </a:cubicBezTo>
                  <a:cubicBezTo>
                    <a:pt x="989" y="1301"/>
                    <a:pt x="983" y="1307"/>
                    <a:pt x="983" y="1314"/>
                  </a:cubicBezTo>
                  <a:cubicBezTo>
                    <a:pt x="983" y="1321"/>
                    <a:pt x="989" y="1326"/>
                    <a:pt x="996" y="1326"/>
                  </a:cubicBezTo>
                  <a:close/>
                  <a:moveTo>
                    <a:pt x="1035" y="1326"/>
                  </a:moveTo>
                  <a:cubicBezTo>
                    <a:pt x="1042" y="1326"/>
                    <a:pt x="1048" y="1321"/>
                    <a:pt x="1048" y="1314"/>
                  </a:cubicBezTo>
                  <a:cubicBezTo>
                    <a:pt x="1048" y="1307"/>
                    <a:pt x="1042" y="1301"/>
                    <a:pt x="1035" y="1301"/>
                  </a:cubicBezTo>
                  <a:cubicBezTo>
                    <a:pt x="1028" y="1301"/>
                    <a:pt x="1023" y="1307"/>
                    <a:pt x="1023" y="1314"/>
                  </a:cubicBezTo>
                  <a:cubicBezTo>
                    <a:pt x="1023" y="1321"/>
                    <a:pt x="1028" y="1326"/>
                    <a:pt x="1035" y="1326"/>
                  </a:cubicBezTo>
                  <a:close/>
                  <a:moveTo>
                    <a:pt x="1075" y="1326"/>
                  </a:moveTo>
                  <a:cubicBezTo>
                    <a:pt x="1082" y="1326"/>
                    <a:pt x="1087" y="1321"/>
                    <a:pt x="1087" y="1314"/>
                  </a:cubicBezTo>
                  <a:cubicBezTo>
                    <a:pt x="1087" y="1307"/>
                    <a:pt x="1082" y="1301"/>
                    <a:pt x="1075" y="1301"/>
                  </a:cubicBezTo>
                  <a:cubicBezTo>
                    <a:pt x="1068" y="1301"/>
                    <a:pt x="1062" y="1307"/>
                    <a:pt x="1062" y="1314"/>
                  </a:cubicBezTo>
                  <a:cubicBezTo>
                    <a:pt x="1062" y="1321"/>
                    <a:pt x="1068" y="1326"/>
                    <a:pt x="1075" y="1326"/>
                  </a:cubicBezTo>
                  <a:close/>
                  <a:moveTo>
                    <a:pt x="1114" y="1326"/>
                  </a:moveTo>
                  <a:cubicBezTo>
                    <a:pt x="1121" y="1326"/>
                    <a:pt x="1127" y="1321"/>
                    <a:pt x="1127" y="1314"/>
                  </a:cubicBezTo>
                  <a:cubicBezTo>
                    <a:pt x="1127" y="1307"/>
                    <a:pt x="1121" y="1301"/>
                    <a:pt x="1114" y="1301"/>
                  </a:cubicBezTo>
                  <a:cubicBezTo>
                    <a:pt x="1107" y="1301"/>
                    <a:pt x="1101" y="1307"/>
                    <a:pt x="1101" y="1314"/>
                  </a:cubicBezTo>
                  <a:cubicBezTo>
                    <a:pt x="1101" y="1321"/>
                    <a:pt x="1107" y="1326"/>
                    <a:pt x="1114" y="1326"/>
                  </a:cubicBezTo>
                  <a:close/>
                  <a:moveTo>
                    <a:pt x="1154" y="1326"/>
                  </a:moveTo>
                  <a:cubicBezTo>
                    <a:pt x="1161" y="1326"/>
                    <a:pt x="1166" y="1321"/>
                    <a:pt x="1166" y="1314"/>
                  </a:cubicBezTo>
                  <a:cubicBezTo>
                    <a:pt x="1166" y="1307"/>
                    <a:pt x="1161" y="1301"/>
                    <a:pt x="1154" y="1301"/>
                  </a:cubicBezTo>
                  <a:cubicBezTo>
                    <a:pt x="1146" y="1301"/>
                    <a:pt x="1141" y="1307"/>
                    <a:pt x="1141" y="1314"/>
                  </a:cubicBezTo>
                  <a:cubicBezTo>
                    <a:pt x="1141" y="1321"/>
                    <a:pt x="1146" y="1326"/>
                    <a:pt x="1154" y="1326"/>
                  </a:cubicBezTo>
                  <a:close/>
                  <a:moveTo>
                    <a:pt x="1193" y="1326"/>
                  </a:moveTo>
                  <a:cubicBezTo>
                    <a:pt x="1200" y="1326"/>
                    <a:pt x="1206" y="1321"/>
                    <a:pt x="1206" y="1314"/>
                  </a:cubicBezTo>
                  <a:cubicBezTo>
                    <a:pt x="1206" y="1307"/>
                    <a:pt x="1200" y="1301"/>
                    <a:pt x="1193" y="1301"/>
                  </a:cubicBezTo>
                  <a:cubicBezTo>
                    <a:pt x="1186" y="1301"/>
                    <a:pt x="1180" y="1307"/>
                    <a:pt x="1180" y="1314"/>
                  </a:cubicBezTo>
                  <a:cubicBezTo>
                    <a:pt x="1180" y="1321"/>
                    <a:pt x="1186" y="1326"/>
                    <a:pt x="1193" y="1326"/>
                  </a:cubicBezTo>
                  <a:close/>
                  <a:moveTo>
                    <a:pt x="1232" y="1326"/>
                  </a:moveTo>
                  <a:cubicBezTo>
                    <a:pt x="1239" y="1326"/>
                    <a:pt x="1245" y="1321"/>
                    <a:pt x="1245" y="1314"/>
                  </a:cubicBezTo>
                  <a:cubicBezTo>
                    <a:pt x="1245" y="1307"/>
                    <a:pt x="1239" y="1301"/>
                    <a:pt x="1232" y="1301"/>
                  </a:cubicBezTo>
                  <a:cubicBezTo>
                    <a:pt x="1225" y="1301"/>
                    <a:pt x="1220" y="1307"/>
                    <a:pt x="1220" y="1314"/>
                  </a:cubicBezTo>
                  <a:cubicBezTo>
                    <a:pt x="1220" y="1321"/>
                    <a:pt x="1225" y="1326"/>
                    <a:pt x="1232" y="1326"/>
                  </a:cubicBezTo>
                  <a:close/>
                  <a:moveTo>
                    <a:pt x="1272" y="1301"/>
                  </a:moveTo>
                  <a:cubicBezTo>
                    <a:pt x="1265" y="1301"/>
                    <a:pt x="1259" y="1307"/>
                    <a:pt x="1259" y="1314"/>
                  </a:cubicBezTo>
                  <a:cubicBezTo>
                    <a:pt x="1259" y="1321"/>
                    <a:pt x="1265" y="1326"/>
                    <a:pt x="1272" y="1326"/>
                  </a:cubicBezTo>
                  <a:cubicBezTo>
                    <a:pt x="1279" y="1326"/>
                    <a:pt x="1285" y="1321"/>
                    <a:pt x="1285" y="1314"/>
                  </a:cubicBezTo>
                  <a:cubicBezTo>
                    <a:pt x="1285" y="1307"/>
                    <a:pt x="1279" y="1301"/>
                    <a:pt x="1272" y="1301"/>
                  </a:cubicBezTo>
                  <a:close/>
                  <a:moveTo>
                    <a:pt x="1824" y="1301"/>
                  </a:moveTo>
                  <a:cubicBezTo>
                    <a:pt x="1817" y="1301"/>
                    <a:pt x="1811" y="1307"/>
                    <a:pt x="1811" y="1314"/>
                  </a:cubicBezTo>
                  <a:cubicBezTo>
                    <a:pt x="1811" y="1321"/>
                    <a:pt x="1817" y="1326"/>
                    <a:pt x="1824" y="1326"/>
                  </a:cubicBezTo>
                  <a:cubicBezTo>
                    <a:pt x="1831" y="1326"/>
                    <a:pt x="1837" y="1321"/>
                    <a:pt x="1837" y="1314"/>
                  </a:cubicBezTo>
                  <a:cubicBezTo>
                    <a:pt x="1837" y="1307"/>
                    <a:pt x="1831" y="1301"/>
                    <a:pt x="1824" y="1301"/>
                  </a:cubicBezTo>
                  <a:close/>
                  <a:moveTo>
                    <a:pt x="1863" y="1326"/>
                  </a:moveTo>
                  <a:cubicBezTo>
                    <a:pt x="1870" y="1326"/>
                    <a:pt x="1876" y="1321"/>
                    <a:pt x="1876" y="1314"/>
                  </a:cubicBezTo>
                  <a:cubicBezTo>
                    <a:pt x="1876" y="1307"/>
                    <a:pt x="1870" y="1301"/>
                    <a:pt x="1863" y="1301"/>
                  </a:cubicBezTo>
                  <a:cubicBezTo>
                    <a:pt x="1856" y="1301"/>
                    <a:pt x="1850" y="1307"/>
                    <a:pt x="1850" y="1314"/>
                  </a:cubicBezTo>
                  <a:cubicBezTo>
                    <a:pt x="1850" y="1321"/>
                    <a:pt x="1856" y="1326"/>
                    <a:pt x="1863" y="1326"/>
                  </a:cubicBezTo>
                  <a:close/>
                  <a:moveTo>
                    <a:pt x="1903" y="1326"/>
                  </a:moveTo>
                  <a:cubicBezTo>
                    <a:pt x="1910" y="1326"/>
                    <a:pt x="1915" y="1321"/>
                    <a:pt x="1915" y="1314"/>
                  </a:cubicBezTo>
                  <a:cubicBezTo>
                    <a:pt x="1915" y="1307"/>
                    <a:pt x="1910" y="1301"/>
                    <a:pt x="1903" y="1301"/>
                  </a:cubicBezTo>
                  <a:cubicBezTo>
                    <a:pt x="1896" y="1301"/>
                    <a:pt x="1890" y="1307"/>
                    <a:pt x="1890" y="1314"/>
                  </a:cubicBezTo>
                  <a:cubicBezTo>
                    <a:pt x="1890" y="1321"/>
                    <a:pt x="1896" y="1326"/>
                    <a:pt x="1903" y="1326"/>
                  </a:cubicBezTo>
                  <a:close/>
                  <a:moveTo>
                    <a:pt x="1942" y="1326"/>
                  </a:moveTo>
                  <a:cubicBezTo>
                    <a:pt x="1949" y="1326"/>
                    <a:pt x="1955" y="1321"/>
                    <a:pt x="1955" y="1314"/>
                  </a:cubicBezTo>
                  <a:cubicBezTo>
                    <a:pt x="1955" y="1307"/>
                    <a:pt x="1949" y="1301"/>
                    <a:pt x="1942" y="1301"/>
                  </a:cubicBezTo>
                  <a:cubicBezTo>
                    <a:pt x="1935" y="1301"/>
                    <a:pt x="1929" y="1307"/>
                    <a:pt x="1929" y="1314"/>
                  </a:cubicBezTo>
                  <a:cubicBezTo>
                    <a:pt x="1929" y="1321"/>
                    <a:pt x="1935" y="1326"/>
                    <a:pt x="1942" y="1326"/>
                  </a:cubicBezTo>
                  <a:close/>
                  <a:moveTo>
                    <a:pt x="1981" y="1301"/>
                  </a:moveTo>
                  <a:cubicBezTo>
                    <a:pt x="1974" y="1301"/>
                    <a:pt x="1969" y="1307"/>
                    <a:pt x="1969" y="1314"/>
                  </a:cubicBezTo>
                  <a:cubicBezTo>
                    <a:pt x="1969" y="1321"/>
                    <a:pt x="1974" y="1326"/>
                    <a:pt x="1981" y="1326"/>
                  </a:cubicBezTo>
                  <a:cubicBezTo>
                    <a:pt x="1988" y="1326"/>
                    <a:pt x="1994" y="1321"/>
                    <a:pt x="1994" y="1314"/>
                  </a:cubicBezTo>
                  <a:cubicBezTo>
                    <a:pt x="1994" y="1307"/>
                    <a:pt x="1988" y="1301"/>
                    <a:pt x="1981" y="1301"/>
                  </a:cubicBezTo>
                  <a:close/>
                  <a:moveTo>
                    <a:pt x="2021" y="1326"/>
                  </a:moveTo>
                  <a:cubicBezTo>
                    <a:pt x="2028" y="1326"/>
                    <a:pt x="2034" y="1321"/>
                    <a:pt x="2034" y="1314"/>
                  </a:cubicBezTo>
                  <a:cubicBezTo>
                    <a:pt x="2034" y="1307"/>
                    <a:pt x="2028" y="1301"/>
                    <a:pt x="2021" y="1301"/>
                  </a:cubicBezTo>
                  <a:cubicBezTo>
                    <a:pt x="2014" y="1301"/>
                    <a:pt x="2008" y="1307"/>
                    <a:pt x="2008" y="1314"/>
                  </a:cubicBezTo>
                  <a:cubicBezTo>
                    <a:pt x="2008" y="1321"/>
                    <a:pt x="2014" y="1326"/>
                    <a:pt x="2021" y="1326"/>
                  </a:cubicBezTo>
                  <a:close/>
                  <a:moveTo>
                    <a:pt x="2060" y="1301"/>
                  </a:moveTo>
                  <a:cubicBezTo>
                    <a:pt x="2053" y="1301"/>
                    <a:pt x="2048" y="1307"/>
                    <a:pt x="2048" y="1314"/>
                  </a:cubicBezTo>
                  <a:cubicBezTo>
                    <a:pt x="2048" y="1321"/>
                    <a:pt x="2053" y="1326"/>
                    <a:pt x="2060" y="1326"/>
                  </a:cubicBezTo>
                  <a:cubicBezTo>
                    <a:pt x="2067" y="1326"/>
                    <a:pt x="2073" y="1321"/>
                    <a:pt x="2073" y="1314"/>
                  </a:cubicBezTo>
                  <a:cubicBezTo>
                    <a:pt x="2073" y="1307"/>
                    <a:pt x="2067" y="1301"/>
                    <a:pt x="2060" y="1301"/>
                  </a:cubicBezTo>
                  <a:close/>
                  <a:moveTo>
                    <a:pt x="2179" y="1301"/>
                  </a:moveTo>
                  <a:cubicBezTo>
                    <a:pt x="2172" y="1301"/>
                    <a:pt x="2166" y="1307"/>
                    <a:pt x="2166" y="1314"/>
                  </a:cubicBezTo>
                  <a:cubicBezTo>
                    <a:pt x="2166" y="1321"/>
                    <a:pt x="2172" y="1326"/>
                    <a:pt x="2179" y="1326"/>
                  </a:cubicBezTo>
                  <a:cubicBezTo>
                    <a:pt x="2186" y="1326"/>
                    <a:pt x="2191" y="1321"/>
                    <a:pt x="2191" y="1314"/>
                  </a:cubicBezTo>
                  <a:cubicBezTo>
                    <a:pt x="2191" y="1307"/>
                    <a:pt x="2186" y="1301"/>
                    <a:pt x="2179" y="1301"/>
                  </a:cubicBezTo>
                  <a:close/>
                  <a:moveTo>
                    <a:pt x="2967" y="1326"/>
                  </a:moveTo>
                  <a:cubicBezTo>
                    <a:pt x="2974" y="1326"/>
                    <a:pt x="2980" y="1321"/>
                    <a:pt x="2980" y="1314"/>
                  </a:cubicBezTo>
                  <a:cubicBezTo>
                    <a:pt x="2980" y="1307"/>
                    <a:pt x="2974" y="1301"/>
                    <a:pt x="2967" y="1301"/>
                  </a:cubicBezTo>
                  <a:cubicBezTo>
                    <a:pt x="2960" y="1301"/>
                    <a:pt x="2954" y="1307"/>
                    <a:pt x="2954" y="1314"/>
                  </a:cubicBezTo>
                  <a:cubicBezTo>
                    <a:pt x="2954" y="1321"/>
                    <a:pt x="2960" y="1326"/>
                    <a:pt x="2967" y="1326"/>
                  </a:cubicBezTo>
                  <a:close/>
                  <a:moveTo>
                    <a:pt x="3006" y="1326"/>
                  </a:moveTo>
                  <a:cubicBezTo>
                    <a:pt x="3014" y="1326"/>
                    <a:pt x="3019" y="1321"/>
                    <a:pt x="3019" y="1314"/>
                  </a:cubicBezTo>
                  <a:cubicBezTo>
                    <a:pt x="3019" y="1307"/>
                    <a:pt x="3014" y="1301"/>
                    <a:pt x="3006" y="1301"/>
                  </a:cubicBezTo>
                  <a:cubicBezTo>
                    <a:pt x="2999" y="1301"/>
                    <a:pt x="2994" y="1307"/>
                    <a:pt x="2994" y="1314"/>
                  </a:cubicBezTo>
                  <a:cubicBezTo>
                    <a:pt x="2994" y="1321"/>
                    <a:pt x="2999" y="1326"/>
                    <a:pt x="3006" y="1326"/>
                  </a:cubicBezTo>
                  <a:close/>
                  <a:moveTo>
                    <a:pt x="3046" y="1326"/>
                  </a:moveTo>
                  <a:cubicBezTo>
                    <a:pt x="3053" y="1326"/>
                    <a:pt x="3059" y="1321"/>
                    <a:pt x="3059" y="1314"/>
                  </a:cubicBezTo>
                  <a:cubicBezTo>
                    <a:pt x="3059" y="1307"/>
                    <a:pt x="3053" y="1301"/>
                    <a:pt x="3046" y="1301"/>
                  </a:cubicBezTo>
                  <a:cubicBezTo>
                    <a:pt x="3039" y="1301"/>
                    <a:pt x="3033" y="1307"/>
                    <a:pt x="3033" y="1314"/>
                  </a:cubicBezTo>
                  <a:cubicBezTo>
                    <a:pt x="3033" y="1321"/>
                    <a:pt x="3039" y="1326"/>
                    <a:pt x="3046" y="1326"/>
                  </a:cubicBezTo>
                  <a:close/>
                  <a:moveTo>
                    <a:pt x="3085" y="1326"/>
                  </a:moveTo>
                  <a:cubicBezTo>
                    <a:pt x="3092" y="1326"/>
                    <a:pt x="3098" y="1321"/>
                    <a:pt x="3098" y="1314"/>
                  </a:cubicBezTo>
                  <a:cubicBezTo>
                    <a:pt x="3098" y="1307"/>
                    <a:pt x="3092" y="1301"/>
                    <a:pt x="3085" y="1301"/>
                  </a:cubicBezTo>
                  <a:cubicBezTo>
                    <a:pt x="3078" y="1301"/>
                    <a:pt x="3073" y="1307"/>
                    <a:pt x="3073" y="1314"/>
                  </a:cubicBezTo>
                  <a:cubicBezTo>
                    <a:pt x="3073" y="1321"/>
                    <a:pt x="3078" y="1326"/>
                    <a:pt x="3085" y="1326"/>
                  </a:cubicBezTo>
                  <a:close/>
                  <a:moveTo>
                    <a:pt x="3125" y="1326"/>
                  </a:moveTo>
                  <a:cubicBezTo>
                    <a:pt x="3132" y="1326"/>
                    <a:pt x="3137" y="1321"/>
                    <a:pt x="3137" y="1314"/>
                  </a:cubicBezTo>
                  <a:cubicBezTo>
                    <a:pt x="3137" y="1307"/>
                    <a:pt x="3132" y="1301"/>
                    <a:pt x="3125" y="1301"/>
                  </a:cubicBezTo>
                  <a:cubicBezTo>
                    <a:pt x="3118" y="1301"/>
                    <a:pt x="3112" y="1307"/>
                    <a:pt x="3112" y="1314"/>
                  </a:cubicBezTo>
                  <a:cubicBezTo>
                    <a:pt x="3112" y="1321"/>
                    <a:pt x="3118" y="1326"/>
                    <a:pt x="3125" y="1326"/>
                  </a:cubicBezTo>
                  <a:close/>
                  <a:moveTo>
                    <a:pt x="3164" y="1326"/>
                  </a:moveTo>
                  <a:cubicBezTo>
                    <a:pt x="3171" y="1326"/>
                    <a:pt x="3177" y="1321"/>
                    <a:pt x="3177" y="1314"/>
                  </a:cubicBezTo>
                  <a:cubicBezTo>
                    <a:pt x="3177" y="1307"/>
                    <a:pt x="3171" y="1301"/>
                    <a:pt x="3164" y="1301"/>
                  </a:cubicBezTo>
                  <a:cubicBezTo>
                    <a:pt x="3157" y="1301"/>
                    <a:pt x="3151" y="1307"/>
                    <a:pt x="3151" y="1314"/>
                  </a:cubicBezTo>
                  <a:cubicBezTo>
                    <a:pt x="3151" y="1321"/>
                    <a:pt x="3157" y="1326"/>
                    <a:pt x="3164" y="1326"/>
                  </a:cubicBezTo>
                  <a:close/>
                  <a:moveTo>
                    <a:pt x="996" y="1366"/>
                  </a:moveTo>
                  <a:cubicBezTo>
                    <a:pt x="1003" y="1366"/>
                    <a:pt x="1009" y="1360"/>
                    <a:pt x="1009" y="1353"/>
                  </a:cubicBezTo>
                  <a:cubicBezTo>
                    <a:pt x="1009" y="1346"/>
                    <a:pt x="1003" y="1340"/>
                    <a:pt x="996" y="1340"/>
                  </a:cubicBezTo>
                  <a:cubicBezTo>
                    <a:pt x="989" y="1340"/>
                    <a:pt x="983" y="1346"/>
                    <a:pt x="983" y="1353"/>
                  </a:cubicBezTo>
                  <a:cubicBezTo>
                    <a:pt x="983" y="1360"/>
                    <a:pt x="989" y="1366"/>
                    <a:pt x="996" y="1366"/>
                  </a:cubicBezTo>
                  <a:close/>
                  <a:moveTo>
                    <a:pt x="1035" y="1366"/>
                  </a:moveTo>
                  <a:cubicBezTo>
                    <a:pt x="1042" y="1366"/>
                    <a:pt x="1048" y="1360"/>
                    <a:pt x="1048" y="1353"/>
                  </a:cubicBezTo>
                  <a:cubicBezTo>
                    <a:pt x="1048" y="1346"/>
                    <a:pt x="1042" y="1340"/>
                    <a:pt x="1035" y="1340"/>
                  </a:cubicBezTo>
                  <a:cubicBezTo>
                    <a:pt x="1028" y="1340"/>
                    <a:pt x="1023" y="1346"/>
                    <a:pt x="1023" y="1353"/>
                  </a:cubicBezTo>
                  <a:cubicBezTo>
                    <a:pt x="1023" y="1360"/>
                    <a:pt x="1028" y="1366"/>
                    <a:pt x="1035" y="1366"/>
                  </a:cubicBezTo>
                  <a:close/>
                  <a:moveTo>
                    <a:pt x="1075" y="1366"/>
                  </a:moveTo>
                  <a:cubicBezTo>
                    <a:pt x="1082" y="1366"/>
                    <a:pt x="1087" y="1360"/>
                    <a:pt x="1087" y="1353"/>
                  </a:cubicBezTo>
                  <a:cubicBezTo>
                    <a:pt x="1087" y="1346"/>
                    <a:pt x="1082" y="1340"/>
                    <a:pt x="1075" y="1340"/>
                  </a:cubicBezTo>
                  <a:cubicBezTo>
                    <a:pt x="1068" y="1340"/>
                    <a:pt x="1062" y="1346"/>
                    <a:pt x="1062" y="1353"/>
                  </a:cubicBezTo>
                  <a:cubicBezTo>
                    <a:pt x="1062" y="1360"/>
                    <a:pt x="1068" y="1366"/>
                    <a:pt x="1075" y="1366"/>
                  </a:cubicBezTo>
                  <a:close/>
                  <a:moveTo>
                    <a:pt x="1114" y="1366"/>
                  </a:moveTo>
                  <a:cubicBezTo>
                    <a:pt x="1121" y="1366"/>
                    <a:pt x="1127" y="1360"/>
                    <a:pt x="1127" y="1353"/>
                  </a:cubicBezTo>
                  <a:cubicBezTo>
                    <a:pt x="1127" y="1346"/>
                    <a:pt x="1121" y="1340"/>
                    <a:pt x="1114" y="1340"/>
                  </a:cubicBezTo>
                  <a:cubicBezTo>
                    <a:pt x="1107" y="1340"/>
                    <a:pt x="1101" y="1346"/>
                    <a:pt x="1101" y="1353"/>
                  </a:cubicBezTo>
                  <a:cubicBezTo>
                    <a:pt x="1101" y="1360"/>
                    <a:pt x="1107" y="1366"/>
                    <a:pt x="1114" y="1366"/>
                  </a:cubicBezTo>
                  <a:close/>
                  <a:moveTo>
                    <a:pt x="1154" y="1366"/>
                  </a:moveTo>
                  <a:cubicBezTo>
                    <a:pt x="1161" y="1366"/>
                    <a:pt x="1166" y="1360"/>
                    <a:pt x="1166" y="1353"/>
                  </a:cubicBezTo>
                  <a:cubicBezTo>
                    <a:pt x="1166" y="1346"/>
                    <a:pt x="1161" y="1340"/>
                    <a:pt x="1154" y="1340"/>
                  </a:cubicBezTo>
                  <a:cubicBezTo>
                    <a:pt x="1146" y="1340"/>
                    <a:pt x="1141" y="1346"/>
                    <a:pt x="1141" y="1353"/>
                  </a:cubicBezTo>
                  <a:cubicBezTo>
                    <a:pt x="1141" y="1360"/>
                    <a:pt x="1146" y="1366"/>
                    <a:pt x="1154" y="1366"/>
                  </a:cubicBezTo>
                  <a:close/>
                  <a:moveTo>
                    <a:pt x="1193" y="1366"/>
                  </a:moveTo>
                  <a:cubicBezTo>
                    <a:pt x="1200" y="1366"/>
                    <a:pt x="1206" y="1360"/>
                    <a:pt x="1206" y="1353"/>
                  </a:cubicBezTo>
                  <a:cubicBezTo>
                    <a:pt x="1206" y="1346"/>
                    <a:pt x="1200" y="1340"/>
                    <a:pt x="1193" y="1340"/>
                  </a:cubicBezTo>
                  <a:cubicBezTo>
                    <a:pt x="1186" y="1340"/>
                    <a:pt x="1180" y="1346"/>
                    <a:pt x="1180" y="1353"/>
                  </a:cubicBezTo>
                  <a:cubicBezTo>
                    <a:pt x="1180" y="1360"/>
                    <a:pt x="1186" y="1366"/>
                    <a:pt x="1193" y="1366"/>
                  </a:cubicBezTo>
                  <a:close/>
                  <a:moveTo>
                    <a:pt x="1232" y="1340"/>
                  </a:moveTo>
                  <a:cubicBezTo>
                    <a:pt x="1225" y="1340"/>
                    <a:pt x="1220" y="1346"/>
                    <a:pt x="1220" y="1353"/>
                  </a:cubicBezTo>
                  <a:cubicBezTo>
                    <a:pt x="1220" y="1360"/>
                    <a:pt x="1225" y="1366"/>
                    <a:pt x="1232" y="1366"/>
                  </a:cubicBezTo>
                  <a:cubicBezTo>
                    <a:pt x="1239" y="1366"/>
                    <a:pt x="1245" y="1360"/>
                    <a:pt x="1245" y="1353"/>
                  </a:cubicBezTo>
                  <a:cubicBezTo>
                    <a:pt x="1245" y="1346"/>
                    <a:pt x="1239" y="1340"/>
                    <a:pt x="1232" y="1340"/>
                  </a:cubicBezTo>
                  <a:close/>
                  <a:moveTo>
                    <a:pt x="1272" y="1340"/>
                  </a:moveTo>
                  <a:cubicBezTo>
                    <a:pt x="1265" y="1340"/>
                    <a:pt x="1259" y="1346"/>
                    <a:pt x="1259" y="1353"/>
                  </a:cubicBezTo>
                  <a:cubicBezTo>
                    <a:pt x="1259" y="1360"/>
                    <a:pt x="1265" y="1366"/>
                    <a:pt x="1272" y="1366"/>
                  </a:cubicBezTo>
                  <a:cubicBezTo>
                    <a:pt x="1279" y="1366"/>
                    <a:pt x="1285" y="1360"/>
                    <a:pt x="1285" y="1353"/>
                  </a:cubicBezTo>
                  <a:cubicBezTo>
                    <a:pt x="1285" y="1346"/>
                    <a:pt x="1279" y="1340"/>
                    <a:pt x="1272" y="1340"/>
                  </a:cubicBezTo>
                  <a:close/>
                  <a:moveTo>
                    <a:pt x="1863" y="1366"/>
                  </a:moveTo>
                  <a:cubicBezTo>
                    <a:pt x="1870" y="1366"/>
                    <a:pt x="1876" y="1360"/>
                    <a:pt x="1876" y="1353"/>
                  </a:cubicBezTo>
                  <a:cubicBezTo>
                    <a:pt x="1876" y="1346"/>
                    <a:pt x="1870" y="1340"/>
                    <a:pt x="1863" y="1340"/>
                  </a:cubicBezTo>
                  <a:cubicBezTo>
                    <a:pt x="1856" y="1340"/>
                    <a:pt x="1850" y="1346"/>
                    <a:pt x="1850" y="1353"/>
                  </a:cubicBezTo>
                  <a:cubicBezTo>
                    <a:pt x="1850" y="1360"/>
                    <a:pt x="1856" y="1366"/>
                    <a:pt x="1863" y="1366"/>
                  </a:cubicBezTo>
                  <a:close/>
                  <a:moveTo>
                    <a:pt x="1903" y="1366"/>
                  </a:moveTo>
                  <a:cubicBezTo>
                    <a:pt x="1910" y="1366"/>
                    <a:pt x="1915" y="1360"/>
                    <a:pt x="1915" y="1353"/>
                  </a:cubicBezTo>
                  <a:cubicBezTo>
                    <a:pt x="1915" y="1346"/>
                    <a:pt x="1910" y="1340"/>
                    <a:pt x="1903" y="1340"/>
                  </a:cubicBezTo>
                  <a:cubicBezTo>
                    <a:pt x="1896" y="1340"/>
                    <a:pt x="1890" y="1346"/>
                    <a:pt x="1890" y="1353"/>
                  </a:cubicBezTo>
                  <a:cubicBezTo>
                    <a:pt x="1890" y="1360"/>
                    <a:pt x="1896" y="1366"/>
                    <a:pt x="1903" y="1366"/>
                  </a:cubicBezTo>
                  <a:close/>
                  <a:moveTo>
                    <a:pt x="1942" y="1366"/>
                  </a:moveTo>
                  <a:cubicBezTo>
                    <a:pt x="1949" y="1366"/>
                    <a:pt x="1955" y="1360"/>
                    <a:pt x="1955" y="1353"/>
                  </a:cubicBezTo>
                  <a:cubicBezTo>
                    <a:pt x="1955" y="1346"/>
                    <a:pt x="1949" y="1340"/>
                    <a:pt x="1942" y="1340"/>
                  </a:cubicBezTo>
                  <a:cubicBezTo>
                    <a:pt x="1935" y="1340"/>
                    <a:pt x="1929" y="1346"/>
                    <a:pt x="1929" y="1353"/>
                  </a:cubicBezTo>
                  <a:cubicBezTo>
                    <a:pt x="1929" y="1360"/>
                    <a:pt x="1935" y="1366"/>
                    <a:pt x="1942" y="1366"/>
                  </a:cubicBezTo>
                  <a:close/>
                  <a:moveTo>
                    <a:pt x="1981" y="1366"/>
                  </a:moveTo>
                  <a:cubicBezTo>
                    <a:pt x="1988" y="1366"/>
                    <a:pt x="1994" y="1360"/>
                    <a:pt x="1994" y="1353"/>
                  </a:cubicBezTo>
                  <a:cubicBezTo>
                    <a:pt x="1994" y="1346"/>
                    <a:pt x="1988" y="1340"/>
                    <a:pt x="1981" y="1340"/>
                  </a:cubicBezTo>
                  <a:cubicBezTo>
                    <a:pt x="1974" y="1340"/>
                    <a:pt x="1969" y="1346"/>
                    <a:pt x="1969" y="1353"/>
                  </a:cubicBezTo>
                  <a:cubicBezTo>
                    <a:pt x="1969" y="1360"/>
                    <a:pt x="1974" y="1366"/>
                    <a:pt x="1981" y="1366"/>
                  </a:cubicBezTo>
                  <a:close/>
                  <a:moveTo>
                    <a:pt x="2021" y="1366"/>
                  </a:moveTo>
                  <a:cubicBezTo>
                    <a:pt x="2028" y="1366"/>
                    <a:pt x="2034" y="1360"/>
                    <a:pt x="2034" y="1353"/>
                  </a:cubicBezTo>
                  <a:cubicBezTo>
                    <a:pt x="2034" y="1346"/>
                    <a:pt x="2028" y="1340"/>
                    <a:pt x="2021" y="1340"/>
                  </a:cubicBezTo>
                  <a:cubicBezTo>
                    <a:pt x="2014" y="1340"/>
                    <a:pt x="2008" y="1346"/>
                    <a:pt x="2008" y="1353"/>
                  </a:cubicBezTo>
                  <a:cubicBezTo>
                    <a:pt x="2008" y="1360"/>
                    <a:pt x="2014" y="1366"/>
                    <a:pt x="2021" y="1366"/>
                  </a:cubicBezTo>
                  <a:close/>
                  <a:moveTo>
                    <a:pt x="2139" y="1340"/>
                  </a:moveTo>
                  <a:cubicBezTo>
                    <a:pt x="2132" y="1340"/>
                    <a:pt x="2126" y="1346"/>
                    <a:pt x="2126" y="1353"/>
                  </a:cubicBezTo>
                  <a:cubicBezTo>
                    <a:pt x="2126" y="1360"/>
                    <a:pt x="2132" y="1366"/>
                    <a:pt x="2139" y="1366"/>
                  </a:cubicBezTo>
                  <a:cubicBezTo>
                    <a:pt x="2146" y="1366"/>
                    <a:pt x="2152" y="1360"/>
                    <a:pt x="2152" y="1353"/>
                  </a:cubicBezTo>
                  <a:cubicBezTo>
                    <a:pt x="2152" y="1346"/>
                    <a:pt x="2146" y="1340"/>
                    <a:pt x="2139" y="1340"/>
                  </a:cubicBezTo>
                  <a:close/>
                  <a:moveTo>
                    <a:pt x="2179" y="1340"/>
                  </a:moveTo>
                  <a:cubicBezTo>
                    <a:pt x="2172" y="1340"/>
                    <a:pt x="2166" y="1346"/>
                    <a:pt x="2166" y="1353"/>
                  </a:cubicBezTo>
                  <a:cubicBezTo>
                    <a:pt x="2166" y="1360"/>
                    <a:pt x="2172" y="1366"/>
                    <a:pt x="2179" y="1366"/>
                  </a:cubicBezTo>
                  <a:cubicBezTo>
                    <a:pt x="2186" y="1366"/>
                    <a:pt x="2191" y="1360"/>
                    <a:pt x="2191" y="1353"/>
                  </a:cubicBezTo>
                  <a:cubicBezTo>
                    <a:pt x="2191" y="1346"/>
                    <a:pt x="2186" y="1340"/>
                    <a:pt x="2179" y="1340"/>
                  </a:cubicBezTo>
                  <a:close/>
                  <a:moveTo>
                    <a:pt x="2888" y="1366"/>
                  </a:moveTo>
                  <a:cubicBezTo>
                    <a:pt x="2895" y="1366"/>
                    <a:pt x="2901" y="1360"/>
                    <a:pt x="2901" y="1353"/>
                  </a:cubicBezTo>
                  <a:cubicBezTo>
                    <a:pt x="2901" y="1346"/>
                    <a:pt x="2895" y="1340"/>
                    <a:pt x="2888" y="1340"/>
                  </a:cubicBezTo>
                  <a:cubicBezTo>
                    <a:pt x="2881" y="1340"/>
                    <a:pt x="2875" y="1346"/>
                    <a:pt x="2875" y="1353"/>
                  </a:cubicBezTo>
                  <a:cubicBezTo>
                    <a:pt x="2875" y="1360"/>
                    <a:pt x="2881" y="1366"/>
                    <a:pt x="2888" y="1366"/>
                  </a:cubicBezTo>
                  <a:close/>
                  <a:moveTo>
                    <a:pt x="2928" y="1366"/>
                  </a:moveTo>
                  <a:cubicBezTo>
                    <a:pt x="2935" y="1366"/>
                    <a:pt x="2940" y="1360"/>
                    <a:pt x="2940" y="1353"/>
                  </a:cubicBezTo>
                  <a:cubicBezTo>
                    <a:pt x="2940" y="1346"/>
                    <a:pt x="2935" y="1340"/>
                    <a:pt x="2928" y="1340"/>
                  </a:cubicBezTo>
                  <a:cubicBezTo>
                    <a:pt x="2921" y="1340"/>
                    <a:pt x="2915" y="1346"/>
                    <a:pt x="2915" y="1353"/>
                  </a:cubicBezTo>
                  <a:cubicBezTo>
                    <a:pt x="2915" y="1360"/>
                    <a:pt x="2921" y="1366"/>
                    <a:pt x="2928" y="1366"/>
                  </a:cubicBezTo>
                  <a:close/>
                  <a:moveTo>
                    <a:pt x="2967" y="1366"/>
                  </a:moveTo>
                  <a:cubicBezTo>
                    <a:pt x="2974" y="1366"/>
                    <a:pt x="2980" y="1360"/>
                    <a:pt x="2980" y="1353"/>
                  </a:cubicBezTo>
                  <a:cubicBezTo>
                    <a:pt x="2980" y="1346"/>
                    <a:pt x="2974" y="1340"/>
                    <a:pt x="2967" y="1340"/>
                  </a:cubicBezTo>
                  <a:cubicBezTo>
                    <a:pt x="2960" y="1340"/>
                    <a:pt x="2954" y="1346"/>
                    <a:pt x="2954" y="1353"/>
                  </a:cubicBezTo>
                  <a:cubicBezTo>
                    <a:pt x="2954" y="1360"/>
                    <a:pt x="2960" y="1366"/>
                    <a:pt x="2967" y="1366"/>
                  </a:cubicBezTo>
                  <a:close/>
                  <a:moveTo>
                    <a:pt x="3006" y="1366"/>
                  </a:moveTo>
                  <a:cubicBezTo>
                    <a:pt x="3014" y="1366"/>
                    <a:pt x="3019" y="1360"/>
                    <a:pt x="3019" y="1353"/>
                  </a:cubicBezTo>
                  <a:cubicBezTo>
                    <a:pt x="3019" y="1346"/>
                    <a:pt x="3014" y="1340"/>
                    <a:pt x="3006" y="1340"/>
                  </a:cubicBezTo>
                  <a:cubicBezTo>
                    <a:pt x="2999" y="1340"/>
                    <a:pt x="2994" y="1346"/>
                    <a:pt x="2994" y="1353"/>
                  </a:cubicBezTo>
                  <a:cubicBezTo>
                    <a:pt x="2994" y="1360"/>
                    <a:pt x="2999" y="1366"/>
                    <a:pt x="3006" y="1366"/>
                  </a:cubicBezTo>
                  <a:close/>
                  <a:moveTo>
                    <a:pt x="3046" y="1366"/>
                  </a:moveTo>
                  <a:cubicBezTo>
                    <a:pt x="3053" y="1366"/>
                    <a:pt x="3059" y="1360"/>
                    <a:pt x="3059" y="1353"/>
                  </a:cubicBezTo>
                  <a:cubicBezTo>
                    <a:pt x="3059" y="1346"/>
                    <a:pt x="3053" y="1340"/>
                    <a:pt x="3046" y="1340"/>
                  </a:cubicBezTo>
                  <a:cubicBezTo>
                    <a:pt x="3039" y="1340"/>
                    <a:pt x="3033" y="1346"/>
                    <a:pt x="3033" y="1353"/>
                  </a:cubicBezTo>
                  <a:cubicBezTo>
                    <a:pt x="3033" y="1360"/>
                    <a:pt x="3039" y="1366"/>
                    <a:pt x="3046" y="1366"/>
                  </a:cubicBezTo>
                  <a:close/>
                  <a:moveTo>
                    <a:pt x="3085" y="1366"/>
                  </a:moveTo>
                  <a:cubicBezTo>
                    <a:pt x="3092" y="1366"/>
                    <a:pt x="3098" y="1360"/>
                    <a:pt x="3098" y="1353"/>
                  </a:cubicBezTo>
                  <a:cubicBezTo>
                    <a:pt x="3098" y="1346"/>
                    <a:pt x="3092" y="1340"/>
                    <a:pt x="3085" y="1340"/>
                  </a:cubicBezTo>
                  <a:cubicBezTo>
                    <a:pt x="3078" y="1340"/>
                    <a:pt x="3073" y="1346"/>
                    <a:pt x="3073" y="1353"/>
                  </a:cubicBezTo>
                  <a:cubicBezTo>
                    <a:pt x="3073" y="1360"/>
                    <a:pt x="3078" y="1366"/>
                    <a:pt x="3085" y="1366"/>
                  </a:cubicBezTo>
                  <a:close/>
                  <a:moveTo>
                    <a:pt x="3125" y="1366"/>
                  </a:moveTo>
                  <a:cubicBezTo>
                    <a:pt x="3132" y="1366"/>
                    <a:pt x="3137" y="1360"/>
                    <a:pt x="3137" y="1353"/>
                  </a:cubicBezTo>
                  <a:cubicBezTo>
                    <a:pt x="3137" y="1346"/>
                    <a:pt x="3132" y="1340"/>
                    <a:pt x="3125" y="1340"/>
                  </a:cubicBezTo>
                  <a:cubicBezTo>
                    <a:pt x="3118" y="1340"/>
                    <a:pt x="3112" y="1346"/>
                    <a:pt x="3112" y="1353"/>
                  </a:cubicBezTo>
                  <a:cubicBezTo>
                    <a:pt x="3112" y="1360"/>
                    <a:pt x="3118" y="1366"/>
                    <a:pt x="3125" y="1366"/>
                  </a:cubicBezTo>
                  <a:close/>
                  <a:moveTo>
                    <a:pt x="3164" y="1366"/>
                  </a:moveTo>
                  <a:cubicBezTo>
                    <a:pt x="3171" y="1366"/>
                    <a:pt x="3177" y="1360"/>
                    <a:pt x="3177" y="1353"/>
                  </a:cubicBezTo>
                  <a:cubicBezTo>
                    <a:pt x="3177" y="1346"/>
                    <a:pt x="3171" y="1340"/>
                    <a:pt x="3164" y="1340"/>
                  </a:cubicBezTo>
                  <a:cubicBezTo>
                    <a:pt x="3157" y="1340"/>
                    <a:pt x="3151" y="1346"/>
                    <a:pt x="3151" y="1353"/>
                  </a:cubicBezTo>
                  <a:cubicBezTo>
                    <a:pt x="3151" y="1360"/>
                    <a:pt x="3157" y="1366"/>
                    <a:pt x="3164" y="1366"/>
                  </a:cubicBezTo>
                  <a:close/>
                  <a:moveTo>
                    <a:pt x="3204" y="1366"/>
                  </a:moveTo>
                  <a:cubicBezTo>
                    <a:pt x="3211" y="1366"/>
                    <a:pt x="3216" y="1360"/>
                    <a:pt x="3216" y="1353"/>
                  </a:cubicBezTo>
                  <a:cubicBezTo>
                    <a:pt x="3216" y="1346"/>
                    <a:pt x="3211" y="1340"/>
                    <a:pt x="3204" y="1340"/>
                  </a:cubicBezTo>
                  <a:cubicBezTo>
                    <a:pt x="3197" y="1340"/>
                    <a:pt x="3191" y="1346"/>
                    <a:pt x="3191" y="1353"/>
                  </a:cubicBezTo>
                  <a:cubicBezTo>
                    <a:pt x="3191" y="1360"/>
                    <a:pt x="3197" y="1366"/>
                    <a:pt x="3204" y="1366"/>
                  </a:cubicBezTo>
                  <a:close/>
                  <a:moveTo>
                    <a:pt x="996" y="1405"/>
                  </a:moveTo>
                  <a:cubicBezTo>
                    <a:pt x="1003" y="1405"/>
                    <a:pt x="1009" y="1400"/>
                    <a:pt x="1009" y="1393"/>
                  </a:cubicBezTo>
                  <a:cubicBezTo>
                    <a:pt x="1009" y="1385"/>
                    <a:pt x="1003" y="1380"/>
                    <a:pt x="996" y="1380"/>
                  </a:cubicBezTo>
                  <a:cubicBezTo>
                    <a:pt x="989" y="1380"/>
                    <a:pt x="983" y="1385"/>
                    <a:pt x="983" y="1393"/>
                  </a:cubicBezTo>
                  <a:cubicBezTo>
                    <a:pt x="983" y="1400"/>
                    <a:pt x="989" y="1405"/>
                    <a:pt x="996" y="1405"/>
                  </a:cubicBezTo>
                  <a:close/>
                  <a:moveTo>
                    <a:pt x="1035" y="1405"/>
                  </a:moveTo>
                  <a:cubicBezTo>
                    <a:pt x="1042" y="1405"/>
                    <a:pt x="1048" y="1400"/>
                    <a:pt x="1048" y="1393"/>
                  </a:cubicBezTo>
                  <a:cubicBezTo>
                    <a:pt x="1048" y="1385"/>
                    <a:pt x="1042" y="1380"/>
                    <a:pt x="1035" y="1380"/>
                  </a:cubicBezTo>
                  <a:cubicBezTo>
                    <a:pt x="1028" y="1380"/>
                    <a:pt x="1023" y="1385"/>
                    <a:pt x="1023" y="1393"/>
                  </a:cubicBezTo>
                  <a:cubicBezTo>
                    <a:pt x="1023" y="1400"/>
                    <a:pt x="1028" y="1405"/>
                    <a:pt x="1035" y="1405"/>
                  </a:cubicBezTo>
                  <a:close/>
                  <a:moveTo>
                    <a:pt x="1075" y="1405"/>
                  </a:moveTo>
                  <a:cubicBezTo>
                    <a:pt x="1082" y="1405"/>
                    <a:pt x="1087" y="1400"/>
                    <a:pt x="1087" y="1393"/>
                  </a:cubicBezTo>
                  <a:cubicBezTo>
                    <a:pt x="1087" y="1385"/>
                    <a:pt x="1082" y="1380"/>
                    <a:pt x="1075" y="1380"/>
                  </a:cubicBezTo>
                  <a:cubicBezTo>
                    <a:pt x="1068" y="1380"/>
                    <a:pt x="1062" y="1385"/>
                    <a:pt x="1062" y="1393"/>
                  </a:cubicBezTo>
                  <a:cubicBezTo>
                    <a:pt x="1062" y="1400"/>
                    <a:pt x="1068" y="1405"/>
                    <a:pt x="1075" y="1405"/>
                  </a:cubicBezTo>
                  <a:close/>
                  <a:moveTo>
                    <a:pt x="1114" y="1405"/>
                  </a:moveTo>
                  <a:cubicBezTo>
                    <a:pt x="1121" y="1405"/>
                    <a:pt x="1127" y="1400"/>
                    <a:pt x="1127" y="1393"/>
                  </a:cubicBezTo>
                  <a:cubicBezTo>
                    <a:pt x="1127" y="1385"/>
                    <a:pt x="1121" y="1380"/>
                    <a:pt x="1114" y="1380"/>
                  </a:cubicBezTo>
                  <a:cubicBezTo>
                    <a:pt x="1107" y="1380"/>
                    <a:pt x="1101" y="1385"/>
                    <a:pt x="1101" y="1393"/>
                  </a:cubicBezTo>
                  <a:cubicBezTo>
                    <a:pt x="1101" y="1400"/>
                    <a:pt x="1107" y="1405"/>
                    <a:pt x="1114" y="1405"/>
                  </a:cubicBezTo>
                  <a:close/>
                  <a:moveTo>
                    <a:pt x="1154" y="1405"/>
                  </a:moveTo>
                  <a:cubicBezTo>
                    <a:pt x="1161" y="1405"/>
                    <a:pt x="1166" y="1400"/>
                    <a:pt x="1166" y="1393"/>
                  </a:cubicBezTo>
                  <a:cubicBezTo>
                    <a:pt x="1166" y="1385"/>
                    <a:pt x="1161" y="1380"/>
                    <a:pt x="1154" y="1380"/>
                  </a:cubicBezTo>
                  <a:cubicBezTo>
                    <a:pt x="1146" y="1380"/>
                    <a:pt x="1141" y="1385"/>
                    <a:pt x="1141" y="1393"/>
                  </a:cubicBezTo>
                  <a:cubicBezTo>
                    <a:pt x="1141" y="1400"/>
                    <a:pt x="1146" y="1405"/>
                    <a:pt x="1154" y="1405"/>
                  </a:cubicBezTo>
                  <a:close/>
                  <a:moveTo>
                    <a:pt x="1193" y="1380"/>
                  </a:moveTo>
                  <a:cubicBezTo>
                    <a:pt x="1186" y="1380"/>
                    <a:pt x="1180" y="1385"/>
                    <a:pt x="1180" y="1393"/>
                  </a:cubicBezTo>
                  <a:cubicBezTo>
                    <a:pt x="1180" y="1400"/>
                    <a:pt x="1186" y="1405"/>
                    <a:pt x="1193" y="1405"/>
                  </a:cubicBezTo>
                  <a:cubicBezTo>
                    <a:pt x="1200" y="1405"/>
                    <a:pt x="1206" y="1400"/>
                    <a:pt x="1206" y="1393"/>
                  </a:cubicBezTo>
                  <a:cubicBezTo>
                    <a:pt x="1206" y="1385"/>
                    <a:pt x="1200" y="1380"/>
                    <a:pt x="1193" y="1380"/>
                  </a:cubicBezTo>
                  <a:close/>
                  <a:moveTo>
                    <a:pt x="1863" y="1380"/>
                  </a:moveTo>
                  <a:cubicBezTo>
                    <a:pt x="1856" y="1380"/>
                    <a:pt x="1850" y="1385"/>
                    <a:pt x="1850" y="1393"/>
                  </a:cubicBezTo>
                  <a:cubicBezTo>
                    <a:pt x="1850" y="1400"/>
                    <a:pt x="1856" y="1405"/>
                    <a:pt x="1863" y="1405"/>
                  </a:cubicBezTo>
                  <a:cubicBezTo>
                    <a:pt x="1870" y="1405"/>
                    <a:pt x="1876" y="1400"/>
                    <a:pt x="1876" y="1393"/>
                  </a:cubicBezTo>
                  <a:cubicBezTo>
                    <a:pt x="1876" y="1385"/>
                    <a:pt x="1870" y="1380"/>
                    <a:pt x="1863" y="1380"/>
                  </a:cubicBezTo>
                  <a:close/>
                  <a:moveTo>
                    <a:pt x="1903" y="1405"/>
                  </a:moveTo>
                  <a:cubicBezTo>
                    <a:pt x="1910" y="1405"/>
                    <a:pt x="1915" y="1400"/>
                    <a:pt x="1915" y="1393"/>
                  </a:cubicBezTo>
                  <a:cubicBezTo>
                    <a:pt x="1915" y="1385"/>
                    <a:pt x="1910" y="1380"/>
                    <a:pt x="1903" y="1380"/>
                  </a:cubicBezTo>
                  <a:cubicBezTo>
                    <a:pt x="1896" y="1380"/>
                    <a:pt x="1890" y="1385"/>
                    <a:pt x="1890" y="1393"/>
                  </a:cubicBezTo>
                  <a:cubicBezTo>
                    <a:pt x="1890" y="1400"/>
                    <a:pt x="1896" y="1405"/>
                    <a:pt x="1903" y="1405"/>
                  </a:cubicBezTo>
                  <a:close/>
                  <a:moveTo>
                    <a:pt x="1942" y="1405"/>
                  </a:moveTo>
                  <a:cubicBezTo>
                    <a:pt x="1949" y="1405"/>
                    <a:pt x="1955" y="1400"/>
                    <a:pt x="1955" y="1393"/>
                  </a:cubicBezTo>
                  <a:cubicBezTo>
                    <a:pt x="1955" y="1385"/>
                    <a:pt x="1949" y="1380"/>
                    <a:pt x="1942" y="1380"/>
                  </a:cubicBezTo>
                  <a:cubicBezTo>
                    <a:pt x="1935" y="1380"/>
                    <a:pt x="1929" y="1385"/>
                    <a:pt x="1929" y="1393"/>
                  </a:cubicBezTo>
                  <a:cubicBezTo>
                    <a:pt x="1929" y="1400"/>
                    <a:pt x="1935" y="1405"/>
                    <a:pt x="1942" y="1405"/>
                  </a:cubicBezTo>
                  <a:close/>
                  <a:moveTo>
                    <a:pt x="1981" y="1405"/>
                  </a:moveTo>
                  <a:cubicBezTo>
                    <a:pt x="1988" y="1405"/>
                    <a:pt x="1994" y="1400"/>
                    <a:pt x="1994" y="1393"/>
                  </a:cubicBezTo>
                  <a:cubicBezTo>
                    <a:pt x="1994" y="1385"/>
                    <a:pt x="1988" y="1380"/>
                    <a:pt x="1981" y="1380"/>
                  </a:cubicBezTo>
                  <a:cubicBezTo>
                    <a:pt x="1974" y="1380"/>
                    <a:pt x="1969" y="1385"/>
                    <a:pt x="1969" y="1393"/>
                  </a:cubicBezTo>
                  <a:cubicBezTo>
                    <a:pt x="1969" y="1400"/>
                    <a:pt x="1974" y="1405"/>
                    <a:pt x="1981" y="1405"/>
                  </a:cubicBezTo>
                  <a:close/>
                  <a:moveTo>
                    <a:pt x="2021" y="1380"/>
                  </a:moveTo>
                  <a:cubicBezTo>
                    <a:pt x="2014" y="1380"/>
                    <a:pt x="2008" y="1385"/>
                    <a:pt x="2008" y="1393"/>
                  </a:cubicBezTo>
                  <a:cubicBezTo>
                    <a:pt x="2008" y="1400"/>
                    <a:pt x="2014" y="1405"/>
                    <a:pt x="2021" y="1405"/>
                  </a:cubicBezTo>
                  <a:cubicBezTo>
                    <a:pt x="2028" y="1405"/>
                    <a:pt x="2034" y="1400"/>
                    <a:pt x="2034" y="1393"/>
                  </a:cubicBezTo>
                  <a:cubicBezTo>
                    <a:pt x="2034" y="1385"/>
                    <a:pt x="2028" y="1380"/>
                    <a:pt x="2021" y="1380"/>
                  </a:cubicBezTo>
                  <a:close/>
                  <a:moveTo>
                    <a:pt x="2888" y="1405"/>
                  </a:moveTo>
                  <a:cubicBezTo>
                    <a:pt x="2895" y="1405"/>
                    <a:pt x="2901" y="1400"/>
                    <a:pt x="2901" y="1393"/>
                  </a:cubicBezTo>
                  <a:cubicBezTo>
                    <a:pt x="2901" y="1385"/>
                    <a:pt x="2895" y="1380"/>
                    <a:pt x="2888" y="1380"/>
                  </a:cubicBezTo>
                  <a:cubicBezTo>
                    <a:pt x="2881" y="1380"/>
                    <a:pt x="2875" y="1385"/>
                    <a:pt x="2875" y="1393"/>
                  </a:cubicBezTo>
                  <a:cubicBezTo>
                    <a:pt x="2875" y="1400"/>
                    <a:pt x="2881" y="1405"/>
                    <a:pt x="2888" y="1405"/>
                  </a:cubicBezTo>
                  <a:close/>
                  <a:moveTo>
                    <a:pt x="2928" y="1405"/>
                  </a:moveTo>
                  <a:cubicBezTo>
                    <a:pt x="2935" y="1405"/>
                    <a:pt x="2940" y="1400"/>
                    <a:pt x="2940" y="1393"/>
                  </a:cubicBezTo>
                  <a:cubicBezTo>
                    <a:pt x="2940" y="1385"/>
                    <a:pt x="2935" y="1380"/>
                    <a:pt x="2928" y="1380"/>
                  </a:cubicBezTo>
                  <a:cubicBezTo>
                    <a:pt x="2921" y="1380"/>
                    <a:pt x="2915" y="1385"/>
                    <a:pt x="2915" y="1393"/>
                  </a:cubicBezTo>
                  <a:cubicBezTo>
                    <a:pt x="2915" y="1400"/>
                    <a:pt x="2921" y="1405"/>
                    <a:pt x="2928" y="1405"/>
                  </a:cubicBezTo>
                  <a:close/>
                  <a:moveTo>
                    <a:pt x="2967" y="1405"/>
                  </a:moveTo>
                  <a:cubicBezTo>
                    <a:pt x="2974" y="1405"/>
                    <a:pt x="2980" y="1400"/>
                    <a:pt x="2980" y="1393"/>
                  </a:cubicBezTo>
                  <a:cubicBezTo>
                    <a:pt x="2980" y="1385"/>
                    <a:pt x="2974" y="1380"/>
                    <a:pt x="2967" y="1380"/>
                  </a:cubicBezTo>
                  <a:cubicBezTo>
                    <a:pt x="2960" y="1380"/>
                    <a:pt x="2954" y="1385"/>
                    <a:pt x="2954" y="1393"/>
                  </a:cubicBezTo>
                  <a:cubicBezTo>
                    <a:pt x="2954" y="1400"/>
                    <a:pt x="2960" y="1405"/>
                    <a:pt x="2967" y="1405"/>
                  </a:cubicBezTo>
                  <a:close/>
                  <a:moveTo>
                    <a:pt x="3006" y="1380"/>
                  </a:moveTo>
                  <a:cubicBezTo>
                    <a:pt x="2999" y="1380"/>
                    <a:pt x="2994" y="1385"/>
                    <a:pt x="2994" y="1393"/>
                  </a:cubicBezTo>
                  <a:cubicBezTo>
                    <a:pt x="2994" y="1400"/>
                    <a:pt x="2999" y="1405"/>
                    <a:pt x="3006" y="1405"/>
                  </a:cubicBezTo>
                  <a:cubicBezTo>
                    <a:pt x="3014" y="1405"/>
                    <a:pt x="3019" y="1400"/>
                    <a:pt x="3019" y="1393"/>
                  </a:cubicBezTo>
                  <a:cubicBezTo>
                    <a:pt x="3019" y="1385"/>
                    <a:pt x="3014" y="1380"/>
                    <a:pt x="3006" y="1380"/>
                  </a:cubicBezTo>
                  <a:close/>
                  <a:moveTo>
                    <a:pt x="3046" y="1405"/>
                  </a:moveTo>
                  <a:cubicBezTo>
                    <a:pt x="3053" y="1405"/>
                    <a:pt x="3059" y="1400"/>
                    <a:pt x="3059" y="1393"/>
                  </a:cubicBezTo>
                  <a:cubicBezTo>
                    <a:pt x="3059" y="1385"/>
                    <a:pt x="3053" y="1380"/>
                    <a:pt x="3046" y="1380"/>
                  </a:cubicBezTo>
                  <a:cubicBezTo>
                    <a:pt x="3039" y="1380"/>
                    <a:pt x="3033" y="1385"/>
                    <a:pt x="3033" y="1393"/>
                  </a:cubicBezTo>
                  <a:cubicBezTo>
                    <a:pt x="3033" y="1400"/>
                    <a:pt x="3039" y="1405"/>
                    <a:pt x="3046" y="1405"/>
                  </a:cubicBezTo>
                  <a:close/>
                  <a:moveTo>
                    <a:pt x="3085" y="1380"/>
                  </a:moveTo>
                  <a:cubicBezTo>
                    <a:pt x="3078" y="1380"/>
                    <a:pt x="3073" y="1385"/>
                    <a:pt x="3073" y="1393"/>
                  </a:cubicBezTo>
                  <a:cubicBezTo>
                    <a:pt x="3073" y="1400"/>
                    <a:pt x="3078" y="1405"/>
                    <a:pt x="3085" y="1405"/>
                  </a:cubicBezTo>
                  <a:cubicBezTo>
                    <a:pt x="3092" y="1405"/>
                    <a:pt x="3098" y="1400"/>
                    <a:pt x="3098" y="1393"/>
                  </a:cubicBezTo>
                  <a:cubicBezTo>
                    <a:pt x="3098" y="1385"/>
                    <a:pt x="3092" y="1380"/>
                    <a:pt x="3085" y="1380"/>
                  </a:cubicBezTo>
                  <a:close/>
                  <a:moveTo>
                    <a:pt x="3125" y="1405"/>
                  </a:moveTo>
                  <a:cubicBezTo>
                    <a:pt x="3132" y="1405"/>
                    <a:pt x="3137" y="1400"/>
                    <a:pt x="3137" y="1393"/>
                  </a:cubicBezTo>
                  <a:cubicBezTo>
                    <a:pt x="3137" y="1385"/>
                    <a:pt x="3132" y="1380"/>
                    <a:pt x="3125" y="1380"/>
                  </a:cubicBezTo>
                  <a:cubicBezTo>
                    <a:pt x="3118" y="1380"/>
                    <a:pt x="3112" y="1385"/>
                    <a:pt x="3112" y="1393"/>
                  </a:cubicBezTo>
                  <a:cubicBezTo>
                    <a:pt x="3112" y="1400"/>
                    <a:pt x="3118" y="1405"/>
                    <a:pt x="3125" y="1405"/>
                  </a:cubicBezTo>
                  <a:close/>
                  <a:moveTo>
                    <a:pt x="3164" y="1405"/>
                  </a:moveTo>
                  <a:cubicBezTo>
                    <a:pt x="3171" y="1405"/>
                    <a:pt x="3177" y="1400"/>
                    <a:pt x="3177" y="1393"/>
                  </a:cubicBezTo>
                  <a:cubicBezTo>
                    <a:pt x="3177" y="1385"/>
                    <a:pt x="3171" y="1380"/>
                    <a:pt x="3164" y="1380"/>
                  </a:cubicBezTo>
                  <a:cubicBezTo>
                    <a:pt x="3157" y="1380"/>
                    <a:pt x="3151" y="1385"/>
                    <a:pt x="3151" y="1393"/>
                  </a:cubicBezTo>
                  <a:cubicBezTo>
                    <a:pt x="3151" y="1400"/>
                    <a:pt x="3157" y="1405"/>
                    <a:pt x="3164" y="1405"/>
                  </a:cubicBezTo>
                  <a:close/>
                  <a:moveTo>
                    <a:pt x="3204" y="1380"/>
                  </a:moveTo>
                  <a:cubicBezTo>
                    <a:pt x="3197" y="1380"/>
                    <a:pt x="3191" y="1385"/>
                    <a:pt x="3191" y="1393"/>
                  </a:cubicBezTo>
                  <a:cubicBezTo>
                    <a:pt x="3191" y="1400"/>
                    <a:pt x="3197" y="1405"/>
                    <a:pt x="3204" y="1405"/>
                  </a:cubicBezTo>
                  <a:cubicBezTo>
                    <a:pt x="3211" y="1405"/>
                    <a:pt x="3216" y="1400"/>
                    <a:pt x="3216" y="1393"/>
                  </a:cubicBezTo>
                  <a:cubicBezTo>
                    <a:pt x="3216" y="1385"/>
                    <a:pt x="3211" y="1380"/>
                    <a:pt x="3204" y="1380"/>
                  </a:cubicBezTo>
                  <a:close/>
                  <a:moveTo>
                    <a:pt x="3243" y="1405"/>
                  </a:moveTo>
                  <a:cubicBezTo>
                    <a:pt x="3250" y="1405"/>
                    <a:pt x="3256" y="1400"/>
                    <a:pt x="3256" y="1393"/>
                  </a:cubicBezTo>
                  <a:cubicBezTo>
                    <a:pt x="3256" y="1385"/>
                    <a:pt x="3250" y="1380"/>
                    <a:pt x="3243" y="1380"/>
                  </a:cubicBezTo>
                  <a:cubicBezTo>
                    <a:pt x="3236" y="1380"/>
                    <a:pt x="3230" y="1385"/>
                    <a:pt x="3230" y="1393"/>
                  </a:cubicBezTo>
                  <a:cubicBezTo>
                    <a:pt x="3230" y="1400"/>
                    <a:pt x="3236" y="1405"/>
                    <a:pt x="3243" y="1405"/>
                  </a:cubicBezTo>
                  <a:close/>
                  <a:moveTo>
                    <a:pt x="996" y="1445"/>
                  </a:moveTo>
                  <a:cubicBezTo>
                    <a:pt x="1003" y="1445"/>
                    <a:pt x="1009" y="1439"/>
                    <a:pt x="1009" y="1432"/>
                  </a:cubicBezTo>
                  <a:cubicBezTo>
                    <a:pt x="1009" y="1425"/>
                    <a:pt x="1003" y="1419"/>
                    <a:pt x="996" y="1419"/>
                  </a:cubicBezTo>
                  <a:cubicBezTo>
                    <a:pt x="989" y="1419"/>
                    <a:pt x="983" y="1425"/>
                    <a:pt x="983" y="1432"/>
                  </a:cubicBezTo>
                  <a:cubicBezTo>
                    <a:pt x="983" y="1439"/>
                    <a:pt x="989" y="1445"/>
                    <a:pt x="996" y="1445"/>
                  </a:cubicBezTo>
                  <a:close/>
                  <a:moveTo>
                    <a:pt x="1035" y="1445"/>
                  </a:moveTo>
                  <a:cubicBezTo>
                    <a:pt x="1042" y="1445"/>
                    <a:pt x="1048" y="1439"/>
                    <a:pt x="1048" y="1432"/>
                  </a:cubicBezTo>
                  <a:cubicBezTo>
                    <a:pt x="1048" y="1425"/>
                    <a:pt x="1042" y="1419"/>
                    <a:pt x="1035" y="1419"/>
                  </a:cubicBezTo>
                  <a:cubicBezTo>
                    <a:pt x="1028" y="1419"/>
                    <a:pt x="1023" y="1425"/>
                    <a:pt x="1023" y="1432"/>
                  </a:cubicBezTo>
                  <a:cubicBezTo>
                    <a:pt x="1023" y="1439"/>
                    <a:pt x="1028" y="1445"/>
                    <a:pt x="1035" y="1445"/>
                  </a:cubicBezTo>
                  <a:close/>
                  <a:moveTo>
                    <a:pt x="1075" y="1445"/>
                  </a:moveTo>
                  <a:cubicBezTo>
                    <a:pt x="1082" y="1445"/>
                    <a:pt x="1087" y="1439"/>
                    <a:pt x="1087" y="1432"/>
                  </a:cubicBezTo>
                  <a:cubicBezTo>
                    <a:pt x="1087" y="1425"/>
                    <a:pt x="1082" y="1419"/>
                    <a:pt x="1075" y="1419"/>
                  </a:cubicBezTo>
                  <a:cubicBezTo>
                    <a:pt x="1068" y="1419"/>
                    <a:pt x="1062" y="1425"/>
                    <a:pt x="1062" y="1432"/>
                  </a:cubicBezTo>
                  <a:cubicBezTo>
                    <a:pt x="1062" y="1439"/>
                    <a:pt x="1068" y="1445"/>
                    <a:pt x="1075" y="1445"/>
                  </a:cubicBezTo>
                  <a:close/>
                  <a:moveTo>
                    <a:pt x="1114" y="1445"/>
                  </a:moveTo>
                  <a:cubicBezTo>
                    <a:pt x="1121" y="1445"/>
                    <a:pt x="1127" y="1439"/>
                    <a:pt x="1127" y="1432"/>
                  </a:cubicBezTo>
                  <a:cubicBezTo>
                    <a:pt x="1127" y="1425"/>
                    <a:pt x="1121" y="1419"/>
                    <a:pt x="1114" y="1419"/>
                  </a:cubicBezTo>
                  <a:cubicBezTo>
                    <a:pt x="1107" y="1419"/>
                    <a:pt x="1101" y="1425"/>
                    <a:pt x="1101" y="1432"/>
                  </a:cubicBezTo>
                  <a:cubicBezTo>
                    <a:pt x="1101" y="1439"/>
                    <a:pt x="1107" y="1445"/>
                    <a:pt x="1114" y="1445"/>
                  </a:cubicBezTo>
                  <a:close/>
                  <a:moveTo>
                    <a:pt x="1154" y="1445"/>
                  </a:moveTo>
                  <a:cubicBezTo>
                    <a:pt x="1161" y="1445"/>
                    <a:pt x="1166" y="1439"/>
                    <a:pt x="1166" y="1432"/>
                  </a:cubicBezTo>
                  <a:cubicBezTo>
                    <a:pt x="1166" y="1425"/>
                    <a:pt x="1161" y="1419"/>
                    <a:pt x="1154" y="1419"/>
                  </a:cubicBezTo>
                  <a:cubicBezTo>
                    <a:pt x="1146" y="1419"/>
                    <a:pt x="1141" y="1425"/>
                    <a:pt x="1141" y="1432"/>
                  </a:cubicBezTo>
                  <a:cubicBezTo>
                    <a:pt x="1141" y="1439"/>
                    <a:pt x="1146" y="1445"/>
                    <a:pt x="1154" y="1445"/>
                  </a:cubicBezTo>
                  <a:close/>
                  <a:moveTo>
                    <a:pt x="1193" y="1419"/>
                  </a:moveTo>
                  <a:cubicBezTo>
                    <a:pt x="1186" y="1419"/>
                    <a:pt x="1180" y="1425"/>
                    <a:pt x="1180" y="1432"/>
                  </a:cubicBezTo>
                  <a:cubicBezTo>
                    <a:pt x="1180" y="1439"/>
                    <a:pt x="1186" y="1445"/>
                    <a:pt x="1193" y="1445"/>
                  </a:cubicBezTo>
                  <a:cubicBezTo>
                    <a:pt x="1200" y="1445"/>
                    <a:pt x="1206" y="1439"/>
                    <a:pt x="1206" y="1432"/>
                  </a:cubicBezTo>
                  <a:cubicBezTo>
                    <a:pt x="1206" y="1425"/>
                    <a:pt x="1200" y="1419"/>
                    <a:pt x="1193" y="1419"/>
                  </a:cubicBezTo>
                  <a:close/>
                  <a:moveTo>
                    <a:pt x="1903" y="1419"/>
                  </a:moveTo>
                  <a:cubicBezTo>
                    <a:pt x="1896" y="1419"/>
                    <a:pt x="1890" y="1425"/>
                    <a:pt x="1890" y="1432"/>
                  </a:cubicBezTo>
                  <a:cubicBezTo>
                    <a:pt x="1890" y="1439"/>
                    <a:pt x="1896" y="1445"/>
                    <a:pt x="1903" y="1445"/>
                  </a:cubicBezTo>
                  <a:cubicBezTo>
                    <a:pt x="1910" y="1445"/>
                    <a:pt x="1915" y="1439"/>
                    <a:pt x="1915" y="1432"/>
                  </a:cubicBezTo>
                  <a:cubicBezTo>
                    <a:pt x="1915" y="1425"/>
                    <a:pt x="1910" y="1419"/>
                    <a:pt x="1903" y="1419"/>
                  </a:cubicBezTo>
                  <a:close/>
                  <a:moveTo>
                    <a:pt x="1942" y="1445"/>
                  </a:moveTo>
                  <a:cubicBezTo>
                    <a:pt x="1949" y="1445"/>
                    <a:pt x="1955" y="1439"/>
                    <a:pt x="1955" y="1432"/>
                  </a:cubicBezTo>
                  <a:cubicBezTo>
                    <a:pt x="1955" y="1425"/>
                    <a:pt x="1949" y="1419"/>
                    <a:pt x="1942" y="1419"/>
                  </a:cubicBezTo>
                  <a:cubicBezTo>
                    <a:pt x="1935" y="1419"/>
                    <a:pt x="1929" y="1425"/>
                    <a:pt x="1929" y="1432"/>
                  </a:cubicBezTo>
                  <a:cubicBezTo>
                    <a:pt x="1929" y="1439"/>
                    <a:pt x="1935" y="1445"/>
                    <a:pt x="1942" y="1445"/>
                  </a:cubicBezTo>
                  <a:close/>
                  <a:moveTo>
                    <a:pt x="1981" y="1445"/>
                  </a:moveTo>
                  <a:cubicBezTo>
                    <a:pt x="1988" y="1445"/>
                    <a:pt x="1994" y="1439"/>
                    <a:pt x="1994" y="1432"/>
                  </a:cubicBezTo>
                  <a:cubicBezTo>
                    <a:pt x="1994" y="1425"/>
                    <a:pt x="1988" y="1419"/>
                    <a:pt x="1981" y="1419"/>
                  </a:cubicBezTo>
                  <a:cubicBezTo>
                    <a:pt x="1974" y="1419"/>
                    <a:pt x="1969" y="1425"/>
                    <a:pt x="1969" y="1432"/>
                  </a:cubicBezTo>
                  <a:cubicBezTo>
                    <a:pt x="1969" y="1439"/>
                    <a:pt x="1974" y="1445"/>
                    <a:pt x="1981" y="1445"/>
                  </a:cubicBezTo>
                  <a:close/>
                  <a:moveTo>
                    <a:pt x="2888" y="1419"/>
                  </a:moveTo>
                  <a:cubicBezTo>
                    <a:pt x="2881" y="1419"/>
                    <a:pt x="2875" y="1425"/>
                    <a:pt x="2875" y="1432"/>
                  </a:cubicBezTo>
                  <a:cubicBezTo>
                    <a:pt x="2875" y="1439"/>
                    <a:pt x="2881" y="1445"/>
                    <a:pt x="2888" y="1445"/>
                  </a:cubicBezTo>
                  <a:cubicBezTo>
                    <a:pt x="2895" y="1445"/>
                    <a:pt x="2901" y="1439"/>
                    <a:pt x="2901" y="1432"/>
                  </a:cubicBezTo>
                  <a:cubicBezTo>
                    <a:pt x="2901" y="1425"/>
                    <a:pt x="2895" y="1419"/>
                    <a:pt x="2888" y="1419"/>
                  </a:cubicBezTo>
                  <a:close/>
                  <a:moveTo>
                    <a:pt x="2928" y="1419"/>
                  </a:moveTo>
                  <a:cubicBezTo>
                    <a:pt x="2921" y="1419"/>
                    <a:pt x="2915" y="1425"/>
                    <a:pt x="2915" y="1432"/>
                  </a:cubicBezTo>
                  <a:cubicBezTo>
                    <a:pt x="2915" y="1439"/>
                    <a:pt x="2921" y="1445"/>
                    <a:pt x="2928" y="1445"/>
                  </a:cubicBezTo>
                  <a:cubicBezTo>
                    <a:pt x="2935" y="1445"/>
                    <a:pt x="2940" y="1439"/>
                    <a:pt x="2940" y="1432"/>
                  </a:cubicBezTo>
                  <a:cubicBezTo>
                    <a:pt x="2940" y="1425"/>
                    <a:pt x="2935" y="1419"/>
                    <a:pt x="2928" y="1419"/>
                  </a:cubicBezTo>
                  <a:close/>
                  <a:moveTo>
                    <a:pt x="2967" y="1445"/>
                  </a:moveTo>
                  <a:cubicBezTo>
                    <a:pt x="2974" y="1445"/>
                    <a:pt x="2980" y="1439"/>
                    <a:pt x="2980" y="1432"/>
                  </a:cubicBezTo>
                  <a:cubicBezTo>
                    <a:pt x="2980" y="1425"/>
                    <a:pt x="2974" y="1419"/>
                    <a:pt x="2967" y="1419"/>
                  </a:cubicBezTo>
                  <a:cubicBezTo>
                    <a:pt x="2960" y="1419"/>
                    <a:pt x="2954" y="1425"/>
                    <a:pt x="2954" y="1432"/>
                  </a:cubicBezTo>
                  <a:cubicBezTo>
                    <a:pt x="2954" y="1439"/>
                    <a:pt x="2960" y="1445"/>
                    <a:pt x="2967" y="1445"/>
                  </a:cubicBezTo>
                  <a:close/>
                  <a:moveTo>
                    <a:pt x="3006" y="1419"/>
                  </a:moveTo>
                  <a:cubicBezTo>
                    <a:pt x="2999" y="1419"/>
                    <a:pt x="2994" y="1425"/>
                    <a:pt x="2994" y="1432"/>
                  </a:cubicBezTo>
                  <a:cubicBezTo>
                    <a:pt x="2994" y="1439"/>
                    <a:pt x="2999" y="1445"/>
                    <a:pt x="3006" y="1445"/>
                  </a:cubicBezTo>
                  <a:cubicBezTo>
                    <a:pt x="3014" y="1445"/>
                    <a:pt x="3019" y="1439"/>
                    <a:pt x="3019" y="1432"/>
                  </a:cubicBezTo>
                  <a:cubicBezTo>
                    <a:pt x="3019" y="1425"/>
                    <a:pt x="3014" y="1419"/>
                    <a:pt x="3006" y="1419"/>
                  </a:cubicBezTo>
                  <a:close/>
                  <a:moveTo>
                    <a:pt x="3046" y="1419"/>
                  </a:moveTo>
                  <a:cubicBezTo>
                    <a:pt x="3039" y="1419"/>
                    <a:pt x="3033" y="1425"/>
                    <a:pt x="3033" y="1432"/>
                  </a:cubicBezTo>
                  <a:cubicBezTo>
                    <a:pt x="3033" y="1439"/>
                    <a:pt x="3039" y="1445"/>
                    <a:pt x="3046" y="1445"/>
                  </a:cubicBezTo>
                  <a:cubicBezTo>
                    <a:pt x="3053" y="1445"/>
                    <a:pt x="3059" y="1439"/>
                    <a:pt x="3059" y="1432"/>
                  </a:cubicBezTo>
                  <a:cubicBezTo>
                    <a:pt x="3059" y="1425"/>
                    <a:pt x="3053" y="1419"/>
                    <a:pt x="3046" y="1419"/>
                  </a:cubicBezTo>
                  <a:close/>
                  <a:moveTo>
                    <a:pt x="3085" y="1445"/>
                  </a:moveTo>
                  <a:cubicBezTo>
                    <a:pt x="3092" y="1445"/>
                    <a:pt x="3098" y="1439"/>
                    <a:pt x="3098" y="1432"/>
                  </a:cubicBezTo>
                  <a:cubicBezTo>
                    <a:pt x="3098" y="1425"/>
                    <a:pt x="3092" y="1419"/>
                    <a:pt x="3085" y="1419"/>
                  </a:cubicBezTo>
                  <a:cubicBezTo>
                    <a:pt x="3078" y="1419"/>
                    <a:pt x="3073" y="1425"/>
                    <a:pt x="3073" y="1432"/>
                  </a:cubicBezTo>
                  <a:cubicBezTo>
                    <a:pt x="3073" y="1439"/>
                    <a:pt x="3078" y="1445"/>
                    <a:pt x="3085" y="1445"/>
                  </a:cubicBezTo>
                  <a:close/>
                  <a:moveTo>
                    <a:pt x="3125" y="1419"/>
                  </a:moveTo>
                  <a:cubicBezTo>
                    <a:pt x="3118" y="1419"/>
                    <a:pt x="3112" y="1425"/>
                    <a:pt x="3112" y="1432"/>
                  </a:cubicBezTo>
                  <a:cubicBezTo>
                    <a:pt x="3112" y="1439"/>
                    <a:pt x="3118" y="1445"/>
                    <a:pt x="3125" y="1445"/>
                  </a:cubicBezTo>
                  <a:cubicBezTo>
                    <a:pt x="3132" y="1445"/>
                    <a:pt x="3137" y="1439"/>
                    <a:pt x="3137" y="1432"/>
                  </a:cubicBezTo>
                  <a:cubicBezTo>
                    <a:pt x="3137" y="1425"/>
                    <a:pt x="3132" y="1419"/>
                    <a:pt x="3125" y="1419"/>
                  </a:cubicBezTo>
                  <a:close/>
                  <a:moveTo>
                    <a:pt x="3164" y="1445"/>
                  </a:moveTo>
                  <a:cubicBezTo>
                    <a:pt x="3171" y="1445"/>
                    <a:pt x="3177" y="1439"/>
                    <a:pt x="3177" y="1432"/>
                  </a:cubicBezTo>
                  <a:cubicBezTo>
                    <a:pt x="3177" y="1425"/>
                    <a:pt x="3171" y="1419"/>
                    <a:pt x="3164" y="1419"/>
                  </a:cubicBezTo>
                  <a:cubicBezTo>
                    <a:pt x="3157" y="1419"/>
                    <a:pt x="3151" y="1425"/>
                    <a:pt x="3151" y="1432"/>
                  </a:cubicBezTo>
                  <a:cubicBezTo>
                    <a:pt x="3151" y="1439"/>
                    <a:pt x="3157" y="1445"/>
                    <a:pt x="3164" y="1445"/>
                  </a:cubicBezTo>
                  <a:close/>
                  <a:moveTo>
                    <a:pt x="3204" y="1445"/>
                  </a:moveTo>
                  <a:cubicBezTo>
                    <a:pt x="3211" y="1445"/>
                    <a:pt x="3216" y="1439"/>
                    <a:pt x="3216" y="1432"/>
                  </a:cubicBezTo>
                  <a:cubicBezTo>
                    <a:pt x="3216" y="1425"/>
                    <a:pt x="3211" y="1419"/>
                    <a:pt x="3204" y="1419"/>
                  </a:cubicBezTo>
                  <a:cubicBezTo>
                    <a:pt x="3197" y="1419"/>
                    <a:pt x="3191" y="1425"/>
                    <a:pt x="3191" y="1432"/>
                  </a:cubicBezTo>
                  <a:cubicBezTo>
                    <a:pt x="3191" y="1439"/>
                    <a:pt x="3197" y="1445"/>
                    <a:pt x="3204" y="1445"/>
                  </a:cubicBezTo>
                  <a:close/>
                  <a:moveTo>
                    <a:pt x="3243" y="1419"/>
                  </a:moveTo>
                  <a:cubicBezTo>
                    <a:pt x="3236" y="1419"/>
                    <a:pt x="3230" y="1425"/>
                    <a:pt x="3230" y="1432"/>
                  </a:cubicBezTo>
                  <a:cubicBezTo>
                    <a:pt x="3230" y="1439"/>
                    <a:pt x="3236" y="1445"/>
                    <a:pt x="3243" y="1445"/>
                  </a:cubicBezTo>
                  <a:cubicBezTo>
                    <a:pt x="3250" y="1445"/>
                    <a:pt x="3256" y="1439"/>
                    <a:pt x="3256" y="1432"/>
                  </a:cubicBezTo>
                  <a:cubicBezTo>
                    <a:pt x="3256" y="1425"/>
                    <a:pt x="3250" y="1419"/>
                    <a:pt x="3243" y="1419"/>
                  </a:cubicBezTo>
                  <a:close/>
                  <a:moveTo>
                    <a:pt x="996" y="1484"/>
                  </a:moveTo>
                  <a:cubicBezTo>
                    <a:pt x="1003" y="1484"/>
                    <a:pt x="1009" y="1478"/>
                    <a:pt x="1009" y="1471"/>
                  </a:cubicBezTo>
                  <a:cubicBezTo>
                    <a:pt x="1009" y="1464"/>
                    <a:pt x="1003" y="1459"/>
                    <a:pt x="996" y="1459"/>
                  </a:cubicBezTo>
                  <a:cubicBezTo>
                    <a:pt x="989" y="1459"/>
                    <a:pt x="983" y="1464"/>
                    <a:pt x="983" y="1471"/>
                  </a:cubicBezTo>
                  <a:cubicBezTo>
                    <a:pt x="983" y="1478"/>
                    <a:pt x="989" y="1484"/>
                    <a:pt x="996" y="1484"/>
                  </a:cubicBezTo>
                  <a:close/>
                  <a:moveTo>
                    <a:pt x="1035" y="1484"/>
                  </a:moveTo>
                  <a:cubicBezTo>
                    <a:pt x="1042" y="1484"/>
                    <a:pt x="1048" y="1478"/>
                    <a:pt x="1048" y="1471"/>
                  </a:cubicBezTo>
                  <a:cubicBezTo>
                    <a:pt x="1048" y="1464"/>
                    <a:pt x="1042" y="1459"/>
                    <a:pt x="1035" y="1459"/>
                  </a:cubicBezTo>
                  <a:cubicBezTo>
                    <a:pt x="1028" y="1459"/>
                    <a:pt x="1023" y="1464"/>
                    <a:pt x="1023" y="1471"/>
                  </a:cubicBezTo>
                  <a:cubicBezTo>
                    <a:pt x="1023" y="1478"/>
                    <a:pt x="1028" y="1484"/>
                    <a:pt x="1035" y="1484"/>
                  </a:cubicBezTo>
                  <a:close/>
                  <a:moveTo>
                    <a:pt x="1075" y="1484"/>
                  </a:moveTo>
                  <a:cubicBezTo>
                    <a:pt x="1082" y="1484"/>
                    <a:pt x="1087" y="1478"/>
                    <a:pt x="1087" y="1471"/>
                  </a:cubicBezTo>
                  <a:cubicBezTo>
                    <a:pt x="1087" y="1464"/>
                    <a:pt x="1082" y="1459"/>
                    <a:pt x="1075" y="1459"/>
                  </a:cubicBezTo>
                  <a:cubicBezTo>
                    <a:pt x="1068" y="1459"/>
                    <a:pt x="1062" y="1464"/>
                    <a:pt x="1062" y="1471"/>
                  </a:cubicBezTo>
                  <a:cubicBezTo>
                    <a:pt x="1062" y="1478"/>
                    <a:pt x="1068" y="1484"/>
                    <a:pt x="1075" y="1484"/>
                  </a:cubicBezTo>
                  <a:close/>
                  <a:moveTo>
                    <a:pt x="1114" y="1459"/>
                  </a:moveTo>
                  <a:cubicBezTo>
                    <a:pt x="1107" y="1459"/>
                    <a:pt x="1101" y="1464"/>
                    <a:pt x="1101" y="1471"/>
                  </a:cubicBezTo>
                  <a:cubicBezTo>
                    <a:pt x="1101" y="1478"/>
                    <a:pt x="1107" y="1484"/>
                    <a:pt x="1114" y="1484"/>
                  </a:cubicBezTo>
                  <a:cubicBezTo>
                    <a:pt x="1121" y="1484"/>
                    <a:pt x="1127" y="1478"/>
                    <a:pt x="1127" y="1471"/>
                  </a:cubicBezTo>
                  <a:cubicBezTo>
                    <a:pt x="1127" y="1464"/>
                    <a:pt x="1121" y="1459"/>
                    <a:pt x="1114" y="1459"/>
                  </a:cubicBezTo>
                  <a:close/>
                  <a:moveTo>
                    <a:pt x="1154" y="1459"/>
                  </a:moveTo>
                  <a:cubicBezTo>
                    <a:pt x="1146" y="1459"/>
                    <a:pt x="1141" y="1464"/>
                    <a:pt x="1141" y="1471"/>
                  </a:cubicBezTo>
                  <a:cubicBezTo>
                    <a:pt x="1141" y="1478"/>
                    <a:pt x="1146" y="1484"/>
                    <a:pt x="1154" y="1484"/>
                  </a:cubicBezTo>
                  <a:cubicBezTo>
                    <a:pt x="1161" y="1484"/>
                    <a:pt x="1166" y="1478"/>
                    <a:pt x="1166" y="1471"/>
                  </a:cubicBezTo>
                  <a:cubicBezTo>
                    <a:pt x="1166" y="1464"/>
                    <a:pt x="1161" y="1459"/>
                    <a:pt x="1154" y="1459"/>
                  </a:cubicBezTo>
                  <a:close/>
                  <a:moveTo>
                    <a:pt x="1903" y="1459"/>
                  </a:moveTo>
                  <a:cubicBezTo>
                    <a:pt x="1896" y="1459"/>
                    <a:pt x="1890" y="1464"/>
                    <a:pt x="1890" y="1471"/>
                  </a:cubicBezTo>
                  <a:cubicBezTo>
                    <a:pt x="1890" y="1478"/>
                    <a:pt x="1896" y="1484"/>
                    <a:pt x="1903" y="1484"/>
                  </a:cubicBezTo>
                  <a:cubicBezTo>
                    <a:pt x="1910" y="1484"/>
                    <a:pt x="1915" y="1478"/>
                    <a:pt x="1915" y="1471"/>
                  </a:cubicBezTo>
                  <a:cubicBezTo>
                    <a:pt x="1915" y="1464"/>
                    <a:pt x="1910" y="1459"/>
                    <a:pt x="1903" y="1459"/>
                  </a:cubicBezTo>
                  <a:close/>
                  <a:moveTo>
                    <a:pt x="1942" y="1459"/>
                  </a:moveTo>
                  <a:cubicBezTo>
                    <a:pt x="1935" y="1459"/>
                    <a:pt x="1929" y="1464"/>
                    <a:pt x="1929" y="1471"/>
                  </a:cubicBezTo>
                  <a:cubicBezTo>
                    <a:pt x="1929" y="1478"/>
                    <a:pt x="1935" y="1484"/>
                    <a:pt x="1942" y="1484"/>
                  </a:cubicBezTo>
                  <a:cubicBezTo>
                    <a:pt x="1949" y="1484"/>
                    <a:pt x="1955" y="1478"/>
                    <a:pt x="1955" y="1471"/>
                  </a:cubicBezTo>
                  <a:cubicBezTo>
                    <a:pt x="1955" y="1464"/>
                    <a:pt x="1949" y="1459"/>
                    <a:pt x="1942" y="1459"/>
                  </a:cubicBezTo>
                  <a:close/>
                  <a:moveTo>
                    <a:pt x="1981" y="1459"/>
                  </a:moveTo>
                  <a:cubicBezTo>
                    <a:pt x="1974" y="1459"/>
                    <a:pt x="1969" y="1464"/>
                    <a:pt x="1969" y="1471"/>
                  </a:cubicBezTo>
                  <a:cubicBezTo>
                    <a:pt x="1969" y="1478"/>
                    <a:pt x="1974" y="1484"/>
                    <a:pt x="1981" y="1484"/>
                  </a:cubicBezTo>
                  <a:cubicBezTo>
                    <a:pt x="1988" y="1484"/>
                    <a:pt x="1994" y="1478"/>
                    <a:pt x="1994" y="1471"/>
                  </a:cubicBezTo>
                  <a:cubicBezTo>
                    <a:pt x="1994" y="1464"/>
                    <a:pt x="1988" y="1459"/>
                    <a:pt x="1981" y="1459"/>
                  </a:cubicBezTo>
                  <a:close/>
                  <a:moveTo>
                    <a:pt x="2888" y="1459"/>
                  </a:moveTo>
                  <a:cubicBezTo>
                    <a:pt x="2881" y="1459"/>
                    <a:pt x="2875" y="1464"/>
                    <a:pt x="2875" y="1471"/>
                  </a:cubicBezTo>
                  <a:cubicBezTo>
                    <a:pt x="2875" y="1478"/>
                    <a:pt x="2881" y="1484"/>
                    <a:pt x="2888" y="1484"/>
                  </a:cubicBezTo>
                  <a:cubicBezTo>
                    <a:pt x="2895" y="1484"/>
                    <a:pt x="2901" y="1478"/>
                    <a:pt x="2901" y="1471"/>
                  </a:cubicBezTo>
                  <a:cubicBezTo>
                    <a:pt x="2901" y="1464"/>
                    <a:pt x="2895" y="1459"/>
                    <a:pt x="2888" y="1459"/>
                  </a:cubicBezTo>
                  <a:close/>
                  <a:moveTo>
                    <a:pt x="2928" y="1459"/>
                  </a:moveTo>
                  <a:cubicBezTo>
                    <a:pt x="2921" y="1459"/>
                    <a:pt x="2915" y="1464"/>
                    <a:pt x="2915" y="1471"/>
                  </a:cubicBezTo>
                  <a:cubicBezTo>
                    <a:pt x="2915" y="1478"/>
                    <a:pt x="2921" y="1484"/>
                    <a:pt x="2928" y="1484"/>
                  </a:cubicBezTo>
                  <a:cubicBezTo>
                    <a:pt x="2935" y="1484"/>
                    <a:pt x="2940" y="1478"/>
                    <a:pt x="2940" y="1471"/>
                  </a:cubicBezTo>
                  <a:cubicBezTo>
                    <a:pt x="2940" y="1464"/>
                    <a:pt x="2935" y="1459"/>
                    <a:pt x="2928" y="1459"/>
                  </a:cubicBezTo>
                  <a:close/>
                  <a:moveTo>
                    <a:pt x="2967" y="1459"/>
                  </a:moveTo>
                  <a:cubicBezTo>
                    <a:pt x="2960" y="1459"/>
                    <a:pt x="2954" y="1464"/>
                    <a:pt x="2954" y="1471"/>
                  </a:cubicBezTo>
                  <a:cubicBezTo>
                    <a:pt x="2954" y="1478"/>
                    <a:pt x="2960" y="1484"/>
                    <a:pt x="2967" y="1484"/>
                  </a:cubicBezTo>
                  <a:cubicBezTo>
                    <a:pt x="2974" y="1484"/>
                    <a:pt x="2980" y="1478"/>
                    <a:pt x="2980" y="1471"/>
                  </a:cubicBezTo>
                  <a:cubicBezTo>
                    <a:pt x="2980" y="1464"/>
                    <a:pt x="2974" y="1459"/>
                    <a:pt x="2967" y="1459"/>
                  </a:cubicBezTo>
                  <a:close/>
                  <a:moveTo>
                    <a:pt x="3085" y="1459"/>
                  </a:moveTo>
                  <a:cubicBezTo>
                    <a:pt x="3078" y="1459"/>
                    <a:pt x="3073" y="1464"/>
                    <a:pt x="3073" y="1471"/>
                  </a:cubicBezTo>
                  <a:cubicBezTo>
                    <a:pt x="3073" y="1478"/>
                    <a:pt x="3078" y="1484"/>
                    <a:pt x="3085" y="1484"/>
                  </a:cubicBezTo>
                  <a:cubicBezTo>
                    <a:pt x="3092" y="1484"/>
                    <a:pt x="3098" y="1478"/>
                    <a:pt x="3098" y="1471"/>
                  </a:cubicBezTo>
                  <a:cubicBezTo>
                    <a:pt x="3098" y="1464"/>
                    <a:pt x="3092" y="1459"/>
                    <a:pt x="3085" y="1459"/>
                  </a:cubicBezTo>
                  <a:close/>
                  <a:moveTo>
                    <a:pt x="3125" y="1459"/>
                  </a:moveTo>
                  <a:cubicBezTo>
                    <a:pt x="3118" y="1459"/>
                    <a:pt x="3112" y="1464"/>
                    <a:pt x="3112" y="1471"/>
                  </a:cubicBezTo>
                  <a:cubicBezTo>
                    <a:pt x="3112" y="1478"/>
                    <a:pt x="3118" y="1484"/>
                    <a:pt x="3125" y="1484"/>
                  </a:cubicBezTo>
                  <a:cubicBezTo>
                    <a:pt x="3132" y="1484"/>
                    <a:pt x="3137" y="1478"/>
                    <a:pt x="3137" y="1471"/>
                  </a:cubicBezTo>
                  <a:cubicBezTo>
                    <a:pt x="3137" y="1464"/>
                    <a:pt x="3132" y="1459"/>
                    <a:pt x="3125" y="1459"/>
                  </a:cubicBezTo>
                  <a:close/>
                  <a:moveTo>
                    <a:pt x="3164" y="1459"/>
                  </a:moveTo>
                  <a:cubicBezTo>
                    <a:pt x="3157" y="1459"/>
                    <a:pt x="3151" y="1464"/>
                    <a:pt x="3151" y="1471"/>
                  </a:cubicBezTo>
                  <a:cubicBezTo>
                    <a:pt x="3151" y="1478"/>
                    <a:pt x="3157" y="1484"/>
                    <a:pt x="3164" y="1484"/>
                  </a:cubicBezTo>
                  <a:cubicBezTo>
                    <a:pt x="3171" y="1484"/>
                    <a:pt x="3177" y="1478"/>
                    <a:pt x="3177" y="1471"/>
                  </a:cubicBezTo>
                  <a:cubicBezTo>
                    <a:pt x="3177" y="1464"/>
                    <a:pt x="3171" y="1459"/>
                    <a:pt x="3164" y="1459"/>
                  </a:cubicBezTo>
                  <a:close/>
                  <a:moveTo>
                    <a:pt x="3204" y="1459"/>
                  </a:moveTo>
                  <a:cubicBezTo>
                    <a:pt x="3197" y="1459"/>
                    <a:pt x="3191" y="1464"/>
                    <a:pt x="3191" y="1471"/>
                  </a:cubicBezTo>
                  <a:cubicBezTo>
                    <a:pt x="3191" y="1478"/>
                    <a:pt x="3197" y="1484"/>
                    <a:pt x="3204" y="1484"/>
                  </a:cubicBezTo>
                  <a:cubicBezTo>
                    <a:pt x="3211" y="1484"/>
                    <a:pt x="3216" y="1478"/>
                    <a:pt x="3216" y="1471"/>
                  </a:cubicBezTo>
                  <a:cubicBezTo>
                    <a:pt x="3216" y="1464"/>
                    <a:pt x="3211" y="1459"/>
                    <a:pt x="3204" y="1459"/>
                  </a:cubicBezTo>
                  <a:close/>
                  <a:moveTo>
                    <a:pt x="3243" y="1466"/>
                  </a:moveTo>
                  <a:cubicBezTo>
                    <a:pt x="3240" y="1466"/>
                    <a:pt x="3238" y="1469"/>
                    <a:pt x="3238" y="1471"/>
                  </a:cubicBezTo>
                  <a:cubicBezTo>
                    <a:pt x="3238" y="1474"/>
                    <a:pt x="3240" y="1476"/>
                    <a:pt x="3243" y="1476"/>
                  </a:cubicBezTo>
                  <a:cubicBezTo>
                    <a:pt x="3246" y="1476"/>
                    <a:pt x="3248" y="1474"/>
                    <a:pt x="3248" y="1471"/>
                  </a:cubicBezTo>
                  <a:cubicBezTo>
                    <a:pt x="3248" y="1469"/>
                    <a:pt x="3246" y="1466"/>
                    <a:pt x="3243" y="1466"/>
                  </a:cubicBezTo>
                  <a:close/>
                  <a:moveTo>
                    <a:pt x="996" y="1498"/>
                  </a:moveTo>
                  <a:cubicBezTo>
                    <a:pt x="989" y="1498"/>
                    <a:pt x="983" y="1504"/>
                    <a:pt x="983" y="1511"/>
                  </a:cubicBezTo>
                  <a:cubicBezTo>
                    <a:pt x="983" y="1518"/>
                    <a:pt x="989" y="1524"/>
                    <a:pt x="996" y="1524"/>
                  </a:cubicBezTo>
                  <a:cubicBezTo>
                    <a:pt x="1003" y="1524"/>
                    <a:pt x="1009" y="1518"/>
                    <a:pt x="1009" y="1511"/>
                  </a:cubicBezTo>
                  <a:cubicBezTo>
                    <a:pt x="1009" y="1504"/>
                    <a:pt x="1003" y="1498"/>
                    <a:pt x="996" y="1498"/>
                  </a:cubicBezTo>
                  <a:close/>
                  <a:moveTo>
                    <a:pt x="1035" y="1498"/>
                  </a:moveTo>
                  <a:cubicBezTo>
                    <a:pt x="1028" y="1498"/>
                    <a:pt x="1023" y="1504"/>
                    <a:pt x="1023" y="1511"/>
                  </a:cubicBezTo>
                  <a:cubicBezTo>
                    <a:pt x="1023" y="1518"/>
                    <a:pt x="1028" y="1524"/>
                    <a:pt x="1035" y="1524"/>
                  </a:cubicBezTo>
                  <a:cubicBezTo>
                    <a:pt x="1042" y="1524"/>
                    <a:pt x="1048" y="1518"/>
                    <a:pt x="1048" y="1511"/>
                  </a:cubicBezTo>
                  <a:cubicBezTo>
                    <a:pt x="1048" y="1504"/>
                    <a:pt x="1042" y="1498"/>
                    <a:pt x="1035" y="1498"/>
                  </a:cubicBezTo>
                  <a:close/>
                  <a:moveTo>
                    <a:pt x="1075" y="1498"/>
                  </a:moveTo>
                  <a:cubicBezTo>
                    <a:pt x="1068" y="1498"/>
                    <a:pt x="1062" y="1504"/>
                    <a:pt x="1062" y="1511"/>
                  </a:cubicBezTo>
                  <a:cubicBezTo>
                    <a:pt x="1062" y="1518"/>
                    <a:pt x="1068" y="1524"/>
                    <a:pt x="1075" y="1524"/>
                  </a:cubicBezTo>
                  <a:cubicBezTo>
                    <a:pt x="1082" y="1524"/>
                    <a:pt x="1087" y="1518"/>
                    <a:pt x="1087" y="1511"/>
                  </a:cubicBezTo>
                  <a:cubicBezTo>
                    <a:pt x="1087" y="1504"/>
                    <a:pt x="1082" y="1498"/>
                    <a:pt x="1075" y="1498"/>
                  </a:cubicBezTo>
                  <a:close/>
                  <a:moveTo>
                    <a:pt x="3085" y="1498"/>
                  </a:moveTo>
                  <a:cubicBezTo>
                    <a:pt x="3078" y="1498"/>
                    <a:pt x="3073" y="1504"/>
                    <a:pt x="3073" y="1511"/>
                  </a:cubicBezTo>
                  <a:cubicBezTo>
                    <a:pt x="3073" y="1518"/>
                    <a:pt x="3078" y="1524"/>
                    <a:pt x="3085" y="1524"/>
                  </a:cubicBezTo>
                  <a:cubicBezTo>
                    <a:pt x="3092" y="1524"/>
                    <a:pt x="3098" y="1518"/>
                    <a:pt x="3098" y="1511"/>
                  </a:cubicBezTo>
                  <a:cubicBezTo>
                    <a:pt x="3098" y="1504"/>
                    <a:pt x="3092" y="1498"/>
                    <a:pt x="3085" y="1498"/>
                  </a:cubicBezTo>
                  <a:close/>
                  <a:moveTo>
                    <a:pt x="3125" y="1498"/>
                  </a:moveTo>
                  <a:cubicBezTo>
                    <a:pt x="3118" y="1498"/>
                    <a:pt x="3112" y="1504"/>
                    <a:pt x="3112" y="1511"/>
                  </a:cubicBezTo>
                  <a:cubicBezTo>
                    <a:pt x="3112" y="1518"/>
                    <a:pt x="3118" y="1524"/>
                    <a:pt x="3125" y="1524"/>
                  </a:cubicBezTo>
                  <a:cubicBezTo>
                    <a:pt x="3132" y="1524"/>
                    <a:pt x="3137" y="1518"/>
                    <a:pt x="3137" y="1511"/>
                  </a:cubicBezTo>
                  <a:cubicBezTo>
                    <a:pt x="3137" y="1504"/>
                    <a:pt x="3132" y="1498"/>
                    <a:pt x="3125" y="1498"/>
                  </a:cubicBezTo>
                  <a:close/>
                  <a:moveTo>
                    <a:pt x="3164" y="1498"/>
                  </a:moveTo>
                  <a:cubicBezTo>
                    <a:pt x="3157" y="1498"/>
                    <a:pt x="3151" y="1504"/>
                    <a:pt x="3151" y="1511"/>
                  </a:cubicBezTo>
                  <a:cubicBezTo>
                    <a:pt x="3151" y="1518"/>
                    <a:pt x="3157" y="1524"/>
                    <a:pt x="3164" y="1524"/>
                  </a:cubicBezTo>
                  <a:cubicBezTo>
                    <a:pt x="3171" y="1524"/>
                    <a:pt x="3177" y="1518"/>
                    <a:pt x="3177" y="1511"/>
                  </a:cubicBezTo>
                  <a:cubicBezTo>
                    <a:pt x="3177" y="1504"/>
                    <a:pt x="3171" y="1498"/>
                    <a:pt x="3164" y="1498"/>
                  </a:cubicBezTo>
                  <a:close/>
                  <a:moveTo>
                    <a:pt x="3204" y="1498"/>
                  </a:moveTo>
                  <a:cubicBezTo>
                    <a:pt x="3197" y="1498"/>
                    <a:pt x="3191" y="1504"/>
                    <a:pt x="3191" y="1511"/>
                  </a:cubicBezTo>
                  <a:cubicBezTo>
                    <a:pt x="3191" y="1518"/>
                    <a:pt x="3197" y="1524"/>
                    <a:pt x="3204" y="1524"/>
                  </a:cubicBezTo>
                  <a:cubicBezTo>
                    <a:pt x="3211" y="1524"/>
                    <a:pt x="3216" y="1518"/>
                    <a:pt x="3216" y="1511"/>
                  </a:cubicBezTo>
                  <a:cubicBezTo>
                    <a:pt x="3216" y="1504"/>
                    <a:pt x="3211" y="1498"/>
                    <a:pt x="3204" y="1498"/>
                  </a:cubicBezTo>
                  <a:close/>
                  <a:moveTo>
                    <a:pt x="956" y="1537"/>
                  </a:moveTo>
                  <a:cubicBezTo>
                    <a:pt x="949" y="1537"/>
                    <a:pt x="944" y="1543"/>
                    <a:pt x="944" y="1550"/>
                  </a:cubicBezTo>
                  <a:cubicBezTo>
                    <a:pt x="944" y="1557"/>
                    <a:pt x="949" y="1563"/>
                    <a:pt x="956" y="1563"/>
                  </a:cubicBezTo>
                  <a:cubicBezTo>
                    <a:pt x="963" y="1563"/>
                    <a:pt x="969" y="1557"/>
                    <a:pt x="969" y="1550"/>
                  </a:cubicBezTo>
                  <a:cubicBezTo>
                    <a:pt x="969" y="1543"/>
                    <a:pt x="963" y="1537"/>
                    <a:pt x="956" y="1537"/>
                  </a:cubicBezTo>
                  <a:close/>
                  <a:moveTo>
                    <a:pt x="996" y="1537"/>
                  </a:moveTo>
                  <a:cubicBezTo>
                    <a:pt x="989" y="1537"/>
                    <a:pt x="983" y="1543"/>
                    <a:pt x="983" y="1550"/>
                  </a:cubicBezTo>
                  <a:cubicBezTo>
                    <a:pt x="983" y="1557"/>
                    <a:pt x="989" y="1563"/>
                    <a:pt x="996" y="1563"/>
                  </a:cubicBezTo>
                  <a:cubicBezTo>
                    <a:pt x="1003" y="1563"/>
                    <a:pt x="1009" y="1557"/>
                    <a:pt x="1009" y="1550"/>
                  </a:cubicBezTo>
                  <a:cubicBezTo>
                    <a:pt x="1009" y="1543"/>
                    <a:pt x="1003" y="1537"/>
                    <a:pt x="996" y="1537"/>
                  </a:cubicBezTo>
                  <a:close/>
                  <a:moveTo>
                    <a:pt x="1035" y="1537"/>
                  </a:moveTo>
                  <a:cubicBezTo>
                    <a:pt x="1028" y="1537"/>
                    <a:pt x="1023" y="1543"/>
                    <a:pt x="1023" y="1550"/>
                  </a:cubicBezTo>
                  <a:cubicBezTo>
                    <a:pt x="1023" y="1557"/>
                    <a:pt x="1028" y="1563"/>
                    <a:pt x="1035" y="1563"/>
                  </a:cubicBezTo>
                  <a:cubicBezTo>
                    <a:pt x="1042" y="1563"/>
                    <a:pt x="1048" y="1557"/>
                    <a:pt x="1048" y="1550"/>
                  </a:cubicBezTo>
                  <a:cubicBezTo>
                    <a:pt x="1048" y="1543"/>
                    <a:pt x="1042" y="1537"/>
                    <a:pt x="1035" y="1537"/>
                  </a:cubicBezTo>
                  <a:close/>
                  <a:moveTo>
                    <a:pt x="3480" y="1537"/>
                  </a:moveTo>
                  <a:cubicBezTo>
                    <a:pt x="3473" y="1537"/>
                    <a:pt x="3467" y="1543"/>
                    <a:pt x="3467" y="1550"/>
                  </a:cubicBezTo>
                  <a:cubicBezTo>
                    <a:pt x="3467" y="1557"/>
                    <a:pt x="3473" y="1563"/>
                    <a:pt x="3480" y="1563"/>
                  </a:cubicBezTo>
                  <a:cubicBezTo>
                    <a:pt x="3487" y="1563"/>
                    <a:pt x="3492" y="1557"/>
                    <a:pt x="3492" y="1550"/>
                  </a:cubicBezTo>
                  <a:cubicBezTo>
                    <a:pt x="3492" y="1543"/>
                    <a:pt x="3487" y="1537"/>
                    <a:pt x="3480" y="1537"/>
                  </a:cubicBezTo>
                  <a:close/>
                  <a:moveTo>
                    <a:pt x="965" y="1590"/>
                  </a:moveTo>
                  <a:cubicBezTo>
                    <a:pt x="965" y="1585"/>
                    <a:pt x="961" y="1581"/>
                    <a:pt x="956" y="1581"/>
                  </a:cubicBezTo>
                  <a:cubicBezTo>
                    <a:pt x="952" y="1581"/>
                    <a:pt x="948" y="1585"/>
                    <a:pt x="948" y="1590"/>
                  </a:cubicBezTo>
                  <a:cubicBezTo>
                    <a:pt x="948" y="1594"/>
                    <a:pt x="952" y="1598"/>
                    <a:pt x="956" y="1598"/>
                  </a:cubicBezTo>
                  <a:cubicBezTo>
                    <a:pt x="961" y="1598"/>
                    <a:pt x="965" y="1594"/>
                    <a:pt x="965" y="1590"/>
                  </a:cubicBezTo>
                  <a:close/>
                  <a:moveTo>
                    <a:pt x="996" y="1577"/>
                  </a:moveTo>
                  <a:cubicBezTo>
                    <a:pt x="989" y="1577"/>
                    <a:pt x="983" y="1583"/>
                    <a:pt x="983" y="1590"/>
                  </a:cubicBezTo>
                  <a:cubicBezTo>
                    <a:pt x="983" y="1597"/>
                    <a:pt x="989" y="1602"/>
                    <a:pt x="996" y="1602"/>
                  </a:cubicBezTo>
                  <a:cubicBezTo>
                    <a:pt x="1003" y="1602"/>
                    <a:pt x="1009" y="1597"/>
                    <a:pt x="1009" y="1590"/>
                  </a:cubicBezTo>
                  <a:cubicBezTo>
                    <a:pt x="1009" y="1583"/>
                    <a:pt x="1003" y="1577"/>
                    <a:pt x="996" y="1577"/>
                  </a:cubicBezTo>
                  <a:close/>
                  <a:moveTo>
                    <a:pt x="1035" y="1577"/>
                  </a:moveTo>
                  <a:cubicBezTo>
                    <a:pt x="1028" y="1577"/>
                    <a:pt x="1023" y="1583"/>
                    <a:pt x="1023" y="1590"/>
                  </a:cubicBezTo>
                  <a:cubicBezTo>
                    <a:pt x="1023" y="1597"/>
                    <a:pt x="1028" y="1602"/>
                    <a:pt x="1035" y="1602"/>
                  </a:cubicBezTo>
                  <a:cubicBezTo>
                    <a:pt x="1042" y="1602"/>
                    <a:pt x="1048" y="1597"/>
                    <a:pt x="1048" y="1590"/>
                  </a:cubicBezTo>
                  <a:cubicBezTo>
                    <a:pt x="1048" y="1583"/>
                    <a:pt x="1042" y="1577"/>
                    <a:pt x="1035" y="1577"/>
                  </a:cubicBezTo>
                  <a:close/>
                  <a:moveTo>
                    <a:pt x="3440" y="1577"/>
                  </a:moveTo>
                  <a:cubicBezTo>
                    <a:pt x="3433" y="1577"/>
                    <a:pt x="3427" y="1583"/>
                    <a:pt x="3427" y="1590"/>
                  </a:cubicBezTo>
                  <a:cubicBezTo>
                    <a:pt x="3427" y="1597"/>
                    <a:pt x="3433" y="1602"/>
                    <a:pt x="3440" y="1602"/>
                  </a:cubicBezTo>
                  <a:cubicBezTo>
                    <a:pt x="3447" y="1602"/>
                    <a:pt x="3453" y="1597"/>
                    <a:pt x="3453" y="1590"/>
                  </a:cubicBezTo>
                  <a:cubicBezTo>
                    <a:pt x="3453" y="1583"/>
                    <a:pt x="3447" y="1577"/>
                    <a:pt x="3440" y="1577"/>
                  </a:cubicBezTo>
                  <a:close/>
                  <a:moveTo>
                    <a:pt x="944" y="1629"/>
                  </a:moveTo>
                  <a:cubicBezTo>
                    <a:pt x="944" y="1636"/>
                    <a:pt x="949" y="1642"/>
                    <a:pt x="956" y="1642"/>
                  </a:cubicBezTo>
                  <a:cubicBezTo>
                    <a:pt x="963" y="1642"/>
                    <a:pt x="969" y="1636"/>
                    <a:pt x="969" y="1629"/>
                  </a:cubicBezTo>
                  <a:cubicBezTo>
                    <a:pt x="969" y="1622"/>
                    <a:pt x="963" y="1616"/>
                    <a:pt x="956" y="1616"/>
                  </a:cubicBezTo>
                  <a:cubicBezTo>
                    <a:pt x="949" y="1616"/>
                    <a:pt x="944" y="1622"/>
                    <a:pt x="944" y="1629"/>
                  </a:cubicBezTo>
                  <a:close/>
                  <a:moveTo>
                    <a:pt x="996" y="1616"/>
                  </a:moveTo>
                  <a:cubicBezTo>
                    <a:pt x="989" y="1616"/>
                    <a:pt x="983" y="1622"/>
                    <a:pt x="983" y="1629"/>
                  </a:cubicBezTo>
                  <a:cubicBezTo>
                    <a:pt x="983" y="1636"/>
                    <a:pt x="989" y="1642"/>
                    <a:pt x="996" y="1642"/>
                  </a:cubicBezTo>
                  <a:cubicBezTo>
                    <a:pt x="1003" y="1642"/>
                    <a:pt x="1009" y="1636"/>
                    <a:pt x="1009" y="1629"/>
                  </a:cubicBezTo>
                  <a:cubicBezTo>
                    <a:pt x="1009" y="1622"/>
                    <a:pt x="1003" y="1616"/>
                    <a:pt x="996" y="1616"/>
                  </a:cubicBezTo>
                  <a:close/>
                  <a:moveTo>
                    <a:pt x="3401" y="1616"/>
                  </a:moveTo>
                  <a:cubicBezTo>
                    <a:pt x="3394" y="1616"/>
                    <a:pt x="3388" y="1622"/>
                    <a:pt x="3388" y="1629"/>
                  </a:cubicBezTo>
                  <a:cubicBezTo>
                    <a:pt x="3388" y="1636"/>
                    <a:pt x="3394" y="1642"/>
                    <a:pt x="3401" y="1642"/>
                  </a:cubicBezTo>
                  <a:cubicBezTo>
                    <a:pt x="3408" y="1642"/>
                    <a:pt x="3413" y="1636"/>
                    <a:pt x="3413" y="1629"/>
                  </a:cubicBezTo>
                  <a:cubicBezTo>
                    <a:pt x="3413" y="1622"/>
                    <a:pt x="3408" y="1616"/>
                    <a:pt x="3401" y="1616"/>
                  </a:cubicBezTo>
                  <a:close/>
                  <a:moveTo>
                    <a:pt x="956" y="1656"/>
                  </a:moveTo>
                  <a:cubicBezTo>
                    <a:pt x="949" y="1656"/>
                    <a:pt x="944" y="1661"/>
                    <a:pt x="944" y="1668"/>
                  </a:cubicBezTo>
                  <a:cubicBezTo>
                    <a:pt x="944" y="1676"/>
                    <a:pt x="949" y="1681"/>
                    <a:pt x="956" y="1681"/>
                  </a:cubicBezTo>
                  <a:cubicBezTo>
                    <a:pt x="963" y="1681"/>
                    <a:pt x="969" y="1676"/>
                    <a:pt x="969" y="1668"/>
                  </a:cubicBezTo>
                  <a:cubicBezTo>
                    <a:pt x="969" y="1661"/>
                    <a:pt x="963" y="1656"/>
                    <a:pt x="956" y="1656"/>
                  </a:cubicBezTo>
                  <a:close/>
                  <a:moveTo>
                    <a:pt x="996" y="1656"/>
                  </a:moveTo>
                  <a:cubicBezTo>
                    <a:pt x="989" y="1656"/>
                    <a:pt x="983" y="1661"/>
                    <a:pt x="983" y="1668"/>
                  </a:cubicBezTo>
                  <a:cubicBezTo>
                    <a:pt x="983" y="1676"/>
                    <a:pt x="989" y="1681"/>
                    <a:pt x="996" y="1681"/>
                  </a:cubicBezTo>
                  <a:cubicBezTo>
                    <a:pt x="1003" y="1681"/>
                    <a:pt x="1009" y="1676"/>
                    <a:pt x="1009" y="1668"/>
                  </a:cubicBezTo>
                  <a:cubicBezTo>
                    <a:pt x="1009" y="1661"/>
                    <a:pt x="1003" y="1656"/>
                    <a:pt x="996" y="1656"/>
                  </a:cubicBezTo>
                  <a:close/>
                  <a:moveTo>
                    <a:pt x="956" y="1696"/>
                  </a:moveTo>
                  <a:cubicBezTo>
                    <a:pt x="950" y="1696"/>
                    <a:pt x="945" y="1702"/>
                    <a:pt x="945" y="1708"/>
                  </a:cubicBezTo>
                  <a:cubicBezTo>
                    <a:pt x="945" y="1714"/>
                    <a:pt x="950" y="1719"/>
                    <a:pt x="956" y="1719"/>
                  </a:cubicBezTo>
                  <a:cubicBezTo>
                    <a:pt x="963" y="1719"/>
                    <a:pt x="968" y="1714"/>
                    <a:pt x="968" y="1708"/>
                  </a:cubicBezTo>
                  <a:cubicBezTo>
                    <a:pt x="968" y="1702"/>
                    <a:pt x="963" y="1696"/>
                    <a:pt x="956" y="1696"/>
                  </a:cubicBezTo>
                  <a:close/>
                  <a:moveTo>
                    <a:pt x="996" y="1719"/>
                  </a:moveTo>
                  <a:cubicBezTo>
                    <a:pt x="1002" y="1719"/>
                    <a:pt x="1007" y="1714"/>
                    <a:pt x="1007" y="1708"/>
                  </a:cubicBezTo>
                  <a:cubicBezTo>
                    <a:pt x="1007" y="1702"/>
                    <a:pt x="1002" y="1697"/>
                    <a:pt x="996" y="1697"/>
                  </a:cubicBezTo>
                  <a:cubicBezTo>
                    <a:pt x="990" y="1697"/>
                    <a:pt x="985" y="1702"/>
                    <a:pt x="985" y="1708"/>
                  </a:cubicBezTo>
                  <a:cubicBezTo>
                    <a:pt x="985" y="1714"/>
                    <a:pt x="990" y="1719"/>
                    <a:pt x="996" y="1719"/>
                  </a:cubicBezTo>
                  <a:close/>
                  <a:moveTo>
                    <a:pt x="996" y="1735"/>
                  </a:moveTo>
                  <a:cubicBezTo>
                    <a:pt x="989" y="1735"/>
                    <a:pt x="983" y="1740"/>
                    <a:pt x="983" y="1747"/>
                  </a:cubicBezTo>
                  <a:cubicBezTo>
                    <a:pt x="983" y="1754"/>
                    <a:pt x="989" y="1760"/>
                    <a:pt x="996" y="1760"/>
                  </a:cubicBezTo>
                  <a:cubicBezTo>
                    <a:pt x="1003" y="1760"/>
                    <a:pt x="1009" y="1754"/>
                    <a:pt x="1009" y="1747"/>
                  </a:cubicBezTo>
                  <a:cubicBezTo>
                    <a:pt x="1009" y="1740"/>
                    <a:pt x="1003" y="1735"/>
                    <a:pt x="996" y="1735"/>
                  </a:cubicBez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2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endParaRPr>
            </a:p>
          </p:txBody>
        </p:sp>
        <p:sp>
          <p:nvSpPr>
            <p:cNvPr id="7" name="ísḻïḍe"/>
            <p:cNvSpPr/>
            <p:nvPr/>
          </p:nvSpPr>
          <p:spPr>
            <a:xfrm>
              <a:off x="1356350" y="1130300"/>
              <a:ext cx="3185487" cy="838716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 lnSpcReduction="10000"/>
            </a:bodyPr>
            <a:lstStyle/>
            <a:p>
              <a:pPr algn="ctr"/>
              <a:r>
                <a:rPr lang="en-US" altLang="zh-CN" sz="5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rebuchet MS" panose="020B0603020202020204" pitchFamily="34" charset="0"/>
                  <a:ea typeface="微软雅黑" panose="020B0503020204020204" pitchFamily="34" charset="-122"/>
                  <a:sym typeface="Trebuchet MS" panose="020B0603020202020204" pitchFamily="34" charset="0"/>
                </a:rPr>
                <a:t>Agenda</a:t>
              </a:r>
              <a:endParaRPr lang="zh-CN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endParaRPr>
            </a:p>
          </p:txBody>
        </p:sp>
        <p:cxnSp>
          <p:nvCxnSpPr>
            <p:cNvPr id="8" name="直接连接符 4"/>
            <p:cNvCxnSpPr/>
            <p:nvPr/>
          </p:nvCxnSpPr>
          <p:spPr>
            <a:xfrm>
              <a:off x="1638300" y="1969016"/>
              <a:ext cx="3295650" cy="0"/>
            </a:xfrm>
            <a:prstGeom prst="line">
              <a:avLst/>
            </a:prstGeom>
            <a:ln w="3175" cap="rnd">
              <a:solidFill>
                <a:schemeClr val="lt2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7"/>
            <p:cNvCxnSpPr/>
            <p:nvPr/>
          </p:nvCxnSpPr>
          <p:spPr>
            <a:xfrm>
              <a:off x="4541837" y="1130300"/>
              <a:ext cx="0" cy="5003800"/>
            </a:xfrm>
            <a:prstGeom prst="line">
              <a:avLst/>
            </a:prstGeom>
            <a:ln w="3175" cap="rnd">
              <a:solidFill>
                <a:schemeClr val="lt2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íṥļïḓè"/>
            <p:cNvGrpSpPr/>
            <p:nvPr/>
          </p:nvGrpSpPr>
          <p:grpSpPr>
            <a:xfrm>
              <a:off x="3871848" y="2534552"/>
              <a:ext cx="4900814" cy="3163729"/>
              <a:chOff x="3871848" y="2223101"/>
              <a:chExt cx="4900814" cy="3163729"/>
            </a:xfrm>
          </p:grpSpPr>
          <p:grpSp>
            <p:nvGrpSpPr>
              <p:cNvPr id="11" name="îṣḷîḓê"/>
              <p:cNvGrpSpPr/>
              <p:nvPr/>
            </p:nvGrpSpPr>
            <p:grpSpPr>
              <a:xfrm>
                <a:off x="3871848" y="2223101"/>
                <a:ext cx="4900814" cy="542400"/>
                <a:chOff x="3871848" y="2711156"/>
                <a:chExt cx="4900814" cy="542400"/>
              </a:xfrm>
            </p:grpSpPr>
            <p:sp>
              <p:nvSpPr>
                <p:cNvPr id="24" name="iṥḻïḋê"/>
                <p:cNvSpPr txBox="1"/>
                <p:nvPr/>
              </p:nvSpPr>
              <p:spPr bwMode="auto">
                <a:xfrm>
                  <a:off x="3871848" y="2711156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0</a:t>
                  </a:r>
                  <a:r>
                    <a:rPr lang="en-US" altLang="zh-CN" sz="1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1</a:t>
                  </a:r>
                  <a:endParaRPr lang="en-US" altLang="zh-CN" sz="2000" dirty="0">
                    <a:solidFill>
                      <a:schemeClr val="accent2">
                        <a:lumMod val="100000"/>
                      </a:schemeClr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5" name="ísļiḑè"/>
                <p:cNvSpPr/>
                <p:nvPr/>
              </p:nvSpPr>
              <p:spPr bwMode="auto">
                <a:xfrm>
                  <a:off x="4656073" y="2754558"/>
                  <a:ext cx="4116589" cy="455597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DB Schenker, TSC, EDI, SWORD Introduction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  <p:grpSp>
            <p:nvGrpSpPr>
              <p:cNvPr id="12" name="iṡḻíḍé"/>
              <p:cNvGrpSpPr/>
              <p:nvPr/>
            </p:nvGrpSpPr>
            <p:grpSpPr>
              <a:xfrm>
                <a:off x="3881739" y="3519329"/>
                <a:ext cx="4890923" cy="542400"/>
                <a:chOff x="3881739" y="3384481"/>
                <a:chExt cx="4890923" cy="542400"/>
              </a:xfrm>
            </p:grpSpPr>
            <p:sp>
              <p:nvSpPr>
                <p:cNvPr id="22" name="îṡḻîḋè"/>
                <p:cNvSpPr txBox="1"/>
                <p:nvPr/>
              </p:nvSpPr>
              <p:spPr bwMode="auto">
                <a:xfrm>
                  <a:off x="3881739" y="3384481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de-DE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defRPr sz="200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en-US" altLang="zh-CN" dirty="0">
                      <a:sym typeface="Trebuchet MS" panose="020B0603020202020204" pitchFamily="34" charset="0"/>
                    </a:rPr>
                    <a:t>02</a:t>
                  </a:r>
                  <a:endParaRPr lang="en-US" altLang="zh-CN" dirty="0"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3" name="î$lídé"/>
                <p:cNvSpPr/>
                <p:nvPr/>
              </p:nvSpPr>
              <p:spPr bwMode="auto">
                <a:xfrm>
                  <a:off x="4656073" y="3448424"/>
                  <a:ext cx="4116589" cy="455597"/>
                </a:xfrm>
                <a:prstGeom prst="rect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SWORD Framework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  <p:grpSp>
            <p:nvGrpSpPr>
              <p:cNvPr id="13" name="í$lïḋê"/>
              <p:cNvGrpSpPr/>
              <p:nvPr/>
            </p:nvGrpSpPr>
            <p:grpSpPr>
              <a:xfrm>
                <a:off x="3881739" y="4844430"/>
                <a:ext cx="4890923" cy="542400"/>
                <a:chOff x="3881739" y="4086679"/>
                <a:chExt cx="4890923" cy="542400"/>
              </a:xfrm>
            </p:grpSpPr>
            <p:sp>
              <p:nvSpPr>
                <p:cNvPr id="20" name="íṧľïḑé"/>
                <p:cNvSpPr txBox="1"/>
                <p:nvPr/>
              </p:nvSpPr>
              <p:spPr bwMode="auto">
                <a:xfrm>
                  <a:off x="3881739" y="4086679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0</a:t>
                  </a:r>
                  <a:r>
                    <a:rPr lang="en-US" altLang="zh-CN" sz="1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3</a:t>
                  </a:r>
                  <a:endParaRPr lang="en-US" altLang="zh-CN" sz="2000" dirty="0">
                    <a:solidFill>
                      <a:schemeClr val="accent2">
                        <a:lumMod val="100000"/>
                      </a:schemeClr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1" name="ísḷïḑe"/>
                <p:cNvSpPr/>
                <p:nvPr/>
              </p:nvSpPr>
              <p:spPr bwMode="auto">
                <a:xfrm>
                  <a:off x="4656073" y="4173482"/>
                  <a:ext cx="4116589" cy="455597"/>
                </a:xfrm>
                <a:prstGeom prst="rect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File Types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</p:grpSp>
      </p:grpSp>
    </p:spTree>
    <p:custDataLst>
      <p:tags r:id="rId2"/>
    </p:custData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Schenker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9761" y="702101"/>
            <a:ext cx="5972712" cy="5638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039" y="284918"/>
            <a:ext cx="6671352" cy="6288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799034"/>
            <a:ext cx="9642867" cy="18482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8225" y="112474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2400" b="1" u="sng" dirty="0">
                <a:latin typeface="DB Office" panose="020B0604020202020204" pitchFamily="34" charset="0"/>
              </a:rPr>
              <a:t>E</a:t>
            </a:r>
            <a:r>
              <a:rPr lang="en-US" sz="2400" b="1" dirty="0">
                <a:latin typeface="DB Office" panose="020B0604020202020204" pitchFamily="34" charset="0"/>
              </a:rPr>
              <a:t>lectronic </a:t>
            </a:r>
            <a:r>
              <a:rPr lang="en-US" sz="2400" b="1" u="sng" dirty="0">
                <a:latin typeface="DB Office" panose="020B0604020202020204" pitchFamily="34" charset="0"/>
              </a:rPr>
              <a:t>D</a:t>
            </a:r>
            <a:r>
              <a:rPr lang="en-US" sz="2400" b="1" dirty="0">
                <a:latin typeface="DB Office" panose="020B0604020202020204" pitchFamily="34" charset="0"/>
              </a:rPr>
              <a:t>ata </a:t>
            </a:r>
            <a:r>
              <a:rPr lang="en-US" sz="2400" b="1" u="sng" dirty="0">
                <a:latin typeface="DB Office" panose="020B0604020202020204" pitchFamily="34" charset="0"/>
              </a:rPr>
              <a:t>I</a:t>
            </a:r>
            <a:r>
              <a:rPr lang="en-US" sz="2400" b="1" dirty="0">
                <a:latin typeface="DB Office" panose="020B0604020202020204" pitchFamily="34" charset="0"/>
              </a:rPr>
              <a:t>nterchange</a:t>
            </a:r>
            <a:endParaRPr lang="en-US" sz="2400" b="1" dirty="0">
              <a:latin typeface="DB Office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7368" y="1918956"/>
            <a:ext cx="3469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computer-to-computer exchange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407367" y="2452209"/>
            <a:ext cx="2291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business documents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07367" y="3046730"/>
            <a:ext cx="29134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standard electronic format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07367" y="3579983"/>
            <a:ext cx="2050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business partners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8225" y="1124744"/>
            <a:ext cx="1399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2400" b="1" dirty="0">
                <a:latin typeface="DB Office" panose="020B0604020202020204" pitchFamily="34" charset="0"/>
              </a:rPr>
              <a:t>Benefits</a:t>
            </a:r>
            <a:endParaRPr lang="en-US" sz="2400" b="1" dirty="0">
              <a:latin typeface="DB Office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7368" y="1918956"/>
            <a:ext cx="14646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reduce cost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407367" y="2452209"/>
            <a:ext cx="2848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increase processing speed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07367" y="3046730"/>
            <a:ext cx="1646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reduce errors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07367" y="3579983"/>
            <a:ext cx="4789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improve relationships with business partners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SWORD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8225" y="1124744"/>
            <a:ext cx="6973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2400" b="1" u="sng" dirty="0"/>
              <a:t>S</a:t>
            </a:r>
            <a:r>
              <a:rPr lang="en-US" sz="2400" b="1" dirty="0"/>
              <a:t>chenker </a:t>
            </a:r>
            <a:r>
              <a:rPr lang="en-US" sz="2400" b="1" u="sng" dirty="0"/>
              <a:t>Wo</a:t>
            </a:r>
            <a:r>
              <a:rPr lang="en-US" sz="2400" b="1" dirty="0"/>
              <a:t>rldwide </a:t>
            </a:r>
            <a:r>
              <a:rPr lang="en-US" sz="2400" b="1" u="sng" dirty="0"/>
              <a:t>R</a:t>
            </a:r>
            <a:r>
              <a:rPr lang="en-US" sz="2400" b="1" dirty="0"/>
              <a:t>eal-time </a:t>
            </a:r>
            <a:r>
              <a:rPr lang="en-US" sz="2400" b="1" u="sng" dirty="0"/>
              <a:t>D</a:t>
            </a:r>
            <a:r>
              <a:rPr lang="en-US" sz="2400" b="1" dirty="0"/>
              <a:t>ata network</a:t>
            </a:r>
            <a:endParaRPr lang="en-US" sz="2400" b="1" dirty="0">
              <a:latin typeface="DB Office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2405669"/>
            <a:ext cx="4997696" cy="36580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794" y="2605451"/>
            <a:ext cx="6587890" cy="34582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7368" y="1768078"/>
            <a:ext cx="5560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https://b2bidevweb1.sl3-test.comp.db.de:8443/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SWORD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750" y="974403"/>
            <a:ext cx="8089188" cy="4539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9209" y="1808252"/>
            <a:ext cx="14267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1600" dirty="0"/>
              <a:t>Region:</a:t>
            </a: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Corporate</a:t>
            </a: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APAC</a:t>
            </a: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Europe</a:t>
            </a: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America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rPr>
              <a:t>General Introduction</a:t>
            </a:r>
            <a:endParaRPr lang="en-US" dirty="0">
              <a:latin typeface="Trebuchet MS" panose="020B0603020202020204" pitchFamily="34" charset="0"/>
              <a:ea typeface="微软雅黑" panose="020B0503020204020204" pitchFamily="34" charset="-122"/>
              <a:sym typeface="Trebuchet MS" panose="020B0603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DD3DB80-B894-403A-B48E-6FDC1A72010E}" type="slidenum">
              <a:rPr lang="zh-CN" altLang="en-US" smtClean="0"/>
            </a:fld>
            <a:endParaRPr lang="zh-CN" altLang="en-US">
              <a:latin typeface="Trebuchet MS" panose="020B0603020202020204" pitchFamily="34" charset="0"/>
              <a:ea typeface="微软雅黑" panose="020B0503020204020204" pitchFamily="34" charset="-122"/>
              <a:sym typeface="Trebuchet MS" panose="020B0603020202020204" pitchFamily="34" charset="0"/>
            </a:endParaRPr>
          </a:p>
        </p:txBody>
      </p:sp>
      <p:grpSp>
        <p:nvGrpSpPr>
          <p:cNvPr id="5" name="#29314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56350" y="1130300"/>
            <a:ext cx="9396995" cy="5003800"/>
            <a:chOff x="1356350" y="1130300"/>
            <a:chExt cx="9396995" cy="5003800"/>
          </a:xfrm>
        </p:grpSpPr>
        <p:sp>
          <p:nvSpPr>
            <p:cNvPr id="6" name="ïšľiďé"/>
            <p:cNvSpPr/>
            <p:nvPr/>
          </p:nvSpPr>
          <p:spPr bwMode="auto">
            <a:xfrm>
              <a:off x="5068601" y="2838840"/>
              <a:ext cx="5684744" cy="2772856"/>
            </a:xfrm>
            <a:custGeom>
              <a:avLst/>
              <a:gdLst>
                <a:gd name="T0" fmla="*/ 1193 w 3611"/>
                <a:gd name="T1" fmla="*/ 65 h 1760"/>
                <a:gd name="T2" fmla="*/ 1206 w 3611"/>
                <a:gd name="T3" fmla="*/ 92 h 1760"/>
                <a:gd name="T4" fmla="*/ 1114 w 3611"/>
                <a:gd name="T5" fmla="*/ 118 h 1760"/>
                <a:gd name="T6" fmla="*/ 878 w 3611"/>
                <a:gd name="T7" fmla="*/ 183 h 1760"/>
                <a:gd name="T8" fmla="*/ 444 w 3611"/>
                <a:gd name="T9" fmla="*/ 223 h 1760"/>
                <a:gd name="T10" fmla="*/ 2612 w 3611"/>
                <a:gd name="T11" fmla="*/ 223 h 1760"/>
                <a:gd name="T12" fmla="*/ 1363 w 3611"/>
                <a:gd name="T13" fmla="*/ 249 h 1760"/>
                <a:gd name="T14" fmla="*/ 2928 w 3611"/>
                <a:gd name="T15" fmla="*/ 236 h 1760"/>
                <a:gd name="T16" fmla="*/ 431 w 3611"/>
                <a:gd name="T17" fmla="*/ 289 h 1760"/>
                <a:gd name="T18" fmla="*/ 1981 w 3611"/>
                <a:gd name="T19" fmla="*/ 301 h 1760"/>
                <a:gd name="T20" fmla="*/ 3125 w 3611"/>
                <a:gd name="T21" fmla="*/ 301 h 1760"/>
                <a:gd name="T22" fmla="*/ 496 w 3611"/>
                <a:gd name="T23" fmla="*/ 328 h 1760"/>
                <a:gd name="T24" fmla="*/ 1981 w 3611"/>
                <a:gd name="T25" fmla="*/ 315 h 1760"/>
                <a:gd name="T26" fmla="*/ 2836 w 3611"/>
                <a:gd name="T27" fmla="*/ 328 h 1760"/>
                <a:gd name="T28" fmla="*/ 128 w 3611"/>
                <a:gd name="T29" fmla="*/ 380 h 1760"/>
                <a:gd name="T30" fmla="*/ 1232 w 3611"/>
                <a:gd name="T31" fmla="*/ 380 h 1760"/>
                <a:gd name="T32" fmla="*/ 2546 w 3611"/>
                <a:gd name="T33" fmla="*/ 367 h 1760"/>
                <a:gd name="T34" fmla="*/ 3361 w 3611"/>
                <a:gd name="T35" fmla="*/ 355 h 1760"/>
                <a:gd name="T36" fmla="*/ 707 w 3611"/>
                <a:gd name="T37" fmla="*/ 407 h 1760"/>
                <a:gd name="T38" fmla="*/ 2494 w 3611"/>
                <a:gd name="T39" fmla="*/ 420 h 1760"/>
                <a:gd name="T40" fmla="*/ 3401 w 3611"/>
                <a:gd name="T41" fmla="*/ 420 h 1760"/>
                <a:gd name="T42" fmla="*/ 1955 w 3611"/>
                <a:gd name="T43" fmla="*/ 446 h 1760"/>
                <a:gd name="T44" fmla="*/ 2770 w 3611"/>
                <a:gd name="T45" fmla="*/ 434 h 1760"/>
                <a:gd name="T46" fmla="*/ 628 w 3611"/>
                <a:gd name="T47" fmla="*/ 486 h 1760"/>
                <a:gd name="T48" fmla="*/ 2336 w 3611"/>
                <a:gd name="T49" fmla="*/ 499 h 1760"/>
                <a:gd name="T50" fmla="*/ 404 w 3611"/>
                <a:gd name="T51" fmla="*/ 512 h 1760"/>
                <a:gd name="T52" fmla="*/ 1876 w 3611"/>
                <a:gd name="T53" fmla="*/ 525 h 1760"/>
                <a:gd name="T54" fmla="*/ 2691 w 3611"/>
                <a:gd name="T55" fmla="*/ 512 h 1760"/>
                <a:gd name="T56" fmla="*/ 786 w 3611"/>
                <a:gd name="T57" fmla="*/ 565 h 1760"/>
                <a:gd name="T58" fmla="*/ 2218 w 3611"/>
                <a:gd name="T59" fmla="*/ 577 h 1760"/>
                <a:gd name="T60" fmla="*/ 3085 w 3611"/>
                <a:gd name="T61" fmla="*/ 577 h 1760"/>
                <a:gd name="T62" fmla="*/ 1758 w 3611"/>
                <a:gd name="T63" fmla="*/ 604 h 1760"/>
                <a:gd name="T64" fmla="*/ 2573 w 3611"/>
                <a:gd name="T65" fmla="*/ 591 h 1760"/>
                <a:gd name="T66" fmla="*/ 707 w 3611"/>
                <a:gd name="T67" fmla="*/ 643 h 1760"/>
                <a:gd name="T68" fmla="*/ 2376 w 3611"/>
                <a:gd name="T69" fmla="*/ 656 h 1760"/>
                <a:gd name="T70" fmla="*/ 602 w 3611"/>
                <a:gd name="T71" fmla="*/ 696 h 1760"/>
                <a:gd name="T72" fmla="*/ 2270 w 3611"/>
                <a:gd name="T73" fmla="*/ 683 h 1760"/>
                <a:gd name="T74" fmla="*/ 523 w 3611"/>
                <a:gd name="T75" fmla="*/ 710 h 1760"/>
                <a:gd name="T76" fmla="*/ 2284 w 3611"/>
                <a:gd name="T77" fmla="*/ 722 h 1760"/>
                <a:gd name="T78" fmla="*/ 602 w 3611"/>
                <a:gd name="T79" fmla="*/ 774 h 1760"/>
                <a:gd name="T80" fmla="*/ 2415 w 3611"/>
                <a:gd name="T81" fmla="*/ 774 h 1760"/>
                <a:gd name="T82" fmla="*/ 772 w 3611"/>
                <a:gd name="T83" fmla="*/ 801 h 1760"/>
                <a:gd name="T84" fmla="*/ 2415 w 3611"/>
                <a:gd name="T85" fmla="*/ 788 h 1760"/>
                <a:gd name="T86" fmla="*/ 1693 w 3611"/>
                <a:gd name="T87" fmla="*/ 841 h 1760"/>
                <a:gd name="T88" fmla="*/ 2573 w 3611"/>
                <a:gd name="T89" fmla="*/ 853 h 1760"/>
                <a:gd name="T90" fmla="*/ 1981 w 3611"/>
                <a:gd name="T91" fmla="*/ 893 h 1760"/>
                <a:gd name="T92" fmla="*/ 628 w 3611"/>
                <a:gd name="T93" fmla="*/ 919 h 1760"/>
                <a:gd name="T94" fmla="*/ 2218 w 3611"/>
                <a:gd name="T95" fmla="*/ 907 h 1760"/>
                <a:gd name="T96" fmla="*/ 1876 w 3611"/>
                <a:gd name="T97" fmla="*/ 959 h 1760"/>
                <a:gd name="T98" fmla="*/ 1745 w 3611"/>
                <a:gd name="T99" fmla="*/ 1011 h 1760"/>
                <a:gd name="T100" fmla="*/ 1627 w 3611"/>
                <a:gd name="T101" fmla="*/ 1025 h 1760"/>
                <a:gd name="T102" fmla="*/ 1127 w 3611"/>
                <a:gd name="T103" fmla="*/ 1077 h 1760"/>
                <a:gd name="T104" fmla="*/ 1075 w 3611"/>
                <a:gd name="T105" fmla="*/ 1104 h 1760"/>
                <a:gd name="T106" fmla="*/ 1023 w 3611"/>
                <a:gd name="T107" fmla="*/ 1156 h 1760"/>
                <a:gd name="T108" fmla="*/ 917 w 3611"/>
                <a:gd name="T109" fmla="*/ 1183 h 1760"/>
                <a:gd name="T110" fmla="*/ 956 w 3611"/>
                <a:gd name="T111" fmla="*/ 1222 h 1760"/>
                <a:gd name="T112" fmla="*/ 1101 w 3611"/>
                <a:gd name="T113" fmla="*/ 1274 h 1760"/>
                <a:gd name="T114" fmla="*/ 1272 w 3611"/>
                <a:gd name="T115" fmla="*/ 1326 h 1760"/>
                <a:gd name="T116" fmla="*/ 1245 w 3611"/>
                <a:gd name="T117" fmla="*/ 1353 h 1760"/>
                <a:gd name="T118" fmla="*/ 1114 w 3611"/>
                <a:gd name="T119" fmla="*/ 1405 h 1760"/>
                <a:gd name="T120" fmla="*/ 1154 w 3611"/>
                <a:gd name="T121" fmla="*/ 1445 h 1760"/>
                <a:gd name="T122" fmla="*/ 1929 w 3611"/>
                <a:gd name="T123" fmla="*/ 1471 h 1760"/>
                <a:gd name="T124" fmla="*/ 948 w 3611"/>
                <a:gd name="T125" fmla="*/ 159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11" h="1760">
                  <a:moveTo>
                    <a:pt x="825" y="13"/>
                  </a:moveTo>
                  <a:cubicBezTo>
                    <a:pt x="825" y="6"/>
                    <a:pt x="831" y="0"/>
                    <a:pt x="838" y="0"/>
                  </a:cubicBezTo>
                  <a:cubicBezTo>
                    <a:pt x="845" y="0"/>
                    <a:pt x="851" y="6"/>
                    <a:pt x="851" y="13"/>
                  </a:cubicBezTo>
                  <a:cubicBezTo>
                    <a:pt x="851" y="20"/>
                    <a:pt x="845" y="25"/>
                    <a:pt x="838" y="25"/>
                  </a:cubicBezTo>
                  <a:cubicBezTo>
                    <a:pt x="831" y="25"/>
                    <a:pt x="825" y="20"/>
                    <a:pt x="825" y="13"/>
                  </a:cubicBezTo>
                  <a:close/>
                  <a:moveTo>
                    <a:pt x="878" y="25"/>
                  </a:moveTo>
                  <a:cubicBezTo>
                    <a:pt x="885" y="25"/>
                    <a:pt x="890" y="20"/>
                    <a:pt x="890" y="13"/>
                  </a:cubicBezTo>
                  <a:cubicBezTo>
                    <a:pt x="890" y="6"/>
                    <a:pt x="885" y="0"/>
                    <a:pt x="878" y="0"/>
                  </a:cubicBezTo>
                  <a:cubicBezTo>
                    <a:pt x="870" y="0"/>
                    <a:pt x="865" y="6"/>
                    <a:pt x="865" y="13"/>
                  </a:cubicBezTo>
                  <a:cubicBezTo>
                    <a:pt x="865" y="20"/>
                    <a:pt x="870" y="25"/>
                    <a:pt x="878" y="25"/>
                  </a:cubicBezTo>
                  <a:close/>
                  <a:moveTo>
                    <a:pt x="917" y="25"/>
                  </a:moveTo>
                  <a:cubicBezTo>
                    <a:pt x="924" y="25"/>
                    <a:pt x="930" y="20"/>
                    <a:pt x="930" y="13"/>
                  </a:cubicBezTo>
                  <a:cubicBezTo>
                    <a:pt x="930" y="6"/>
                    <a:pt x="924" y="0"/>
                    <a:pt x="917" y="0"/>
                  </a:cubicBezTo>
                  <a:cubicBezTo>
                    <a:pt x="910" y="0"/>
                    <a:pt x="904" y="6"/>
                    <a:pt x="904" y="13"/>
                  </a:cubicBezTo>
                  <a:cubicBezTo>
                    <a:pt x="904" y="20"/>
                    <a:pt x="910" y="25"/>
                    <a:pt x="917" y="25"/>
                  </a:cubicBezTo>
                  <a:close/>
                  <a:moveTo>
                    <a:pt x="956" y="25"/>
                  </a:moveTo>
                  <a:cubicBezTo>
                    <a:pt x="963" y="25"/>
                    <a:pt x="969" y="20"/>
                    <a:pt x="969" y="13"/>
                  </a:cubicBezTo>
                  <a:cubicBezTo>
                    <a:pt x="969" y="6"/>
                    <a:pt x="963" y="0"/>
                    <a:pt x="956" y="0"/>
                  </a:cubicBezTo>
                  <a:cubicBezTo>
                    <a:pt x="949" y="0"/>
                    <a:pt x="944" y="6"/>
                    <a:pt x="944" y="13"/>
                  </a:cubicBezTo>
                  <a:cubicBezTo>
                    <a:pt x="944" y="20"/>
                    <a:pt x="949" y="25"/>
                    <a:pt x="956" y="25"/>
                  </a:cubicBezTo>
                  <a:close/>
                  <a:moveTo>
                    <a:pt x="996" y="25"/>
                  </a:moveTo>
                  <a:cubicBezTo>
                    <a:pt x="1003" y="25"/>
                    <a:pt x="1009" y="20"/>
                    <a:pt x="1009" y="13"/>
                  </a:cubicBezTo>
                  <a:cubicBezTo>
                    <a:pt x="1009" y="6"/>
                    <a:pt x="1003" y="0"/>
                    <a:pt x="996" y="0"/>
                  </a:cubicBezTo>
                  <a:cubicBezTo>
                    <a:pt x="989" y="0"/>
                    <a:pt x="983" y="6"/>
                    <a:pt x="983" y="13"/>
                  </a:cubicBezTo>
                  <a:cubicBezTo>
                    <a:pt x="983" y="20"/>
                    <a:pt x="989" y="25"/>
                    <a:pt x="996" y="25"/>
                  </a:cubicBezTo>
                  <a:close/>
                  <a:moveTo>
                    <a:pt x="1035" y="25"/>
                  </a:moveTo>
                  <a:cubicBezTo>
                    <a:pt x="1042" y="25"/>
                    <a:pt x="1048" y="20"/>
                    <a:pt x="1048" y="13"/>
                  </a:cubicBezTo>
                  <a:cubicBezTo>
                    <a:pt x="1048" y="6"/>
                    <a:pt x="1042" y="0"/>
                    <a:pt x="1035" y="0"/>
                  </a:cubicBezTo>
                  <a:cubicBezTo>
                    <a:pt x="1028" y="0"/>
                    <a:pt x="1022" y="6"/>
                    <a:pt x="1022" y="13"/>
                  </a:cubicBezTo>
                  <a:cubicBezTo>
                    <a:pt x="1022" y="20"/>
                    <a:pt x="1028" y="25"/>
                    <a:pt x="1035" y="25"/>
                  </a:cubicBezTo>
                  <a:close/>
                  <a:moveTo>
                    <a:pt x="1114" y="25"/>
                  </a:moveTo>
                  <a:cubicBezTo>
                    <a:pt x="1121" y="25"/>
                    <a:pt x="1127" y="20"/>
                    <a:pt x="1127" y="13"/>
                  </a:cubicBezTo>
                  <a:cubicBezTo>
                    <a:pt x="1127" y="6"/>
                    <a:pt x="1121" y="0"/>
                    <a:pt x="1114" y="0"/>
                  </a:cubicBezTo>
                  <a:cubicBezTo>
                    <a:pt x="1107" y="0"/>
                    <a:pt x="1101" y="6"/>
                    <a:pt x="1101" y="13"/>
                  </a:cubicBezTo>
                  <a:cubicBezTo>
                    <a:pt x="1101" y="20"/>
                    <a:pt x="1107" y="25"/>
                    <a:pt x="1114" y="25"/>
                  </a:cubicBezTo>
                  <a:close/>
                  <a:moveTo>
                    <a:pt x="1193" y="25"/>
                  </a:moveTo>
                  <a:cubicBezTo>
                    <a:pt x="1200" y="25"/>
                    <a:pt x="1206" y="20"/>
                    <a:pt x="1206" y="13"/>
                  </a:cubicBezTo>
                  <a:cubicBezTo>
                    <a:pt x="1206" y="6"/>
                    <a:pt x="1200" y="0"/>
                    <a:pt x="1193" y="0"/>
                  </a:cubicBezTo>
                  <a:cubicBezTo>
                    <a:pt x="1186" y="0"/>
                    <a:pt x="1180" y="6"/>
                    <a:pt x="1180" y="13"/>
                  </a:cubicBezTo>
                  <a:cubicBezTo>
                    <a:pt x="1180" y="20"/>
                    <a:pt x="1186" y="25"/>
                    <a:pt x="1193" y="25"/>
                  </a:cubicBezTo>
                  <a:close/>
                  <a:moveTo>
                    <a:pt x="1272" y="25"/>
                  </a:moveTo>
                  <a:cubicBezTo>
                    <a:pt x="1279" y="25"/>
                    <a:pt x="1285" y="20"/>
                    <a:pt x="1285" y="13"/>
                  </a:cubicBezTo>
                  <a:cubicBezTo>
                    <a:pt x="1285" y="6"/>
                    <a:pt x="1279" y="0"/>
                    <a:pt x="1272" y="0"/>
                  </a:cubicBezTo>
                  <a:cubicBezTo>
                    <a:pt x="1265" y="0"/>
                    <a:pt x="1259" y="6"/>
                    <a:pt x="1259" y="13"/>
                  </a:cubicBezTo>
                  <a:cubicBezTo>
                    <a:pt x="1259" y="20"/>
                    <a:pt x="1265" y="25"/>
                    <a:pt x="1272" y="25"/>
                  </a:cubicBezTo>
                  <a:close/>
                  <a:moveTo>
                    <a:pt x="1311" y="25"/>
                  </a:moveTo>
                  <a:cubicBezTo>
                    <a:pt x="1318" y="25"/>
                    <a:pt x="1324" y="20"/>
                    <a:pt x="1324" y="13"/>
                  </a:cubicBezTo>
                  <a:cubicBezTo>
                    <a:pt x="1324" y="6"/>
                    <a:pt x="1318" y="0"/>
                    <a:pt x="1311" y="0"/>
                  </a:cubicBezTo>
                  <a:cubicBezTo>
                    <a:pt x="1304" y="0"/>
                    <a:pt x="1298" y="6"/>
                    <a:pt x="1298" y="13"/>
                  </a:cubicBezTo>
                  <a:cubicBezTo>
                    <a:pt x="1298" y="20"/>
                    <a:pt x="1304" y="25"/>
                    <a:pt x="1311" y="25"/>
                  </a:cubicBezTo>
                  <a:close/>
                  <a:moveTo>
                    <a:pt x="1351" y="25"/>
                  </a:moveTo>
                  <a:cubicBezTo>
                    <a:pt x="1358" y="25"/>
                    <a:pt x="1363" y="20"/>
                    <a:pt x="1363" y="13"/>
                  </a:cubicBezTo>
                  <a:cubicBezTo>
                    <a:pt x="1363" y="6"/>
                    <a:pt x="1358" y="0"/>
                    <a:pt x="1351" y="0"/>
                  </a:cubicBezTo>
                  <a:cubicBezTo>
                    <a:pt x="1344" y="0"/>
                    <a:pt x="1338" y="6"/>
                    <a:pt x="1338" y="13"/>
                  </a:cubicBezTo>
                  <a:cubicBezTo>
                    <a:pt x="1338" y="20"/>
                    <a:pt x="1344" y="25"/>
                    <a:pt x="1351" y="25"/>
                  </a:cubicBezTo>
                  <a:close/>
                  <a:moveTo>
                    <a:pt x="1390" y="25"/>
                  </a:moveTo>
                  <a:cubicBezTo>
                    <a:pt x="1397" y="25"/>
                    <a:pt x="1403" y="20"/>
                    <a:pt x="1403" y="13"/>
                  </a:cubicBezTo>
                  <a:cubicBezTo>
                    <a:pt x="1403" y="6"/>
                    <a:pt x="1397" y="0"/>
                    <a:pt x="1390" y="0"/>
                  </a:cubicBezTo>
                  <a:cubicBezTo>
                    <a:pt x="1383" y="0"/>
                    <a:pt x="1377" y="6"/>
                    <a:pt x="1377" y="13"/>
                  </a:cubicBezTo>
                  <a:cubicBezTo>
                    <a:pt x="1377" y="20"/>
                    <a:pt x="1383" y="25"/>
                    <a:pt x="1390" y="25"/>
                  </a:cubicBezTo>
                  <a:close/>
                  <a:moveTo>
                    <a:pt x="1429" y="20"/>
                  </a:moveTo>
                  <a:cubicBezTo>
                    <a:pt x="1434" y="20"/>
                    <a:pt x="1437" y="17"/>
                    <a:pt x="1437" y="13"/>
                  </a:cubicBezTo>
                  <a:cubicBezTo>
                    <a:pt x="1437" y="9"/>
                    <a:pt x="1434" y="5"/>
                    <a:pt x="1429" y="5"/>
                  </a:cubicBezTo>
                  <a:cubicBezTo>
                    <a:pt x="1425" y="5"/>
                    <a:pt x="1422" y="9"/>
                    <a:pt x="1422" y="13"/>
                  </a:cubicBezTo>
                  <a:cubicBezTo>
                    <a:pt x="1422" y="17"/>
                    <a:pt x="1425" y="20"/>
                    <a:pt x="1429" y="20"/>
                  </a:cubicBezTo>
                  <a:close/>
                  <a:moveTo>
                    <a:pt x="759" y="65"/>
                  </a:moveTo>
                  <a:cubicBezTo>
                    <a:pt x="766" y="65"/>
                    <a:pt x="772" y="59"/>
                    <a:pt x="772" y="52"/>
                  </a:cubicBezTo>
                  <a:cubicBezTo>
                    <a:pt x="772" y="45"/>
                    <a:pt x="766" y="39"/>
                    <a:pt x="759" y="39"/>
                  </a:cubicBezTo>
                  <a:cubicBezTo>
                    <a:pt x="752" y="39"/>
                    <a:pt x="746" y="45"/>
                    <a:pt x="746" y="52"/>
                  </a:cubicBezTo>
                  <a:cubicBezTo>
                    <a:pt x="746" y="59"/>
                    <a:pt x="752" y="65"/>
                    <a:pt x="759" y="65"/>
                  </a:cubicBezTo>
                  <a:close/>
                  <a:moveTo>
                    <a:pt x="838" y="43"/>
                  </a:moveTo>
                  <a:cubicBezTo>
                    <a:pt x="833" y="43"/>
                    <a:pt x="829" y="47"/>
                    <a:pt x="829" y="52"/>
                  </a:cubicBezTo>
                  <a:cubicBezTo>
                    <a:pt x="829" y="57"/>
                    <a:pt x="833" y="61"/>
                    <a:pt x="838" y="61"/>
                  </a:cubicBezTo>
                  <a:cubicBezTo>
                    <a:pt x="843" y="61"/>
                    <a:pt x="847" y="57"/>
                    <a:pt x="847" y="52"/>
                  </a:cubicBezTo>
                  <a:cubicBezTo>
                    <a:pt x="847" y="47"/>
                    <a:pt x="843" y="43"/>
                    <a:pt x="838" y="43"/>
                  </a:cubicBezTo>
                  <a:close/>
                  <a:moveTo>
                    <a:pt x="917" y="65"/>
                  </a:moveTo>
                  <a:cubicBezTo>
                    <a:pt x="924" y="65"/>
                    <a:pt x="930" y="59"/>
                    <a:pt x="930" y="52"/>
                  </a:cubicBezTo>
                  <a:cubicBezTo>
                    <a:pt x="930" y="45"/>
                    <a:pt x="924" y="39"/>
                    <a:pt x="917" y="39"/>
                  </a:cubicBezTo>
                  <a:cubicBezTo>
                    <a:pt x="910" y="39"/>
                    <a:pt x="904" y="45"/>
                    <a:pt x="904" y="52"/>
                  </a:cubicBezTo>
                  <a:cubicBezTo>
                    <a:pt x="904" y="59"/>
                    <a:pt x="910" y="65"/>
                    <a:pt x="917" y="65"/>
                  </a:cubicBezTo>
                  <a:close/>
                  <a:moveTo>
                    <a:pt x="956" y="65"/>
                  </a:moveTo>
                  <a:cubicBezTo>
                    <a:pt x="963" y="65"/>
                    <a:pt x="969" y="59"/>
                    <a:pt x="969" y="52"/>
                  </a:cubicBezTo>
                  <a:cubicBezTo>
                    <a:pt x="969" y="45"/>
                    <a:pt x="963" y="39"/>
                    <a:pt x="956" y="39"/>
                  </a:cubicBezTo>
                  <a:cubicBezTo>
                    <a:pt x="949" y="39"/>
                    <a:pt x="944" y="45"/>
                    <a:pt x="944" y="52"/>
                  </a:cubicBezTo>
                  <a:cubicBezTo>
                    <a:pt x="944" y="59"/>
                    <a:pt x="949" y="65"/>
                    <a:pt x="956" y="65"/>
                  </a:cubicBezTo>
                  <a:close/>
                  <a:moveTo>
                    <a:pt x="1035" y="65"/>
                  </a:moveTo>
                  <a:cubicBezTo>
                    <a:pt x="1042" y="65"/>
                    <a:pt x="1048" y="59"/>
                    <a:pt x="1048" y="52"/>
                  </a:cubicBezTo>
                  <a:cubicBezTo>
                    <a:pt x="1048" y="45"/>
                    <a:pt x="1042" y="39"/>
                    <a:pt x="1035" y="39"/>
                  </a:cubicBezTo>
                  <a:cubicBezTo>
                    <a:pt x="1028" y="39"/>
                    <a:pt x="1022" y="45"/>
                    <a:pt x="1022" y="52"/>
                  </a:cubicBezTo>
                  <a:cubicBezTo>
                    <a:pt x="1022" y="59"/>
                    <a:pt x="1028" y="65"/>
                    <a:pt x="1035" y="65"/>
                  </a:cubicBezTo>
                  <a:close/>
                  <a:moveTo>
                    <a:pt x="1075" y="65"/>
                  </a:moveTo>
                  <a:cubicBezTo>
                    <a:pt x="1082" y="65"/>
                    <a:pt x="1087" y="59"/>
                    <a:pt x="1087" y="52"/>
                  </a:cubicBezTo>
                  <a:cubicBezTo>
                    <a:pt x="1087" y="45"/>
                    <a:pt x="1082" y="39"/>
                    <a:pt x="1075" y="39"/>
                  </a:cubicBezTo>
                  <a:cubicBezTo>
                    <a:pt x="1068" y="39"/>
                    <a:pt x="1062" y="45"/>
                    <a:pt x="1062" y="52"/>
                  </a:cubicBezTo>
                  <a:cubicBezTo>
                    <a:pt x="1062" y="59"/>
                    <a:pt x="1068" y="65"/>
                    <a:pt x="1075" y="65"/>
                  </a:cubicBezTo>
                  <a:close/>
                  <a:moveTo>
                    <a:pt x="1114" y="65"/>
                  </a:moveTo>
                  <a:cubicBezTo>
                    <a:pt x="1121" y="65"/>
                    <a:pt x="1127" y="59"/>
                    <a:pt x="1127" y="52"/>
                  </a:cubicBezTo>
                  <a:cubicBezTo>
                    <a:pt x="1127" y="45"/>
                    <a:pt x="1121" y="39"/>
                    <a:pt x="1114" y="39"/>
                  </a:cubicBezTo>
                  <a:cubicBezTo>
                    <a:pt x="1107" y="39"/>
                    <a:pt x="1101" y="45"/>
                    <a:pt x="1101" y="52"/>
                  </a:cubicBezTo>
                  <a:cubicBezTo>
                    <a:pt x="1101" y="59"/>
                    <a:pt x="1107" y="65"/>
                    <a:pt x="1114" y="65"/>
                  </a:cubicBezTo>
                  <a:close/>
                  <a:moveTo>
                    <a:pt x="1153" y="65"/>
                  </a:moveTo>
                  <a:cubicBezTo>
                    <a:pt x="1161" y="65"/>
                    <a:pt x="1166" y="59"/>
                    <a:pt x="1166" y="52"/>
                  </a:cubicBezTo>
                  <a:cubicBezTo>
                    <a:pt x="1166" y="45"/>
                    <a:pt x="1161" y="39"/>
                    <a:pt x="1153" y="39"/>
                  </a:cubicBezTo>
                  <a:cubicBezTo>
                    <a:pt x="1146" y="39"/>
                    <a:pt x="1141" y="45"/>
                    <a:pt x="1141" y="52"/>
                  </a:cubicBezTo>
                  <a:cubicBezTo>
                    <a:pt x="1141" y="59"/>
                    <a:pt x="1146" y="65"/>
                    <a:pt x="1153" y="65"/>
                  </a:cubicBezTo>
                  <a:close/>
                  <a:moveTo>
                    <a:pt x="1193" y="65"/>
                  </a:moveTo>
                  <a:cubicBezTo>
                    <a:pt x="1200" y="65"/>
                    <a:pt x="1206" y="59"/>
                    <a:pt x="1206" y="52"/>
                  </a:cubicBezTo>
                  <a:cubicBezTo>
                    <a:pt x="1206" y="45"/>
                    <a:pt x="1200" y="39"/>
                    <a:pt x="1193" y="39"/>
                  </a:cubicBezTo>
                  <a:cubicBezTo>
                    <a:pt x="1186" y="39"/>
                    <a:pt x="1180" y="45"/>
                    <a:pt x="1180" y="52"/>
                  </a:cubicBezTo>
                  <a:cubicBezTo>
                    <a:pt x="1180" y="59"/>
                    <a:pt x="1186" y="65"/>
                    <a:pt x="1193" y="65"/>
                  </a:cubicBezTo>
                  <a:close/>
                  <a:moveTo>
                    <a:pt x="1232" y="65"/>
                  </a:moveTo>
                  <a:cubicBezTo>
                    <a:pt x="1239" y="65"/>
                    <a:pt x="1245" y="59"/>
                    <a:pt x="1245" y="52"/>
                  </a:cubicBezTo>
                  <a:cubicBezTo>
                    <a:pt x="1245" y="45"/>
                    <a:pt x="1239" y="39"/>
                    <a:pt x="1232" y="39"/>
                  </a:cubicBezTo>
                  <a:cubicBezTo>
                    <a:pt x="1225" y="39"/>
                    <a:pt x="1220" y="45"/>
                    <a:pt x="1220" y="52"/>
                  </a:cubicBezTo>
                  <a:cubicBezTo>
                    <a:pt x="1220" y="59"/>
                    <a:pt x="1225" y="65"/>
                    <a:pt x="1232" y="65"/>
                  </a:cubicBezTo>
                  <a:close/>
                  <a:moveTo>
                    <a:pt x="1272" y="65"/>
                  </a:moveTo>
                  <a:cubicBezTo>
                    <a:pt x="1279" y="65"/>
                    <a:pt x="1285" y="59"/>
                    <a:pt x="1285" y="52"/>
                  </a:cubicBezTo>
                  <a:cubicBezTo>
                    <a:pt x="1285" y="45"/>
                    <a:pt x="1279" y="39"/>
                    <a:pt x="1272" y="39"/>
                  </a:cubicBezTo>
                  <a:cubicBezTo>
                    <a:pt x="1265" y="39"/>
                    <a:pt x="1259" y="45"/>
                    <a:pt x="1259" y="52"/>
                  </a:cubicBezTo>
                  <a:cubicBezTo>
                    <a:pt x="1259" y="59"/>
                    <a:pt x="1265" y="65"/>
                    <a:pt x="1272" y="65"/>
                  </a:cubicBezTo>
                  <a:close/>
                  <a:moveTo>
                    <a:pt x="1311" y="65"/>
                  </a:moveTo>
                  <a:cubicBezTo>
                    <a:pt x="1318" y="65"/>
                    <a:pt x="1324" y="59"/>
                    <a:pt x="1324" y="52"/>
                  </a:cubicBezTo>
                  <a:cubicBezTo>
                    <a:pt x="1324" y="45"/>
                    <a:pt x="1318" y="39"/>
                    <a:pt x="1311" y="39"/>
                  </a:cubicBezTo>
                  <a:cubicBezTo>
                    <a:pt x="1304" y="39"/>
                    <a:pt x="1298" y="45"/>
                    <a:pt x="1298" y="52"/>
                  </a:cubicBezTo>
                  <a:cubicBezTo>
                    <a:pt x="1298" y="59"/>
                    <a:pt x="1304" y="65"/>
                    <a:pt x="1311" y="65"/>
                  </a:cubicBezTo>
                  <a:close/>
                  <a:moveTo>
                    <a:pt x="1351" y="65"/>
                  </a:moveTo>
                  <a:cubicBezTo>
                    <a:pt x="1358" y="65"/>
                    <a:pt x="1363" y="59"/>
                    <a:pt x="1363" y="52"/>
                  </a:cubicBezTo>
                  <a:cubicBezTo>
                    <a:pt x="1363" y="45"/>
                    <a:pt x="1358" y="39"/>
                    <a:pt x="1351" y="39"/>
                  </a:cubicBezTo>
                  <a:cubicBezTo>
                    <a:pt x="1344" y="39"/>
                    <a:pt x="1338" y="45"/>
                    <a:pt x="1338" y="52"/>
                  </a:cubicBezTo>
                  <a:cubicBezTo>
                    <a:pt x="1338" y="59"/>
                    <a:pt x="1344" y="65"/>
                    <a:pt x="1351" y="65"/>
                  </a:cubicBezTo>
                  <a:close/>
                  <a:moveTo>
                    <a:pt x="1390" y="65"/>
                  </a:moveTo>
                  <a:cubicBezTo>
                    <a:pt x="1397" y="65"/>
                    <a:pt x="1403" y="59"/>
                    <a:pt x="1403" y="52"/>
                  </a:cubicBezTo>
                  <a:cubicBezTo>
                    <a:pt x="1403" y="45"/>
                    <a:pt x="1397" y="39"/>
                    <a:pt x="1390" y="39"/>
                  </a:cubicBezTo>
                  <a:cubicBezTo>
                    <a:pt x="1383" y="39"/>
                    <a:pt x="1377" y="45"/>
                    <a:pt x="1377" y="52"/>
                  </a:cubicBezTo>
                  <a:cubicBezTo>
                    <a:pt x="1377" y="59"/>
                    <a:pt x="1383" y="65"/>
                    <a:pt x="1390" y="65"/>
                  </a:cubicBezTo>
                  <a:close/>
                  <a:moveTo>
                    <a:pt x="1429" y="65"/>
                  </a:moveTo>
                  <a:cubicBezTo>
                    <a:pt x="1437" y="65"/>
                    <a:pt x="1442" y="59"/>
                    <a:pt x="1442" y="52"/>
                  </a:cubicBezTo>
                  <a:cubicBezTo>
                    <a:pt x="1442" y="45"/>
                    <a:pt x="1437" y="39"/>
                    <a:pt x="1429" y="39"/>
                  </a:cubicBezTo>
                  <a:cubicBezTo>
                    <a:pt x="1422" y="39"/>
                    <a:pt x="1417" y="45"/>
                    <a:pt x="1417" y="52"/>
                  </a:cubicBezTo>
                  <a:cubicBezTo>
                    <a:pt x="1417" y="59"/>
                    <a:pt x="1422" y="65"/>
                    <a:pt x="1429" y="65"/>
                  </a:cubicBezTo>
                  <a:close/>
                  <a:moveTo>
                    <a:pt x="1469" y="65"/>
                  </a:moveTo>
                  <a:cubicBezTo>
                    <a:pt x="1476" y="65"/>
                    <a:pt x="1482" y="59"/>
                    <a:pt x="1482" y="52"/>
                  </a:cubicBezTo>
                  <a:cubicBezTo>
                    <a:pt x="1482" y="45"/>
                    <a:pt x="1476" y="39"/>
                    <a:pt x="1469" y="39"/>
                  </a:cubicBezTo>
                  <a:cubicBezTo>
                    <a:pt x="1462" y="39"/>
                    <a:pt x="1456" y="45"/>
                    <a:pt x="1456" y="52"/>
                  </a:cubicBezTo>
                  <a:cubicBezTo>
                    <a:pt x="1456" y="59"/>
                    <a:pt x="1462" y="65"/>
                    <a:pt x="1469" y="65"/>
                  </a:cubicBezTo>
                  <a:close/>
                  <a:moveTo>
                    <a:pt x="1508" y="65"/>
                  </a:moveTo>
                  <a:cubicBezTo>
                    <a:pt x="1515" y="65"/>
                    <a:pt x="1521" y="59"/>
                    <a:pt x="1521" y="52"/>
                  </a:cubicBezTo>
                  <a:cubicBezTo>
                    <a:pt x="1521" y="45"/>
                    <a:pt x="1515" y="39"/>
                    <a:pt x="1508" y="39"/>
                  </a:cubicBezTo>
                  <a:cubicBezTo>
                    <a:pt x="1501" y="39"/>
                    <a:pt x="1496" y="45"/>
                    <a:pt x="1496" y="52"/>
                  </a:cubicBezTo>
                  <a:cubicBezTo>
                    <a:pt x="1496" y="59"/>
                    <a:pt x="1501" y="65"/>
                    <a:pt x="1508" y="65"/>
                  </a:cubicBezTo>
                  <a:close/>
                  <a:moveTo>
                    <a:pt x="2652" y="65"/>
                  </a:moveTo>
                  <a:cubicBezTo>
                    <a:pt x="2659" y="65"/>
                    <a:pt x="2664" y="59"/>
                    <a:pt x="2664" y="52"/>
                  </a:cubicBezTo>
                  <a:cubicBezTo>
                    <a:pt x="2664" y="45"/>
                    <a:pt x="2659" y="39"/>
                    <a:pt x="2652" y="39"/>
                  </a:cubicBezTo>
                  <a:cubicBezTo>
                    <a:pt x="2645" y="39"/>
                    <a:pt x="2639" y="45"/>
                    <a:pt x="2639" y="52"/>
                  </a:cubicBezTo>
                  <a:cubicBezTo>
                    <a:pt x="2639" y="59"/>
                    <a:pt x="2645" y="65"/>
                    <a:pt x="2652" y="65"/>
                  </a:cubicBezTo>
                  <a:close/>
                  <a:moveTo>
                    <a:pt x="641" y="102"/>
                  </a:moveTo>
                  <a:cubicBezTo>
                    <a:pt x="647" y="102"/>
                    <a:pt x="652" y="97"/>
                    <a:pt x="652" y="92"/>
                  </a:cubicBezTo>
                  <a:cubicBezTo>
                    <a:pt x="652" y="86"/>
                    <a:pt x="647" y="81"/>
                    <a:pt x="641" y="81"/>
                  </a:cubicBezTo>
                  <a:cubicBezTo>
                    <a:pt x="635" y="81"/>
                    <a:pt x="630" y="86"/>
                    <a:pt x="630" y="92"/>
                  </a:cubicBezTo>
                  <a:cubicBezTo>
                    <a:pt x="630" y="97"/>
                    <a:pt x="635" y="102"/>
                    <a:pt x="641" y="102"/>
                  </a:cubicBezTo>
                  <a:close/>
                  <a:moveTo>
                    <a:pt x="759" y="104"/>
                  </a:moveTo>
                  <a:cubicBezTo>
                    <a:pt x="766" y="104"/>
                    <a:pt x="772" y="99"/>
                    <a:pt x="772" y="92"/>
                  </a:cubicBezTo>
                  <a:cubicBezTo>
                    <a:pt x="772" y="84"/>
                    <a:pt x="766" y="79"/>
                    <a:pt x="759" y="79"/>
                  </a:cubicBezTo>
                  <a:cubicBezTo>
                    <a:pt x="752" y="79"/>
                    <a:pt x="746" y="84"/>
                    <a:pt x="746" y="92"/>
                  </a:cubicBezTo>
                  <a:cubicBezTo>
                    <a:pt x="746" y="99"/>
                    <a:pt x="752" y="104"/>
                    <a:pt x="759" y="104"/>
                  </a:cubicBezTo>
                  <a:close/>
                  <a:moveTo>
                    <a:pt x="799" y="104"/>
                  </a:moveTo>
                  <a:cubicBezTo>
                    <a:pt x="806" y="104"/>
                    <a:pt x="811" y="99"/>
                    <a:pt x="811" y="92"/>
                  </a:cubicBezTo>
                  <a:cubicBezTo>
                    <a:pt x="811" y="84"/>
                    <a:pt x="806" y="79"/>
                    <a:pt x="799" y="79"/>
                  </a:cubicBezTo>
                  <a:cubicBezTo>
                    <a:pt x="792" y="79"/>
                    <a:pt x="786" y="84"/>
                    <a:pt x="786" y="92"/>
                  </a:cubicBezTo>
                  <a:cubicBezTo>
                    <a:pt x="786" y="99"/>
                    <a:pt x="792" y="104"/>
                    <a:pt x="799" y="104"/>
                  </a:cubicBezTo>
                  <a:close/>
                  <a:moveTo>
                    <a:pt x="838" y="104"/>
                  </a:moveTo>
                  <a:cubicBezTo>
                    <a:pt x="845" y="104"/>
                    <a:pt x="851" y="99"/>
                    <a:pt x="851" y="92"/>
                  </a:cubicBezTo>
                  <a:cubicBezTo>
                    <a:pt x="851" y="84"/>
                    <a:pt x="845" y="79"/>
                    <a:pt x="838" y="79"/>
                  </a:cubicBezTo>
                  <a:cubicBezTo>
                    <a:pt x="831" y="79"/>
                    <a:pt x="825" y="84"/>
                    <a:pt x="825" y="92"/>
                  </a:cubicBezTo>
                  <a:cubicBezTo>
                    <a:pt x="825" y="99"/>
                    <a:pt x="831" y="104"/>
                    <a:pt x="838" y="104"/>
                  </a:cubicBezTo>
                  <a:close/>
                  <a:moveTo>
                    <a:pt x="878" y="104"/>
                  </a:moveTo>
                  <a:cubicBezTo>
                    <a:pt x="885" y="104"/>
                    <a:pt x="890" y="99"/>
                    <a:pt x="890" y="92"/>
                  </a:cubicBezTo>
                  <a:cubicBezTo>
                    <a:pt x="890" y="84"/>
                    <a:pt x="885" y="79"/>
                    <a:pt x="878" y="79"/>
                  </a:cubicBezTo>
                  <a:cubicBezTo>
                    <a:pt x="870" y="79"/>
                    <a:pt x="865" y="84"/>
                    <a:pt x="865" y="92"/>
                  </a:cubicBezTo>
                  <a:cubicBezTo>
                    <a:pt x="865" y="99"/>
                    <a:pt x="870" y="104"/>
                    <a:pt x="878" y="104"/>
                  </a:cubicBezTo>
                  <a:close/>
                  <a:moveTo>
                    <a:pt x="917" y="104"/>
                  </a:moveTo>
                  <a:cubicBezTo>
                    <a:pt x="924" y="104"/>
                    <a:pt x="930" y="99"/>
                    <a:pt x="930" y="92"/>
                  </a:cubicBezTo>
                  <a:cubicBezTo>
                    <a:pt x="930" y="84"/>
                    <a:pt x="924" y="79"/>
                    <a:pt x="917" y="79"/>
                  </a:cubicBezTo>
                  <a:cubicBezTo>
                    <a:pt x="910" y="79"/>
                    <a:pt x="904" y="84"/>
                    <a:pt x="904" y="92"/>
                  </a:cubicBezTo>
                  <a:cubicBezTo>
                    <a:pt x="904" y="99"/>
                    <a:pt x="910" y="104"/>
                    <a:pt x="917" y="104"/>
                  </a:cubicBezTo>
                  <a:close/>
                  <a:moveTo>
                    <a:pt x="996" y="104"/>
                  </a:moveTo>
                  <a:cubicBezTo>
                    <a:pt x="1003" y="104"/>
                    <a:pt x="1009" y="99"/>
                    <a:pt x="1009" y="92"/>
                  </a:cubicBezTo>
                  <a:cubicBezTo>
                    <a:pt x="1009" y="84"/>
                    <a:pt x="1003" y="79"/>
                    <a:pt x="996" y="79"/>
                  </a:cubicBezTo>
                  <a:cubicBezTo>
                    <a:pt x="989" y="79"/>
                    <a:pt x="983" y="84"/>
                    <a:pt x="983" y="92"/>
                  </a:cubicBezTo>
                  <a:cubicBezTo>
                    <a:pt x="983" y="99"/>
                    <a:pt x="989" y="104"/>
                    <a:pt x="996" y="104"/>
                  </a:cubicBezTo>
                  <a:close/>
                  <a:moveTo>
                    <a:pt x="1035" y="104"/>
                  </a:moveTo>
                  <a:cubicBezTo>
                    <a:pt x="1042" y="104"/>
                    <a:pt x="1048" y="99"/>
                    <a:pt x="1048" y="92"/>
                  </a:cubicBezTo>
                  <a:cubicBezTo>
                    <a:pt x="1048" y="84"/>
                    <a:pt x="1042" y="79"/>
                    <a:pt x="1035" y="79"/>
                  </a:cubicBezTo>
                  <a:cubicBezTo>
                    <a:pt x="1028" y="79"/>
                    <a:pt x="1022" y="84"/>
                    <a:pt x="1022" y="92"/>
                  </a:cubicBezTo>
                  <a:cubicBezTo>
                    <a:pt x="1022" y="99"/>
                    <a:pt x="1028" y="104"/>
                    <a:pt x="1035" y="104"/>
                  </a:cubicBezTo>
                  <a:close/>
                  <a:moveTo>
                    <a:pt x="1075" y="104"/>
                  </a:moveTo>
                  <a:cubicBezTo>
                    <a:pt x="1082" y="104"/>
                    <a:pt x="1087" y="99"/>
                    <a:pt x="1087" y="92"/>
                  </a:cubicBezTo>
                  <a:cubicBezTo>
                    <a:pt x="1087" y="84"/>
                    <a:pt x="1082" y="79"/>
                    <a:pt x="1075" y="79"/>
                  </a:cubicBezTo>
                  <a:cubicBezTo>
                    <a:pt x="1068" y="79"/>
                    <a:pt x="1062" y="84"/>
                    <a:pt x="1062" y="92"/>
                  </a:cubicBezTo>
                  <a:cubicBezTo>
                    <a:pt x="1062" y="99"/>
                    <a:pt x="1068" y="104"/>
                    <a:pt x="1075" y="104"/>
                  </a:cubicBezTo>
                  <a:close/>
                  <a:moveTo>
                    <a:pt x="1114" y="104"/>
                  </a:moveTo>
                  <a:cubicBezTo>
                    <a:pt x="1121" y="104"/>
                    <a:pt x="1127" y="99"/>
                    <a:pt x="1127" y="92"/>
                  </a:cubicBezTo>
                  <a:cubicBezTo>
                    <a:pt x="1127" y="84"/>
                    <a:pt x="1121" y="79"/>
                    <a:pt x="1114" y="79"/>
                  </a:cubicBezTo>
                  <a:cubicBezTo>
                    <a:pt x="1107" y="79"/>
                    <a:pt x="1101" y="84"/>
                    <a:pt x="1101" y="92"/>
                  </a:cubicBezTo>
                  <a:cubicBezTo>
                    <a:pt x="1101" y="99"/>
                    <a:pt x="1107" y="104"/>
                    <a:pt x="1114" y="104"/>
                  </a:cubicBezTo>
                  <a:close/>
                  <a:moveTo>
                    <a:pt x="1153" y="104"/>
                  </a:moveTo>
                  <a:cubicBezTo>
                    <a:pt x="1161" y="104"/>
                    <a:pt x="1166" y="99"/>
                    <a:pt x="1166" y="92"/>
                  </a:cubicBezTo>
                  <a:cubicBezTo>
                    <a:pt x="1166" y="84"/>
                    <a:pt x="1161" y="79"/>
                    <a:pt x="1153" y="79"/>
                  </a:cubicBezTo>
                  <a:cubicBezTo>
                    <a:pt x="1146" y="79"/>
                    <a:pt x="1141" y="84"/>
                    <a:pt x="1141" y="92"/>
                  </a:cubicBezTo>
                  <a:cubicBezTo>
                    <a:pt x="1141" y="99"/>
                    <a:pt x="1146" y="104"/>
                    <a:pt x="1153" y="104"/>
                  </a:cubicBezTo>
                  <a:close/>
                  <a:moveTo>
                    <a:pt x="1193" y="104"/>
                  </a:moveTo>
                  <a:cubicBezTo>
                    <a:pt x="1200" y="104"/>
                    <a:pt x="1206" y="99"/>
                    <a:pt x="1206" y="92"/>
                  </a:cubicBezTo>
                  <a:cubicBezTo>
                    <a:pt x="1206" y="84"/>
                    <a:pt x="1200" y="79"/>
                    <a:pt x="1193" y="79"/>
                  </a:cubicBezTo>
                  <a:cubicBezTo>
                    <a:pt x="1186" y="79"/>
                    <a:pt x="1180" y="84"/>
                    <a:pt x="1180" y="92"/>
                  </a:cubicBezTo>
                  <a:cubicBezTo>
                    <a:pt x="1180" y="99"/>
                    <a:pt x="1186" y="104"/>
                    <a:pt x="1193" y="104"/>
                  </a:cubicBezTo>
                  <a:close/>
                  <a:moveTo>
                    <a:pt x="1232" y="104"/>
                  </a:moveTo>
                  <a:cubicBezTo>
                    <a:pt x="1239" y="104"/>
                    <a:pt x="1245" y="99"/>
                    <a:pt x="1245" y="92"/>
                  </a:cubicBezTo>
                  <a:cubicBezTo>
                    <a:pt x="1245" y="84"/>
                    <a:pt x="1239" y="79"/>
                    <a:pt x="1232" y="79"/>
                  </a:cubicBezTo>
                  <a:cubicBezTo>
                    <a:pt x="1225" y="79"/>
                    <a:pt x="1220" y="84"/>
                    <a:pt x="1220" y="92"/>
                  </a:cubicBezTo>
                  <a:cubicBezTo>
                    <a:pt x="1220" y="99"/>
                    <a:pt x="1225" y="104"/>
                    <a:pt x="1232" y="104"/>
                  </a:cubicBezTo>
                  <a:close/>
                  <a:moveTo>
                    <a:pt x="1272" y="104"/>
                  </a:moveTo>
                  <a:cubicBezTo>
                    <a:pt x="1279" y="104"/>
                    <a:pt x="1285" y="99"/>
                    <a:pt x="1285" y="92"/>
                  </a:cubicBezTo>
                  <a:cubicBezTo>
                    <a:pt x="1285" y="84"/>
                    <a:pt x="1279" y="79"/>
                    <a:pt x="1272" y="79"/>
                  </a:cubicBezTo>
                  <a:cubicBezTo>
                    <a:pt x="1265" y="79"/>
                    <a:pt x="1259" y="84"/>
                    <a:pt x="1259" y="92"/>
                  </a:cubicBezTo>
                  <a:cubicBezTo>
                    <a:pt x="1259" y="99"/>
                    <a:pt x="1265" y="104"/>
                    <a:pt x="1272" y="104"/>
                  </a:cubicBezTo>
                  <a:close/>
                  <a:moveTo>
                    <a:pt x="1311" y="104"/>
                  </a:moveTo>
                  <a:cubicBezTo>
                    <a:pt x="1318" y="104"/>
                    <a:pt x="1324" y="99"/>
                    <a:pt x="1324" y="92"/>
                  </a:cubicBezTo>
                  <a:cubicBezTo>
                    <a:pt x="1324" y="84"/>
                    <a:pt x="1318" y="79"/>
                    <a:pt x="1311" y="79"/>
                  </a:cubicBezTo>
                  <a:cubicBezTo>
                    <a:pt x="1304" y="79"/>
                    <a:pt x="1298" y="84"/>
                    <a:pt x="1298" y="92"/>
                  </a:cubicBezTo>
                  <a:cubicBezTo>
                    <a:pt x="1298" y="99"/>
                    <a:pt x="1304" y="104"/>
                    <a:pt x="1311" y="104"/>
                  </a:cubicBezTo>
                  <a:close/>
                  <a:moveTo>
                    <a:pt x="1351" y="104"/>
                  </a:moveTo>
                  <a:cubicBezTo>
                    <a:pt x="1358" y="104"/>
                    <a:pt x="1363" y="99"/>
                    <a:pt x="1363" y="92"/>
                  </a:cubicBezTo>
                  <a:cubicBezTo>
                    <a:pt x="1363" y="84"/>
                    <a:pt x="1358" y="79"/>
                    <a:pt x="1351" y="79"/>
                  </a:cubicBezTo>
                  <a:cubicBezTo>
                    <a:pt x="1344" y="79"/>
                    <a:pt x="1338" y="84"/>
                    <a:pt x="1338" y="92"/>
                  </a:cubicBezTo>
                  <a:cubicBezTo>
                    <a:pt x="1338" y="99"/>
                    <a:pt x="1344" y="104"/>
                    <a:pt x="1351" y="104"/>
                  </a:cubicBezTo>
                  <a:close/>
                  <a:moveTo>
                    <a:pt x="1390" y="104"/>
                  </a:moveTo>
                  <a:cubicBezTo>
                    <a:pt x="1397" y="104"/>
                    <a:pt x="1403" y="99"/>
                    <a:pt x="1403" y="92"/>
                  </a:cubicBezTo>
                  <a:cubicBezTo>
                    <a:pt x="1403" y="84"/>
                    <a:pt x="1397" y="79"/>
                    <a:pt x="1390" y="79"/>
                  </a:cubicBezTo>
                  <a:cubicBezTo>
                    <a:pt x="1383" y="79"/>
                    <a:pt x="1377" y="84"/>
                    <a:pt x="1377" y="92"/>
                  </a:cubicBezTo>
                  <a:cubicBezTo>
                    <a:pt x="1377" y="99"/>
                    <a:pt x="1383" y="104"/>
                    <a:pt x="1390" y="104"/>
                  </a:cubicBezTo>
                  <a:close/>
                  <a:moveTo>
                    <a:pt x="1429" y="104"/>
                  </a:moveTo>
                  <a:cubicBezTo>
                    <a:pt x="1437" y="104"/>
                    <a:pt x="1442" y="99"/>
                    <a:pt x="1442" y="92"/>
                  </a:cubicBezTo>
                  <a:cubicBezTo>
                    <a:pt x="1442" y="84"/>
                    <a:pt x="1437" y="79"/>
                    <a:pt x="1429" y="79"/>
                  </a:cubicBezTo>
                  <a:cubicBezTo>
                    <a:pt x="1422" y="79"/>
                    <a:pt x="1417" y="84"/>
                    <a:pt x="1417" y="92"/>
                  </a:cubicBezTo>
                  <a:cubicBezTo>
                    <a:pt x="1417" y="99"/>
                    <a:pt x="1422" y="104"/>
                    <a:pt x="1429" y="104"/>
                  </a:cubicBezTo>
                  <a:close/>
                  <a:moveTo>
                    <a:pt x="1469" y="104"/>
                  </a:moveTo>
                  <a:cubicBezTo>
                    <a:pt x="1476" y="104"/>
                    <a:pt x="1482" y="99"/>
                    <a:pt x="1482" y="92"/>
                  </a:cubicBezTo>
                  <a:cubicBezTo>
                    <a:pt x="1482" y="84"/>
                    <a:pt x="1476" y="79"/>
                    <a:pt x="1469" y="79"/>
                  </a:cubicBezTo>
                  <a:cubicBezTo>
                    <a:pt x="1462" y="79"/>
                    <a:pt x="1456" y="84"/>
                    <a:pt x="1456" y="92"/>
                  </a:cubicBezTo>
                  <a:cubicBezTo>
                    <a:pt x="1456" y="99"/>
                    <a:pt x="1462" y="104"/>
                    <a:pt x="1469" y="104"/>
                  </a:cubicBezTo>
                  <a:close/>
                  <a:moveTo>
                    <a:pt x="1824" y="104"/>
                  </a:moveTo>
                  <a:cubicBezTo>
                    <a:pt x="1831" y="104"/>
                    <a:pt x="1836" y="99"/>
                    <a:pt x="1836" y="92"/>
                  </a:cubicBezTo>
                  <a:cubicBezTo>
                    <a:pt x="1836" y="84"/>
                    <a:pt x="1831" y="79"/>
                    <a:pt x="1824" y="79"/>
                  </a:cubicBezTo>
                  <a:cubicBezTo>
                    <a:pt x="1817" y="79"/>
                    <a:pt x="1811" y="84"/>
                    <a:pt x="1811" y="92"/>
                  </a:cubicBezTo>
                  <a:cubicBezTo>
                    <a:pt x="1811" y="99"/>
                    <a:pt x="1817" y="104"/>
                    <a:pt x="1824" y="104"/>
                  </a:cubicBezTo>
                  <a:close/>
                  <a:moveTo>
                    <a:pt x="1863" y="104"/>
                  </a:moveTo>
                  <a:cubicBezTo>
                    <a:pt x="1870" y="104"/>
                    <a:pt x="1876" y="99"/>
                    <a:pt x="1876" y="92"/>
                  </a:cubicBezTo>
                  <a:cubicBezTo>
                    <a:pt x="1876" y="84"/>
                    <a:pt x="1870" y="79"/>
                    <a:pt x="1863" y="79"/>
                  </a:cubicBezTo>
                  <a:cubicBezTo>
                    <a:pt x="1856" y="79"/>
                    <a:pt x="1850" y="84"/>
                    <a:pt x="1850" y="92"/>
                  </a:cubicBezTo>
                  <a:cubicBezTo>
                    <a:pt x="1850" y="99"/>
                    <a:pt x="1856" y="104"/>
                    <a:pt x="1863" y="104"/>
                  </a:cubicBezTo>
                  <a:close/>
                  <a:moveTo>
                    <a:pt x="1903" y="104"/>
                  </a:moveTo>
                  <a:cubicBezTo>
                    <a:pt x="1910" y="104"/>
                    <a:pt x="1915" y="99"/>
                    <a:pt x="1915" y="92"/>
                  </a:cubicBezTo>
                  <a:cubicBezTo>
                    <a:pt x="1915" y="84"/>
                    <a:pt x="1910" y="79"/>
                    <a:pt x="1903" y="79"/>
                  </a:cubicBezTo>
                  <a:cubicBezTo>
                    <a:pt x="1896" y="79"/>
                    <a:pt x="1890" y="84"/>
                    <a:pt x="1890" y="92"/>
                  </a:cubicBezTo>
                  <a:cubicBezTo>
                    <a:pt x="1890" y="99"/>
                    <a:pt x="1896" y="104"/>
                    <a:pt x="1903" y="104"/>
                  </a:cubicBezTo>
                  <a:close/>
                  <a:moveTo>
                    <a:pt x="2691" y="101"/>
                  </a:moveTo>
                  <a:cubicBezTo>
                    <a:pt x="2696" y="101"/>
                    <a:pt x="2700" y="97"/>
                    <a:pt x="2700" y="92"/>
                  </a:cubicBezTo>
                  <a:cubicBezTo>
                    <a:pt x="2700" y="86"/>
                    <a:pt x="2696" y="82"/>
                    <a:pt x="2691" y="82"/>
                  </a:cubicBezTo>
                  <a:cubicBezTo>
                    <a:pt x="2686" y="82"/>
                    <a:pt x="2682" y="86"/>
                    <a:pt x="2682" y="92"/>
                  </a:cubicBezTo>
                  <a:cubicBezTo>
                    <a:pt x="2682" y="97"/>
                    <a:pt x="2686" y="101"/>
                    <a:pt x="2691" y="101"/>
                  </a:cubicBezTo>
                  <a:close/>
                  <a:moveTo>
                    <a:pt x="2730" y="104"/>
                  </a:moveTo>
                  <a:cubicBezTo>
                    <a:pt x="2737" y="104"/>
                    <a:pt x="2743" y="99"/>
                    <a:pt x="2743" y="92"/>
                  </a:cubicBezTo>
                  <a:cubicBezTo>
                    <a:pt x="2743" y="84"/>
                    <a:pt x="2737" y="79"/>
                    <a:pt x="2730" y="79"/>
                  </a:cubicBezTo>
                  <a:cubicBezTo>
                    <a:pt x="2723" y="79"/>
                    <a:pt x="2718" y="84"/>
                    <a:pt x="2718" y="92"/>
                  </a:cubicBezTo>
                  <a:cubicBezTo>
                    <a:pt x="2718" y="99"/>
                    <a:pt x="2723" y="104"/>
                    <a:pt x="2730" y="104"/>
                  </a:cubicBezTo>
                  <a:close/>
                  <a:moveTo>
                    <a:pt x="483" y="144"/>
                  </a:moveTo>
                  <a:cubicBezTo>
                    <a:pt x="490" y="144"/>
                    <a:pt x="496" y="138"/>
                    <a:pt x="496" y="131"/>
                  </a:cubicBezTo>
                  <a:cubicBezTo>
                    <a:pt x="496" y="124"/>
                    <a:pt x="490" y="118"/>
                    <a:pt x="483" y="118"/>
                  </a:cubicBezTo>
                  <a:cubicBezTo>
                    <a:pt x="476" y="118"/>
                    <a:pt x="471" y="124"/>
                    <a:pt x="471" y="131"/>
                  </a:cubicBezTo>
                  <a:cubicBezTo>
                    <a:pt x="471" y="138"/>
                    <a:pt x="476" y="144"/>
                    <a:pt x="483" y="144"/>
                  </a:cubicBezTo>
                  <a:close/>
                  <a:moveTo>
                    <a:pt x="720" y="144"/>
                  </a:moveTo>
                  <a:cubicBezTo>
                    <a:pt x="727" y="144"/>
                    <a:pt x="733" y="138"/>
                    <a:pt x="733" y="131"/>
                  </a:cubicBezTo>
                  <a:cubicBezTo>
                    <a:pt x="733" y="124"/>
                    <a:pt x="727" y="118"/>
                    <a:pt x="720" y="118"/>
                  </a:cubicBezTo>
                  <a:cubicBezTo>
                    <a:pt x="713" y="118"/>
                    <a:pt x="707" y="124"/>
                    <a:pt x="707" y="131"/>
                  </a:cubicBezTo>
                  <a:cubicBezTo>
                    <a:pt x="707" y="138"/>
                    <a:pt x="713" y="144"/>
                    <a:pt x="720" y="144"/>
                  </a:cubicBezTo>
                  <a:close/>
                  <a:moveTo>
                    <a:pt x="799" y="118"/>
                  </a:moveTo>
                  <a:cubicBezTo>
                    <a:pt x="792" y="118"/>
                    <a:pt x="786" y="124"/>
                    <a:pt x="786" y="131"/>
                  </a:cubicBezTo>
                  <a:cubicBezTo>
                    <a:pt x="786" y="138"/>
                    <a:pt x="792" y="144"/>
                    <a:pt x="799" y="144"/>
                  </a:cubicBezTo>
                  <a:cubicBezTo>
                    <a:pt x="806" y="144"/>
                    <a:pt x="811" y="138"/>
                    <a:pt x="811" y="131"/>
                  </a:cubicBezTo>
                  <a:cubicBezTo>
                    <a:pt x="811" y="124"/>
                    <a:pt x="806" y="118"/>
                    <a:pt x="799" y="118"/>
                  </a:cubicBezTo>
                  <a:close/>
                  <a:moveTo>
                    <a:pt x="838" y="144"/>
                  </a:moveTo>
                  <a:cubicBezTo>
                    <a:pt x="845" y="144"/>
                    <a:pt x="851" y="138"/>
                    <a:pt x="851" y="131"/>
                  </a:cubicBezTo>
                  <a:cubicBezTo>
                    <a:pt x="851" y="124"/>
                    <a:pt x="845" y="118"/>
                    <a:pt x="838" y="118"/>
                  </a:cubicBezTo>
                  <a:cubicBezTo>
                    <a:pt x="831" y="118"/>
                    <a:pt x="825" y="124"/>
                    <a:pt x="825" y="131"/>
                  </a:cubicBezTo>
                  <a:cubicBezTo>
                    <a:pt x="825" y="138"/>
                    <a:pt x="831" y="144"/>
                    <a:pt x="838" y="144"/>
                  </a:cubicBezTo>
                  <a:close/>
                  <a:moveTo>
                    <a:pt x="878" y="144"/>
                  </a:moveTo>
                  <a:cubicBezTo>
                    <a:pt x="885" y="144"/>
                    <a:pt x="890" y="138"/>
                    <a:pt x="890" y="131"/>
                  </a:cubicBezTo>
                  <a:cubicBezTo>
                    <a:pt x="890" y="124"/>
                    <a:pt x="885" y="118"/>
                    <a:pt x="878" y="118"/>
                  </a:cubicBezTo>
                  <a:cubicBezTo>
                    <a:pt x="870" y="118"/>
                    <a:pt x="865" y="124"/>
                    <a:pt x="865" y="131"/>
                  </a:cubicBezTo>
                  <a:cubicBezTo>
                    <a:pt x="865" y="138"/>
                    <a:pt x="870" y="144"/>
                    <a:pt x="878" y="144"/>
                  </a:cubicBezTo>
                  <a:close/>
                  <a:moveTo>
                    <a:pt x="1009" y="131"/>
                  </a:moveTo>
                  <a:cubicBezTo>
                    <a:pt x="1009" y="124"/>
                    <a:pt x="1003" y="118"/>
                    <a:pt x="996" y="118"/>
                  </a:cubicBezTo>
                  <a:cubicBezTo>
                    <a:pt x="989" y="118"/>
                    <a:pt x="983" y="124"/>
                    <a:pt x="983" y="131"/>
                  </a:cubicBezTo>
                  <a:cubicBezTo>
                    <a:pt x="983" y="138"/>
                    <a:pt x="989" y="144"/>
                    <a:pt x="996" y="144"/>
                  </a:cubicBezTo>
                  <a:cubicBezTo>
                    <a:pt x="1003" y="144"/>
                    <a:pt x="1009" y="138"/>
                    <a:pt x="1009" y="131"/>
                  </a:cubicBezTo>
                  <a:close/>
                  <a:moveTo>
                    <a:pt x="1035" y="144"/>
                  </a:moveTo>
                  <a:cubicBezTo>
                    <a:pt x="1042" y="144"/>
                    <a:pt x="1048" y="138"/>
                    <a:pt x="1048" y="131"/>
                  </a:cubicBezTo>
                  <a:cubicBezTo>
                    <a:pt x="1048" y="124"/>
                    <a:pt x="1042" y="118"/>
                    <a:pt x="1035" y="118"/>
                  </a:cubicBezTo>
                  <a:cubicBezTo>
                    <a:pt x="1028" y="118"/>
                    <a:pt x="1022" y="124"/>
                    <a:pt x="1022" y="131"/>
                  </a:cubicBezTo>
                  <a:cubicBezTo>
                    <a:pt x="1022" y="138"/>
                    <a:pt x="1028" y="144"/>
                    <a:pt x="1035" y="144"/>
                  </a:cubicBezTo>
                  <a:close/>
                  <a:moveTo>
                    <a:pt x="1075" y="144"/>
                  </a:moveTo>
                  <a:cubicBezTo>
                    <a:pt x="1082" y="144"/>
                    <a:pt x="1087" y="138"/>
                    <a:pt x="1087" y="131"/>
                  </a:cubicBezTo>
                  <a:cubicBezTo>
                    <a:pt x="1087" y="124"/>
                    <a:pt x="1082" y="118"/>
                    <a:pt x="1075" y="118"/>
                  </a:cubicBezTo>
                  <a:cubicBezTo>
                    <a:pt x="1068" y="118"/>
                    <a:pt x="1062" y="124"/>
                    <a:pt x="1062" y="131"/>
                  </a:cubicBezTo>
                  <a:cubicBezTo>
                    <a:pt x="1062" y="138"/>
                    <a:pt x="1068" y="144"/>
                    <a:pt x="1075" y="144"/>
                  </a:cubicBezTo>
                  <a:close/>
                  <a:moveTo>
                    <a:pt x="1114" y="144"/>
                  </a:moveTo>
                  <a:cubicBezTo>
                    <a:pt x="1121" y="144"/>
                    <a:pt x="1127" y="138"/>
                    <a:pt x="1127" y="131"/>
                  </a:cubicBezTo>
                  <a:cubicBezTo>
                    <a:pt x="1127" y="124"/>
                    <a:pt x="1121" y="118"/>
                    <a:pt x="1114" y="118"/>
                  </a:cubicBezTo>
                  <a:cubicBezTo>
                    <a:pt x="1107" y="118"/>
                    <a:pt x="1101" y="124"/>
                    <a:pt x="1101" y="131"/>
                  </a:cubicBezTo>
                  <a:cubicBezTo>
                    <a:pt x="1101" y="138"/>
                    <a:pt x="1107" y="144"/>
                    <a:pt x="1114" y="144"/>
                  </a:cubicBezTo>
                  <a:close/>
                  <a:moveTo>
                    <a:pt x="1153" y="144"/>
                  </a:moveTo>
                  <a:cubicBezTo>
                    <a:pt x="1161" y="144"/>
                    <a:pt x="1166" y="138"/>
                    <a:pt x="1166" y="131"/>
                  </a:cubicBezTo>
                  <a:cubicBezTo>
                    <a:pt x="1166" y="124"/>
                    <a:pt x="1161" y="118"/>
                    <a:pt x="1153" y="118"/>
                  </a:cubicBezTo>
                  <a:cubicBezTo>
                    <a:pt x="1146" y="118"/>
                    <a:pt x="1141" y="124"/>
                    <a:pt x="1141" y="131"/>
                  </a:cubicBezTo>
                  <a:cubicBezTo>
                    <a:pt x="1141" y="138"/>
                    <a:pt x="1146" y="144"/>
                    <a:pt x="1153" y="144"/>
                  </a:cubicBezTo>
                  <a:close/>
                  <a:moveTo>
                    <a:pt x="1193" y="118"/>
                  </a:moveTo>
                  <a:cubicBezTo>
                    <a:pt x="1186" y="118"/>
                    <a:pt x="1180" y="124"/>
                    <a:pt x="1180" y="131"/>
                  </a:cubicBezTo>
                  <a:cubicBezTo>
                    <a:pt x="1180" y="138"/>
                    <a:pt x="1186" y="144"/>
                    <a:pt x="1193" y="144"/>
                  </a:cubicBezTo>
                  <a:cubicBezTo>
                    <a:pt x="1200" y="144"/>
                    <a:pt x="1206" y="138"/>
                    <a:pt x="1206" y="131"/>
                  </a:cubicBezTo>
                  <a:cubicBezTo>
                    <a:pt x="1206" y="124"/>
                    <a:pt x="1200" y="118"/>
                    <a:pt x="1193" y="118"/>
                  </a:cubicBezTo>
                  <a:close/>
                  <a:moveTo>
                    <a:pt x="1232" y="118"/>
                  </a:moveTo>
                  <a:cubicBezTo>
                    <a:pt x="1225" y="118"/>
                    <a:pt x="1220" y="124"/>
                    <a:pt x="1220" y="131"/>
                  </a:cubicBezTo>
                  <a:cubicBezTo>
                    <a:pt x="1220" y="138"/>
                    <a:pt x="1225" y="144"/>
                    <a:pt x="1232" y="144"/>
                  </a:cubicBezTo>
                  <a:cubicBezTo>
                    <a:pt x="1239" y="144"/>
                    <a:pt x="1245" y="138"/>
                    <a:pt x="1245" y="131"/>
                  </a:cubicBezTo>
                  <a:cubicBezTo>
                    <a:pt x="1245" y="124"/>
                    <a:pt x="1239" y="118"/>
                    <a:pt x="1232" y="118"/>
                  </a:cubicBezTo>
                  <a:close/>
                  <a:moveTo>
                    <a:pt x="1272" y="118"/>
                  </a:moveTo>
                  <a:cubicBezTo>
                    <a:pt x="1265" y="118"/>
                    <a:pt x="1259" y="124"/>
                    <a:pt x="1259" y="131"/>
                  </a:cubicBezTo>
                  <a:cubicBezTo>
                    <a:pt x="1259" y="138"/>
                    <a:pt x="1265" y="144"/>
                    <a:pt x="1272" y="144"/>
                  </a:cubicBezTo>
                  <a:cubicBezTo>
                    <a:pt x="1279" y="144"/>
                    <a:pt x="1285" y="138"/>
                    <a:pt x="1285" y="131"/>
                  </a:cubicBezTo>
                  <a:cubicBezTo>
                    <a:pt x="1285" y="124"/>
                    <a:pt x="1279" y="118"/>
                    <a:pt x="1272" y="118"/>
                  </a:cubicBezTo>
                  <a:close/>
                  <a:moveTo>
                    <a:pt x="1311" y="144"/>
                  </a:moveTo>
                  <a:cubicBezTo>
                    <a:pt x="1318" y="144"/>
                    <a:pt x="1324" y="138"/>
                    <a:pt x="1324" y="131"/>
                  </a:cubicBezTo>
                  <a:cubicBezTo>
                    <a:pt x="1324" y="124"/>
                    <a:pt x="1318" y="118"/>
                    <a:pt x="1311" y="118"/>
                  </a:cubicBezTo>
                  <a:cubicBezTo>
                    <a:pt x="1304" y="118"/>
                    <a:pt x="1298" y="124"/>
                    <a:pt x="1298" y="131"/>
                  </a:cubicBezTo>
                  <a:cubicBezTo>
                    <a:pt x="1298" y="138"/>
                    <a:pt x="1304" y="144"/>
                    <a:pt x="1311" y="144"/>
                  </a:cubicBezTo>
                  <a:close/>
                  <a:moveTo>
                    <a:pt x="1351" y="144"/>
                  </a:moveTo>
                  <a:cubicBezTo>
                    <a:pt x="1358" y="144"/>
                    <a:pt x="1363" y="138"/>
                    <a:pt x="1363" y="131"/>
                  </a:cubicBezTo>
                  <a:cubicBezTo>
                    <a:pt x="1363" y="124"/>
                    <a:pt x="1358" y="118"/>
                    <a:pt x="1351" y="118"/>
                  </a:cubicBezTo>
                  <a:cubicBezTo>
                    <a:pt x="1344" y="118"/>
                    <a:pt x="1338" y="124"/>
                    <a:pt x="1338" y="131"/>
                  </a:cubicBezTo>
                  <a:cubicBezTo>
                    <a:pt x="1338" y="138"/>
                    <a:pt x="1344" y="144"/>
                    <a:pt x="1351" y="144"/>
                  </a:cubicBezTo>
                  <a:close/>
                  <a:moveTo>
                    <a:pt x="1390" y="144"/>
                  </a:moveTo>
                  <a:cubicBezTo>
                    <a:pt x="1397" y="144"/>
                    <a:pt x="1403" y="138"/>
                    <a:pt x="1403" y="131"/>
                  </a:cubicBezTo>
                  <a:cubicBezTo>
                    <a:pt x="1403" y="124"/>
                    <a:pt x="1397" y="118"/>
                    <a:pt x="1390" y="118"/>
                  </a:cubicBezTo>
                  <a:cubicBezTo>
                    <a:pt x="1383" y="118"/>
                    <a:pt x="1377" y="124"/>
                    <a:pt x="1377" y="131"/>
                  </a:cubicBezTo>
                  <a:cubicBezTo>
                    <a:pt x="1377" y="138"/>
                    <a:pt x="1383" y="144"/>
                    <a:pt x="1390" y="144"/>
                  </a:cubicBezTo>
                  <a:close/>
                  <a:moveTo>
                    <a:pt x="1429" y="144"/>
                  </a:moveTo>
                  <a:cubicBezTo>
                    <a:pt x="1437" y="144"/>
                    <a:pt x="1442" y="138"/>
                    <a:pt x="1442" y="131"/>
                  </a:cubicBezTo>
                  <a:cubicBezTo>
                    <a:pt x="1442" y="124"/>
                    <a:pt x="1437" y="118"/>
                    <a:pt x="1429" y="118"/>
                  </a:cubicBezTo>
                  <a:cubicBezTo>
                    <a:pt x="1422" y="118"/>
                    <a:pt x="1417" y="124"/>
                    <a:pt x="1417" y="131"/>
                  </a:cubicBezTo>
                  <a:cubicBezTo>
                    <a:pt x="1417" y="138"/>
                    <a:pt x="1422" y="144"/>
                    <a:pt x="1429" y="144"/>
                  </a:cubicBezTo>
                  <a:close/>
                  <a:moveTo>
                    <a:pt x="1469" y="118"/>
                  </a:moveTo>
                  <a:cubicBezTo>
                    <a:pt x="1462" y="118"/>
                    <a:pt x="1456" y="124"/>
                    <a:pt x="1456" y="131"/>
                  </a:cubicBezTo>
                  <a:cubicBezTo>
                    <a:pt x="1456" y="138"/>
                    <a:pt x="1462" y="144"/>
                    <a:pt x="1469" y="144"/>
                  </a:cubicBezTo>
                  <a:cubicBezTo>
                    <a:pt x="1476" y="144"/>
                    <a:pt x="1482" y="138"/>
                    <a:pt x="1482" y="131"/>
                  </a:cubicBezTo>
                  <a:cubicBezTo>
                    <a:pt x="1482" y="124"/>
                    <a:pt x="1476" y="118"/>
                    <a:pt x="1469" y="118"/>
                  </a:cubicBezTo>
                  <a:close/>
                  <a:moveTo>
                    <a:pt x="1508" y="144"/>
                  </a:moveTo>
                  <a:cubicBezTo>
                    <a:pt x="1515" y="144"/>
                    <a:pt x="1521" y="138"/>
                    <a:pt x="1521" y="131"/>
                  </a:cubicBezTo>
                  <a:cubicBezTo>
                    <a:pt x="1521" y="124"/>
                    <a:pt x="1515" y="118"/>
                    <a:pt x="1508" y="118"/>
                  </a:cubicBezTo>
                  <a:cubicBezTo>
                    <a:pt x="1501" y="118"/>
                    <a:pt x="1496" y="124"/>
                    <a:pt x="1496" y="131"/>
                  </a:cubicBezTo>
                  <a:cubicBezTo>
                    <a:pt x="1496" y="138"/>
                    <a:pt x="1501" y="144"/>
                    <a:pt x="1508" y="144"/>
                  </a:cubicBezTo>
                  <a:close/>
                  <a:moveTo>
                    <a:pt x="1876" y="131"/>
                  </a:moveTo>
                  <a:cubicBezTo>
                    <a:pt x="1876" y="124"/>
                    <a:pt x="1870" y="118"/>
                    <a:pt x="1863" y="118"/>
                  </a:cubicBezTo>
                  <a:cubicBezTo>
                    <a:pt x="1856" y="118"/>
                    <a:pt x="1850" y="124"/>
                    <a:pt x="1850" y="131"/>
                  </a:cubicBezTo>
                  <a:cubicBezTo>
                    <a:pt x="1850" y="138"/>
                    <a:pt x="1856" y="144"/>
                    <a:pt x="1863" y="144"/>
                  </a:cubicBezTo>
                  <a:cubicBezTo>
                    <a:pt x="1870" y="144"/>
                    <a:pt x="1876" y="138"/>
                    <a:pt x="1876" y="131"/>
                  </a:cubicBezTo>
                  <a:close/>
                  <a:moveTo>
                    <a:pt x="2730" y="144"/>
                  </a:moveTo>
                  <a:cubicBezTo>
                    <a:pt x="2738" y="144"/>
                    <a:pt x="2743" y="138"/>
                    <a:pt x="2743" y="131"/>
                  </a:cubicBezTo>
                  <a:cubicBezTo>
                    <a:pt x="2743" y="124"/>
                    <a:pt x="2738" y="118"/>
                    <a:pt x="2730" y="118"/>
                  </a:cubicBezTo>
                  <a:cubicBezTo>
                    <a:pt x="2723" y="118"/>
                    <a:pt x="2718" y="124"/>
                    <a:pt x="2718" y="131"/>
                  </a:cubicBezTo>
                  <a:cubicBezTo>
                    <a:pt x="2718" y="138"/>
                    <a:pt x="2723" y="144"/>
                    <a:pt x="2730" y="144"/>
                  </a:cubicBezTo>
                  <a:close/>
                  <a:moveTo>
                    <a:pt x="2770" y="141"/>
                  </a:moveTo>
                  <a:cubicBezTo>
                    <a:pt x="2775" y="141"/>
                    <a:pt x="2780" y="136"/>
                    <a:pt x="2780" y="131"/>
                  </a:cubicBezTo>
                  <a:cubicBezTo>
                    <a:pt x="2780" y="125"/>
                    <a:pt x="2775" y="121"/>
                    <a:pt x="2770" y="121"/>
                  </a:cubicBezTo>
                  <a:cubicBezTo>
                    <a:pt x="2764" y="121"/>
                    <a:pt x="2760" y="125"/>
                    <a:pt x="2760" y="131"/>
                  </a:cubicBezTo>
                  <a:cubicBezTo>
                    <a:pt x="2760" y="136"/>
                    <a:pt x="2764" y="141"/>
                    <a:pt x="2770" y="141"/>
                  </a:cubicBezTo>
                  <a:close/>
                  <a:moveTo>
                    <a:pt x="523" y="183"/>
                  </a:moveTo>
                  <a:cubicBezTo>
                    <a:pt x="530" y="183"/>
                    <a:pt x="535" y="177"/>
                    <a:pt x="535" y="170"/>
                  </a:cubicBezTo>
                  <a:cubicBezTo>
                    <a:pt x="535" y="163"/>
                    <a:pt x="530" y="158"/>
                    <a:pt x="523" y="158"/>
                  </a:cubicBezTo>
                  <a:cubicBezTo>
                    <a:pt x="516" y="158"/>
                    <a:pt x="510" y="163"/>
                    <a:pt x="510" y="170"/>
                  </a:cubicBezTo>
                  <a:cubicBezTo>
                    <a:pt x="510" y="177"/>
                    <a:pt x="516" y="183"/>
                    <a:pt x="523" y="183"/>
                  </a:cubicBezTo>
                  <a:close/>
                  <a:moveTo>
                    <a:pt x="602" y="183"/>
                  </a:moveTo>
                  <a:cubicBezTo>
                    <a:pt x="609" y="183"/>
                    <a:pt x="614" y="177"/>
                    <a:pt x="614" y="170"/>
                  </a:cubicBezTo>
                  <a:cubicBezTo>
                    <a:pt x="614" y="163"/>
                    <a:pt x="609" y="158"/>
                    <a:pt x="602" y="158"/>
                  </a:cubicBezTo>
                  <a:cubicBezTo>
                    <a:pt x="595" y="158"/>
                    <a:pt x="589" y="163"/>
                    <a:pt x="589" y="170"/>
                  </a:cubicBezTo>
                  <a:cubicBezTo>
                    <a:pt x="589" y="177"/>
                    <a:pt x="595" y="183"/>
                    <a:pt x="602" y="183"/>
                  </a:cubicBezTo>
                  <a:close/>
                  <a:moveTo>
                    <a:pt x="641" y="183"/>
                  </a:moveTo>
                  <a:cubicBezTo>
                    <a:pt x="648" y="183"/>
                    <a:pt x="654" y="177"/>
                    <a:pt x="654" y="170"/>
                  </a:cubicBezTo>
                  <a:cubicBezTo>
                    <a:pt x="654" y="163"/>
                    <a:pt x="648" y="158"/>
                    <a:pt x="641" y="158"/>
                  </a:cubicBezTo>
                  <a:cubicBezTo>
                    <a:pt x="634" y="158"/>
                    <a:pt x="628" y="163"/>
                    <a:pt x="628" y="170"/>
                  </a:cubicBezTo>
                  <a:cubicBezTo>
                    <a:pt x="628" y="177"/>
                    <a:pt x="634" y="183"/>
                    <a:pt x="641" y="183"/>
                  </a:cubicBezTo>
                  <a:close/>
                  <a:moveTo>
                    <a:pt x="680" y="183"/>
                  </a:moveTo>
                  <a:cubicBezTo>
                    <a:pt x="687" y="183"/>
                    <a:pt x="693" y="177"/>
                    <a:pt x="693" y="170"/>
                  </a:cubicBezTo>
                  <a:cubicBezTo>
                    <a:pt x="693" y="163"/>
                    <a:pt x="687" y="158"/>
                    <a:pt x="680" y="158"/>
                  </a:cubicBezTo>
                  <a:cubicBezTo>
                    <a:pt x="673" y="158"/>
                    <a:pt x="668" y="163"/>
                    <a:pt x="668" y="170"/>
                  </a:cubicBezTo>
                  <a:cubicBezTo>
                    <a:pt x="668" y="177"/>
                    <a:pt x="673" y="183"/>
                    <a:pt x="680" y="183"/>
                  </a:cubicBezTo>
                  <a:close/>
                  <a:moveTo>
                    <a:pt x="720" y="183"/>
                  </a:moveTo>
                  <a:cubicBezTo>
                    <a:pt x="727" y="183"/>
                    <a:pt x="733" y="177"/>
                    <a:pt x="733" y="170"/>
                  </a:cubicBezTo>
                  <a:cubicBezTo>
                    <a:pt x="733" y="163"/>
                    <a:pt x="727" y="158"/>
                    <a:pt x="720" y="158"/>
                  </a:cubicBezTo>
                  <a:cubicBezTo>
                    <a:pt x="713" y="158"/>
                    <a:pt x="707" y="163"/>
                    <a:pt x="707" y="170"/>
                  </a:cubicBezTo>
                  <a:cubicBezTo>
                    <a:pt x="707" y="177"/>
                    <a:pt x="713" y="183"/>
                    <a:pt x="720" y="183"/>
                  </a:cubicBezTo>
                  <a:close/>
                  <a:moveTo>
                    <a:pt x="799" y="183"/>
                  </a:moveTo>
                  <a:cubicBezTo>
                    <a:pt x="806" y="183"/>
                    <a:pt x="811" y="177"/>
                    <a:pt x="811" y="170"/>
                  </a:cubicBezTo>
                  <a:cubicBezTo>
                    <a:pt x="811" y="163"/>
                    <a:pt x="806" y="158"/>
                    <a:pt x="799" y="158"/>
                  </a:cubicBezTo>
                  <a:cubicBezTo>
                    <a:pt x="792" y="158"/>
                    <a:pt x="786" y="163"/>
                    <a:pt x="786" y="170"/>
                  </a:cubicBezTo>
                  <a:cubicBezTo>
                    <a:pt x="786" y="177"/>
                    <a:pt x="792" y="183"/>
                    <a:pt x="799" y="183"/>
                  </a:cubicBezTo>
                  <a:close/>
                  <a:moveTo>
                    <a:pt x="838" y="183"/>
                  </a:moveTo>
                  <a:cubicBezTo>
                    <a:pt x="845" y="183"/>
                    <a:pt x="851" y="177"/>
                    <a:pt x="851" y="170"/>
                  </a:cubicBezTo>
                  <a:cubicBezTo>
                    <a:pt x="851" y="163"/>
                    <a:pt x="845" y="158"/>
                    <a:pt x="838" y="158"/>
                  </a:cubicBezTo>
                  <a:cubicBezTo>
                    <a:pt x="831" y="158"/>
                    <a:pt x="825" y="163"/>
                    <a:pt x="825" y="170"/>
                  </a:cubicBezTo>
                  <a:cubicBezTo>
                    <a:pt x="825" y="177"/>
                    <a:pt x="831" y="183"/>
                    <a:pt x="838" y="183"/>
                  </a:cubicBezTo>
                  <a:close/>
                  <a:moveTo>
                    <a:pt x="890" y="170"/>
                  </a:moveTo>
                  <a:cubicBezTo>
                    <a:pt x="890" y="163"/>
                    <a:pt x="885" y="158"/>
                    <a:pt x="878" y="158"/>
                  </a:cubicBezTo>
                  <a:cubicBezTo>
                    <a:pt x="871" y="158"/>
                    <a:pt x="865" y="163"/>
                    <a:pt x="865" y="170"/>
                  </a:cubicBezTo>
                  <a:cubicBezTo>
                    <a:pt x="865" y="177"/>
                    <a:pt x="871" y="183"/>
                    <a:pt x="878" y="183"/>
                  </a:cubicBezTo>
                  <a:cubicBezTo>
                    <a:pt x="885" y="183"/>
                    <a:pt x="890" y="177"/>
                    <a:pt x="890" y="170"/>
                  </a:cubicBezTo>
                  <a:close/>
                  <a:moveTo>
                    <a:pt x="1114" y="183"/>
                  </a:moveTo>
                  <a:cubicBezTo>
                    <a:pt x="1121" y="183"/>
                    <a:pt x="1127" y="177"/>
                    <a:pt x="1127" y="170"/>
                  </a:cubicBezTo>
                  <a:cubicBezTo>
                    <a:pt x="1127" y="163"/>
                    <a:pt x="1121" y="158"/>
                    <a:pt x="1114" y="158"/>
                  </a:cubicBezTo>
                  <a:cubicBezTo>
                    <a:pt x="1107" y="158"/>
                    <a:pt x="1101" y="163"/>
                    <a:pt x="1101" y="170"/>
                  </a:cubicBezTo>
                  <a:cubicBezTo>
                    <a:pt x="1101" y="177"/>
                    <a:pt x="1107" y="183"/>
                    <a:pt x="1114" y="183"/>
                  </a:cubicBezTo>
                  <a:close/>
                  <a:moveTo>
                    <a:pt x="1153" y="183"/>
                  </a:moveTo>
                  <a:cubicBezTo>
                    <a:pt x="1161" y="183"/>
                    <a:pt x="1166" y="177"/>
                    <a:pt x="1166" y="170"/>
                  </a:cubicBezTo>
                  <a:cubicBezTo>
                    <a:pt x="1166" y="163"/>
                    <a:pt x="1161" y="158"/>
                    <a:pt x="1153" y="158"/>
                  </a:cubicBezTo>
                  <a:cubicBezTo>
                    <a:pt x="1146" y="158"/>
                    <a:pt x="1141" y="163"/>
                    <a:pt x="1141" y="170"/>
                  </a:cubicBezTo>
                  <a:cubicBezTo>
                    <a:pt x="1141" y="177"/>
                    <a:pt x="1146" y="183"/>
                    <a:pt x="1153" y="183"/>
                  </a:cubicBezTo>
                  <a:close/>
                  <a:moveTo>
                    <a:pt x="1193" y="183"/>
                  </a:moveTo>
                  <a:cubicBezTo>
                    <a:pt x="1200" y="183"/>
                    <a:pt x="1206" y="177"/>
                    <a:pt x="1206" y="170"/>
                  </a:cubicBezTo>
                  <a:cubicBezTo>
                    <a:pt x="1206" y="163"/>
                    <a:pt x="1200" y="158"/>
                    <a:pt x="1193" y="158"/>
                  </a:cubicBezTo>
                  <a:cubicBezTo>
                    <a:pt x="1186" y="158"/>
                    <a:pt x="1180" y="163"/>
                    <a:pt x="1180" y="170"/>
                  </a:cubicBezTo>
                  <a:cubicBezTo>
                    <a:pt x="1180" y="177"/>
                    <a:pt x="1186" y="183"/>
                    <a:pt x="1193" y="183"/>
                  </a:cubicBezTo>
                  <a:close/>
                  <a:moveTo>
                    <a:pt x="1232" y="183"/>
                  </a:moveTo>
                  <a:cubicBezTo>
                    <a:pt x="1239" y="183"/>
                    <a:pt x="1245" y="177"/>
                    <a:pt x="1245" y="170"/>
                  </a:cubicBezTo>
                  <a:cubicBezTo>
                    <a:pt x="1245" y="163"/>
                    <a:pt x="1239" y="158"/>
                    <a:pt x="1232" y="158"/>
                  </a:cubicBezTo>
                  <a:cubicBezTo>
                    <a:pt x="1225" y="158"/>
                    <a:pt x="1220" y="163"/>
                    <a:pt x="1220" y="170"/>
                  </a:cubicBezTo>
                  <a:cubicBezTo>
                    <a:pt x="1220" y="177"/>
                    <a:pt x="1225" y="183"/>
                    <a:pt x="1232" y="183"/>
                  </a:cubicBezTo>
                  <a:close/>
                  <a:moveTo>
                    <a:pt x="1272" y="183"/>
                  </a:moveTo>
                  <a:cubicBezTo>
                    <a:pt x="1279" y="183"/>
                    <a:pt x="1285" y="177"/>
                    <a:pt x="1285" y="170"/>
                  </a:cubicBezTo>
                  <a:cubicBezTo>
                    <a:pt x="1285" y="163"/>
                    <a:pt x="1279" y="158"/>
                    <a:pt x="1272" y="158"/>
                  </a:cubicBezTo>
                  <a:cubicBezTo>
                    <a:pt x="1265" y="158"/>
                    <a:pt x="1259" y="163"/>
                    <a:pt x="1259" y="170"/>
                  </a:cubicBezTo>
                  <a:cubicBezTo>
                    <a:pt x="1259" y="177"/>
                    <a:pt x="1265" y="183"/>
                    <a:pt x="1272" y="183"/>
                  </a:cubicBezTo>
                  <a:close/>
                  <a:moveTo>
                    <a:pt x="1311" y="183"/>
                  </a:moveTo>
                  <a:cubicBezTo>
                    <a:pt x="1318" y="183"/>
                    <a:pt x="1324" y="177"/>
                    <a:pt x="1324" y="170"/>
                  </a:cubicBezTo>
                  <a:cubicBezTo>
                    <a:pt x="1324" y="163"/>
                    <a:pt x="1318" y="158"/>
                    <a:pt x="1311" y="158"/>
                  </a:cubicBezTo>
                  <a:cubicBezTo>
                    <a:pt x="1304" y="158"/>
                    <a:pt x="1298" y="163"/>
                    <a:pt x="1298" y="170"/>
                  </a:cubicBezTo>
                  <a:cubicBezTo>
                    <a:pt x="1298" y="177"/>
                    <a:pt x="1304" y="183"/>
                    <a:pt x="1311" y="183"/>
                  </a:cubicBezTo>
                  <a:close/>
                  <a:moveTo>
                    <a:pt x="1351" y="183"/>
                  </a:moveTo>
                  <a:cubicBezTo>
                    <a:pt x="1358" y="183"/>
                    <a:pt x="1363" y="177"/>
                    <a:pt x="1363" y="170"/>
                  </a:cubicBezTo>
                  <a:cubicBezTo>
                    <a:pt x="1363" y="163"/>
                    <a:pt x="1358" y="158"/>
                    <a:pt x="1351" y="158"/>
                  </a:cubicBezTo>
                  <a:cubicBezTo>
                    <a:pt x="1344" y="158"/>
                    <a:pt x="1338" y="163"/>
                    <a:pt x="1338" y="170"/>
                  </a:cubicBezTo>
                  <a:cubicBezTo>
                    <a:pt x="1338" y="177"/>
                    <a:pt x="1344" y="183"/>
                    <a:pt x="1351" y="183"/>
                  </a:cubicBezTo>
                  <a:close/>
                  <a:moveTo>
                    <a:pt x="1390" y="183"/>
                  </a:moveTo>
                  <a:cubicBezTo>
                    <a:pt x="1397" y="183"/>
                    <a:pt x="1403" y="177"/>
                    <a:pt x="1403" y="170"/>
                  </a:cubicBezTo>
                  <a:cubicBezTo>
                    <a:pt x="1403" y="163"/>
                    <a:pt x="1397" y="158"/>
                    <a:pt x="1390" y="158"/>
                  </a:cubicBezTo>
                  <a:cubicBezTo>
                    <a:pt x="1383" y="158"/>
                    <a:pt x="1377" y="163"/>
                    <a:pt x="1377" y="170"/>
                  </a:cubicBezTo>
                  <a:cubicBezTo>
                    <a:pt x="1377" y="177"/>
                    <a:pt x="1383" y="183"/>
                    <a:pt x="1390" y="183"/>
                  </a:cubicBezTo>
                  <a:close/>
                  <a:moveTo>
                    <a:pt x="1429" y="183"/>
                  </a:moveTo>
                  <a:cubicBezTo>
                    <a:pt x="1437" y="183"/>
                    <a:pt x="1442" y="177"/>
                    <a:pt x="1442" y="170"/>
                  </a:cubicBezTo>
                  <a:cubicBezTo>
                    <a:pt x="1442" y="163"/>
                    <a:pt x="1437" y="158"/>
                    <a:pt x="1429" y="158"/>
                  </a:cubicBezTo>
                  <a:cubicBezTo>
                    <a:pt x="1422" y="158"/>
                    <a:pt x="1417" y="163"/>
                    <a:pt x="1417" y="170"/>
                  </a:cubicBezTo>
                  <a:cubicBezTo>
                    <a:pt x="1417" y="177"/>
                    <a:pt x="1422" y="183"/>
                    <a:pt x="1429" y="183"/>
                  </a:cubicBezTo>
                  <a:close/>
                  <a:moveTo>
                    <a:pt x="1469" y="183"/>
                  </a:moveTo>
                  <a:cubicBezTo>
                    <a:pt x="1476" y="183"/>
                    <a:pt x="1482" y="177"/>
                    <a:pt x="1482" y="170"/>
                  </a:cubicBezTo>
                  <a:cubicBezTo>
                    <a:pt x="1482" y="163"/>
                    <a:pt x="1476" y="158"/>
                    <a:pt x="1469" y="158"/>
                  </a:cubicBezTo>
                  <a:cubicBezTo>
                    <a:pt x="1462" y="158"/>
                    <a:pt x="1456" y="163"/>
                    <a:pt x="1456" y="170"/>
                  </a:cubicBezTo>
                  <a:cubicBezTo>
                    <a:pt x="1456" y="177"/>
                    <a:pt x="1462" y="183"/>
                    <a:pt x="1469" y="183"/>
                  </a:cubicBezTo>
                  <a:close/>
                  <a:moveTo>
                    <a:pt x="1508" y="158"/>
                  </a:moveTo>
                  <a:cubicBezTo>
                    <a:pt x="1501" y="158"/>
                    <a:pt x="1496" y="163"/>
                    <a:pt x="1496" y="170"/>
                  </a:cubicBezTo>
                  <a:cubicBezTo>
                    <a:pt x="1496" y="177"/>
                    <a:pt x="1501" y="183"/>
                    <a:pt x="1508" y="183"/>
                  </a:cubicBezTo>
                  <a:cubicBezTo>
                    <a:pt x="1515" y="183"/>
                    <a:pt x="1521" y="177"/>
                    <a:pt x="1521" y="170"/>
                  </a:cubicBezTo>
                  <a:cubicBezTo>
                    <a:pt x="1521" y="163"/>
                    <a:pt x="1515" y="158"/>
                    <a:pt x="1508" y="158"/>
                  </a:cubicBezTo>
                  <a:close/>
                  <a:moveTo>
                    <a:pt x="2297" y="183"/>
                  </a:moveTo>
                  <a:cubicBezTo>
                    <a:pt x="2304" y="183"/>
                    <a:pt x="2310" y="177"/>
                    <a:pt x="2310" y="170"/>
                  </a:cubicBezTo>
                  <a:cubicBezTo>
                    <a:pt x="2310" y="163"/>
                    <a:pt x="2304" y="158"/>
                    <a:pt x="2297" y="158"/>
                  </a:cubicBezTo>
                  <a:cubicBezTo>
                    <a:pt x="2290" y="158"/>
                    <a:pt x="2284" y="163"/>
                    <a:pt x="2284" y="170"/>
                  </a:cubicBezTo>
                  <a:cubicBezTo>
                    <a:pt x="2284" y="177"/>
                    <a:pt x="2290" y="183"/>
                    <a:pt x="2297" y="183"/>
                  </a:cubicBezTo>
                  <a:close/>
                  <a:moveTo>
                    <a:pt x="2612" y="183"/>
                  </a:moveTo>
                  <a:cubicBezTo>
                    <a:pt x="2619" y="183"/>
                    <a:pt x="2625" y="177"/>
                    <a:pt x="2625" y="170"/>
                  </a:cubicBezTo>
                  <a:cubicBezTo>
                    <a:pt x="2625" y="163"/>
                    <a:pt x="2619" y="158"/>
                    <a:pt x="2612" y="158"/>
                  </a:cubicBezTo>
                  <a:cubicBezTo>
                    <a:pt x="2605" y="158"/>
                    <a:pt x="2599" y="163"/>
                    <a:pt x="2599" y="170"/>
                  </a:cubicBezTo>
                  <a:cubicBezTo>
                    <a:pt x="2599" y="177"/>
                    <a:pt x="2605" y="183"/>
                    <a:pt x="2612" y="183"/>
                  </a:cubicBezTo>
                  <a:close/>
                  <a:moveTo>
                    <a:pt x="2652" y="158"/>
                  </a:moveTo>
                  <a:cubicBezTo>
                    <a:pt x="2645" y="158"/>
                    <a:pt x="2639" y="163"/>
                    <a:pt x="2639" y="170"/>
                  </a:cubicBezTo>
                  <a:cubicBezTo>
                    <a:pt x="2639" y="177"/>
                    <a:pt x="2645" y="183"/>
                    <a:pt x="2652" y="183"/>
                  </a:cubicBezTo>
                  <a:cubicBezTo>
                    <a:pt x="2659" y="183"/>
                    <a:pt x="2664" y="177"/>
                    <a:pt x="2664" y="170"/>
                  </a:cubicBezTo>
                  <a:cubicBezTo>
                    <a:pt x="2664" y="163"/>
                    <a:pt x="2659" y="158"/>
                    <a:pt x="2652" y="158"/>
                  </a:cubicBezTo>
                  <a:close/>
                  <a:moveTo>
                    <a:pt x="2691" y="183"/>
                  </a:moveTo>
                  <a:cubicBezTo>
                    <a:pt x="2698" y="183"/>
                    <a:pt x="2704" y="177"/>
                    <a:pt x="2704" y="170"/>
                  </a:cubicBezTo>
                  <a:cubicBezTo>
                    <a:pt x="2704" y="163"/>
                    <a:pt x="2698" y="158"/>
                    <a:pt x="2691" y="158"/>
                  </a:cubicBezTo>
                  <a:cubicBezTo>
                    <a:pt x="2684" y="158"/>
                    <a:pt x="2678" y="163"/>
                    <a:pt x="2678" y="170"/>
                  </a:cubicBezTo>
                  <a:cubicBezTo>
                    <a:pt x="2678" y="177"/>
                    <a:pt x="2684" y="183"/>
                    <a:pt x="2691" y="183"/>
                  </a:cubicBezTo>
                  <a:close/>
                  <a:moveTo>
                    <a:pt x="2730" y="183"/>
                  </a:moveTo>
                  <a:cubicBezTo>
                    <a:pt x="2738" y="183"/>
                    <a:pt x="2743" y="177"/>
                    <a:pt x="2743" y="170"/>
                  </a:cubicBezTo>
                  <a:cubicBezTo>
                    <a:pt x="2743" y="163"/>
                    <a:pt x="2738" y="158"/>
                    <a:pt x="2730" y="158"/>
                  </a:cubicBezTo>
                  <a:cubicBezTo>
                    <a:pt x="2723" y="158"/>
                    <a:pt x="2718" y="163"/>
                    <a:pt x="2718" y="170"/>
                  </a:cubicBezTo>
                  <a:cubicBezTo>
                    <a:pt x="2718" y="177"/>
                    <a:pt x="2723" y="183"/>
                    <a:pt x="2730" y="183"/>
                  </a:cubicBezTo>
                  <a:close/>
                  <a:moveTo>
                    <a:pt x="2770" y="183"/>
                  </a:moveTo>
                  <a:cubicBezTo>
                    <a:pt x="2777" y="183"/>
                    <a:pt x="2783" y="177"/>
                    <a:pt x="2783" y="170"/>
                  </a:cubicBezTo>
                  <a:cubicBezTo>
                    <a:pt x="2783" y="163"/>
                    <a:pt x="2777" y="158"/>
                    <a:pt x="2770" y="158"/>
                  </a:cubicBezTo>
                  <a:cubicBezTo>
                    <a:pt x="2763" y="158"/>
                    <a:pt x="2757" y="163"/>
                    <a:pt x="2757" y="170"/>
                  </a:cubicBezTo>
                  <a:cubicBezTo>
                    <a:pt x="2757" y="177"/>
                    <a:pt x="2763" y="183"/>
                    <a:pt x="2770" y="183"/>
                  </a:cubicBezTo>
                  <a:close/>
                  <a:moveTo>
                    <a:pt x="2809" y="183"/>
                  </a:moveTo>
                  <a:cubicBezTo>
                    <a:pt x="2816" y="183"/>
                    <a:pt x="2822" y="177"/>
                    <a:pt x="2822" y="170"/>
                  </a:cubicBezTo>
                  <a:cubicBezTo>
                    <a:pt x="2822" y="163"/>
                    <a:pt x="2816" y="158"/>
                    <a:pt x="2809" y="158"/>
                  </a:cubicBezTo>
                  <a:cubicBezTo>
                    <a:pt x="2802" y="158"/>
                    <a:pt x="2797" y="163"/>
                    <a:pt x="2797" y="170"/>
                  </a:cubicBezTo>
                  <a:cubicBezTo>
                    <a:pt x="2797" y="177"/>
                    <a:pt x="2802" y="183"/>
                    <a:pt x="2809" y="183"/>
                  </a:cubicBezTo>
                  <a:close/>
                  <a:moveTo>
                    <a:pt x="3125" y="183"/>
                  </a:moveTo>
                  <a:cubicBezTo>
                    <a:pt x="3132" y="183"/>
                    <a:pt x="3137" y="177"/>
                    <a:pt x="3137" y="170"/>
                  </a:cubicBezTo>
                  <a:cubicBezTo>
                    <a:pt x="3137" y="163"/>
                    <a:pt x="3132" y="158"/>
                    <a:pt x="3125" y="158"/>
                  </a:cubicBezTo>
                  <a:cubicBezTo>
                    <a:pt x="3118" y="158"/>
                    <a:pt x="3112" y="163"/>
                    <a:pt x="3112" y="170"/>
                  </a:cubicBezTo>
                  <a:cubicBezTo>
                    <a:pt x="3112" y="177"/>
                    <a:pt x="3118" y="183"/>
                    <a:pt x="3125" y="183"/>
                  </a:cubicBezTo>
                  <a:close/>
                  <a:moveTo>
                    <a:pt x="3204" y="183"/>
                  </a:moveTo>
                  <a:cubicBezTo>
                    <a:pt x="3211" y="183"/>
                    <a:pt x="3216" y="177"/>
                    <a:pt x="3216" y="170"/>
                  </a:cubicBezTo>
                  <a:cubicBezTo>
                    <a:pt x="3216" y="163"/>
                    <a:pt x="3211" y="158"/>
                    <a:pt x="3204" y="158"/>
                  </a:cubicBezTo>
                  <a:cubicBezTo>
                    <a:pt x="3197" y="158"/>
                    <a:pt x="3191" y="163"/>
                    <a:pt x="3191" y="170"/>
                  </a:cubicBezTo>
                  <a:cubicBezTo>
                    <a:pt x="3191" y="177"/>
                    <a:pt x="3197" y="183"/>
                    <a:pt x="3204" y="183"/>
                  </a:cubicBezTo>
                  <a:close/>
                  <a:moveTo>
                    <a:pt x="444" y="223"/>
                  </a:moveTo>
                  <a:cubicBezTo>
                    <a:pt x="451" y="223"/>
                    <a:pt x="457" y="217"/>
                    <a:pt x="457" y="210"/>
                  </a:cubicBezTo>
                  <a:cubicBezTo>
                    <a:pt x="457" y="203"/>
                    <a:pt x="451" y="197"/>
                    <a:pt x="444" y="197"/>
                  </a:cubicBezTo>
                  <a:cubicBezTo>
                    <a:pt x="437" y="197"/>
                    <a:pt x="431" y="203"/>
                    <a:pt x="431" y="210"/>
                  </a:cubicBezTo>
                  <a:cubicBezTo>
                    <a:pt x="431" y="217"/>
                    <a:pt x="437" y="223"/>
                    <a:pt x="444" y="223"/>
                  </a:cubicBezTo>
                  <a:close/>
                  <a:moveTo>
                    <a:pt x="483" y="223"/>
                  </a:moveTo>
                  <a:cubicBezTo>
                    <a:pt x="490" y="223"/>
                    <a:pt x="496" y="217"/>
                    <a:pt x="496" y="210"/>
                  </a:cubicBezTo>
                  <a:cubicBezTo>
                    <a:pt x="496" y="203"/>
                    <a:pt x="490" y="197"/>
                    <a:pt x="483" y="197"/>
                  </a:cubicBezTo>
                  <a:cubicBezTo>
                    <a:pt x="476" y="197"/>
                    <a:pt x="471" y="203"/>
                    <a:pt x="471" y="210"/>
                  </a:cubicBezTo>
                  <a:cubicBezTo>
                    <a:pt x="471" y="217"/>
                    <a:pt x="476" y="223"/>
                    <a:pt x="483" y="223"/>
                  </a:cubicBezTo>
                  <a:close/>
                  <a:moveTo>
                    <a:pt x="523" y="223"/>
                  </a:moveTo>
                  <a:cubicBezTo>
                    <a:pt x="530" y="223"/>
                    <a:pt x="535" y="217"/>
                    <a:pt x="535" y="210"/>
                  </a:cubicBezTo>
                  <a:cubicBezTo>
                    <a:pt x="535" y="203"/>
                    <a:pt x="530" y="197"/>
                    <a:pt x="523" y="197"/>
                  </a:cubicBezTo>
                  <a:cubicBezTo>
                    <a:pt x="516" y="197"/>
                    <a:pt x="510" y="203"/>
                    <a:pt x="510" y="210"/>
                  </a:cubicBezTo>
                  <a:cubicBezTo>
                    <a:pt x="510" y="217"/>
                    <a:pt x="516" y="223"/>
                    <a:pt x="523" y="223"/>
                  </a:cubicBezTo>
                  <a:close/>
                  <a:moveTo>
                    <a:pt x="602" y="223"/>
                  </a:moveTo>
                  <a:cubicBezTo>
                    <a:pt x="609" y="223"/>
                    <a:pt x="614" y="217"/>
                    <a:pt x="614" y="210"/>
                  </a:cubicBezTo>
                  <a:cubicBezTo>
                    <a:pt x="614" y="203"/>
                    <a:pt x="609" y="197"/>
                    <a:pt x="602" y="197"/>
                  </a:cubicBezTo>
                  <a:cubicBezTo>
                    <a:pt x="595" y="197"/>
                    <a:pt x="589" y="203"/>
                    <a:pt x="589" y="210"/>
                  </a:cubicBezTo>
                  <a:cubicBezTo>
                    <a:pt x="589" y="217"/>
                    <a:pt x="595" y="223"/>
                    <a:pt x="602" y="223"/>
                  </a:cubicBezTo>
                  <a:close/>
                  <a:moveTo>
                    <a:pt x="680" y="223"/>
                  </a:moveTo>
                  <a:cubicBezTo>
                    <a:pt x="687" y="223"/>
                    <a:pt x="693" y="217"/>
                    <a:pt x="693" y="210"/>
                  </a:cubicBezTo>
                  <a:cubicBezTo>
                    <a:pt x="693" y="203"/>
                    <a:pt x="687" y="197"/>
                    <a:pt x="680" y="197"/>
                  </a:cubicBezTo>
                  <a:cubicBezTo>
                    <a:pt x="673" y="197"/>
                    <a:pt x="668" y="203"/>
                    <a:pt x="668" y="210"/>
                  </a:cubicBezTo>
                  <a:cubicBezTo>
                    <a:pt x="668" y="217"/>
                    <a:pt x="673" y="223"/>
                    <a:pt x="680" y="223"/>
                  </a:cubicBezTo>
                  <a:close/>
                  <a:moveTo>
                    <a:pt x="747" y="210"/>
                  </a:moveTo>
                  <a:cubicBezTo>
                    <a:pt x="747" y="217"/>
                    <a:pt x="752" y="223"/>
                    <a:pt x="759" y="223"/>
                  </a:cubicBezTo>
                  <a:cubicBezTo>
                    <a:pt x="766" y="223"/>
                    <a:pt x="772" y="217"/>
                    <a:pt x="772" y="210"/>
                  </a:cubicBezTo>
                  <a:cubicBezTo>
                    <a:pt x="772" y="203"/>
                    <a:pt x="766" y="197"/>
                    <a:pt x="759" y="197"/>
                  </a:cubicBezTo>
                  <a:cubicBezTo>
                    <a:pt x="752" y="197"/>
                    <a:pt x="747" y="203"/>
                    <a:pt x="747" y="210"/>
                  </a:cubicBezTo>
                  <a:close/>
                  <a:moveTo>
                    <a:pt x="799" y="223"/>
                  </a:moveTo>
                  <a:cubicBezTo>
                    <a:pt x="806" y="223"/>
                    <a:pt x="811" y="217"/>
                    <a:pt x="811" y="210"/>
                  </a:cubicBezTo>
                  <a:cubicBezTo>
                    <a:pt x="811" y="203"/>
                    <a:pt x="806" y="197"/>
                    <a:pt x="799" y="197"/>
                  </a:cubicBezTo>
                  <a:cubicBezTo>
                    <a:pt x="792" y="197"/>
                    <a:pt x="786" y="203"/>
                    <a:pt x="786" y="210"/>
                  </a:cubicBezTo>
                  <a:cubicBezTo>
                    <a:pt x="786" y="217"/>
                    <a:pt x="792" y="223"/>
                    <a:pt x="799" y="223"/>
                  </a:cubicBezTo>
                  <a:close/>
                  <a:moveTo>
                    <a:pt x="838" y="223"/>
                  </a:moveTo>
                  <a:cubicBezTo>
                    <a:pt x="845" y="223"/>
                    <a:pt x="851" y="217"/>
                    <a:pt x="851" y="210"/>
                  </a:cubicBezTo>
                  <a:cubicBezTo>
                    <a:pt x="851" y="203"/>
                    <a:pt x="845" y="197"/>
                    <a:pt x="838" y="197"/>
                  </a:cubicBezTo>
                  <a:cubicBezTo>
                    <a:pt x="831" y="197"/>
                    <a:pt x="825" y="203"/>
                    <a:pt x="825" y="210"/>
                  </a:cubicBezTo>
                  <a:cubicBezTo>
                    <a:pt x="825" y="217"/>
                    <a:pt x="831" y="223"/>
                    <a:pt x="838" y="223"/>
                  </a:cubicBezTo>
                  <a:close/>
                  <a:moveTo>
                    <a:pt x="917" y="197"/>
                  </a:moveTo>
                  <a:cubicBezTo>
                    <a:pt x="910" y="197"/>
                    <a:pt x="904" y="203"/>
                    <a:pt x="904" y="210"/>
                  </a:cubicBezTo>
                  <a:cubicBezTo>
                    <a:pt x="904" y="217"/>
                    <a:pt x="910" y="222"/>
                    <a:pt x="917" y="222"/>
                  </a:cubicBezTo>
                  <a:cubicBezTo>
                    <a:pt x="924" y="222"/>
                    <a:pt x="930" y="217"/>
                    <a:pt x="930" y="210"/>
                  </a:cubicBezTo>
                  <a:cubicBezTo>
                    <a:pt x="930" y="203"/>
                    <a:pt x="924" y="197"/>
                    <a:pt x="917" y="197"/>
                  </a:cubicBezTo>
                  <a:close/>
                  <a:moveTo>
                    <a:pt x="1153" y="223"/>
                  </a:moveTo>
                  <a:cubicBezTo>
                    <a:pt x="1161" y="223"/>
                    <a:pt x="1166" y="217"/>
                    <a:pt x="1166" y="210"/>
                  </a:cubicBezTo>
                  <a:cubicBezTo>
                    <a:pt x="1166" y="203"/>
                    <a:pt x="1161" y="197"/>
                    <a:pt x="1153" y="197"/>
                  </a:cubicBezTo>
                  <a:cubicBezTo>
                    <a:pt x="1146" y="197"/>
                    <a:pt x="1141" y="203"/>
                    <a:pt x="1141" y="210"/>
                  </a:cubicBezTo>
                  <a:cubicBezTo>
                    <a:pt x="1141" y="217"/>
                    <a:pt x="1146" y="223"/>
                    <a:pt x="1153" y="223"/>
                  </a:cubicBezTo>
                  <a:close/>
                  <a:moveTo>
                    <a:pt x="1193" y="223"/>
                  </a:moveTo>
                  <a:cubicBezTo>
                    <a:pt x="1200" y="223"/>
                    <a:pt x="1206" y="217"/>
                    <a:pt x="1206" y="210"/>
                  </a:cubicBezTo>
                  <a:cubicBezTo>
                    <a:pt x="1206" y="203"/>
                    <a:pt x="1200" y="197"/>
                    <a:pt x="1193" y="197"/>
                  </a:cubicBezTo>
                  <a:cubicBezTo>
                    <a:pt x="1186" y="197"/>
                    <a:pt x="1180" y="203"/>
                    <a:pt x="1180" y="210"/>
                  </a:cubicBezTo>
                  <a:cubicBezTo>
                    <a:pt x="1180" y="217"/>
                    <a:pt x="1186" y="223"/>
                    <a:pt x="1193" y="223"/>
                  </a:cubicBezTo>
                  <a:close/>
                  <a:moveTo>
                    <a:pt x="1232" y="223"/>
                  </a:moveTo>
                  <a:cubicBezTo>
                    <a:pt x="1239" y="223"/>
                    <a:pt x="1245" y="217"/>
                    <a:pt x="1245" y="210"/>
                  </a:cubicBezTo>
                  <a:cubicBezTo>
                    <a:pt x="1245" y="203"/>
                    <a:pt x="1239" y="197"/>
                    <a:pt x="1232" y="197"/>
                  </a:cubicBezTo>
                  <a:cubicBezTo>
                    <a:pt x="1225" y="197"/>
                    <a:pt x="1220" y="203"/>
                    <a:pt x="1220" y="210"/>
                  </a:cubicBezTo>
                  <a:cubicBezTo>
                    <a:pt x="1220" y="217"/>
                    <a:pt x="1225" y="223"/>
                    <a:pt x="1232" y="223"/>
                  </a:cubicBezTo>
                  <a:close/>
                  <a:moveTo>
                    <a:pt x="1272" y="223"/>
                  </a:moveTo>
                  <a:cubicBezTo>
                    <a:pt x="1279" y="223"/>
                    <a:pt x="1285" y="217"/>
                    <a:pt x="1285" y="210"/>
                  </a:cubicBezTo>
                  <a:cubicBezTo>
                    <a:pt x="1285" y="203"/>
                    <a:pt x="1279" y="197"/>
                    <a:pt x="1272" y="197"/>
                  </a:cubicBezTo>
                  <a:cubicBezTo>
                    <a:pt x="1265" y="197"/>
                    <a:pt x="1259" y="203"/>
                    <a:pt x="1259" y="210"/>
                  </a:cubicBezTo>
                  <a:cubicBezTo>
                    <a:pt x="1259" y="217"/>
                    <a:pt x="1265" y="223"/>
                    <a:pt x="1272" y="223"/>
                  </a:cubicBezTo>
                  <a:close/>
                  <a:moveTo>
                    <a:pt x="1311" y="223"/>
                  </a:moveTo>
                  <a:cubicBezTo>
                    <a:pt x="1318" y="223"/>
                    <a:pt x="1324" y="217"/>
                    <a:pt x="1324" y="210"/>
                  </a:cubicBezTo>
                  <a:cubicBezTo>
                    <a:pt x="1324" y="203"/>
                    <a:pt x="1318" y="197"/>
                    <a:pt x="1311" y="197"/>
                  </a:cubicBezTo>
                  <a:cubicBezTo>
                    <a:pt x="1304" y="197"/>
                    <a:pt x="1298" y="203"/>
                    <a:pt x="1298" y="210"/>
                  </a:cubicBezTo>
                  <a:cubicBezTo>
                    <a:pt x="1298" y="217"/>
                    <a:pt x="1304" y="223"/>
                    <a:pt x="1311" y="223"/>
                  </a:cubicBezTo>
                  <a:close/>
                  <a:moveTo>
                    <a:pt x="1351" y="223"/>
                  </a:moveTo>
                  <a:cubicBezTo>
                    <a:pt x="1358" y="223"/>
                    <a:pt x="1363" y="217"/>
                    <a:pt x="1363" y="210"/>
                  </a:cubicBezTo>
                  <a:cubicBezTo>
                    <a:pt x="1363" y="203"/>
                    <a:pt x="1358" y="197"/>
                    <a:pt x="1351" y="197"/>
                  </a:cubicBezTo>
                  <a:cubicBezTo>
                    <a:pt x="1344" y="197"/>
                    <a:pt x="1338" y="203"/>
                    <a:pt x="1338" y="210"/>
                  </a:cubicBezTo>
                  <a:cubicBezTo>
                    <a:pt x="1338" y="217"/>
                    <a:pt x="1344" y="223"/>
                    <a:pt x="1351" y="223"/>
                  </a:cubicBezTo>
                  <a:close/>
                  <a:moveTo>
                    <a:pt x="1390" y="223"/>
                  </a:moveTo>
                  <a:cubicBezTo>
                    <a:pt x="1397" y="223"/>
                    <a:pt x="1403" y="217"/>
                    <a:pt x="1403" y="210"/>
                  </a:cubicBezTo>
                  <a:cubicBezTo>
                    <a:pt x="1403" y="203"/>
                    <a:pt x="1397" y="197"/>
                    <a:pt x="1390" y="197"/>
                  </a:cubicBezTo>
                  <a:cubicBezTo>
                    <a:pt x="1383" y="197"/>
                    <a:pt x="1377" y="203"/>
                    <a:pt x="1377" y="210"/>
                  </a:cubicBezTo>
                  <a:cubicBezTo>
                    <a:pt x="1377" y="217"/>
                    <a:pt x="1383" y="223"/>
                    <a:pt x="1390" y="223"/>
                  </a:cubicBezTo>
                  <a:close/>
                  <a:moveTo>
                    <a:pt x="1429" y="223"/>
                  </a:moveTo>
                  <a:cubicBezTo>
                    <a:pt x="1437" y="223"/>
                    <a:pt x="1442" y="217"/>
                    <a:pt x="1442" y="210"/>
                  </a:cubicBezTo>
                  <a:cubicBezTo>
                    <a:pt x="1442" y="203"/>
                    <a:pt x="1437" y="197"/>
                    <a:pt x="1429" y="197"/>
                  </a:cubicBezTo>
                  <a:cubicBezTo>
                    <a:pt x="1422" y="197"/>
                    <a:pt x="1417" y="203"/>
                    <a:pt x="1417" y="210"/>
                  </a:cubicBezTo>
                  <a:cubicBezTo>
                    <a:pt x="1417" y="217"/>
                    <a:pt x="1422" y="223"/>
                    <a:pt x="1429" y="223"/>
                  </a:cubicBezTo>
                  <a:close/>
                  <a:moveTo>
                    <a:pt x="2257" y="223"/>
                  </a:moveTo>
                  <a:cubicBezTo>
                    <a:pt x="2264" y="223"/>
                    <a:pt x="2270" y="217"/>
                    <a:pt x="2270" y="210"/>
                  </a:cubicBezTo>
                  <a:cubicBezTo>
                    <a:pt x="2270" y="203"/>
                    <a:pt x="2264" y="197"/>
                    <a:pt x="2257" y="197"/>
                  </a:cubicBezTo>
                  <a:cubicBezTo>
                    <a:pt x="2250" y="197"/>
                    <a:pt x="2245" y="203"/>
                    <a:pt x="2245" y="210"/>
                  </a:cubicBezTo>
                  <a:cubicBezTo>
                    <a:pt x="2245" y="217"/>
                    <a:pt x="2250" y="223"/>
                    <a:pt x="2257" y="223"/>
                  </a:cubicBezTo>
                  <a:close/>
                  <a:moveTo>
                    <a:pt x="2415" y="223"/>
                  </a:moveTo>
                  <a:cubicBezTo>
                    <a:pt x="2422" y="223"/>
                    <a:pt x="2428" y="217"/>
                    <a:pt x="2428" y="210"/>
                  </a:cubicBezTo>
                  <a:cubicBezTo>
                    <a:pt x="2428" y="203"/>
                    <a:pt x="2422" y="197"/>
                    <a:pt x="2415" y="197"/>
                  </a:cubicBezTo>
                  <a:cubicBezTo>
                    <a:pt x="2408" y="197"/>
                    <a:pt x="2402" y="203"/>
                    <a:pt x="2402" y="210"/>
                  </a:cubicBezTo>
                  <a:cubicBezTo>
                    <a:pt x="2402" y="217"/>
                    <a:pt x="2408" y="223"/>
                    <a:pt x="2415" y="223"/>
                  </a:cubicBezTo>
                  <a:close/>
                  <a:moveTo>
                    <a:pt x="2454" y="218"/>
                  </a:moveTo>
                  <a:cubicBezTo>
                    <a:pt x="2459" y="218"/>
                    <a:pt x="2462" y="214"/>
                    <a:pt x="2462" y="210"/>
                  </a:cubicBezTo>
                  <a:cubicBezTo>
                    <a:pt x="2462" y="205"/>
                    <a:pt x="2459" y="202"/>
                    <a:pt x="2454" y="202"/>
                  </a:cubicBezTo>
                  <a:cubicBezTo>
                    <a:pt x="2450" y="202"/>
                    <a:pt x="2447" y="205"/>
                    <a:pt x="2447" y="210"/>
                  </a:cubicBezTo>
                  <a:cubicBezTo>
                    <a:pt x="2447" y="214"/>
                    <a:pt x="2450" y="218"/>
                    <a:pt x="2454" y="218"/>
                  </a:cubicBezTo>
                  <a:close/>
                  <a:moveTo>
                    <a:pt x="2533" y="223"/>
                  </a:moveTo>
                  <a:cubicBezTo>
                    <a:pt x="2540" y="223"/>
                    <a:pt x="2546" y="217"/>
                    <a:pt x="2546" y="210"/>
                  </a:cubicBezTo>
                  <a:cubicBezTo>
                    <a:pt x="2546" y="203"/>
                    <a:pt x="2540" y="197"/>
                    <a:pt x="2533" y="197"/>
                  </a:cubicBezTo>
                  <a:cubicBezTo>
                    <a:pt x="2526" y="197"/>
                    <a:pt x="2521" y="203"/>
                    <a:pt x="2521" y="210"/>
                  </a:cubicBezTo>
                  <a:cubicBezTo>
                    <a:pt x="2521" y="217"/>
                    <a:pt x="2526" y="223"/>
                    <a:pt x="2533" y="223"/>
                  </a:cubicBezTo>
                  <a:close/>
                  <a:moveTo>
                    <a:pt x="2573" y="223"/>
                  </a:moveTo>
                  <a:cubicBezTo>
                    <a:pt x="2580" y="223"/>
                    <a:pt x="2586" y="217"/>
                    <a:pt x="2586" y="210"/>
                  </a:cubicBezTo>
                  <a:cubicBezTo>
                    <a:pt x="2586" y="203"/>
                    <a:pt x="2580" y="197"/>
                    <a:pt x="2573" y="197"/>
                  </a:cubicBezTo>
                  <a:cubicBezTo>
                    <a:pt x="2566" y="197"/>
                    <a:pt x="2560" y="203"/>
                    <a:pt x="2560" y="210"/>
                  </a:cubicBezTo>
                  <a:cubicBezTo>
                    <a:pt x="2560" y="217"/>
                    <a:pt x="2566" y="223"/>
                    <a:pt x="2573" y="223"/>
                  </a:cubicBezTo>
                  <a:close/>
                  <a:moveTo>
                    <a:pt x="2612" y="223"/>
                  </a:moveTo>
                  <a:cubicBezTo>
                    <a:pt x="2619" y="223"/>
                    <a:pt x="2625" y="217"/>
                    <a:pt x="2625" y="210"/>
                  </a:cubicBezTo>
                  <a:cubicBezTo>
                    <a:pt x="2625" y="203"/>
                    <a:pt x="2619" y="197"/>
                    <a:pt x="2612" y="197"/>
                  </a:cubicBezTo>
                  <a:cubicBezTo>
                    <a:pt x="2605" y="197"/>
                    <a:pt x="2599" y="203"/>
                    <a:pt x="2599" y="210"/>
                  </a:cubicBezTo>
                  <a:cubicBezTo>
                    <a:pt x="2599" y="217"/>
                    <a:pt x="2605" y="223"/>
                    <a:pt x="2612" y="223"/>
                  </a:cubicBezTo>
                  <a:close/>
                  <a:moveTo>
                    <a:pt x="2639" y="210"/>
                  </a:moveTo>
                  <a:cubicBezTo>
                    <a:pt x="2639" y="217"/>
                    <a:pt x="2645" y="223"/>
                    <a:pt x="2652" y="223"/>
                  </a:cubicBezTo>
                  <a:cubicBezTo>
                    <a:pt x="2659" y="223"/>
                    <a:pt x="2664" y="217"/>
                    <a:pt x="2664" y="210"/>
                  </a:cubicBezTo>
                  <a:cubicBezTo>
                    <a:pt x="2664" y="203"/>
                    <a:pt x="2659" y="197"/>
                    <a:pt x="2652" y="197"/>
                  </a:cubicBezTo>
                  <a:cubicBezTo>
                    <a:pt x="2645" y="197"/>
                    <a:pt x="2639" y="203"/>
                    <a:pt x="2639" y="210"/>
                  </a:cubicBezTo>
                  <a:close/>
                  <a:moveTo>
                    <a:pt x="2691" y="197"/>
                  </a:moveTo>
                  <a:cubicBezTo>
                    <a:pt x="2684" y="197"/>
                    <a:pt x="2678" y="203"/>
                    <a:pt x="2678" y="210"/>
                  </a:cubicBezTo>
                  <a:cubicBezTo>
                    <a:pt x="2678" y="217"/>
                    <a:pt x="2684" y="223"/>
                    <a:pt x="2691" y="223"/>
                  </a:cubicBezTo>
                  <a:cubicBezTo>
                    <a:pt x="2698" y="223"/>
                    <a:pt x="2704" y="217"/>
                    <a:pt x="2704" y="210"/>
                  </a:cubicBezTo>
                  <a:cubicBezTo>
                    <a:pt x="2704" y="203"/>
                    <a:pt x="2698" y="197"/>
                    <a:pt x="2691" y="197"/>
                  </a:cubicBezTo>
                  <a:close/>
                  <a:moveTo>
                    <a:pt x="2718" y="210"/>
                  </a:moveTo>
                  <a:cubicBezTo>
                    <a:pt x="2718" y="217"/>
                    <a:pt x="2723" y="223"/>
                    <a:pt x="2730" y="223"/>
                  </a:cubicBezTo>
                  <a:cubicBezTo>
                    <a:pt x="2738" y="223"/>
                    <a:pt x="2743" y="217"/>
                    <a:pt x="2743" y="210"/>
                  </a:cubicBezTo>
                  <a:cubicBezTo>
                    <a:pt x="2743" y="203"/>
                    <a:pt x="2738" y="197"/>
                    <a:pt x="2730" y="197"/>
                  </a:cubicBezTo>
                  <a:cubicBezTo>
                    <a:pt x="2723" y="197"/>
                    <a:pt x="2718" y="203"/>
                    <a:pt x="2718" y="210"/>
                  </a:cubicBezTo>
                  <a:close/>
                  <a:moveTo>
                    <a:pt x="2809" y="197"/>
                  </a:moveTo>
                  <a:cubicBezTo>
                    <a:pt x="2802" y="197"/>
                    <a:pt x="2797" y="203"/>
                    <a:pt x="2797" y="210"/>
                  </a:cubicBezTo>
                  <a:cubicBezTo>
                    <a:pt x="2797" y="217"/>
                    <a:pt x="2802" y="223"/>
                    <a:pt x="2809" y="223"/>
                  </a:cubicBezTo>
                  <a:cubicBezTo>
                    <a:pt x="2816" y="223"/>
                    <a:pt x="2822" y="217"/>
                    <a:pt x="2822" y="210"/>
                  </a:cubicBezTo>
                  <a:cubicBezTo>
                    <a:pt x="2822" y="203"/>
                    <a:pt x="2816" y="197"/>
                    <a:pt x="2809" y="197"/>
                  </a:cubicBezTo>
                  <a:close/>
                  <a:moveTo>
                    <a:pt x="2849" y="223"/>
                  </a:moveTo>
                  <a:cubicBezTo>
                    <a:pt x="2856" y="223"/>
                    <a:pt x="2861" y="217"/>
                    <a:pt x="2861" y="210"/>
                  </a:cubicBezTo>
                  <a:cubicBezTo>
                    <a:pt x="2861" y="203"/>
                    <a:pt x="2856" y="197"/>
                    <a:pt x="2849" y="197"/>
                  </a:cubicBezTo>
                  <a:cubicBezTo>
                    <a:pt x="2842" y="197"/>
                    <a:pt x="2836" y="203"/>
                    <a:pt x="2836" y="210"/>
                  </a:cubicBezTo>
                  <a:cubicBezTo>
                    <a:pt x="2836" y="217"/>
                    <a:pt x="2842" y="223"/>
                    <a:pt x="2849" y="223"/>
                  </a:cubicBezTo>
                  <a:close/>
                  <a:moveTo>
                    <a:pt x="2888" y="223"/>
                  </a:moveTo>
                  <a:cubicBezTo>
                    <a:pt x="2895" y="223"/>
                    <a:pt x="2901" y="217"/>
                    <a:pt x="2901" y="210"/>
                  </a:cubicBezTo>
                  <a:cubicBezTo>
                    <a:pt x="2901" y="203"/>
                    <a:pt x="2895" y="197"/>
                    <a:pt x="2888" y="197"/>
                  </a:cubicBezTo>
                  <a:cubicBezTo>
                    <a:pt x="2881" y="197"/>
                    <a:pt x="2875" y="203"/>
                    <a:pt x="2875" y="210"/>
                  </a:cubicBezTo>
                  <a:cubicBezTo>
                    <a:pt x="2875" y="217"/>
                    <a:pt x="2881" y="223"/>
                    <a:pt x="2888" y="223"/>
                  </a:cubicBezTo>
                  <a:close/>
                  <a:moveTo>
                    <a:pt x="2967" y="223"/>
                  </a:moveTo>
                  <a:cubicBezTo>
                    <a:pt x="2974" y="223"/>
                    <a:pt x="2980" y="217"/>
                    <a:pt x="2980" y="210"/>
                  </a:cubicBezTo>
                  <a:cubicBezTo>
                    <a:pt x="2980" y="203"/>
                    <a:pt x="2974" y="197"/>
                    <a:pt x="2967" y="197"/>
                  </a:cubicBezTo>
                  <a:cubicBezTo>
                    <a:pt x="2960" y="197"/>
                    <a:pt x="2954" y="203"/>
                    <a:pt x="2954" y="210"/>
                  </a:cubicBezTo>
                  <a:cubicBezTo>
                    <a:pt x="2954" y="217"/>
                    <a:pt x="2960" y="223"/>
                    <a:pt x="2967" y="223"/>
                  </a:cubicBezTo>
                  <a:close/>
                  <a:moveTo>
                    <a:pt x="523" y="262"/>
                  </a:moveTo>
                  <a:cubicBezTo>
                    <a:pt x="530" y="262"/>
                    <a:pt x="535" y="256"/>
                    <a:pt x="535" y="249"/>
                  </a:cubicBezTo>
                  <a:cubicBezTo>
                    <a:pt x="535" y="242"/>
                    <a:pt x="530" y="236"/>
                    <a:pt x="523" y="236"/>
                  </a:cubicBezTo>
                  <a:cubicBezTo>
                    <a:pt x="516" y="236"/>
                    <a:pt x="510" y="242"/>
                    <a:pt x="510" y="249"/>
                  </a:cubicBezTo>
                  <a:cubicBezTo>
                    <a:pt x="510" y="256"/>
                    <a:pt x="516" y="262"/>
                    <a:pt x="523" y="262"/>
                  </a:cubicBezTo>
                  <a:close/>
                  <a:moveTo>
                    <a:pt x="562" y="262"/>
                  </a:moveTo>
                  <a:cubicBezTo>
                    <a:pt x="569" y="262"/>
                    <a:pt x="575" y="256"/>
                    <a:pt x="575" y="249"/>
                  </a:cubicBezTo>
                  <a:cubicBezTo>
                    <a:pt x="575" y="242"/>
                    <a:pt x="569" y="236"/>
                    <a:pt x="562" y="236"/>
                  </a:cubicBezTo>
                  <a:cubicBezTo>
                    <a:pt x="555" y="236"/>
                    <a:pt x="549" y="242"/>
                    <a:pt x="549" y="249"/>
                  </a:cubicBezTo>
                  <a:cubicBezTo>
                    <a:pt x="549" y="256"/>
                    <a:pt x="555" y="262"/>
                    <a:pt x="562" y="262"/>
                  </a:cubicBezTo>
                  <a:close/>
                  <a:moveTo>
                    <a:pt x="602" y="262"/>
                  </a:moveTo>
                  <a:cubicBezTo>
                    <a:pt x="609" y="262"/>
                    <a:pt x="614" y="256"/>
                    <a:pt x="614" y="249"/>
                  </a:cubicBezTo>
                  <a:cubicBezTo>
                    <a:pt x="614" y="242"/>
                    <a:pt x="609" y="236"/>
                    <a:pt x="602" y="236"/>
                  </a:cubicBezTo>
                  <a:cubicBezTo>
                    <a:pt x="595" y="236"/>
                    <a:pt x="589" y="242"/>
                    <a:pt x="589" y="249"/>
                  </a:cubicBezTo>
                  <a:cubicBezTo>
                    <a:pt x="589" y="256"/>
                    <a:pt x="595" y="262"/>
                    <a:pt x="602" y="262"/>
                  </a:cubicBezTo>
                  <a:close/>
                  <a:moveTo>
                    <a:pt x="720" y="237"/>
                  </a:moveTo>
                  <a:cubicBezTo>
                    <a:pt x="713" y="237"/>
                    <a:pt x="707" y="242"/>
                    <a:pt x="707" y="249"/>
                  </a:cubicBezTo>
                  <a:cubicBezTo>
                    <a:pt x="707" y="256"/>
                    <a:pt x="713" y="262"/>
                    <a:pt x="720" y="262"/>
                  </a:cubicBezTo>
                  <a:cubicBezTo>
                    <a:pt x="727" y="262"/>
                    <a:pt x="733" y="256"/>
                    <a:pt x="733" y="249"/>
                  </a:cubicBezTo>
                  <a:cubicBezTo>
                    <a:pt x="733" y="242"/>
                    <a:pt x="727" y="237"/>
                    <a:pt x="720" y="237"/>
                  </a:cubicBezTo>
                  <a:close/>
                  <a:moveTo>
                    <a:pt x="803" y="249"/>
                  </a:moveTo>
                  <a:cubicBezTo>
                    <a:pt x="803" y="247"/>
                    <a:pt x="801" y="245"/>
                    <a:pt x="799" y="245"/>
                  </a:cubicBezTo>
                  <a:cubicBezTo>
                    <a:pt x="796" y="245"/>
                    <a:pt x="795" y="247"/>
                    <a:pt x="795" y="249"/>
                  </a:cubicBezTo>
                  <a:cubicBezTo>
                    <a:pt x="795" y="251"/>
                    <a:pt x="796" y="253"/>
                    <a:pt x="799" y="253"/>
                  </a:cubicBezTo>
                  <a:cubicBezTo>
                    <a:pt x="801" y="253"/>
                    <a:pt x="803" y="251"/>
                    <a:pt x="803" y="249"/>
                  </a:cubicBezTo>
                  <a:close/>
                  <a:moveTo>
                    <a:pt x="838" y="262"/>
                  </a:moveTo>
                  <a:cubicBezTo>
                    <a:pt x="845" y="262"/>
                    <a:pt x="851" y="256"/>
                    <a:pt x="851" y="249"/>
                  </a:cubicBezTo>
                  <a:cubicBezTo>
                    <a:pt x="851" y="242"/>
                    <a:pt x="845" y="236"/>
                    <a:pt x="838" y="236"/>
                  </a:cubicBezTo>
                  <a:cubicBezTo>
                    <a:pt x="831" y="236"/>
                    <a:pt x="825" y="242"/>
                    <a:pt x="825" y="249"/>
                  </a:cubicBezTo>
                  <a:cubicBezTo>
                    <a:pt x="825" y="256"/>
                    <a:pt x="831" y="262"/>
                    <a:pt x="838" y="262"/>
                  </a:cubicBezTo>
                  <a:close/>
                  <a:moveTo>
                    <a:pt x="878" y="262"/>
                  </a:moveTo>
                  <a:cubicBezTo>
                    <a:pt x="885" y="262"/>
                    <a:pt x="890" y="256"/>
                    <a:pt x="890" y="249"/>
                  </a:cubicBezTo>
                  <a:cubicBezTo>
                    <a:pt x="890" y="242"/>
                    <a:pt x="885" y="236"/>
                    <a:pt x="878" y="236"/>
                  </a:cubicBezTo>
                  <a:cubicBezTo>
                    <a:pt x="870" y="236"/>
                    <a:pt x="865" y="242"/>
                    <a:pt x="865" y="249"/>
                  </a:cubicBezTo>
                  <a:cubicBezTo>
                    <a:pt x="865" y="256"/>
                    <a:pt x="870" y="262"/>
                    <a:pt x="878" y="262"/>
                  </a:cubicBezTo>
                  <a:close/>
                  <a:moveTo>
                    <a:pt x="917" y="262"/>
                  </a:moveTo>
                  <a:cubicBezTo>
                    <a:pt x="924" y="262"/>
                    <a:pt x="930" y="256"/>
                    <a:pt x="930" y="249"/>
                  </a:cubicBezTo>
                  <a:cubicBezTo>
                    <a:pt x="930" y="242"/>
                    <a:pt x="924" y="236"/>
                    <a:pt x="917" y="236"/>
                  </a:cubicBezTo>
                  <a:cubicBezTo>
                    <a:pt x="910" y="236"/>
                    <a:pt x="904" y="242"/>
                    <a:pt x="904" y="249"/>
                  </a:cubicBezTo>
                  <a:cubicBezTo>
                    <a:pt x="904" y="256"/>
                    <a:pt x="910" y="262"/>
                    <a:pt x="917" y="262"/>
                  </a:cubicBezTo>
                  <a:close/>
                  <a:moveTo>
                    <a:pt x="956" y="237"/>
                  </a:moveTo>
                  <a:cubicBezTo>
                    <a:pt x="949" y="237"/>
                    <a:pt x="944" y="242"/>
                    <a:pt x="944" y="249"/>
                  </a:cubicBezTo>
                  <a:cubicBezTo>
                    <a:pt x="944" y="256"/>
                    <a:pt x="949" y="262"/>
                    <a:pt x="956" y="262"/>
                  </a:cubicBezTo>
                  <a:cubicBezTo>
                    <a:pt x="963" y="262"/>
                    <a:pt x="969" y="256"/>
                    <a:pt x="969" y="249"/>
                  </a:cubicBezTo>
                  <a:cubicBezTo>
                    <a:pt x="969" y="242"/>
                    <a:pt x="963" y="237"/>
                    <a:pt x="956" y="237"/>
                  </a:cubicBezTo>
                  <a:close/>
                  <a:moveTo>
                    <a:pt x="1193" y="262"/>
                  </a:moveTo>
                  <a:cubicBezTo>
                    <a:pt x="1200" y="262"/>
                    <a:pt x="1206" y="256"/>
                    <a:pt x="1206" y="249"/>
                  </a:cubicBezTo>
                  <a:cubicBezTo>
                    <a:pt x="1206" y="242"/>
                    <a:pt x="1200" y="236"/>
                    <a:pt x="1193" y="236"/>
                  </a:cubicBezTo>
                  <a:cubicBezTo>
                    <a:pt x="1186" y="236"/>
                    <a:pt x="1180" y="242"/>
                    <a:pt x="1180" y="249"/>
                  </a:cubicBezTo>
                  <a:cubicBezTo>
                    <a:pt x="1180" y="256"/>
                    <a:pt x="1186" y="262"/>
                    <a:pt x="1193" y="262"/>
                  </a:cubicBezTo>
                  <a:close/>
                  <a:moveTo>
                    <a:pt x="1232" y="262"/>
                  </a:moveTo>
                  <a:cubicBezTo>
                    <a:pt x="1239" y="262"/>
                    <a:pt x="1245" y="256"/>
                    <a:pt x="1245" y="249"/>
                  </a:cubicBezTo>
                  <a:cubicBezTo>
                    <a:pt x="1245" y="242"/>
                    <a:pt x="1239" y="236"/>
                    <a:pt x="1232" y="236"/>
                  </a:cubicBezTo>
                  <a:cubicBezTo>
                    <a:pt x="1225" y="236"/>
                    <a:pt x="1220" y="242"/>
                    <a:pt x="1220" y="249"/>
                  </a:cubicBezTo>
                  <a:cubicBezTo>
                    <a:pt x="1220" y="256"/>
                    <a:pt x="1225" y="262"/>
                    <a:pt x="1232" y="262"/>
                  </a:cubicBezTo>
                  <a:close/>
                  <a:moveTo>
                    <a:pt x="1272" y="262"/>
                  </a:moveTo>
                  <a:cubicBezTo>
                    <a:pt x="1279" y="262"/>
                    <a:pt x="1285" y="256"/>
                    <a:pt x="1285" y="249"/>
                  </a:cubicBezTo>
                  <a:cubicBezTo>
                    <a:pt x="1285" y="242"/>
                    <a:pt x="1279" y="236"/>
                    <a:pt x="1272" y="236"/>
                  </a:cubicBezTo>
                  <a:cubicBezTo>
                    <a:pt x="1265" y="236"/>
                    <a:pt x="1259" y="242"/>
                    <a:pt x="1259" y="249"/>
                  </a:cubicBezTo>
                  <a:cubicBezTo>
                    <a:pt x="1259" y="256"/>
                    <a:pt x="1265" y="262"/>
                    <a:pt x="1272" y="262"/>
                  </a:cubicBezTo>
                  <a:close/>
                  <a:moveTo>
                    <a:pt x="1311" y="262"/>
                  </a:moveTo>
                  <a:cubicBezTo>
                    <a:pt x="1318" y="262"/>
                    <a:pt x="1324" y="256"/>
                    <a:pt x="1324" y="249"/>
                  </a:cubicBezTo>
                  <a:cubicBezTo>
                    <a:pt x="1324" y="242"/>
                    <a:pt x="1318" y="236"/>
                    <a:pt x="1311" y="236"/>
                  </a:cubicBezTo>
                  <a:cubicBezTo>
                    <a:pt x="1304" y="236"/>
                    <a:pt x="1298" y="242"/>
                    <a:pt x="1298" y="249"/>
                  </a:cubicBezTo>
                  <a:cubicBezTo>
                    <a:pt x="1298" y="256"/>
                    <a:pt x="1304" y="262"/>
                    <a:pt x="1311" y="262"/>
                  </a:cubicBezTo>
                  <a:close/>
                  <a:moveTo>
                    <a:pt x="1351" y="262"/>
                  </a:moveTo>
                  <a:cubicBezTo>
                    <a:pt x="1358" y="262"/>
                    <a:pt x="1363" y="256"/>
                    <a:pt x="1363" y="249"/>
                  </a:cubicBezTo>
                  <a:cubicBezTo>
                    <a:pt x="1363" y="242"/>
                    <a:pt x="1358" y="236"/>
                    <a:pt x="1351" y="236"/>
                  </a:cubicBezTo>
                  <a:cubicBezTo>
                    <a:pt x="1344" y="236"/>
                    <a:pt x="1338" y="242"/>
                    <a:pt x="1338" y="249"/>
                  </a:cubicBezTo>
                  <a:cubicBezTo>
                    <a:pt x="1338" y="256"/>
                    <a:pt x="1344" y="262"/>
                    <a:pt x="1351" y="262"/>
                  </a:cubicBezTo>
                  <a:close/>
                  <a:moveTo>
                    <a:pt x="1390" y="262"/>
                  </a:moveTo>
                  <a:cubicBezTo>
                    <a:pt x="1397" y="262"/>
                    <a:pt x="1403" y="256"/>
                    <a:pt x="1403" y="249"/>
                  </a:cubicBezTo>
                  <a:cubicBezTo>
                    <a:pt x="1403" y="242"/>
                    <a:pt x="1397" y="236"/>
                    <a:pt x="1390" y="236"/>
                  </a:cubicBezTo>
                  <a:cubicBezTo>
                    <a:pt x="1383" y="236"/>
                    <a:pt x="1377" y="242"/>
                    <a:pt x="1377" y="249"/>
                  </a:cubicBezTo>
                  <a:cubicBezTo>
                    <a:pt x="1377" y="256"/>
                    <a:pt x="1383" y="262"/>
                    <a:pt x="1390" y="262"/>
                  </a:cubicBezTo>
                  <a:close/>
                  <a:moveTo>
                    <a:pt x="1429" y="262"/>
                  </a:moveTo>
                  <a:cubicBezTo>
                    <a:pt x="1437" y="262"/>
                    <a:pt x="1442" y="256"/>
                    <a:pt x="1442" y="249"/>
                  </a:cubicBezTo>
                  <a:cubicBezTo>
                    <a:pt x="1442" y="242"/>
                    <a:pt x="1437" y="236"/>
                    <a:pt x="1429" y="236"/>
                  </a:cubicBezTo>
                  <a:cubicBezTo>
                    <a:pt x="1422" y="236"/>
                    <a:pt x="1417" y="242"/>
                    <a:pt x="1417" y="249"/>
                  </a:cubicBezTo>
                  <a:cubicBezTo>
                    <a:pt x="1417" y="256"/>
                    <a:pt x="1422" y="262"/>
                    <a:pt x="1429" y="262"/>
                  </a:cubicBezTo>
                  <a:close/>
                  <a:moveTo>
                    <a:pt x="1469" y="236"/>
                  </a:moveTo>
                  <a:cubicBezTo>
                    <a:pt x="1462" y="236"/>
                    <a:pt x="1456" y="242"/>
                    <a:pt x="1456" y="249"/>
                  </a:cubicBezTo>
                  <a:cubicBezTo>
                    <a:pt x="1456" y="256"/>
                    <a:pt x="1462" y="262"/>
                    <a:pt x="1469" y="262"/>
                  </a:cubicBezTo>
                  <a:cubicBezTo>
                    <a:pt x="1476" y="262"/>
                    <a:pt x="1482" y="256"/>
                    <a:pt x="1482" y="249"/>
                  </a:cubicBezTo>
                  <a:cubicBezTo>
                    <a:pt x="1482" y="242"/>
                    <a:pt x="1476" y="236"/>
                    <a:pt x="1469" y="236"/>
                  </a:cubicBezTo>
                  <a:close/>
                  <a:moveTo>
                    <a:pt x="1981" y="262"/>
                  </a:moveTo>
                  <a:cubicBezTo>
                    <a:pt x="1988" y="262"/>
                    <a:pt x="1994" y="256"/>
                    <a:pt x="1994" y="249"/>
                  </a:cubicBezTo>
                  <a:cubicBezTo>
                    <a:pt x="1994" y="242"/>
                    <a:pt x="1988" y="237"/>
                    <a:pt x="1981" y="237"/>
                  </a:cubicBezTo>
                  <a:cubicBezTo>
                    <a:pt x="1974" y="237"/>
                    <a:pt x="1969" y="242"/>
                    <a:pt x="1969" y="249"/>
                  </a:cubicBezTo>
                  <a:cubicBezTo>
                    <a:pt x="1969" y="256"/>
                    <a:pt x="1974" y="262"/>
                    <a:pt x="1981" y="262"/>
                  </a:cubicBezTo>
                  <a:close/>
                  <a:moveTo>
                    <a:pt x="2257" y="262"/>
                  </a:moveTo>
                  <a:cubicBezTo>
                    <a:pt x="2264" y="262"/>
                    <a:pt x="2270" y="256"/>
                    <a:pt x="2270" y="249"/>
                  </a:cubicBezTo>
                  <a:cubicBezTo>
                    <a:pt x="2270" y="242"/>
                    <a:pt x="2264" y="236"/>
                    <a:pt x="2257" y="236"/>
                  </a:cubicBezTo>
                  <a:cubicBezTo>
                    <a:pt x="2250" y="236"/>
                    <a:pt x="2245" y="242"/>
                    <a:pt x="2245" y="249"/>
                  </a:cubicBezTo>
                  <a:cubicBezTo>
                    <a:pt x="2245" y="256"/>
                    <a:pt x="2250" y="262"/>
                    <a:pt x="2257" y="262"/>
                  </a:cubicBezTo>
                  <a:close/>
                  <a:moveTo>
                    <a:pt x="2376" y="262"/>
                  </a:moveTo>
                  <a:cubicBezTo>
                    <a:pt x="2383" y="262"/>
                    <a:pt x="2388" y="256"/>
                    <a:pt x="2388" y="249"/>
                  </a:cubicBezTo>
                  <a:cubicBezTo>
                    <a:pt x="2388" y="242"/>
                    <a:pt x="2383" y="236"/>
                    <a:pt x="2376" y="236"/>
                  </a:cubicBezTo>
                  <a:cubicBezTo>
                    <a:pt x="2369" y="236"/>
                    <a:pt x="2363" y="242"/>
                    <a:pt x="2363" y="249"/>
                  </a:cubicBezTo>
                  <a:cubicBezTo>
                    <a:pt x="2363" y="256"/>
                    <a:pt x="2369" y="262"/>
                    <a:pt x="2376" y="262"/>
                  </a:cubicBezTo>
                  <a:close/>
                  <a:moveTo>
                    <a:pt x="2415" y="262"/>
                  </a:moveTo>
                  <a:cubicBezTo>
                    <a:pt x="2422" y="262"/>
                    <a:pt x="2428" y="256"/>
                    <a:pt x="2428" y="249"/>
                  </a:cubicBezTo>
                  <a:cubicBezTo>
                    <a:pt x="2428" y="242"/>
                    <a:pt x="2422" y="236"/>
                    <a:pt x="2415" y="236"/>
                  </a:cubicBezTo>
                  <a:cubicBezTo>
                    <a:pt x="2408" y="236"/>
                    <a:pt x="2402" y="242"/>
                    <a:pt x="2402" y="249"/>
                  </a:cubicBezTo>
                  <a:cubicBezTo>
                    <a:pt x="2402" y="256"/>
                    <a:pt x="2408" y="262"/>
                    <a:pt x="2415" y="262"/>
                  </a:cubicBezTo>
                  <a:close/>
                  <a:moveTo>
                    <a:pt x="2454" y="262"/>
                  </a:moveTo>
                  <a:cubicBezTo>
                    <a:pt x="2462" y="262"/>
                    <a:pt x="2467" y="256"/>
                    <a:pt x="2467" y="249"/>
                  </a:cubicBezTo>
                  <a:cubicBezTo>
                    <a:pt x="2467" y="242"/>
                    <a:pt x="2462" y="236"/>
                    <a:pt x="2454" y="236"/>
                  </a:cubicBezTo>
                  <a:cubicBezTo>
                    <a:pt x="2447" y="236"/>
                    <a:pt x="2442" y="242"/>
                    <a:pt x="2442" y="249"/>
                  </a:cubicBezTo>
                  <a:cubicBezTo>
                    <a:pt x="2442" y="256"/>
                    <a:pt x="2447" y="262"/>
                    <a:pt x="2454" y="262"/>
                  </a:cubicBezTo>
                  <a:close/>
                  <a:moveTo>
                    <a:pt x="2494" y="262"/>
                  </a:moveTo>
                  <a:cubicBezTo>
                    <a:pt x="2501" y="262"/>
                    <a:pt x="2507" y="256"/>
                    <a:pt x="2507" y="249"/>
                  </a:cubicBezTo>
                  <a:cubicBezTo>
                    <a:pt x="2507" y="242"/>
                    <a:pt x="2501" y="236"/>
                    <a:pt x="2494" y="236"/>
                  </a:cubicBezTo>
                  <a:cubicBezTo>
                    <a:pt x="2487" y="236"/>
                    <a:pt x="2481" y="242"/>
                    <a:pt x="2481" y="249"/>
                  </a:cubicBezTo>
                  <a:cubicBezTo>
                    <a:pt x="2481" y="256"/>
                    <a:pt x="2487" y="262"/>
                    <a:pt x="2494" y="262"/>
                  </a:cubicBezTo>
                  <a:close/>
                  <a:moveTo>
                    <a:pt x="2533" y="262"/>
                  </a:moveTo>
                  <a:cubicBezTo>
                    <a:pt x="2540" y="262"/>
                    <a:pt x="2546" y="256"/>
                    <a:pt x="2546" y="249"/>
                  </a:cubicBezTo>
                  <a:cubicBezTo>
                    <a:pt x="2546" y="242"/>
                    <a:pt x="2540" y="236"/>
                    <a:pt x="2533" y="236"/>
                  </a:cubicBezTo>
                  <a:cubicBezTo>
                    <a:pt x="2526" y="236"/>
                    <a:pt x="2521" y="242"/>
                    <a:pt x="2521" y="249"/>
                  </a:cubicBezTo>
                  <a:cubicBezTo>
                    <a:pt x="2521" y="256"/>
                    <a:pt x="2526" y="262"/>
                    <a:pt x="2533" y="262"/>
                  </a:cubicBezTo>
                  <a:close/>
                  <a:moveTo>
                    <a:pt x="2573" y="262"/>
                  </a:moveTo>
                  <a:cubicBezTo>
                    <a:pt x="2580" y="262"/>
                    <a:pt x="2586" y="256"/>
                    <a:pt x="2586" y="249"/>
                  </a:cubicBezTo>
                  <a:cubicBezTo>
                    <a:pt x="2586" y="242"/>
                    <a:pt x="2580" y="236"/>
                    <a:pt x="2573" y="236"/>
                  </a:cubicBezTo>
                  <a:cubicBezTo>
                    <a:pt x="2566" y="236"/>
                    <a:pt x="2560" y="242"/>
                    <a:pt x="2560" y="249"/>
                  </a:cubicBezTo>
                  <a:cubicBezTo>
                    <a:pt x="2560" y="256"/>
                    <a:pt x="2566" y="262"/>
                    <a:pt x="2573" y="262"/>
                  </a:cubicBezTo>
                  <a:close/>
                  <a:moveTo>
                    <a:pt x="2612" y="262"/>
                  </a:moveTo>
                  <a:cubicBezTo>
                    <a:pt x="2619" y="262"/>
                    <a:pt x="2625" y="256"/>
                    <a:pt x="2625" y="249"/>
                  </a:cubicBezTo>
                  <a:cubicBezTo>
                    <a:pt x="2625" y="242"/>
                    <a:pt x="2619" y="236"/>
                    <a:pt x="2612" y="236"/>
                  </a:cubicBezTo>
                  <a:cubicBezTo>
                    <a:pt x="2605" y="236"/>
                    <a:pt x="2599" y="242"/>
                    <a:pt x="2599" y="249"/>
                  </a:cubicBezTo>
                  <a:cubicBezTo>
                    <a:pt x="2599" y="256"/>
                    <a:pt x="2605" y="262"/>
                    <a:pt x="2612" y="262"/>
                  </a:cubicBezTo>
                  <a:close/>
                  <a:moveTo>
                    <a:pt x="2652" y="262"/>
                  </a:moveTo>
                  <a:cubicBezTo>
                    <a:pt x="2659" y="262"/>
                    <a:pt x="2664" y="256"/>
                    <a:pt x="2664" y="249"/>
                  </a:cubicBezTo>
                  <a:cubicBezTo>
                    <a:pt x="2664" y="242"/>
                    <a:pt x="2659" y="236"/>
                    <a:pt x="2652" y="236"/>
                  </a:cubicBezTo>
                  <a:cubicBezTo>
                    <a:pt x="2645" y="236"/>
                    <a:pt x="2639" y="242"/>
                    <a:pt x="2639" y="249"/>
                  </a:cubicBezTo>
                  <a:cubicBezTo>
                    <a:pt x="2639" y="256"/>
                    <a:pt x="2645" y="262"/>
                    <a:pt x="2652" y="262"/>
                  </a:cubicBezTo>
                  <a:close/>
                  <a:moveTo>
                    <a:pt x="2691" y="262"/>
                  </a:moveTo>
                  <a:cubicBezTo>
                    <a:pt x="2698" y="262"/>
                    <a:pt x="2704" y="256"/>
                    <a:pt x="2704" y="249"/>
                  </a:cubicBezTo>
                  <a:cubicBezTo>
                    <a:pt x="2704" y="242"/>
                    <a:pt x="2698" y="236"/>
                    <a:pt x="2691" y="236"/>
                  </a:cubicBezTo>
                  <a:cubicBezTo>
                    <a:pt x="2684" y="236"/>
                    <a:pt x="2678" y="242"/>
                    <a:pt x="2678" y="249"/>
                  </a:cubicBezTo>
                  <a:cubicBezTo>
                    <a:pt x="2678" y="256"/>
                    <a:pt x="2684" y="262"/>
                    <a:pt x="2691" y="262"/>
                  </a:cubicBezTo>
                  <a:close/>
                  <a:moveTo>
                    <a:pt x="2730" y="262"/>
                  </a:moveTo>
                  <a:cubicBezTo>
                    <a:pt x="2738" y="262"/>
                    <a:pt x="2743" y="256"/>
                    <a:pt x="2743" y="249"/>
                  </a:cubicBezTo>
                  <a:cubicBezTo>
                    <a:pt x="2743" y="242"/>
                    <a:pt x="2738" y="236"/>
                    <a:pt x="2730" y="236"/>
                  </a:cubicBezTo>
                  <a:cubicBezTo>
                    <a:pt x="2723" y="236"/>
                    <a:pt x="2718" y="242"/>
                    <a:pt x="2718" y="249"/>
                  </a:cubicBezTo>
                  <a:cubicBezTo>
                    <a:pt x="2718" y="256"/>
                    <a:pt x="2723" y="262"/>
                    <a:pt x="2730" y="262"/>
                  </a:cubicBezTo>
                  <a:close/>
                  <a:moveTo>
                    <a:pt x="2770" y="262"/>
                  </a:moveTo>
                  <a:cubicBezTo>
                    <a:pt x="2777" y="262"/>
                    <a:pt x="2783" y="256"/>
                    <a:pt x="2783" y="249"/>
                  </a:cubicBezTo>
                  <a:cubicBezTo>
                    <a:pt x="2783" y="242"/>
                    <a:pt x="2777" y="236"/>
                    <a:pt x="2770" y="236"/>
                  </a:cubicBezTo>
                  <a:cubicBezTo>
                    <a:pt x="2763" y="236"/>
                    <a:pt x="2757" y="242"/>
                    <a:pt x="2757" y="249"/>
                  </a:cubicBezTo>
                  <a:cubicBezTo>
                    <a:pt x="2757" y="256"/>
                    <a:pt x="2763" y="262"/>
                    <a:pt x="2770" y="262"/>
                  </a:cubicBezTo>
                  <a:close/>
                  <a:moveTo>
                    <a:pt x="2770" y="223"/>
                  </a:moveTo>
                  <a:cubicBezTo>
                    <a:pt x="2777" y="223"/>
                    <a:pt x="2783" y="217"/>
                    <a:pt x="2783" y="210"/>
                  </a:cubicBezTo>
                  <a:cubicBezTo>
                    <a:pt x="2783" y="203"/>
                    <a:pt x="2777" y="197"/>
                    <a:pt x="2770" y="197"/>
                  </a:cubicBezTo>
                  <a:cubicBezTo>
                    <a:pt x="2763" y="197"/>
                    <a:pt x="2757" y="203"/>
                    <a:pt x="2757" y="210"/>
                  </a:cubicBezTo>
                  <a:cubicBezTo>
                    <a:pt x="2757" y="217"/>
                    <a:pt x="2763" y="223"/>
                    <a:pt x="2770" y="223"/>
                  </a:cubicBezTo>
                  <a:close/>
                  <a:moveTo>
                    <a:pt x="2809" y="262"/>
                  </a:moveTo>
                  <a:cubicBezTo>
                    <a:pt x="2816" y="262"/>
                    <a:pt x="2822" y="256"/>
                    <a:pt x="2822" y="249"/>
                  </a:cubicBezTo>
                  <a:cubicBezTo>
                    <a:pt x="2822" y="242"/>
                    <a:pt x="2816" y="236"/>
                    <a:pt x="2809" y="236"/>
                  </a:cubicBezTo>
                  <a:cubicBezTo>
                    <a:pt x="2802" y="236"/>
                    <a:pt x="2797" y="242"/>
                    <a:pt x="2797" y="249"/>
                  </a:cubicBezTo>
                  <a:cubicBezTo>
                    <a:pt x="2797" y="256"/>
                    <a:pt x="2802" y="262"/>
                    <a:pt x="2809" y="262"/>
                  </a:cubicBezTo>
                  <a:close/>
                  <a:moveTo>
                    <a:pt x="2849" y="262"/>
                  </a:moveTo>
                  <a:cubicBezTo>
                    <a:pt x="2856" y="262"/>
                    <a:pt x="2861" y="256"/>
                    <a:pt x="2861" y="249"/>
                  </a:cubicBezTo>
                  <a:cubicBezTo>
                    <a:pt x="2861" y="242"/>
                    <a:pt x="2856" y="236"/>
                    <a:pt x="2849" y="236"/>
                  </a:cubicBezTo>
                  <a:cubicBezTo>
                    <a:pt x="2842" y="236"/>
                    <a:pt x="2836" y="242"/>
                    <a:pt x="2836" y="249"/>
                  </a:cubicBezTo>
                  <a:cubicBezTo>
                    <a:pt x="2836" y="256"/>
                    <a:pt x="2842" y="262"/>
                    <a:pt x="2849" y="262"/>
                  </a:cubicBezTo>
                  <a:close/>
                  <a:moveTo>
                    <a:pt x="2888" y="262"/>
                  </a:moveTo>
                  <a:cubicBezTo>
                    <a:pt x="2895" y="262"/>
                    <a:pt x="2901" y="256"/>
                    <a:pt x="2901" y="249"/>
                  </a:cubicBezTo>
                  <a:cubicBezTo>
                    <a:pt x="2901" y="242"/>
                    <a:pt x="2895" y="236"/>
                    <a:pt x="2888" y="236"/>
                  </a:cubicBezTo>
                  <a:cubicBezTo>
                    <a:pt x="2881" y="236"/>
                    <a:pt x="2875" y="242"/>
                    <a:pt x="2875" y="249"/>
                  </a:cubicBezTo>
                  <a:cubicBezTo>
                    <a:pt x="2875" y="256"/>
                    <a:pt x="2881" y="262"/>
                    <a:pt x="2888" y="262"/>
                  </a:cubicBezTo>
                  <a:close/>
                  <a:moveTo>
                    <a:pt x="2928" y="262"/>
                  </a:moveTo>
                  <a:cubicBezTo>
                    <a:pt x="2935" y="262"/>
                    <a:pt x="2940" y="256"/>
                    <a:pt x="2940" y="249"/>
                  </a:cubicBezTo>
                  <a:cubicBezTo>
                    <a:pt x="2940" y="242"/>
                    <a:pt x="2935" y="236"/>
                    <a:pt x="2928" y="236"/>
                  </a:cubicBezTo>
                  <a:cubicBezTo>
                    <a:pt x="2921" y="236"/>
                    <a:pt x="2915" y="242"/>
                    <a:pt x="2915" y="249"/>
                  </a:cubicBezTo>
                  <a:cubicBezTo>
                    <a:pt x="2915" y="256"/>
                    <a:pt x="2921" y="262"/>
                    <a:pt x="2928" y="262"/>
                  </a:cubicBezTo>
                  <a:close/>
                  <a:moveTo>
                    <a:pt x="2967" y="262"/>
                  </a:moveTo>
                  <a:cubicBezTo>
                    <a:pt x="2974" y="262"/>
                    <a:pt x="2980" y="256"/>
                    <a:pt x="2980" y="249"/>
                  </a:cubicBezTo>
                  <a:cubicBezTo>
                    <a:pt x="2980" y="242"/>
                    <a:pt x="2974" y="236"/>
                    <a:pt x="2967" y="236"/>
                  </a:cubicBezTo>
                  <a:cubicBezTo>
                    <a:pt x="2960" y="236"/>
                    <a:pt x="2954" y="242"/>
                    <a:pt x="2954" y="249"/>
                  </a:cubicBezTo>
                  <a:cubicBezTo>
                    <a:pt x="2954" y="256"/>
                    <a:pt x="2960" y="262"/>
                    <a:pt x="2967" y="262"/>
                  </a:cubicBezTo>
                  <a:close/>
                  <a:moveTo>
                    <a:pt x="3006" y="262"/>
                  </a:moveTo>
                  <a:cubicBezTo>
                    <a:pt x="3013" y="262"/>
                    <a:pt x="3019" y="256"/>
                    <a:pt x="3019" y="249"/>
                  </a:cubicBezTo>
                  <a:cubicBezTo>
                    <a:pt x="3019" y="242"/>
                    <a:pt x="3013" y="236"/>
                    <a:pt x="3006" y="236"/>
                  </a:cubicBezTo>
                  <a:cubicBezTo>
                    <a:pt x="2999" y="236"/>
                    <a:pt x="2994" y="242"/>
                    <a:pt x="2994" y="249"/>
                  </a:cubicBezTo>
                  <a:cubicBezTo>
                    <a:pt x="2994" y="256"/>
                    <a:pt x="2999" y="262"/>
                    <a:pt x="3006" y="262"/>
                  </a:cubicBezTo>
                  <a:close/>
                  <a:moveTo>
                    <a:pt x="3046" y="262"/>
                  </a:moveTo>
                  <a:cubicBezTo>
                    <a:pt x="3053" y="262"/>
                    <a:pt x="3059" y="256"/>
                    <a:pt x="3059" y="249"/>
                  </a:cubicBezTo>
                  <a:cubicBezTo>
                    <a:pt x="3059" y="242"/>
                    <a:pt x="3053" y="237"/>
                    <a:pt x="3046" y="237"/>
                  </a:cubicBezTo>
                  <a:cubicBezTo>
                    <a:pt x="3039" y="237"/>
                    <a:pt x="3033" y="242"/>
                    <a:pt x="3033" y="249"/>
                  </a:cubicBezTo>
                  <a:cubicBezTo>
                    <a:pt x="3033" y="256"/>
                    <a:pt x="3039" y="262"/>
                    <a:pt x="3046" y="262"/>
                  </a:cubicBezTo>
                  <a:close/>
                  <a:moveTo>
                    <a:pt x="3085" y="262"/>
                  </a:moveTo>
                  <a:cubicBezTo>
                    <a:pt x="3092" y="262"/>
                    <a:pt x="3098" y="256"/>
                    <a:pt x="3098" y="249"/>
                  </a:cubicBezTo>
                  <a:cubicBezTo>
                    <a:pt x="3098" y="242"/>
                    <a:pt x="3092" y="236"/>
                    <a:pt x="3085" y="236"/>
                  </a:cubicBezTo>
                  <a:cubicBezTo>
                    <a:pt x="3078" y="236"/>
                    <a:pt x="3073" y="242"/>
                    <a:pt x="3073" y="249"/>
                  </a:cubicBezTo>
                  <a:cubicBezTo>
                    <a:pt x="3073" y="256"/>
                    <a:pt x="3078" y="262"/>
                    <a:pt x="3085" y="262"/>
                  </a:cubicBezTo>
                  <a:close/>
                  <a:moveTo>
                    <a:pt x="3125" y="262"/>
                  </a:moveTo>
                  <a:cubicBezTo>
                    <a:pt x="3132" y="262"/>
                    <a:pt x="3137" y="256"/>
                    <a:pt x="3137" y="249"/>
                  </a:cubicBezTo>
                  <a:cubicBezTo>
                    <a:pt x="3137" y="242"/>
                    <a:pt x="3132" y="236"/>
                    <a:pt x="3125" y="236"/>
                  </a:cubicBezTo>
                  <a:cubicBezTo>
                    <a:pt x="3118" y="236"/>
                    <a:pt x="3112" y="242"/>
                    <a:pt x="3112" y="249"/>
                  </a:cubicBezTo>
                  <a:cubicBezTo>
                    <a:pt x="3112" y="256"/>
                    <a:pt x="3118" y="262"/>
                    <a:pt x="3125" y="262"/>
                  </a:cubicBezTo>
                  <a:close/>
                  <a:moveTo>
                    <a:pt x="3164" y="262"/>
                  </a:moveTo>
                  <a:cubicBezTo>
                    <a:pt x="3171" y="262"/>
                    <a:pt x="3177" y="256"/>
                    <a:pt x="3177" y="249"/>
                  </a:cubicBezTo>
                  <a:cubicBezTo>
                    <a:pt x="3177" y="242"/>
                    <a:pt x="3171" y="236"/>
                    <a:pt x="3164" y="236"/>
                  </a:cubicBezTo>
                  <a:cubicBezTo>
                    <a:pt x="3157" y="236"/>
                    <a:pt x="3151" y="242"/>
                    <a:pt x="3151" y="249"/>
                  </a:cubicBezTo>
                  <a:cubicBezTo>
                    <a:pt x="3151" y="256"/>
                    <a:pt x="3157" y="262"/>
                    <a:pt x="3164" y="262"/>
                  </a:cubicBezTo>
                  <a:close/>
                  <a:moveTo>
                    <a:pt x="3204" y="262"/>
                  </a:moveTo>
                  <a:cubicBezTo>
                    <a:pt x="3211" y="262"/>
                    <a:pt x="3216" y="256"/>
                    <a:pt x="3216" y="249"/>
                  </a:cubicBezTo>
                  <a:cubicBezTo>
                    <a:pt x="3216" y="242"/>
                    <a:pt x="3211" y="236"/>
                    <a:pt x="3204" y="236"/>
                  </a:cubicBezTo>
                  <a:cubicBezTo>
                    <a:pt x="3197" y="236"/>
                    <a:pt x="3191" y="242"/>
                    <a:pt x="3191" y="249"/>
                  </a:cubicBezTo>
                  <a:cubicBezTo>
                    <a:pt x="3191" y="256"/>
                    <a:pt x="3197" y="262"/>
                    <a:pt x="3204" y="262"/>
                  </a:cubicBezTo>
                  <a:close/>
                  <a:moveTo>
                    <a:pt x="3282" y="262"/>
                  </a:moveTo>
                  <a:cubicBezTo>
                    <a:pt x="3289" y="262"/>
                    <a:pt x="3295" y="256"/>
                    <a:pt x="3295" y="249"/>
                  </a:cubicBezTo>
                  <a:cubicBezTo>
                    <a:pt x="3295" y="242"/>
                    <a:pt x="3289" y="236"/>
                    <a:pt x="3282" y="236"/>
                  </a:cubicBezTo>
                  <a:cubicBezTo>
                    <a:pt x="3275" y="236"/>
                    <a:pt x="3270" y="242"/>
                    <a:pt x="3270" y="249"/>
                  </a:cubicBezTo>
                  <a:cubicBezTo>
                    <a:pt x="3270" y="256"/>
                    <a:pt x="3275" y="262"/>
                    <a:pt x="3282" y="262"/>
                  </a:cubicBezTo>
                  <a:close/>
                  <a:moveTo>
                    <a:pt x="3519" y="262"/>
                  </a:moveTo>
                  <a:cubicBezTo>
                    <a:pt x="3526" y="262"/>
                    <a:pt x="3532" y="256"/>
                    <a:pt x="3532" y="249"/>
                  </a:cubicBezTo>
                  <a:cubicBezTo>
                    <a:pt x="3532" y="242"/>
                    <a:pt x="3526" y="236"/>
                    <a:pt x="3519" y="236"/>
                  </a:cubicBezTo>
                  <a:cubicBezTo>
                    <a:pt x="3512" y="236"/>
                    <a:pt x="3506" y="242"/>
                    <a:pt x="3506" y="249"/>
                  </a:cubicBezTo>
                  <a:cubicBezTo>
                    <a:pt x="3506" y="256"/>
                    <a:pt x="3512" y="262"/>
                    <a:pt x="3519" y="262"/>
                  </a:cubicBezTo>
                  <a:close/>
                  <a:moveTo>
                    <a:pt x="10" y="278"/>
                  </a:moveTo>
                  <a:cubicBezTo>
                    <a:pt x="4" y="278"/>
                    <a:pt x="0" y="283"/>
                    <a:pt x="0" y="289"/>
                  </a:cubicBezTo>
                  <a:cubicBezTo>
                    <a:pt x="0" y="295"/>
                    <a:pt x="4" y="299"/>
                    <a:pt x="10" y="299"/>
                  </a:cubicBezTo>
                  <a:cubicBezTo>
                    <a:pt x="16" y="299"/>
                    <a:pt x="21" y="295"/>
                    <a:pt x="21" y="289"/>
                  </a:cubicBezTo>
                  <a:cubicBezTo>
                    <a:pt x="21" y="283"/>
                    <a:pt x="16" y="278"/>
                    <a:pt x="10" y="278"/>
                  </a:cubicBezTo>
                  <a:close/>
                  <a:moveTo>
                    <a:pt x="50" y="301"/>
                  </a:moveTo>
                  <a:cubicBezTo>
                    <a:pt x="57" y="301"/>
                    <a:pt x="62" y="296"/>
                    <a:pt x="62" y="289"/>
                  </a:cubicBezTo>
                  <a:cubicBezTo>
                    <a:pt x="62" y="282"/>
                    <a:pt x="57" y="276"/>
                    <a:pt x="50" y="276"/>
                  </a:cubicBezTo>
                  <a:cubicBezTo>
                    <a:pt x="43" y="276"/>
                    <a:pt x="37" y="282"/>
                    <a:pt x="37" y="289"/>
                  </a:cubicBezTo>
                  <a:cubicBezTo>
                    <a:pt x="37" y="296"/>
                    <a:pt x="43" y="301"/>
                    <a:pt x="50" y="301"/>
                  </a:cubicBezTo>
                  <a:close/>
                  <a:moveTo>
                    <a:pt x="89" y="301"/>
                  </a:moveTo>
                  <a:cubicBezTo>
                    <a:pt x="96" y="301"/>
                    <a:pt x="102" y="296"/>
                    <a:pt x="102" y="289"/>
                  </a:cubicBezTo>
                  <a:cubicBezTo>
                    <a:pt x="102" y="282"/>
                    <a:pt x="96" y="276"/>
                    <a:pt x="89" y="276"/>
                  </a:cubicBezTo>
                  <a:cubicBezTo>
                    <a:pt x="82" y="276"/>
                    <a:pt x="76" y="282"/>
                    <a:pt x="76" y="289"/>
                  </a:cubicBezTo>
                  <a:cubicBezTo>
                    <a:pt x="76" y="296"/>
                    <a:pt x="82" y="301"/>
                    <a:pt x="89" y="301"/>
                  </a:cubicBezTo>
                  <a:close/>
                  <a:moveTo>
                    <a:pt x="128" y="301"/>
                  </a:moveTo>
                  <a:cubicBezTo>
                    <a:pt x="136" y="301"/>
                    <a:pt x="141" y="296"/>
                    <a:pt x="141" y="289"/>
                  </a:cubicBezTo>
                  <a:cubicBezTo>
                    <a:pt x="141" y="282"/>
                    <a:pt x="136" y="276"/>
                    <a:pt x="128" y="276"/>
                  </a:cubicBezTo>
                  <a:cubicBezTo>
                    <a:pt x="121" y="276"/>
                    <a:pt x="116" y="282"/>
                    <a:pt x="116" y="289"/>
                  </a:cubicBezTo>
                  <a:cubicBezTo>
                    <a:pt x="116" y="296"/>
                    <a:pt x="121" y="301"/>
                    <a:pt x="128" y="301"/>
                  </a:cubicBezTo>
                  <a:close/>
                  <a:moveTo>
                    <a:pt x="168" y="301"/>
                  </a:moveTo>
                  <a:cubicBezTo>
                    <a:pt x="175" y="301"/>
                    <a:pt x="181" y="296"/>
                    <a:pt x="181" y="289"/>
                  </a:cubicBezTo>
                  <a:cubicBezTo>
                    <a:pt x="181" y="282"/>
                    <a:pt x="175" y="276"/>
                    <a:pt x="168" y="276"/>
                  </a:cubicBezTo>
                  <a:cubicBezTo>
                    <a:pt x="161" y="276"/>
                    <a:pt x="155" y="282"/>
                    <a:pt x="155" y="289"/>
                  </a:cubicBezTo>
                  <a:cubicBezTo>
                    <a:pt x="155" y="296"/>
                    <a:pt x="161" y="301"/>
                    <a:pt x="168" y="301"/>
                  </a:cubicBezTo>
                  <a:close/>
                  <a:moveTo>
                    <a:pt x="207" y="301"/>
                  </a:moveTo>
                  <a:cubicBezTo>
                    <a:pt x="214" y="301"/>
                    <a:pt x="220" y="296"/>
                    <a:pt x="220" y="289"/>
                  </a:cubicBezTo>
                  <a:cubicBezTo>
                    <a:pt x="220" y="282"/>
                    <a:pt x="214" y="276"/>
                    <a:pt x="207" y="276"/>
                  </a:cubicBezTo>
                  <a:cubicBezTo>
                    <a:pt x="200" y="276"/>
                    <a:pt x="195" y="282"/>
                    <a:pt x="195" y="289"/>
                  </a:cubicBezTo>
                  <a:cubicBezTo>
                    <a:pt x="195" y="296"/>
                    <a:pt x="200" y="301"/>
                    <a:pt x="207" y="301"/>
                  </a:cubicBezTo>
                  <a:close/>
                  <a:moveTo>
                    <a:pt x="247" y="301"/>
                  </a:moveTo>
                  <a:cubicBezTo>
                    <a:pt x="254" y="301"/>
                    <a:pt x="259" y="296"/>
                    <a:pt x="259" y="289"/>
                  </a:cubicBezTo>
                  <a:cubicBezTo>
                    <a:pt x="259" y="282"/>
                    <a:pt x="254" y="276"/>
                    <a:pt x="247" y="276"/>
                  </a:cubicBezTo>
                  <a:cubicBezTo>
                    <a:pt x="240" y="276"/>
                    <a:pt x="234" y="282"/>
                    <a:pt x="234" y="289"/>
                  </a:cubicBezTo>
                  <a:cubicBezTo>
                    <a:pt x="234" y="296"/>
                    <a:pt x="240" y="301"/>
                    <a:pt x="247" y="301"/>
                  </a:cubicBezTo>
                  <a:close/>
                  <a:moveTo>
                    <a:pt x="286" y="301"/>
                  </a:moveTo>
                  <a:cubicBezTo>
                    <a:pt x="293" y="301"/>
                    <a:pt x="299" y="296"/>
                    <a:pt x="299" y="289"/>
                  </a:cubicBezTo>
                  <a:cubicBezTo>
                    <a:pt x="299" y="282"/>
                    <a:pt x="293" y="276"/>
                    <a:pt x="286" y="276"/>
                  </a:cubicBezTo>
                  <a:cubicBezTo>
                    <a:pt x="279" y="276"/>
                    <a:pt x="273" y="282"/>
                    <a:pt x="273" y="289"/>
                  </a:cubicBezTo>
                  <a:cubicBezTo>
                    <a:pt x="273" y="296"/>
                    <a:pt x="279" y="301"/>
                    <a:pt x="286" y="301"/>
                  </a:cubicBezTo>
                  <a:close/>
                  <a:moveTo>
                    <a:pt x="326" y="301"/>
                  </a:moveTo>
                  <a:cubicBezTo>
                    <a:pt x="333" y="301"/>
                    <a:pt x="338" y="296"/>
                    <a:pt x="338" y="289"/>
                  </a:cubicBezTo>
                  <a:cubicBezTo>
                    <a:pt x="338" y="282"/>
                    <a:pt x="333" y="276"/>
                    <a:pt x="326" y="276"/>
                  </a:cubicBezTo>
                  <a:cubicBezTo>
                    <a:pt x="319" y="276"/>
                    <a:pt x="313" y="282"/>
                    <a:pt x="313" y="289"/>
                  </a:cubicBezTo>
                  <a:cubicBezTo>
                    <a:pt x="313" y="296"/>
                    <a:pt x="319" y="301"/>
                    <a:pt x="326" y="301"/>
                  </a:cubicBezTo>
                  <a:close/>
                  <a:moveTo>
                    <a:pt x="365" y="301"/>
                  </a:moveTo>
                  <a:cubicBezTo>
                    <a:pt x="372" y="301"/>
                    <a:pt x="378" y="296"/>
                    <a:pt x="378" y="289"/>
                  </a:cubicBezTo>
                  <a:cubicBezTo>
                    <a:pt x="378" y="282"/>
                    <a:pt x="372" y="276"/>
                    <a:pt x="365" y="276"/>
                  </a:cubicBezTo>
                  <a:cubicBezTo>
                    <a:pt x="358" y="276"/>
                    <a:pt x="352" y="282"/>
                    <a:pt x="352" y="289"/>
                  </a:cubicBezTo>
                  <a:cubicBezTo>
                    <a:pt x="352" y="296"/>
                    <a:pt x="358" y="301"/>
                    <a:pt x="365" y="301"/>
                  </a:cubicBezTo>
                  <a:close/>
                  <a:moveTo>
                    <a:pt x="404" y="301"/>
                  </a:moveTo>
                  <a:cubicBezTo>
                    <a:pt x="411" y="301"/>
                    <a:pt x="417" y="296"/>
                    <a:pt x="417" y="289"/>
                  </a:cubicBezTo>
                  <a:cubicBezTo>
                    <a:pt x="417" y="282"/>
                    <a:pt x="411" y="276"/>
                    <a:pt x="404" y="276"/>
                  </a:cubicBezTo>
                  <a:cubicBezTo>
                    <a:pt x="397" y="276"/>
                    <a:pt x="392" y="282"/>
                    <a:pt x="392" y="289"/>
                  </a:cubicBezTo>
                  <a:cubicBezTo>
                    <a:pt x="392" y="296"/>
                    <a:pt x="397" y="301"/>
                    <a:pt x="404" y="301"/>
                  </a:cubicBezTo>
                  <a:close/>
                  <a:moveTo>
                    <a:pt x="444" y="301"/>
                  </a:moveTo>
                  <a:cubicBezTo>
                    <a:pt x="451" y="301"/>
                    <a:pt x="457" y="296"/>
                    <a:pt x="457" y="289"/>
                  </a:cubicBezTo>
                  <a:cubicBezTo>
                    <a:pt x="457" y="282"/>
                    <a:pt x="451" y="276"/>
                    <a:pt x="444" y="276"/>
                  </a:cubicBezTo>
                  <a:cubicBezTo>
                    <a:pt x="437" y="276"/>
                    <a:pt x="431" y="282"/>
                    <a:pt x="431" y="289"/>
                  </a:cubicBezTo>
                  <a:cubicBezTo>
                    <a:pt x="431" y="296"/>
                    <a:pt x="437" y="301"/>
                    <a:pt x="444" y="301"/>
                  </a:cubicBezTo>
                  <a:close/>
                  <a:moveTo>
                    <a:pt x="483" y="301"/>
                  </a:moveTo>
                  <a:cubicBezTo>
                    <a:pt x="490" y="301"/>
                    <a:pt x="496" y="296"/>
                    <a:pt x="496" y="289"/>
                  </a:cubicBezTo>
                  <a:cubicBezTo>
                    <a:pt x="496" y="282"/>
                    <a:pt x="490" y="276"/>
                    <a:pt x="483" y="276"/>
                  </a:cubicBezTo>
                  <a:cubicBezTo>
                    <a:pt x="476" y="276"/>
                    <a:pt x="471" y="282"/>
                    <a:pt x="471" y="289"/>
                  </a:cubicBezTo>
                  <a:cubicBezTo>
                    <a:pt x="471" y="296"/>
                    <a:pt x="476" y="301"/>
                    <a:pt x="483" y="301"/>
                  </a:cubicBezTo>
                  <a:close/>
                  <a:moveTo>
                    <a:pt x="523" y="301"/>
                  </a:moveTo>
                  <a:cubicBezTo>
                    <a:pt x="530" y="301"/>
                    <a:pt x="535" y="296"/>
                    <a:pt x="535" y="289"/>
                  </a:cubicBezTo>
                  <a:cubicBezTo>
                    <a:pt x="535" y="282"/>
                    <a:pt x="530" y="276"/>
                    <a:pt x="523" y="276"/>
                  </a:cubicBezTo>
                  <a:cubicBezTo>
                    <a:pt x="516" y="276"/>
                    <a:pt x="510" y="282"/>
                    <a:pt x="510" y="289"/>
                  </a:cubicBezTo>
                  <a:cubicBezTo>
                    <a:pt x="510" y="296"/>
                    <a:pt x="516" y="301"/>
                    <a:pt x="523" y="301"/>
                  </a:cubicBezTo>
                  <a:close/>
                  <a:moveTo>
                    <a:pt x="562" y="301"/>
                  </a:moveTo>
                  <a:cubicBezTo>
                    <a:pt x="569" y="301"/>
                    <a:pt x="575" y="296"/>
                    <a:pt x="575" y="289"/>
                  </a:cubicBezTo>
                  <a:cubicBezTo>
                    <a:pt x="575" y="282"/>
                    <a:pt x="569" y="276"/>
                    <a:pt x="562" y="276"/>
                  </a:cubicBezTo>
                  <a:cubicBezTo>
                    <a:pt x="555" y="276"/>
                    <a:pt x="549" y="282"/>
                    <a:pt x="549" y="289"/>
                  </a:cubicBezTo>
                  <a:cubicBezTo>
                    <a:pt x="549" y="296"/>
                    <a:pt x="555" y="301"/>
                    <a:pt x="562" y="301"/>
                  </a:cubicBezTo>
                  <a:close/>
                  <a:moveTo>
                    <a:pt x="641" y="301"/>
                  </a:moveTo>
                  <a:cubicBezTo>
                    <a:pt x="648" y="301"/>
                    <a:pt x="654" y="296"/>
                    <a:pt x="654" y="289"/>
                  </a:cubicBezTo>
                  <a:cubicBezTo>
                    <a:pt x="654" y="282"/>
                    <a:pt x="648" y="276"/>
                    <a:pt x="641" y="276"/>
                  </a:cubicBezTo>
                  <a:cubicBezTo>
                    <a:pt x="634" y="276"/>
                    <a:pt x="628" y="282"/>
                    <a:pt x="628" y="289"/>
                  </a:cubicBezTo>
                  <a:cubicBezTo>
                    <a:pt x="628" y="296"/>
                    <a:pt x="634" y="301"/>
                    <a:pt x="641" y="301"/>
                  </a:cubicBezTo>
                  <a:close/>
                  <a:moveTo>
                    <a:pt x="720" y="301"/>
                  </a:moveTo>
                  <a:cubicBezTo>
                    <a:pt x="727" y="301"/>
                    <a:pt x="733" y="296"/>
                    <a:pt x="733" y="289"/>
                  </a:cubicBezTo>
                  <a:cubicBezTo>
                    <a:pt x="733" y="282"/>
                    <a:pt x="727" y="276"/>
                    <a:pt x="720" y="276"/>
                  </a:cubicBezTo>
                  <a:cubicBezTo>
                    <a:pt x="713" y="276"/>
                    <a:pt x="707" y="282"/>
                    <a:pt x="707" y="289"/>
                  </a:cubicBezTo>
                  <a:cubicBezTo>
                    <a:pt x="707" y="296"/>
                    <a:pt x="713" y="301"/>
                    <a:pt x="720" y="301"/>
                  </a:cubicBezTo>
                  <a:close/>
                  <a:moveTo>
                    <a:pt x="759" y="301"/>
                  </a:moveTo>
                  <a:cubicBezTo>
                    <a:pt x="766" y="301"/>
                    <a:pt x="772" y="296"/>
                    <a:pt x="772" y="289"/>
                  </a:cubicBezTo>
                  <a:cubicBezTo>
                    <a:pt x="772" y="282"/>
                    <a:pt x="766" y="276"/>
                    <a:pt x="759" y="276"/>
                  </a:cubicBezTo>
                  <a:cubicBezTo>
                    <a:pt x="752" y="276"/>
                    <a:pt x="747" y="282"/>
                    <a:pt x="747" y="289"/>
                  </a:cubicBezTo>
                  <a:cubicBezTo>
                    <a:pt x="747" y="296"/>
                    <a:pt x="752" y="301"/>
                    <a:pt x="759" y="301"/>
                  </a:cubicBezTo>
                  <a:close/>
                  <a:moveTo>
                    <a:pt x="786" y="289"/>
                  </a:moveTo>
                  <a:cubicBezTo>
                    <a:pt x="786" y="296"/>
                    <a:pt x="792" y="301"/>
                    <a:pt x="799" y="301"/>
                  </a:cubicBezTo>
                  <a:cubicBezTo>
                    <a:pt x="806" y="301"/>
                    <a:pt x="811" y="296"/>
                    <a:pt x="811" y="289"/>
                  </a:cubicBezTo>
                  <a:cubicBezTo>
                    <a:pt x="811" y="282"/>
                    <a:pt x="806" y="276"/>
                    <a:pt x="799" y="276"/>
                  </a:cubicBezTo>
                  <a:cubicBezTo>
                    <a:pt x="792" y="276"/>
                    <a:pt x="786" y="282"/>
                    <a:pt x="786" y="289"/>
                  </a:cubicBezTo>
                  <a:close/>
                  <a:moveTo>
                    <a:pt x="838" y="301"/>
                  </a:moveTo>
                  <a:cubicBezTo>
                    <a:pt x="845" y="301"/>
                    <a:pt x="851" y="296"/>
                    <a:pt x="851" y="289"/>
                  </a:cubicBezTo>
                  <a:cubicBezTo>
                    <a:pt x="851" y="282"/>
                    <a:pt x="845" y="276"/>
                    <a:pt x="838" y="276"/>
                  </a:cubicBezTo>
                  <a:cubicBezTo>
                    <a:pt x="831" y="276"/>
                    <a:pt x="825" y="282"/>
                    <a:pt x="825" y="289"/>
                  </a:cubicBezTo>
                  <a:cubicBezTo>
                    <a:pt x="825" y="296"/>
                    <a:pt x="831" y="301"/>
                    <a:pt x="838" y="301"/>
                  </a:cubicBezTo>
                  <a:close/>
                  <a:moveTo>
                    <a:pt x="956" y="301"/>
                  </a:moveTo>
                  <a:cubicBezTo>
                    <a:pt x="963" y="301"/>
                    <a:pt x="969" y="296"/>
                    <a:pt x="969" y="289"/>
                  </a:cubicBezTo>
                  <a:cubicBezTo>
                    <a:pt x="969" y="282"/>
                    <a:pt x="963" y="276"/>
                    <a:pt x="956" y="276"/>
                  </a:cubicBezTo>
                  <a:cubicBezTo>
                    <a:pt x="949" y="276"/>
                    <a:pt x="944" y="282"/>
                    <a:pt x="944" y="289"/>
                  </a:cubicBezTo>
                  <a:cubicBezTo>
                    <a:pt x="944" y="296"/>
                    <a:pt x="949" y="301"/>
                    <a:pt x="956" y="301"/>
                  </a:cubicBezTo>
                  <a:close/>
                  <a:moveTo>
                    <a:pt x="996" y="301"/>
                  </a:moveTo>
                  <a:cubicBezTo>
                    <a:pt x="1003" y="301"/>
                    <a:pt x="1009" y="296"/>
                    <a:pt x="1009" y="289"/>
                  </a:cubicBezTo>
                  <a:cubicBezTo>
                    <a:pt x="1009" y="282"/>
                    <a:pt x="1003" y="276"/>
                    <a:pt x="996" y="276"/>
                  </a:cubicBezTo>
                  <a:cubicBezTo>
                    <a:pt x="989" y="276"/>
                    <a:pt x="983" y="282"/>
                    <a:pt x="983" y="289"/>
                  </a:cubicBezTo>
                  <a:cubicBezTo>
                    <a:pt x="983" y="296"/>
                    <a:pt x="989" y="301"/>
                    <a:pt x="996" y="301"/>
                  </a:cubicBezTo>
                  <a:close/>
                  <a:moveTo>
                    <a:pt x="1193" y="301"/>
                  </a:moveTo>
                  <a:cubicBezTo>
                    <a:pt x="1200" y="301"/>
                    <a:pt x="1206" y="296"/>
                    <a:pt x="1206" y="289"/>
                  </a:cubicBezTo>
                  <a:cubicBezTo>
                    <a:pt x="1206" y="282"/>
                    <a:pt x="1200" y="276"/>
                    <a:pt x="1193" y="276"/>
                  </a:cubicBezTo>
                  <a:cubicBezTo>
                    <a:pt x="1186" y="276"/>
                    <a:pt x="1180" y="282"/>
                    <a:pt x="1180" y="289"/>
                  </a:cubicBezTo>
                  <a:cubicBezTo>
                    <a:pt x="1180" y="296"/>
                    <a:pt x="1186" y="301"/>
                    <a:pt x="1193" y="301"/>
                  </a:cubicBezTo>
                  <a:close/>
                  <a:moveTo>
                    <a:pt x="1232" y="301"/>
                  </a:moveTo>
                  <a:cubicBezTo>
                    <a:pt x="1239" y="301"/>
                    <a:pt x="1245" y="296"/>
                    <a:pt x="1245" y="289"/>
                  </a:cubicBezTo>
                  <a:cubicBezTo>
                    <a:pt x="1245" y="282"/>
                    <a:pt x="1239" y="276"/>
                    <a:pt x="1232" y="276"/>
                  </a:cubicBezTo>
                  <a:cubicBezTo>
                    <a:pt x="1225" y="276"/>
                    <a:pt x="1220" y="282"/>
                    <a:pt x="1220" y="289"/>
                  </a:cubicBezTo>
                  <a:cubicBezTo>
                    <a:pt x="1220" y="296"/>
                    <a:pt x="1225" y="301"/>
                    <a:pt x="1232" y="301"/>
                  </a:cubicBezTo>
                  <a:close/>
                  <a:moveTo>
                    <a:pt x="1272" y="301"/>
                  </a:moveTo>
                  <a:cubicBezTo>
                    <a:pt x="1279" y="301"/>
                    <a:pt x="1285" y="296"/>
                    <a:pt x="1285" y="289"/>
                  </a:cubicBezTo>
                  <a:cubicBezTo>
                    <a:pt x="1285" y="282"/>
                    <a:pt x="1279" y="276"/>
                    <a:pt x="1272" y="276"/>
                  </a:cubicBezTo>
                  <a:cubicBezTo>
                    <a:pt x="1265" y="276"/>
                    <a:pt x="1259" y="282"/>
                    <a:pt x="1259" y="289"/>
                  </a:cubicBezTo>
                  <a:cubicBezTo>
                    <a:pt x="1259" y="296"/>
                    <a:pt x="1265" y="301"/>
                    <a:pt x="1272" y="301"/>
                  </a:cubicBezTo>
                  <a:close/>
                  <a:moveTo>
                    <a:pt x="1311" y="301"/>
                  </a:moveTo>
                  <a:cubicBezTo>
                    <a:pt x="1318" y="301"/>
                    <a:pt x="1324" y="296"/>
                    <a:pt x="1324" y="289"/>
                  </a:cubicBezTo>
                  <a:cubicBezTo>
                    <a:pt x="1324" y="282"/>
                    <a:pt x="1318" y="276"/>
                    <a:pt x="1311" y="276"/>
                  </a:cubicBezTo>
                  <a:cubicBezTo>
                    <a:pt x="1304" y="276"/>
                    <a:pt x="1298" y="282"/>
                    <a:pt x="1298" y="289"/>
                  </a:cubicBezTo>
                  <a:cubicBezTo>
                    <a:pt x="1298" y="296"/>
                    <a:pt x="1304" y="301"/>
                    <a:pt x="1311" y="301"/>
                  </a:cubicBezTo>
                  <a:close/>
                  <a:moveTo>
                    <a:pt x="1351" y="276"/>
                  </a:moveTo>
                  <a:cubicBezTo>
                    <a:pt x="1344" y="276"/>
                    <a:pt x="1338" y="282"/>
                    <a:pt x="1338" y="289"/>
                  </a:cubicBezTo>
                  <a:cubicBezTo>
                    <a:pt x="1338" y="296"/>
                    <a:pt x="1344" y="301"/>
                    <a:pt x="1351" y="301"/>
                  </a:cubicBezTo>
                  <a:cubicBezTo>
                    <a:pt x="1358" y="301"/>
                    <a:pt x="1363" y="296"/>
                    <a:pt x="1363" y="289"/>
                  </a:cubicBezTo>
                  <a:cubicBezTo>
                    <a:pt x="1363" y="282"/>
                    <a:pt x="1358" y="276"/>
                    <a:pt x="1351" y="276"/>
                  </a:cubicBezTo>
                  <a:close/>
                  <a:moveTo>
                    <a:pt x="1390" y="276"/>
                  </a:moveTo>
                  <a:cubicBezTo>
                    <a:pt x="1383" y="276"/>
                    <a:pt x="1377" y="282"/>
                    <a:pt x="1377" y="289"/>
                  </a:cubicBezTo>
                  <a:cubicBezTo>
                    <a:pt x="1377" y="296"/>
                    <a:pt x="1383" y="301"/>
                    <a:pt x="1390" y="301"/>
                  </a:cubicBezTo>
                  <a:cubicBezTo>
                    <a:pt x="1397" y="301"/>
                    <a:pt x="1403" y="296"/>
                    <a:pt x="1403" y="289"/>
                  </a:cubicBezTo>
                  <a:cubicBezTo>
                    <a:pt x="1403" y="282"/>
                    <a:pt x="1397" y="276"/>
                    <a:pt x="1390" y="276"/>
                  </a:cubicBezTo>
                  <a:close/>
                  <a:moveTo>
                    <a:pt x="1429" y="276"/>
                  </a:moveTo>
                  <a:cubicBezTo>
                    <a:pt x="1422" y="276"/>
                    <a:pt x="1417" y="282"/>
                    <a:pt x="1417" y="289"/>
                  </a:cubicBezTo>
                  <a:cubicBezTo>
                    <a:pt x="1417" y="296"/>
                    <a:pt x="1422" y="301"/>
                    <a:pt x="1429" y="301"/>
                  </a:cubicBezTo>
                  <a:cubicBezTo>
                    <a:pt x="1437" y="301"/>
                    <a:pt x="1442" y="296"/>
                    <a:pt x="1442" y="289"/>
                  </a:cubicBezTo>
                  <a:cubicBezTo>
                    <a:pt x="1442" y="282"/>
                    <a:pt x="1437" y="276"/>
                    <a:pt x="1429" y="276"/>
                  </a:cubicBezTo>
                  <a:close/>
                  <a:moveTo>
                    <a:pt x="1859" y="289"/>
                  </a:moveTo>
                  <a:cubicBezTo>
                    <a:pt x="1859" y="291"/>
                    <a:pt x="1861" y="293"/>
                    <a:pt x="1863" y="293"/>
                  </a:cubicBezTo>
                  <a:cubicBezTo>
                    <a:pt x="1865" y="293"/>
                    <a:pt x="1867" y="291"/>
                    <a:pt x="1867" y="289"/>
                  </a:cubicBezTo>
                  <a:cubicBezTo>
                    <a:pt x="1867" y="286"/>
                    <a:pt x="1865" y="284"/>
                    <a:pt x="1863" y="284"/>
                  </a:cubicBezTo>
                  <a:cubicBezTo>
                    <a:pt x="1861" y="284"/>
                    <a:pt x="1859" y="286"/>
                    <a:pt x="1859" y="289"/>
                  </a:cubicBezTo>
                  <a:close/>
                  <a:moveTo>
                    <a:pt x="1903" y="301"/>
                  </a:moveTo>
                  <a:cubicBezTo>
                    <a:pt x="1910" y="301"/>
                    <a:pt x="1915" y="296"/>
                    <a:pt x="1915" y="289"/>
                  </a:cubicBezTo>
                  <a:cubicBezTo>
                    <a:pt x="1915" y="282"/>
                    <a:pt x="1910" y="276"/>
                    <a:pt x="1903" y="276"/>
                  </a:cubicBezTo>
                  <a:cubicBezTo>
                    <a:pt x="1896" y="276"/>
                    <a:pt x="1890" y="282"/>
                    <a:pt x="1890" y="289"/>
                  </a:cubicBezTo>
                  <a:cubicBezTo>
                    <a:pt x="1890" y="296"/>
                    <a:pt x="1896" y="301"/>
                    <a:pt x="1903" y="301"/>
                  </a:cubicBezTo>
                  <a:close/>
                  <a:moveTo>
                    <a:pt x="1942" y="301"/>
                  </a:moveTo>
                  <a:cubicBezTo>
                    <a:pt x="1949" y="301"/>
                    <a:pt x="1955" y="296"/>
                    <a:pt x="1955" y="289"/>
                  </a:cubicBezTo>
                  <a:cubicBezTo>
                    <a:pt x="1955" y="282"/>
                    <a:pt x="1949" y="276"/>
                    <a:pt x="1942" y="276"/>
                  </a:cubicBezTo>
                  <a:cubicBezTo>
                    <a:pt x="1935" y="276"/>
                    <a:pt x="1929" y="282"/>
                    <a:pt x="1929" y="289"/>
                  </a:cubicBezTo>
                  <a:cubicBezTo>
                    <a:pt x="1929" y="296"/>
                    <a:pt x="1935" y="301"/>
                    <a:pt x="1942" y="301"/>
                  </a:cubicBezTo>
                  <a:close/>
                  <a:moveTo>
                    <a:pt x="1981" y="301"/>
                  </a:moveTo>
                  <a:cubicBezTo>
                    <a:pt x="1988" y="301"/>
                    <a:pt x="1994" y="296"/>
                    <a:pt x="1994" y="289"/>
                  </a:cubicBezTo>
                  <a:cubicBezTo>
                    <a:pt x="1994" y="282"/>
                    <a:pt x="1988" y="276"/>
                    <a:pt x="1981" y="276"/>
                  </a:cubicBezTo>
                  <a:cubicBezTo>
                    <a:pt x="1974" y="276"/>
                    <a:pt x="1969" y="282"/>
                    <a:pt x="1969" y="289"/>
                  </a:cubicBezTo>
                  <a:cubicBezTo>
                    <a:pt x="1969" y="296"/>
                    <a:pt x="1974" y="301"/>
                    <a:pt x="1981" y="301"/>
                  </a:cubicBezTo>
                  <a:close/>
                  <a:moveTo>
                    <a:pt x="2021" y="301"/>
                  </a:moveTo>
                  <a:cubicBezTo>
                    <a:pt x="2028" y="301"/>
                    <a:pt x="2034" y="296"/>
                    <a:pt x="2034" y="289"/>
                  </a:cubicBezTo>
                  <a:cubicBezTo>
                    <a:pt x="2034" y="282"/>
                    <a:pt x="2028" y="276"/>
                    <a:pt x="2021" y="276"/>
                  </a:cubicBezTo>
                  <a:cubicBezTo>
                    <a:pt x="2014" y="276"/>
                    <a:pt x="2008" y="282"/>
                    <a:pt x="2008" y="289"/>
                  </a:cubicBezTo>
                  <a:cubicBezTo>
                    <a:pt x="2008" y="296"/>
                    <a:pt x="2014" y="301"/>
                    <a:pt x="2021" y="301"/>
                  </a:cubicBezTo>
                  <a:close/>
                  <a:moveTo>
                    <a:pt x="2060" y="301"/>
                  </a:moveTo>
                  <a:cubicBezTo>
                    <a:pt x="2067" y="301"/>
                    <a:pt x="2073" y="296"/>
                    <a:pt x="2073" y="289"/>
                  </a:cubicBezTo>
                  <a:cubicBezTo>
                    <a:pt x="2073" y="282"/>
                    <a:pt x="2067" y="276"/>
                    <a:pt x="2060" y="276"/>
                  </a:cubicBezTo>
                  <a:cubicBezTo>
                    <a:pt x="2053" y="276"/>
                    <a:pt x="2048" y="282"/>
                    <a:pt x="2048" y="289"/>
                  </a:cubicBezTo>
                  <a:cubicBezTo>
                    <a:pt x="2048" y="296"/>
                    <a:pt x="2053" y="301"/>
                    <a:pt x="2060" y="301"/>
                  </a:cubicBezTo>
                  <a:close/>
                  <a:moveTo>
                    <a:pt x="2288" y="289"/>
                  </a:moveTo>
                  <a:cubicBezTo>
                    <a:pt x="2288" y="293"/>
                    <a:pt x="2292" y="297"/>
                    <a:pt x="2297" y="297"/>
                  </a:cubicBezTo>
                  <a:cubicBezTo>
                    <a:pt x="2302" y="297"/>
                    <a:pt x="2305" y="293"/>
                    <a:pt x="2305" y="289"/>
                  </a:cubicBezTo>
                  <a:cubicBezTo>
                    <a:pt x="2305" y="284"/>
                    <a:pt x="2302" y="280"/>
                    <a:pt x="2297" y="280"/>
                  </a:cubicBezTo>
                  <a:cubicBezTo>
                    <a:pt x="2292" y="280"/>
                    <a:pt x="2288" y="284"/>
                    <a:pt x="2288" y="289"/>
                  </a:cubicBezTo>
                  <a:close/>
                  <a:moveTo>
                    <a:pt x="2336" y="301"/>
                  </a:moveTo>
                  <a:cubicBezTo>
                    <a:pt x="2343" y="301"/>
                    <a:pt x="2349" y="296"/>
                    <a:pt x="2349" y="289"/>
                  </a:cubicBezTo>
                  <a:cubicBezTo>
                    <a:pt x="2349" y="282"/>
                    <a:pt x="2343" y="276"/>
                    <a:pt x="2336" y="276"/>
                  </a:cubicBezTo>
                  <a:cubicBezTo>
                    <a:pt x="2329" y="276"/>
                    <a:pt x="2323" y="282"/>
                    <a:pt x="2323" y="289"/>
                  </a:cubicBezTo>
                  <a:cubicBezTo>
                    <a:pt x="2323" y="296"/>
                    <a:pt x="2329" y="301"/>
                    <a:pt x="2336" y="301"/>
                  </a:cubicBezTo>
                  <a:close/>
                  <a:moveTo>
                    <a:pt x="2415" y="301"/>
                  </a:moveTo>
                  <a:cubicBezTo>
                    <a:pt x="2422" y="301"/>
                    <a:pt x="2428" y="296"/>
                    <a:pt x="2428" y="289"/>
                  </a:cubicBezTo>
                  <a:cubicBezTo>
                    <a:pt x="2428" y="282"/>
                    <a:pt x="2422" y="276"/>
                    <a:pt x="2415" y="276"/>
                  </a:cubicBezTo>
                  <a:cubicBezTo>
                    <a:pt x="2408" y="276"/>
                    <a:pt x="2402" y="282"/>
                    <a:pt x="2402" y="289"/>
                  </a:cubicBezTo>
                  <a:cubicBezTo>
                    <a:pt x="2402" y="296"/>
                    <a:pt x="2408" y="301"/>
                    <a:pt x="2415" y="301"/>
                  </a:cubicBezTo>
                  <a:close/>
                  <a:moveTo>
                    <a:pt x="2494" y="301"/>
                  </a:moveTo>
                  <a:cubicBezTo>
                    <a:pt x="2501" y="301"/>
                    <a:pt x="2507" y="296"/>
                    <a:pt x="2507" y="289"/>
                  </a:cubicBezTo>
                  <a:cubicBezTo>
                    <a:pt x="2507" y="282"/>
                    <a:pt x="2501" y="276"/>
                    <a:pt x="2494" y="276"/>
                  </a:cubicBezTo>
                  <a:cubicBezTo>
                    <a:pt x="2487" y="276"/>
                    <a:pt x="2481" y="282"/>
                    <a:pt x="2481" y="289"/>
                  </a:cubicBezTo>
                  <a:cubicBezTo>
                    <a:pt x="2481" y="296"/>
                    <a:pt x="2487" y="301"/>
                    <a:pt x="2494" y="301"/>
                  </a:cubicBezTo>
                  <a:close/>
                  <a:moveTo>
                    <a:pt x="2533" y="301"/>
                  </a:moveTo>
                  <a:cubicBezTo>
                    <a:pt x="2540" y="301"/>
                    <a:pt x="2546" y="296"/>
                    <a:pt x="2546" y="289"/>
                  </a:cubicBezTo>
                  <a:cubicBezTo>
                    <a:pt x="2546" y="282"/>
                    <a:pt x="2540" y="276"/>
                    <a:pt x="2533" y="276"/>
                  </a:cubicBezTo>
                  <a:cubicBezTo>
                    <a:pt x="2526" y="276"/>
                    <a:pt x="2521" y="282"/>
                    <a:pt x="2521" y="289"/>
                  </a:cubicBezTo>
                  <a:cubicBezTo>
                    <a:pt x="2521" y="296"/>
                    <a:pt x="2526" y="301"/>
                    <a:pt x="2533" y="301"/>
                  </a:cubicBezTo>
                  <a:close/>
                  <a:moveTo>
                    <a:pt x="2573" y="301"/>
                  </a:moveTo>
                  <a:cubicBezTo>
                    <a:pt x="2580" y="301"/>
                    <a:pt x="2586" y="296"/>
                    <a:pt x="2586" y="289"/>
                  </a:cubicBezTo>
                  <a:cubicBezTo>
                    <a:pt x="2586" y="282"/>
                    <a:pt x="2580" y="276"/>
                    <a:pt x="2573" y="276"/>
                  </a:cubicBezTo>
                  <a:cubicBezTo>
                    <a:pt x="2566" y="276"/>
                    <a:pt x="2560" y="282"/>
                    <a:pt x="2560" y="289"/>
                  </a:cubicBezTo>
                  <a:cubicBezTo>
                    <a:pt x="2560" y="296"/>
                    <a:pt x="2566" y="301"/>
                    <a:pt x="2573" y="301"/>
                  </a:cubicBezTo>
                  <a:close/>
                  <a:moveTo>
                    <a:pt x="2612" y="301"/>
                  </a:moveTo>
                  <a:cubicBezTo>
                    <a:pt x="2619" y="301"/>
                    <a:pt x="2625" y="296"/>
                    <a:pt x="2625" y="289"/>
                  </a:cubicBezTo>
                  <a:cubicBezTo>
                    <a:pt x="2625" y="282"/>
                    <a:pt x="2619" y="276"/>
                    <a:pt x="2612" y="276"/>
                  </a:cubicBezTo>
                  <a:cubicBezTo>
                    <a:pt x="2605" y="276"/>
                    <a:pt x="2599" y="282"/>
                    <a:pt x="2599" y="289"/>
                  </a:cubicBezTo>
                  <a:cubicBezTo>
                    <a:pt x="2599" y="296"/>
                    <a:pt x="2605" y="301"/>
                    <a:pt x="2612" y="301"/>
                  </a:cubicBezTo>
                  <a:close/>
                  <a:moveTo>
                    <a:pt x="2652" y="301"/>
                  </a:moveTo>
                  <a:cubicBezTo>
                    <a:pt x="2659" y="301"/>
                    <a:pt x="2664" y="296"/>
                    <a:pt x="2664" y="289"/>
                  </a:cubicBezTo>
                  <a:cubicBezTo>
                    <a:pt x="2664" y="282"/>
                    <a:pt x="2659" y="276"/>
                    <a:pt x="2652" y="276"/>
                  </a:cubicBezTo>
                  <a:cubicBezTo>
                    <a:pt x="2645" y="276"/>
                    <a:pt x="2639" y="282"/>
                    <a:pt x="2639" y="289"/>
                  </a:cubicBezTo>
                  <a:cubicBezTo>
                    <a:pt x="2639" y="296"/>
                    <a:pt x="2645" y="301"/>
                    <a:pt x="2652" y="301"/>
                  </a:cubicBezTo>
                  <a:close/>
                  <a:moveTo>
                    <a:pt x="2691" y="301"/>
                  </a:moveTo>
                  <a:cubicBezTo>
                    <a:pt x="2698" y="301"/>
                    <a:pt x="2704" y="296"/>
                    <a:pt x="2704" y="289"/>
                  </a:cubicBezTo>
                  <a:cubicBezTo>
                    <a:pt x="2704" y="282"/>
                    <a:pt x="2698" y="276"/>
                    <a:pt x="2691" y="276"/>
                  </a:cubicBezTo>
                  <a:cubicBezTo>
                    <a:pt x="2684" y="276"/>
                    <a:pt x="2678" y="282"/>
                    <a:pt x="2678" y="289"/>
                  </a:cubicBezTo>
                  <a:cubicBezTo>
                    <a:pt x="2678" y="296"/>
                    <a:pt x="2684" y="301"/>
                    <a:pt x="2691" y="301"/>
                  </a:cubicBezTo>
                  <a:close/>
                  <a:moveTo>
                    <a:pt x="2730" y="301"/>
                  </a:moveTo>
                  <a:cubicBezTo>
                    <a:pt x="2738" y="301"/>
                    <a:pt x="2743" y="296"/>
                    <a:pt x="2743" y="289"/>
                  </a:cubicBezTo>
                  <a:cubicBezTo>
                    <a:pt x="2743" y="282"/>
                    <a:pt x="2738" y="276"/>
                    <a:pt x="2730" y="276"/>
                  </a:cubicBezTo>
                  <a:cubicBezTo>
                    <a:pt x="2723" y="276"/>
                    <a:pt x="2718" y="282"/>
                    <a:pt x="2718" y="289"/>
                  </a:cubicBezTo>
                  <a:cubicBezTo>
                    <a:pt x="2718" y="296"/>
                    <a:pt x="2723" y="301"/>
                    <a:pt x="2730" y="301"/>
                  </a:cubicBezTo>
                  <a:close/>
                  <a:moveTo>
                    <a:pt x="2770" y="301"/>
                  </a:moveTo>
                  <a:cubicBezTo>
                    <a:pt x="2777" y="301"/>
                    <a:pt x="2783" y="296"/>
                    <a:pt x="2783" y="289"/>
                  </a:cubicBezTo>
                  <a:cubicBezTo>
                    <a:pt x="2783" y="282"/>
                    <a:pt x="2777" y="276"/>
                    <a:pt x="2770" y="276"/>
                  </a:cubicBezTo>
                  <a:cubicBezTo>
                    <a:pt x="2763" y="276"/>
                    <a:pt x="2757" y="282"/>
                    <a:pt x="2757" y="289"/>
                  </a:cubicBezTo>
                  <a:cubicBezTo>
                    <a:pt x="2757" y="296"/>
                    <a:pt x="2763" y="301"/>
                    <a:pt x="2770" y="301"/>
                  </a:cubicBezTo>
                  <a:close/>
                  <a:moveTo>
                    <a:pt x="2809" y="301"/>
                  </a:moveTo>
                  <a:cubicBezTo>
                    <a:pt x="2816" y="301"/>
                    <a:pt x="2822" y="296"/>
                    <a:pt x="2822" y="289"/>
                  </a:cubicBezTo>
                  <a:cubicBezTo>
                    <a:pt x="2822" y="282"/>
                    <a:pt x="2816" y="276"/>
                    <a:pt x="2809" y="276"/>
                  </a:cubicBezTo>
                  <a:cubicBezTo>
                    <a:pt x="2802" y="276"/>
                    <a:pt x="2797" y="282"/>
                    <a:pt x="2797" y="289"/>
                  </a:cubicBezTo>
                  <a:cubicBezTo>
                    <a:pt x="2797" y="296"/>
                    <a:pt x="2802" y="301"/>
                    <a:pt x="2809" y="301"/>
                  </a:cubicBezTo>
                  <a:close/>
                  <a:moveTo>
                    <a:pt x="2849" y="301"/>
                  </a:moveTo>
                  <a:cubicBezTo>
                    <a:pt x="2856" y="301"/>
                    <a:pt x="2861" y="296"/>
                    <a:pt x="2861" y="289"/>
                  </a:cubicBezTo>
                  <a:cubicBezTo>
                    <a:pt x="2861" y="282"/>
                    <a:pt x="2856" y="276"/>
                    <a:pt x="2849" y="276"/>
                  </a:cubicBezTo>
                  <a:cubicBezTo>
                    <a:pt x="2842" y="276"/>
                    <a:pt x="2836" y="282"/>
                    <a:pt x="2836" y="289"/>
                  </a:cubicBezTo>
                  <a:cubicBezTo>
                    <a:pt x="2836" y="296"/>
                    <a:pt x="2842" y="301"/>
                    <a:pt x="2849" y="301"/>
                  </a:cubicBezTo>
                  <a:close/>
                  <a:moveTo>
                    <a:pt x="2888" y="301"/>
                  </a:moveTo>
                  <a:cubicBezTo>
                    <a:pt x="2895" y="301"/>
                    <a:pt x="2901" y="296"/>
                    <a:pt x="2901" y="289"/>
                  </a:cubicBezTo>
                  <a:cubicBezTo>
                    <a:pt x="2901" y="282"/>
                    <a:pt x="2895" y="276"/>
                    <a:pt x="2888" y="276"/>
                  </a:cubicBezTo>
                  <a:cubicBezTo>
                    <a:pt x="2881" y="276"/>
                    <a:pt x="2875" y="282"/>
                    <a:pt x="2875" y="289"/>
                  </a:cubicBezTo>
                  <a:cubicBezTo>
                    <a:pt x="2875" y="296"/>
                    <a:pt x="2881" y="301"/>
                    <a:pt x="2888" y="301"/>
                  </a:cubicBezTo>
                  <a:close/>
                  <a:moveTo>
                    <a:pt x="2928" y="301"/>
                  </a:moveTo>
                  <a:cubicBezTo>
                    <a:pt x="2935" y="301"/>
                    <a:pt x="2940" y="296"/>
                    <a:pt x="2940" y="289"/>
                  </a:cubicBezTo>
                  <a:cubicBezTo>
                    <a:pt x="2940" y="282"/>
                    <a:pt x="2935" y="276"/>
                    <a:pt x="2928" y="276"/>
                  </a:cubicBezTo>
                  <a:cubicBezTo>
                    <a:pt x="2921" y="276"/>
                    <a:pt x="2915" y="282"/>
                    <a:pt x="2915" y="289"/>
                  </a:cubicBezTo>
                  <a:cubicBezTo>
                    <a:pt x="2915" y="296"/>
                    <a:pt x="2921" y="301"/>
                    <a:pt x="2928" y="301"/>
                  </a:cubicBezTo>
                  <a:close/>
                  <a:moveTo>
                    <a:pt x="2967" y="301"/>
                  </a:moveTo>
                  <a:cubicBezTo>
                    <a:pt x="2974" y="301"/>
                    <a:pt x="2980" y="296"/>
                    <a:pt x="2980" y="289"/>
                  </a:cubicBezTo>
                  <a:cubicBezTo>
                    <a:pt x="2980" y="282"/>
                    <a:pt x="2974" y="276"/>
                    <a:pt x="2967" y="276"/>
                  </a:cubicBezTo>
                  <a:cubicBezTo>
                    <a:pt x="2960" y="276"/>
                    <a:pt x="2954" y="282"/>
                    <a:pt x="2954" y="289"/>
                  </a:cubicBezTo>
                  <a:cubicBezTo>
                    <a:pt x="2954" y="296"/>
                    <a:pt x="2960" y="301"/>
                    <a:pt x="2967" y="301"/>
                  </a:cubicBezTo>
                  <a:close/>
                  <a:moveTo>
                    <a:pt x="3006" y="301"/>
                  </a:moveTo>
                  <a:cubicBezTo>
                    <a:pt x="3013" y="301"/>
                    <a:pt x="3019" y="296"/>
                    <a:pt x="3019" y="289"/>
                  </a:cubicBezTo>
                  <a:cubicBezTo>
                    <a:pt x="3019" y="282"/>
                    <a:pt x="3013" y="276"/>
                    <a:pt x="3006" y="276"/>
                  </a:cubicBezTo>
                  <a:cubicBezTo>
                    <a:pt x="2999" y="276"/>
                    <a:pt x="2994" y="282"/>
                    <a:pt x="2994" y="289"/>
                  </a:cubicBezTo>
                  <a:cubicBezTo>
                    <a:pt x="2994" y="296"/>
                    <a:pt x="2999" y="301"/>
                    <a:pt x="3006" y="301"/>
                  </a:cubicBezTo>
                  <a:close/>
                  <a:moveTo>
                    <a:pt x="3046" y="301"/>
                  </a:moveTo>
                  <a:cubicBezTo>
                    <a:pt x="3053" y="301"/>
                    <a:pt x="3059" y="296"/>
                    <a:pt x="3059" y="289"/>
                  </a:cubicBezTo>
                  <a:cubicBezTo>
                    <a:pt x="3059" y="282"/>
                    <a:pt x="3053" y="276"/>
                    <a:pt x="3046" y="276"/>
                  </a:cubicBezTo>
                  <a:cubicBezTo>
                    <a:pt x="3039" y="276"/>
                    <a:pt x="3033" y="282"/>
                    <a:pt x="3033" y="289"/>
                  </a:cubicBezTo>
                  <a:cubicBezTo>
                    <a:pt x="3033" y="296"/>
                    <a:pt x="3039" y="301"/>
                    <a:pt x="3046" y="301"/>
                  </a:cubicBezTo>
                  <a:close/>
                  <a:moveTo>
                    <a:pt x="3085" y="301"/>
                  </a:moveTo>
                  <a:cubicBezTo>
                    <a:pt x="3092" y="301"/>
                    <a:pt x="3098" y="296"/>
                    <a:pt x="3098" y="289"/>
                  </a:cubicBezTo>
                  <a:cubicBezTo>
                    <a:pt x="3098" y="282"/>
                    <a:pt x="3092" y="276"/>
                    <a:pt x="3085" y="276"/>
                  </a:cubicBezTo>
                  <a:cubicBezTo>
                    <a:pt x="3078" y="276"/>
                    <a:pt x="3073" y="282"/>
                    <a:pt x="3073" y="289"/>
                  </a:cubicBezTo>
                  <a:cubicBezTo>
                    <a:pt x="3073" y="296"/>
                    <a:pt x="3078" y="301"/>
                    <a:pt x="3085" y="301"/>
                  </a:cubicBezTo>
                  <a:close/>
                  <a:moveTo>
                    <a:pt x="3125" y="301"/>
                  </a:moveTo>
                  <a:cubicBezTo>
                    <a:pt x="3132" y="301"/>
                    <a:pt x="3137" y="296"/>
                    <a:pt x="3137" y="289"/>
                  </a:cubicBezTo>
                  <a:cubicBezTo>
                    <a:pt x="3137" y="282"/>
                    <a:pt x="3132" y="276"/>
                    <a:pt x="3125" y="276"/>
                  </a:cubicBezTo>
                  <a:cubicBezTo>
                    <a:pt x="3118" y="276"/>
                    <a:pt x="3112" y="282"/>
                    <a:pt x="3112" y="289"/>
                  </a:cubicBezTo>
                  <a:cubicBezTo>
                    <a:pt x="3112" y="296"/>
                    <a:pt x="3118" y="301"/>
                    <a:pt x="3125" y="301"/>
                  </a:cubicBezTo>
                  <a:close/>
                  <a:moveTo>
                    <a:pt x="3164" y="301"/>
                  </a:moveTo>
                  <a:cubicBezTo>
                    <a:pt x="3171" y="301"/>
                    <a:pt x="3177" y="296"/>
                    <a:pt x="3177" y="289"/>
                  </a:cubicBezTo>
                  <a:cubicBezTo>
                    <a:pt x="3177" y="282"/>
                    <a:pt x="3171" y="276"/>
                    <a:pt x="3164" y="276"/>
                  </a:cubicBezTo>
                  <a:cubicBezTo>
                    <a:pt x="3157" y="276"/>
                    <a:pt x="3151" y="282"/>
                    <a:pt x="3151" y="289"/>
                  </a:cubicBezTo>
                  <a:cubicBezTo>
                    <a:pt x="3151" y="296"/>
                    <a:pt x="3157" y="301"/>
                    <a:pt x="3164" y="301"/>
                  </a:cubicBezTo>
                  <a:close/>
                  <a:moveTo>
                    <a:pt x="3204" y="301"/>
                  </a:moveTo>
                  <a:cubicBezTo>
                    <a:pt x="3211" y="301"/>
                    <a:pt x="3216" y="296"/>
                    <a:pt x="3216" y="289"/>
                  </a:cubicBezTo>
                  <a:cubicBezTo>
                    <a:pt x="3216" y="282"/>
                    <a:pt x="3211" y="276"/>
                    <a:pt x="3204" y="276"/>
                  </a:cubicBezTo>
                  <a:cubicBezTo>
                    <a:pt x="3197" y="276"/>
                    <a:pt x="3191" y="282"/>
                    <a:pt x="3191" y="289"/>
                  </a:cubicBezTo>
                  <a:cubicBezTo>
                    <a:pt x="3191" y="296"/>
                    <a:pt x="3197" y="301"/>
                    <a:pt x="3204" y="301"/>
                  </a:cubicBezTo>
                  <a:close/>
                  <a:moveTo>
                    <a:pt x="3243" y="301"/>
                  </a:moveTo>
                  <a:cubicBezTo>
                    <a:pt x="3250" y="301"/>
                    <a:pt x="3256" y="296"/>
                    <a:pt x="3256" y="289"/>
                  </a:cubicBezTo>
                  <a:cubicBezTo>
                    <a:pt x="3256" y="282"/>
                    <a:pt x="3250" y="276"/>
                    <a:pt x="3243" y="276"/>
                  </a:cubicBezTo>
                  <a:cubicBezTo>
                    <a:pt x="3236" y="276"/>
                    <a:pt x="3230" y="282"/>
                    <a:pt x="3230" y="289"/>
                  </a:cubicBezTo>
                  <a:cubicBezTo>
                    <a:pt x="3230" y="296"/>
                    <a:pt x="3236" y="301"/>
                    <a:pt x="3243" y="301"/>
                  </a:cubicBezTo>
                  <a:close/>
                  <a:moveTo>
                    <a:pt x="3282" y="301"/>
                  </a:moveTo>
                  <a:cubicBezTo>
                    <a:pt x="3289" y="301"/>
                    <a:pt x="3295" y="296"/>
                    <a:pt x="3295" y="289"/>
                  </a:cubicBezTo>
                  <a:cubicBezTo>
                    <a:pt x="3295" y="282"/>
                    <a:pt x="3289" y="276"/>
                    <a:pt x="3282" y="276"/>
                  </a:cubicBezTo>
                  <a:cubicBezTo>
                    <a:pt x="3275" y="276"/>
                    <a:pt x="3270" y="282"/>
                    <a:pt x="3270" y="289"/>
                  </a:cubicBezTo>
                  <a:cubicBezTo>
                    <a:pt x="3270" y="296"/>
                    <a:pt x="3275" y="301"/>
                    <a:pt x="3282" y="301"/>
                  </a:cubicBezTo>
                  <a:close/>
                  <a:moveTo>
                    <a:pt x="3322" y="301"/>
                  </a:moveTo>
                  <a:cubicBezTo>
                    <a:pt x="3329" y="301"/>
                    <a:pt x="3335" y="296"/>
                    <a:pt x="3335" y="289"/>
                  </a:cubicBezTo>
                  <a:cubicBezTo>
                    <a:pt x="3335" y="282"/>
                    <a:pt x="3329" y="276"/>
                    <a:pt x="3322" y="276"/>
                  </a:cubicBezTo>
                  <a:cubicBezTo>
                    <a:pt x="3315" y="276"/>
                    <a:pt x="3309" y="282"/>
                    <a:pt x="3309" y="289"/>
                  </a:cubicBezTo>
                  <a:cubicBezTo>
                    <a:pt x="3309" y="296"/>
                    <a:pt x="3315" y="301"/>
                    <a:pt x="3322" y="301"/>
                  </a:cubicBezTo>
                  <a:close/>
                  <a:moveTo>
                    <a:pt x="3361" y="301"/>
                  </a:moveTo>
                  <a:cubicBezTo>
                    <a:pt x="3368" y="301"/>
                    <a:pt x="3374" y="296"/>
                    <a:pt x="3374" y="289"/>
                  </a:cubicBezTo>
                  <a:cubicBezTo>
                    <a:pt x="3374" y="282"/>
                    <a:pt x="3368" y="276"/>
                    <a:pt x="3361" y="276"/>
                  </a:cubicBezTo>
                  <a:cubicBezTo>
                    <a:pt x="3354" y="276"/>
                    <a:pt x="3348" y="282"/>
                    <a:pt x="3348" y="289"/>
                  </a:cubicBezTo>
                  <a:cubicBezTo>
                    <a:pt x="3348" y="296"/>
                    <a:pt x="3354" y="301"/>
                    <a:pt x="3361" y="301"/>
                  </a:cubicBezTo>
                  <a:close/>
                  <a:moveTo>
                    <a:pt x="3401" y="301"/>
                  </a:moveTo>
                  <a:cubicBezTo>
                    <a:pt x="3408" y="301"/>
                    <a:pt x="3413" y="296"/>
                    <a:pt x="3413" y="289"/>
                  </a:cubicBezTo>
                  <a:cubicBezTo>
                    <a:pt x="3413" y="282"/>
                    <a:pt x="3408" y="276"/>
                    <a:pt x="3401" y="276"/>
                  </a:cubicBezTo>
                  <a:cubicBezTo>
                    <a:pt x="3394" y="276"/>
                    <a:pt x="3388" y="282"/>
                    <a:pt x="3388" y="289"/>
                  </a:cubicBezTo>
                  <a:cubicBezTo>
                    <a:pt x="3388" y="296"/>
                    <a:pt x="3394" y="301"/>
                    <a:pt x="3401" y="301"/>
                  </a:cubicBezTo>
                  <a:close/>
                  <a:moveTo>
                    <a:pt x="3440" y="301"/>
                  </a:moveTo>
                  <a:cubicBezTo>
                    <a:pt x="3447" y="301"/>
                    <a:pt x="3453" y="296"/>
                    <a:pt x="3453" y="289"/>
                  </a:cubicBezTo>
                  <a:cubicBezTo>
                    <a:pt x="3453" y="282"/>
                    <a:pt x="3447" y="276"/>
                    <a:pt x="3440" y="276"/>
                  </a:cubicBezTo>
                  <a:cubicBezTo>
                    <a:pt x="3433" y="276"/>
                    <a:pt x="3427" y="282"/>
                    <a:pt x="3427" y="289"/>
                  </a:cubicBezTo>
                  <a:cubicBezTo>
                    <a:pt x="3427" y="296"/>
                    <a:pt x="3433" y="301"/>
                    <a:pt x="3440" y="301"/>
                  </a:cubicBezTo>
                  <a:close/>
                  <a:moveTo>
                    <a:pt x="3480" y="301"/>
                  </a:moveTo>
                  <a:cubicBezTo>
                    <a:pt x="3487" y="301"/>
                    <a:pt x="3492" y="296"/>
                    <a:pt x="3492" y="289"/>
                  </a:cubicBezTo>
                  <a:cubicBezTo>
                    <a:pt x="3492" y="282"/>
                    <a:pt x="3487" y="276"/>
                    <a:pt x="3480" y="276"/>
                  </a:cubicBezTo>
                  <a:cubicBezTo>
                    <a:pt x="3472" y="276"/>
                    <a:pt x="3467" y="282"/>
                    <a:pt x="3467" y="289"/>
                  </a:cubicBezTo>
                  <a:cubicBezTo>
                    <a:pt x="3467" y="296"/>
                    <a:pt x="3472" y="301"/>
                    <a:pt x="3480" y="301"/>
                  </a:cubicBezTo>
                  <a:close/>
                  <a:moveTo>
                    <a:pt x="3519" y="301"/>
                  </a:moveTo>
                  <a:cubicBezTo>
                    <a:pt x="3526" y="301"/>
                    <a:pt x="3532" y="296"/>
                    <a:pt x="3532" y="289"/>
                  </a:cubicBezTo>
                  <a:cubicBezTo>
                    <a:pt x="3532" y="282"/>
                    <a:pt x="3526" y="276"/>
                    <a:pt x="3519" y="276"/>
                  </a:cubicBezTo>
                  <a:cubicBezTo>
                    <a:pt x="3512" y="276"/>
                    <a:pt x="3506" y="282"/>
                    <a:pt x="3506" y="289"/>
                  </a:cubicBezTo>
                  <a:cubicBezTo>
                    <a:pt x="3506" y="296"/>
                    <a:pt x="3512" y="301"/>
                    <a:pt x="3519" y="301"/>
                  </a:cubicBezTo>
                  <a:close/>
                  <a:moveTo>
                    <a:pt x="89" y="341"/>
                  </a:moveTo>
                  <a:cubicBezTo>
                    <a:pt x="96" y="341"/>
                    <a:pt x="102" y="335"/>
                    <a:pt x="102" y="328"/>
                  </a:cubicBezTo>
                  <a:cubicBezTo>
                    <a:pt x="102" y="321"/>
                    <a:pt x="96" y="315"/>
                    <a:pt x="89" y="315"/>
                  </a:cubicBezTo>
                  <a:cubicBezTo>
                    <a:pt x="82" y="315"/>
                    <a:pt x="76" y="321"/>
                    <a:pt x="76" y="328"/>
                  </a:cubicBezTo>
                  <a:cubicBezTo>
                    <a:pt x="76" y="335"/>
                    <a:pt x="82" y="341"/>
                    <a:pt x="89" y="341"/>
                  </a:cubicBezTo>
                  <a:close/>
                  <a:moveTo>
                    <a:pt x="128" y="341"/>
                  </a:moveTo>
                  <a:cubicBezTo>
                    <a:pt x="136" y="341"/>
                    <a:pt x="141" y="335"/>
                    <a:pt x="141" y="328"/>
                  </a:cubicBezTo>
                  <a:cubicBezTo>
                    <a:pt x="141" y="321"/>
                    <a:pt x="136" y="315"/>
                    <a:pt x="128" y="315"/>
                  </a:cubicBezTo>
                  <a:cubicBezTo>
                    <a:pt x="121" y="315"/>
                    <a:pt x="116" y="321"/>
                    <a:pt x="116" y="328"/>
                  </a:cubicBezTo>
                  <a:cubicBezTo>
                    <a:pt x="116" y="335"/>
                    <a:pt x="121" y="341"/>
                    <a:pt x="128" y="341"/>
                  </a:cubicBezTo>
                  <a:close/>
                  <a:moveTo>
                    <a:pt x="168" y="341"/>
                  </a:moveTo>
                  <a:cubicBezTo>
                    <a:pt x="175" y="341"/>
                    <a:pt x="181" y="335"/>
                    <a:pt x="181" y="328"/>
                  </a:cubicBezTo>
                  <a:cubicBezTo>
                    <a:pt x="181" y="321"/>
                    <a:pt x="175" y="315"/>
                    <a:pt x="168" y="315"/>
                  </a:cubicBezTo>
                  <a:cubicBezTo>
                    <a:pt x="161" y="315"/>
                    <a:pt x="155" y="321"/>
                    <a:pt x="155" y="328"/>
                  </a:cubicBezTo>
                  <a:cubicBezTo>
                    <a:pt x="155" y="335"/>
                    <a:pt x="161" y="341"/>
                    <a:pt x="168" y="341"/>
                  </a:cubicBezTo>
                  <a:close/>
                  <a:moveTo>
                    <a:pt x="207" y="341"/>
                  </a:moveTo>
                  <a:cubicBezTo>
                    <a:pt x="214" y="341"/>
                    <a:pt x="220" y="335"/>
                    <a:pt x="220" y="328"/>
                  </a:cubicBezTo>
                  <a:cubicBezTo>
                    <a:pt x="220" y="321"/>
                    <a:pt x="214" y="315"/>
                    <a:pt x="207" y="315"/>
                  </a:cubicBezTo>
                  <a:cubicBezTo>
                    <a:pt x="200" y="315"/>
                    <a:pt x="195" y="321"/>
                    <a:pt x="195" y="328"/>
                  </a:cubicBezTo>
                  <a:cubicBezTo>
                    <a:pt x="195" y="335"/>
                    <a:pt x="200" y="341"/>
                    <a:pt x="207" y="341"/>
                  </a:cubicBezTo>
                  <a:close/>
                  <a:moveTo>
                    <a:pt x="247" y="341"/>
                  </a:moveTo>
                  <a:cubicBezTo>
                    <a:pt x="254" y="341"/>
                    <a:pt x="259" y="335"/>
                    <a:pt x="259" y="328"/>
                  </a:cubicBezTo>
                  <a:cubicBezTo>
                    <a:pt x="259" y="321"/>
                    <a:pt x="254" y="315"/>
                    <a:pt x="247" y="315"/>
                  </a:cubicBezTo>
                  <a:cubicBezTo>
                    <a:pt x="240" y="315"/>
                    <a:pt x="234" y="321"/>
                    <a:pt x="234" y="328"/>
                  </a:cubicBezTo>
                  <a:cubicBezTo>
                    <a:pt x="234" y="335"/>
                    <a:pt x="240" y="341"/>
                    <a:pt x="247" y="341"/>
                  </a:cubicBezTo>
                  <a:close/>
                  <a:moveTo>
                    <a:pt x="286" y="341"/>
                  </a:moveTo>
                  <a:cubicBezTo>
                    <a:pt x="293" y="341"/>
                    <a:pt x="299" y="335"/>
                    <a:pt x="299" y="328"/>
                  </a:cubicBezTo>
                  <a:cubicBezTo>
                    <a:pt x="299" y="321"/>
                    <a:pt x="293" y="315"/>
                    <a:pt x="286" y="315"/>
                  </a:cubicBezTo>
                  <a:cubicBezTo>
                    <a:pt x="279" y="315"/>
                    <a:pt x="273" y="321"/>
                    <a:pt x="273" y="328"/>
                  </a:cubicBezTo>
                  <a:cubicBezTo>
                    <a:pt x="273" y="335"/>
                    <a:pt x="279" y="341"/>
                    <a:pt x="286" y="341"/>
                  </a:cubicBezTo>
                  <a:close/>
                  <a:moveTo>
                    <a:pt x="326" y="341"/>
                  </a:moveTo>
                  <a:cubicBezTo>
                    <a:pt x="333" y="341"/>
                    <a:pt x="338" y="335"/>
                    <a:pt x="338" y="328"/>
                  </a:cubicBezTo>
                  <a:cubicBezTo>
                    <a:pt x="338" y="321"/>
                    <a:pt x="333" y="315"/>
                    <a:pt x="326" y="315"/>
                  </a:cubicBezTo>
                  <a:cubicBezTo>
                    <a:pt x="319" y="315"/>
                    <a:pt x="313" y="321"/>
                    <a:pt x="313" y="328"/>
                  </a:cubicBezTo>
                  <a:cubicBezTo>
                    <a:pt x="313" y="335"/>
                    <a:pt x="319" y="341"/>
                    <a:pt x="326" y="341"/>
                  </a:cubicBezTo>
                  <a:close/>
                  <a:moveTo>
                    <a:pt x="365" y="341"/>
                  </a:moveTo>
                  <a:cubicBezTo>
                    <a:pt x="372" y="341"/>
                    <a:pt x="378" y="335"/>
                    <a:pt x="378" y="328"/>
                  </a:cubicBezTo>
                  <a:cubicBezTo>
                    <a:pt x="378" y="321"/>
                    <a:pt x="372" y="315"/>
                    <a:pt x="365" y="315"/>
                  </a:cubicBezTo>
                  <a:cubicBezTo>
                    <a:pt x="358" y="315"/>
                    <a:pt x="352" y="321"/>
                    <a:pt x="352" y="328"/>
                  </a:cubicBezTo>
                  <a:cubicBezTo>
                    <a:pt x="352" y="335"/>
                    <a:pt x="358" y="341"/>
                    <a:pt x="365" y="341"/>
                  </a:cubicBezTo>
                  <a:close/>
                  <a:moveTo>
                    <a:pt x="404" y="341"/>
                  </a:moveTo>
                  <a:cubicBezTo>
                    <a:pt x="411" y="341"/>
                    <a:pt x="417" y="335"/>
                    <a:pt x="417" y="328"/>
                  </a:cubicBezTo>
                  <a:cubicBezTo>
                    <a:pt x="417" y="321"/>
                    <a:pt x="411" y="315"/>
                    <a:pt x="404" y="315"/>
                  </a:cubicBezTo>
                  <a:cubicBezTo>
                    <a:pt x="397" y="315"/>
                    <a:pt x="392" y="321"/>
                    <a:pt x="392" y="328"/>
                  </a:cubicBezTo>
                  <a:cubicBezTo>
                    <a:pt x="392" y="335"/>
                    <a:pt x="397" y="341"/>
                    <a:pt x="404" y="341"/>
                  </a:cubicBezTo>
                  <a:close/>
                  <a:moveTo>
                    <a:pt x="444" y="341"/>
                  </a:moveTo>
                  <a:cubicBezTo>
                    <a:pt x="451" y="341"/>
                    <a:pt x="457" y="335"/>
                    <a:pt x="457" y="328"/>
                  </a:cubicBezTo>
                  <a:cubicBezTo>
                    <a:pt x="457" y="321"/>
                    <a:pt x="451" y="315"/>
                    <a:pt x="444" y="315"/>
                  </a:cubicBezTo>
                  <a:cubicBezTo>
                    <a:pt x="437" y="315"/>
                    <a:pt x="431" y="321"/>
                    <a:pt x="431" y="328"/>
                  </a:cubicBezTo>
                  <a:cubicBezTo>
                    <a:pt x="431" y="335"/>
                    <a:pt x="437" y="341"/>
                    <a:pt x="444" y="341"/>
                  </a:cubicBezTo>
                  <a:close/>
                  <a:moveTo>
                    <a:pt x="483" y="341"/>
                  </a:moveTo>
                  <a:cubicBezTo>
                    <a:pt x="490" y="341"/>
                    <a:pt x="496" y="335"/>
                    <a:pt x="496" y="328"/>
                  </a:cubicBezTo>
                  <a:cubicBezTo>
                    <a:pt x="496" y="321"/>
                    <a:pt x="490" y="315"/>
                    <a:pt x="483" y="315"/>
                  </a:cubicBezTo>
                  <a:cubicBezTo>
                    <a:pt x="476" y="315"/>
                    <a:pt x="471" y="321"/>
                    <a:pt x="471" y="328"/>
                  </a:cubicBezTo>
                  <a:cubicBezTo>
                    <a:pt x="471" y="335"/>
                    <a:pt x="476" y="341"/>
                    <a:pt x="483" y="341"/>
                  </a:cubicBezTo>
                  <a:close/>
                  <a:moveTo>
                    <a:pt x="523" y="341"/>
                  </a:moveTo>
                  <a:cubicBezTo>
                    <a:pt x="530" y="341"/>
                    <a:pt x="535" y="335"/>
                    <a:pt x="535" y="328"/>
                  </a:cubicBezTo>
                  <a:cubicBezTo>
                    <a:pt x="535" y="321"/>
                    <a:pt x="530" y="315"/>
                    <a:pt x="523" y="315"/>
                  </a:cubicBezTo>
                  <a:cubicBezTo>
                    <a:pt x="516" y="315"/>
                    <a:pt x="510" y="321"/>
                    <a:pt x="510" y="328"/>
                  </a:cubicBezTo>
                  <a:cubicBezTo>
                    <a:pt x="510" y="335"/>
                    <a:pt x="516" y="341"/>
                    <a:pt x="523" y="341"/>
                  </a:cubicBezTo>
                  <a:close/>
                  <a:moveTo>
                    <a:pt x="562" y="341"/>
                  </a:moveTo>
                  <a:cubicBezTo>
                    <a:pt x="569" y="341"/>
                    <a:pt x="575" y="335"/>
                    <a:pt x="575" y="328"/>
                  </a:cubicBezTo>
                  <a:cubicBezTo>
                    <a:pt x="575" y="321"/>
                    <a:pt x="569" y="315"/>
                    <a:pt x="562" y="315"/>
                  </a:cubicBezTo>
                  <a:cubicBezTo>
                    <a:pt x="555" y="315"/>
                    <a:pt x="549" y="321"/>
                    <a:pt x="549" y="328"/>
                  </a:cubicBezTo>
                  <a:cubicBezTo>
                    <a:pt x="549" y="335"/>
                    <a:pt x="555" y="341"/>
                    <a:pt x="562" y="341"/>
                  </a:cubicBezTo>
                  <a:close/>
                  <a:moveTo>
                    <a:pt x="602" y="316"/>
                  </a:moveTo>
                  <a:cubicBezTo>
                    <a:pt x="595" y="316"/>
                    <a:pt x="589" y="321"/>
                    <a:pt x="589" y="328"/>
                  </a:cubicBezTo>
                  <a:cubicBezTo>
                    <a:pt x="589" y="335"/>
                    <a:pt x="595" y="340"/>
                    <a:pt x="602" y="340"/>
                  </a:cubicBezTo>
                  <a:cubicBezTo>
                    <a:pt x="608" y="340"/>
                    <a:pt x="614" y="335"/>
                    <a:pt x="614" y="328"/>
                  </a:cubicBezTo>
                  <a:cubicBezTo>
                    <a:pt x="614" y="321"/>
                    <a:pt x="608" y="316"/>
                    <a:pt x="602" y="316"/>
                  </a:cubicBezTo>
                  <a:close/>
                  <a:moveTo>
                    <a:pt x="641" y="341"/>
                  </a:moveTo>
                  <a:cubicBezTo>
                    <a:pt x="648" y="341"/>
                    <a:pt x="654" y="335"/>
                    <a:pt x="654" y="328"/>
                  </a:cubicBezTo>
                  <a:cubicBezTo>
                    <a:pt x="654" y="321"/>
                    <a:pt x="648" y="315"/>
                    <a:pt x="641" y="315"/>
                  </a:cubicBezTo>
                  <a:cubicBezTo>
                    <a:pt x="634" y="315"/>
                    <a:pt x="628" y="321"/>
                    <a:pt x="628" y="328"/>
                  </a:cubicBezTo>
                  <a:cubicBezTo>
                    <a:pt x="628" y="335"/>
                    <a:pt x="634" y="341"/>
                    <a:pt x="641" y="341"/>
                  </a:cubicBezTo>
                  <a:close/>
                  <a:moveTo>
                    <a:pt x="680" y="341"/>
                  </a:moveTo>
                  <a:cubicBezTo>
                    <a:pt x="687" y="341"/>
                    <a:pt x="693" y="335"/>
                    <a:pt x="693" y="328"/>
                  </a:cubicBezTo>
                  <a:cubicBezTo>
                    <a:pt x="693" y="321"/>
                    <a:pt x="687" y="315"/>
                    <a:pt x="680" y="315"/>
                  </a:cubicBezTo>
                  <a:cubicBezTo>
                    <a:pt x="673" y="315"/>
                    <a:pt x="668" y="321"/>
                    <a:pt x="668" y="328"/>
                  </a:cubicBezTo>
                  <a:cubicBezTo>
                    <a:pt x="668" y="335"/>
                    <a:pt x="673" y="341"/>
                    <a:pt x="680" y="341"/>
                  </a:cubicBezTo>
                  <a:close/>
                  <a:moveTo>
                    <a:pt x="720" y="341"/>
                  </a:moveTo>
                  <a:cubicBezTo>
                    <a:pt x="727" y="341"/>
                    <a:pt x="733" y="335"/>
                    <a:pt x="733" y="328"/>
                  </a:cubicBezTo>
                  <a:cubicBezTo>
                    <a:pt x="733" y="321"/>
                    <a:pt x="727" y="315"/>
                    <a:pt x="720" y="315"/>
                  </a:cubicBezTo>
                  <a:cubicBezTo>
                    <a:pt x="713" y="315"/>
                    <a:pt x="707" y="321"/>
                    <a:pt x="707" y="328"/>
                  </a:cubicBezTo>
                  <a:cubicBezTo>
                    <a:pt x="707" y="335"/>
                    <a:pt x="713" y="341"/>
                    <a:pt x="720" y="341"/>
                  </a:cubicBezTo>
                  <a:close/>
                  <a:moveTo>
                    <a:pt x="759" y="341"/>
                  </a:moveTo>
                  <a:cubicBezTo>
                    <a:pt x="766" y="341"/>
                    <a:pt x="772" y="335"/>
                    <a:pt x="772" y="328"/>
                  </a:cubicBezTo>
                  <a:cubicBezTo>
                    <a:pt x="772" y="321"/>
                    <a:pt x="766" y="315"/>
                    <a:pt x="759" y="315"/>
                  </a:cubicBezTo>
                  <a:cubicBezTo>
                    <a:pt x="752" y="315"/>
                    <a:pt x="747" y="321"/>
                    <a:pt x="747" y="328"/>
                  </a:cubicBezTo>
                  <a:cubicBezTo>
                    <a:pt x="747" y="335"/>
                    <a:pt x="752" y="341"/>
                    <a:pt x="759" y="341"/>
                  </a:cubicBezTo>
                  <a:close/>
                  <a:moveTo>
                    <a:pt x="799" y="341"/>
                  </a:moveTo>
                  <a:cubicBezTo>
                    <a:pt x="806" y="341"/>
                    <a:pt x="811" y="335"/>
                    <a:pt x="811" y="328"/>
                  </a:cubicBezTo>
                  <a:cubicBezTo>
                    <a:pt x="811" y="321"/>
                    <a:pt x="806" y="315"/>
                    <a:pt x="799" y="315"/>
                  </a:cubicBezTo>
                  <a:cubicBezTo>
                    <a:pt x="792" y="315"/>
                    <a:pt x="786" y="321"/>
                    <a:pt x="786" y="328"/>
                  </a:cubicBezTo>
                  <a:cubicBezTo>
                    <a:pt x="786" y="335"/>
                    <a:pt x="792" y="341"/>
                    <a:pt x="799" y="341"/>
                  </a:cubicBezTo>
                  <a:close/>
                  <a:moveTo>
                    <a:pt x="838" y="341"/>
                  </a:moveTo>
                  <a:cubicBezTo>
                    <a:pt x="845" y="341"/>
                    <a:pt x="851" y="335"/>
                    <a:pt x="851" y="328"/>
                  </a:cubicBezTo>
                  <a:cubicBezTo>
                    <a:pt x="851" y="321"/>
                    <a:pt x="845" y="315"/>
                    <a:pt x="838" y="315"/>
                  </a:cubicBezTo>
                  <a:cubicBezTo>
                    <a:pt x="831" y="315"/>
                    <a:pt x="825" y="321"/>
                    <a:pt x="825" y="328"/>
                  </a:cubicBezTo>
                  <a:cubicBezTo>
                    <a:pt x="825" y="335"/>
                    <a:pt x="831" y="341"/>
                    <a:pt x="838" y="341"/>
                  </a:cubicBezTo>
                  <a:close/>
                  <a:moveTo>
                    <a:pt x="956" y="341"/>
                  </a:moveTo>
                  <a:cubicBezTo>
                    <a:pt x="963" y="341"/>
                    <a:pt x="969" y="335"/>
                    <a:pt x="969" y="328"/>
                  </a:cubicBezTo>
                  <a:cubicBezTo>
                    <a:pt x="969" y="321"/>
                    <a:pt x="963" y="315"/>
                    <a:pt x="956" y="315"/>
                  </a:cubicBezTo>
                  <a:cubicBezTo>
                    <a:pt x="949" y="315"/>
                    <a:pt x="944" y="321"/>
                    <a:pt x="944" y="328"/>
                  </a:cubicBezTo>
                  <a:cubicBezTo>
                    <a:pt x="944" y="335"/>
                    <a:pt x="949" y="341"/>
                    <a:pt x="956" y="341"/>
                  </a:cubicBezTo>
                  <a:close/>
                  <a:moveTo>
                    <a:pt x="996" y="341"/>
                  </a:moveTo>
                  <a:cubicBezTo>
                    <a:pt x="1003" y="341"/>
                    <a:pt x="1009" y="335"/>
                    <a:pt x="1009" y="328"/>
                  </a:cubicBezTo>
                  <a:cubicBezTo>
                    <a:pt x="1009" y="321"/>
                    <a:pt x="1003" y="315"/>
                    <a:pt x="996" y="315"/>
                  </a:cubicBezTo>
                  <a:cubicBezTo>
                    <a:pt x="989" y="315"/>
                    <a:pt x="983" y="321"/>
                    <a:pt x="983" y="328"/>
                  </a:cubicBezTo>
                  <a:cubicBezTo>
                    <a:pt x="983" y="335"/>
                    <a:pt x="989" y="341"/>
                    <a:pt x="996" y="341"/>
                  </a:cubicBezTo>
                  <a:close/>
                  <a:moveTo>
                    <a:pt x="1035" y="341"/>
                  </a:moveTo>
                  <a:cubicBezTo>
                    <a:pt x="1042" y="341"/>
                    <a:pt x="1048" y="335"/>
                    <a:pt x="1048" y="328"/>
                  </a:cubicBezTo>
                  <a:cubicBezTo>
                    <a:pt x="1048" y="321"/>
                    <a:pt x="1042" y="315"/>
                    <a:pt x="1035" y="315"/>
                  </a:cubicBezTo>
                  <a:cubicBezTo>
                    <a:pt x="1028" y="315"/>
                    <a:pt x="1022" y="321"/>
                    <a:pt x="1022" y="328"/>
                  </a:cubicBezTo>
                  <a:cubicBezTo>
                    <a:pt x="1022" y="335"/>
                    <a:pt x="1028" y="341"/>
                    <a:pt x="1035" y="341"/>
                  </a:cubicBezTo>
                  <a:close/>
                  <a:moveTo>
                    <a:pt x="1153" y="319"/>
                  </a:moveTo>
                  <a:cubicBezTo>
                    <a:pt x="1148" y="319"/>
                    <a:pt x="1144" y="323"/>
                    <a:pt x="1144" y="328"/>
                  </a:cubicBezTo>
                  <a:cubicBezTo>
                    <a:pt x="1144" y="333"/>
                    <a:pt x="1148" y="337"/>
                    <a:pt x="1153" y="337"/>
                  </a:cubicBezTo>
                  <a:cubicBezTo>
                    <a:pt x="1159" y="337"/>
                    <a:pt x="1163" y="333"/>
                    <a:pt x="1163" y="328"/>
                  </a:cubicBezTo>
                  <a:cubicBezTo>
                    <a:pt x="1163" y="323"/>
                    <a:pt x="1159" y="319"/>
                    <a:pt x="1153" y="319"/>
                  </a:cubicBezTo>
                  <a:close/>
                  <a:moveTo>
                    <a:pt x="1193" y="341"/>
                  </a:moveTo>
                  <a:cubicBezTo>
                    <a:pt x="1200" y="341"/>
                    <a:pt x="1206" y="335"/>
                    <a:pt x="1206" y="328"/>
                  </a:cubicBezTo>
                  <a:cubicBezTo>
                    <a:pt x="1206" y="321"/>
                    <a:pt x="1200" y="315"/>
                    <a:pt x="1193" y="315"/>
                  </a:cubicBezTo>
                  <a:cubicBezTo>
                    <a:pt x="1186" y="315"/>
                    <a:pt x="1180" y="321"/>
                    <a:pt x="1180" y="328"/>
                  </a:cubicBezTo>
                  <a:cubicBezTo>
                    <a:pt x="1180" y="335"/>
                    <a:pt x="1186" y="341"/>
                    <a:pt x="1193" y="341"/>
                  </a:cubicBezTo>
                  <a:close/>
                  <a:moveTo>
                    <a:pt x="1232" y="341"/>
                  </a:moveTo>
                  <a:cubicBezTo>
                    <a:pt x="1239" y="341"/>
                    <a:pt x="1245" y="335"/>
                    <a:pt x="1245" y="328"/>
                  </a:cubicBezTo>
                  <a:cubicBezTo>
                    <a:pt x="1245" y="321"/>
                    <a:pt x="1239" y="315"/>
                    <a:pt x="1232" y="315"/>
                  </a:cubicBezTo>
                  <a:cubicBezTo>
                    <a:pt x="1225" y="315"/>
                    <a:pt x="1220" y="321"/>
                    <a:pt x="1220" y="328"/>
                  </a:cubicBezTo>
                  <a:cubicBezTo>
                    <a:pt x="1220" y="335"/>
                    <a:pt x="1225" y="341"/>
                    <a:pt x="1232" y="341"/>
                  </a:cubicBezTo>
                  <a:close/>
                  <a:moveTo>
                    <a:pt x="1272" y="341"/>
                  </a:moveTo>
                  <a:cubicBezTo>
                    <a:pt x="1279" y="341"/>
                    <a:pt x="1285" y="335"/>
                    <a:pt x="1285" y="328"/>
                  </a:cubicBezTo>
                  <a:cubicBezTo>
                    <a:pt x="1285" y="321"/>
                    <a:pt x="1279" y="315"/>
                    <a:pt x="1272" y="315"/>
                  </a:cubicBezTo>
                  <a:cubicBezTo>
                    <a:pt x="1265" y="315"/>
                    <a:pt x="1259" y="321"/>
                    <a:pt x="1259" y="328"/>
                  </a:cubicBezTo>
                  <a:cubicBezTo>
                    <a:pt x="1259" y="335"/>
                    <a:pt x="1265" y="341"/>
                    <a:pt x="1272" y="341"/>
                  </a:cubicBezTo>
                  <a:close/>
                  <a:moveTo>
                    <a:pt x="1311" y="341"/>
                  </a:moveTo>
                  <a:cubicBezTo>
                    <a:pt x="1318" y="341"/>
                    <a:pt x="1324" y="335"/>
                    <a:pt x="1324" y="328"/>
                  </a:cubicBezTo>
                  <a:cubicBezTo>
                    <a:pt x="1324" y="321"/>
                    <a:pt x="1318" y="315"/>
                    <a:pt x="1311" y="315"/>
                  </a:cubicBezTo>
                  <a:cubicBezTo>
                    <a:pt x="1304" y="315"/>
                    <a:pt x="1298" y="321"/>
                    <a:pt x="1298" y="328"/>
                  </a:cubicBezTo>
                  <a:cubicBezTo>
                    <a:pt x="1298" y="335"/>
                    <a:pt x="1304" y="341"/>
                    <a:pt x="1311" y="341"/>
                  </a:cubicBezTo>
                  <a:close/>
                  <a:moveTo>
                    <a:pt x="1863" y="341"/>
                  </a:moveTo>
                  <a:cubicBezTo>
                    <a:pt x="1870" y="341"/>
                    <a:pt x="1876" y="335"/>
                    <a:pt x="1876" y="328"/>
                  </a:cubicBezTo>
                  <a:cubicBezTo>
                    <a:pt x="1876" y="321"/>
                    <a:pt x="1870" y="315"/>
                    <a:pt x="1863" y="315"/>
                  </a:cubicBezTo>
                  <a:cubicBezTo>
                    <a:pt x="1856" y="315"/>
                    <a:pt x="1850" y="321"/>
                    <a:pt x="1850" y="328"/>
                  </a:cubicBezTo>
                  <a:cubicBezTo>
                    <a:pt x="1850" y="335"/>
                    <a:pt x="1856" y="341"/>
                    <a:pt x="1863" y="341"/>
                  </a:cubicBezTo>
                  <a:close/>
                  <a:moveTo>
                    <a:pt x="1903" y="341"/>
                  </a:moveTo>
                  <a:cubicBezTo>
                    <a:pt x="1910" y="341"/>
                    <a:pt x="1915" y="335"/>
                    <a:pt x="1915" y="328"/>
                  </a:cubicBezTo>
                  <a:cubicBezTo>
                    <a:pt x="1915" y="321"/>
                    <a:pt x="1910" y="315"/>
                    <a:pt x="1903" y="315"/>
                  </a:cubicBezTo>
                  <a:cubicBezTo>
                    <a:pt x="1896" y="315"/>
                    <a:pt x="1890" y="321"/>
                    <a:pt x="1890" y="328"/>
                  </a:cubicBezTo>
                  <a:cubicBezTo>
                    <a:pt x="1890" y="335"/>
                    <a:pt x="1896" y="341"/>
                    <a:pt x="1903" y="341"/>
                  </a:cubicBezTo>
                  <a:close/>
                  <a:moveTo>
                    <a:pt x="1942" y="341"/>
                  </a:moveTo>
                  <a:cubicBezTo>
                    <a:pt x="1949" y="341"/>
                    <a:pt x="1955" y="335"/>
                    <a:pt x="1955" y="328"/>
                  </a:cubicBezTo>
                  <a:cubicBezTo>
                    <a:pt x="1955" y="321"/>
                    <a:pt x="1949" y="315"/>
                    <a:pt x="1942" y="315"/>
                  </a:cubicBezTo>
                  <a:cubicBezTo>
                    <a:pt x="1935" y="315"/>
                    <a:pt x="1929" y="321"/>
                    <a:pt x="1929" y="328"/>
                  </a:cubicBezTo>
                  <a:cubicBezTo>
                    <a:pt x="1929" y="335"/>
                    <a:pt x="1935" y="341"/>
                    <a:pt x="1942" y="341"/>
                  </a:cubicBezTo>
                  <a:close/>
                  <a:moveTo>
                    <a:pt x="1981" y="341"/>
                  </a:moveTo>
                  <a:cubicBezTo>
                    <a:pt x="1988" y="341"/>
                    <a:pt x="1994" y="335"/>
                    <a:pt x="1994" y="328"/>
                  </a:cubicBezTo>
                  <a:cubicBezTo>
                    <a:pt x="1994" y="321"/>
                    <a:pt x="1988" y="315"/>
                    <a:pt x="1981" y="315"/>
                  </a:cubicBezTo>
                  <a:cubicBezTo>
                    <a:pt x="1974" y="315"/>
                    <a:pt x="1969" y="321"/>
                    <a:pt x="1969" y="328"/>
                  </a:cubicBezTo>
                  <a:cubicBezTo>
                    <a:pt x="1969" y="335"/>
                    <a:pt x="1974" y="341"/>
                    <a:pt x="1981" y="341"/>
                  </a:cubicBezTo>
                  <a:close/>
                  <a:moveTo>
                    <a:pt x="2021" y="315"/>
                  </a:moveTo>
                  <a:cubicBezTo>
                    <a:pt x="2014" y="315"/>
                    <a:pt x="2008" y="321"/>
                    <a:pt x="2008" y="328"/>
                  </a:cubicBezTo>
                  <a:cubicBezTo>
                    <a:pt x="2008" y="335"/>
                    <a:pt x="2014" y="341"/>
                    <a:pt x="2021" y="341"/>
                  </a:cubicBezTo>
                  <a:cubicBezTo>
                    <a:pt x="2028" y="341"/>
                    <a:pt x="2034" y="335"/>
                    <a:pt x="2034" y="328"/>
                  </a:cubicBezTo>
                  <a:cubicBezTo>
                    <a:pt x="2034" y="321"/>
                    <a:pt x="2028" y="315"/>
                    <a:pt x="2021" y="315"/>
                  </a:cubicBezTo>
                  <a:close/>
                  <a:moveTo>
                    <a:pt x="2060" y="315"/>
                  </a:moveTo>
                  <a:cubicBezTo>
                    <a:pt x="2053" y="315"/>
                    <a:pt x="2048" y="321"/>
                    <a:pt x="2048" y="328"/>
                  </a:cubicBezTo>
                  <a:cubicBezTo>
                    <a:pt x="2048" y="335"/>
                    <a:pt x="2053" y="341"/>
                    <a:pt x="2060" y="341"/>
                  </a:cubicBezTo>
                  <a:cubicBezTo>
                    <a:pt x="2067" y="341"/>
                    <a:pt x="2073" y="335"/>
                    <a:pt x="2073" y="328"/>
                  </a:cubicBezTo>
                  <a:cubicBezTo>
                    <a:pt x="2073" y="321"/>
                    <a:pt x="2067" y="315"/>
                    <a:pt x="2060" y="315"/>
                  </a:cubicBezTo>
                  <a:close/>
                  <a:moveTo>
                    <a:pt x="2100" y="341"/>
                  </a:moveTo>
                  <a:cubicBezTo>
                    <a:pt x="2107" y="341"/>
                    <a:pt x="2112" y="335"/>
                    <a:pt x="2112" y="328"/>
                  </a:cubicBezTo>
                  <a:cubicBezTo>
                    <a:pt x="2112" y="321"/>
                    <a:pt x="2107" y="315"/>
                    <a:pt x="2100" y="315"/>
                  </a:cubicBezTo>
                  <a:cubicBezTo>
                    <a:pt x="2093" y="315"/>
                    <a:pt x="2087" y="321"/>
                    <a:pt x="2087" y="328"/>
                  </a:cubicBezTo>
                  <a:cubicBezTo>
                    <a:pt x="2087" y="335"/>
                    <a:pt x="2093" y="341"/>
                    <a:pt x="2100" y="341"/>
                  </a:cubicBezTo>
                  <a:close/>
                  <a:moveTo>
                    <a:pt x="2179" y="341"/>
                  </a:moveTo>
                  <a:cubicBezTo>
                    <a:pt x="2186" y="341"/>
                    <a:pt x="2191" y="335"/>
                    <a:pt x="2191" y="328"/>
                  </a:cubicBezTo>
                  <a:cubicBezTo>
                    <a:pt x="2191" y="321"/>
                    <a:pt x="2186" y="315"/>
                    <a:pt x="2179" y="315"/>
                  </a:cubicBezTo>
                  <a:cubicBezTo>
                    <a:pt x="2171" y="315"/>
                    <a:pt x="2166" y="321"/>
                    <a:pt x="2166" y="328"/>
                  </a:cubicBezTo>
                  <a:cubicBezTo>
                    <a:pt x="2166" y="335"/>
                    <a:pt x="2171" y="341"/>
                    <a:pt x="2179" y="341"/>
                  </a:cubicBezTo>
                  <a:close/>
                  <a:moveTo>
                    <a:pt x="2218" y="341"/>
                  </a:moveTo>
                  <a:cubicBezTo>
                    <a:pt x="2225" y="341"/>
                    <a:pt x="2231" y="335"/>
                    <a:pt x="2231" y="328"/>
                  </a:cubicBezTo>
                  <a:cubicBezTo>
                    <a:pt x="2231" y="321"/>
                    <a:pt x="2225" y="315"/>
                    <a:pt x="2218" y="315"/>
                  </a:cubicBezTo>
                  <a:cubicBezTo>
                    <a:pt x="2211" y="315"/>
                    <a:pt x="2205" y="321"/>
                    <a:pt x="2205" y="328"/>
                  </a:cubicBezTo>
                  <a:cubicBezTo>
                    <a:pt x="2205" y="335"/>
                    <a:pt x="2211" y="341"/>
                    <a:pt x="2218" y="341"/>
                  </a:cubicBezTo>
                  <a:close/>
                  <a:moveTo>
                    <a:pt x="2257" y="341"/>
                  </a:moveTo>
                  <a:cubicBezTo>
                    <a:pt x="2264" y="341"/>
                    <a:pt x="2270" y="335"/>
                    <a:pt x="2270" y="328"/>
                  </a:cubicBezTo>
                  <a:cubicBezTo>
                    <a:pt x="2270" y="321"/>
                    <a:pt x="2264" y="315"/>
                    <a:pt x="2257" y="315"/>
                  </a:cubicBezTo>
                  <a:cubicBezTo>
                    <a:pt x="2250" y="315"/>
                    <a:pt x="2245" y="321"/>
                    <a:pt x="2245" y="328"/>
                  </a:cubicBezTo>
                  <a:cubicBezTo>
                    <a:pt x="2245" y="335"/>
                    <a:pt x="2250" y="341"/>
                    <a:pt x="2257" y="341"/>
                  </a:cubicBezTo>
                  <a:close/>
                  <a:moveTo>
                    <a:pt x="2297" y="341"/>
                  </a:moveTo>
                  <a:cubicBezTo>
                    <a:pt x="2304" y="341"/>
                    <a:pt x="2310" y="335"/>
                    <a:pt x="2310" y="328"/>
                  </a:cubicBezTo>
                  <a:cubicBezTo>
                    <a:pt x="2310" y="321"/>
                    <a:pt x="2304" y="315"/>
                    <a:pt x="2297" y="315"/>
                  </a:cubicBezTo>
                  <a:cubicBezTo>
                    <a:pt x="2290" y="315"/>
                    <a:pt x="2284" y="321"/>
                    <a:pt x="2284" y="328"/>
                  </a:cubicBezTo>
                  <a:cubicBezTo>
                    <a:pt x="2284" y="335"/>
                    <a:pt x="2290" y="341"/>
                    <a:pt x="2297" y="341"/>
                  </a:cubicBezTo>
                  <a:close/>
                  <a:moveTo>
                    <a:pt x="2336" y="341"/>
                  </a:moveTo>
                  <a:cubicBezTo>
                    <a:pt x="2343" y="341"/>
                    <a:pt x="2349" y="335"/>
                    <a:pt x="2349" y="328"/>
                  </a:cubicBezTo>
                  <a:cubicBezTo>
                    <a:pt x="2349" y="321"/>
                    <a:pt x="2343" y="315"/>
                    <a:pt x="2336" y="315"/>
                  </a:cubicBezTo>
                  <a:cubicBezTo>
                    <a:pt x="2329" y="315"/>
                    <a:pt x="2323" y="321"/>
                    <a:pt x="2323" y="328"/>
                  </a:cubicBezTo>
                  <a:cubicBezTo>
                    <a:pt x="2323" y="335"/>
                    <a:pt x="2329" y="341"/>
                    <a:pt x="2336" y="341"/>
                  </a:cubicBezTo>
                  <a:close/>
                  <a:moveTo>
                    <a:pt x="2376" y="341"/>
                  </a:moveTo>
                  <a:cubicBezTo>
                    <a:pt x="2383" y="341"/>
                    <a:pt x="2388" y="335"/>
                    <a:pt x="2388" y="328"/>
                  </a:cubicBezTo>
                  <a:cubicBezTo>
                    <a:pt x="2388" y="321"/>
                    <a:pt x="2383" y="315"/>
                    <a:pt x="2376" y="315"/>
                  </a:cubicBezTo>
                  <a:cubicBezTo>
                    <a:pt x="2369" y="315"/>
                    <a:pt x="2363" y="321"/>
                    <a:pt x="2363" y="328"/>
                  </a:cubicBezTo>
                  <a:cubicBezTo>
                    <a:pt x="2363" y="335"/>
                    <a:pt x="2369" y="341"/>
                    <a:pt x="2376" y="341"/>
                  </a:cubicBezTo>
                  <a:close/>
                  <a:moveTo>
                    <a:pt x="2415" y="316"/>
                  </a:moveTo>
                  <a:cubicBezTo>
                    <a:pt x="2408" y="316"/>
                    <a:pt x="2403" y="321"/>
                    <a:pt x="2403" y="328"/>
                  </a:cubicBezTo>
                  <a:cubicBezTo>
                    <a:pt x="2403" y="335"/>
                    <a:pt x="2408" y="340"/>
                    <a:pt x="2415" y="340"/>
                  </a:cubicBezTo>
                  <a:cubicBezTo>
                    <a:pt x="2422" y="340"/>
                    <a:pt x="2427" y="335"/>
                    <a:pt x="2427" y="328"/>
                  </a:cubicBezTo>
                  <a:cubicBezTo>
                    <a:pt x="2427" y="321"/>
                    <a:pt x="2422" y="316"/>
                    <a:pt x="2415" y="316"/>
                  </a:cubicBezTo>
                  <a:close/>
                  <a:moveTo>
                    <a:pt x="2454" y="341"/>
                  </a:moveTo>
                  <a:cubicBezTo>
                    <a:pt x="2462" y="341"/>
                    <a:pt x="2467" y="335"/>
                    <a:pt x="2467" y="328"/>
                  </a:cubicBezTo>
                  <a:cubicBezTo>
                    <a:pt x="2467" y="321"/>
                    <a:pt x="2462" y="315"/>
                    <a:pt x="2454" y="315"/>
                  </a:cubicBezTo>
                  <a:cubicBezTo>
                    <a:pt x="2447" y="315"/>
                    <a:pt x="2442" y="321"/>
                    <a:pt x="2442" y="328"/>
                  </a:cubicBezTo>
                  <a:cubicBezTo>
                    <a:pt x="2442" y="335"/>
                    <a:pt x="2447" y="341"/>
                    <a:pt x="2454" y="341"/>
                  </a:cubicBezTo>
                  <a:close/>
                  <a:moveTo>
                    <a:pt x="2494" y="341"/>
                  </a:moveTo>
                  <a:cubicBezTo>
                    <a:pt x="2501" y="341"/>
                    <a:pt x="2507" y="335"/>
                    <a:pt x="2507" y="328"/>
                  </a:cubicBezTo>
                  <a:cubicBezTo>
                    <a:pt x="2507" y="321"/>
                    <a:pt x="2501" y="315"/>
                    <a:pt x="2494" y="315"/>
                  </a:cubicBezTo>
                  <a:cubicBezTo>
                    <a:pt x="2487" y="315"/>
                    <a:pt x="2481" y="321"/>
                    <a:pt x="2481" y="328"/>
                  </a:cubicBezTo>
                  <a:cubicBezTo>
                    <a:pt x="2481" y="335"/>
                    <a:pt x="2487" y="341"/>
                    <a:pt x="2494" y="341"/>
                  </a:cubicBezTo>
                  <a:close/>
                  <a:moveTo>
                    <a:pt x="2533" y="341"/>
                  </a:moveTo>
                  <a:cubicBezTo>
                    <a:pt x="2540" y="341"/>
                    <a:pt x="2546" y="335"/>
                    <a:pt x="2546" y="328"/>
                  </a:cubicBezTo>
                  <a:cubicBezTo>
                    <a:pt x="2546" y="321"/>
                    <a:pt x="2540" y="315"/>
                    <a:pt x="2533" y="315"/>
                  </a:cubicBezTo>
                  <a:cubicBezTo>
                    <a:pt x="2526" y="315"/>
                    <a:pt x="2521" y="321"/>
                    <a:pt x="2521" y="328"/>
                  </a:cubicBezTo>
                  <a:cubicBezTo>
                    <a:pt x="2521" y="335"/>
                    <a:pt x="2526" y="341"/>
                    <a:pt x="2533" y="341"/>
                  </a:cubicBezTo>
                  <a:close/>
                  <a:moveTo>
                    <a:pt x="2573" y="341"/>
                  </a:moveTo>
                  <a:cubicBezTo>
                    <a:pt x="2580" y="341"/>
                    <a:pt x="2586" y="335"/>
                    <a:pt x="2586" y="328"/>
                  </a:cubicBezTo>
                  <a:cubicBezTo>
                    <a:pt x="2586" y="321"/>
                    <a:pt x="2580" y="315"/>
                    <a:pt x="2573" y="315"/>
                  </a:cubicBezTo>
                  <a:cubicBezTo>
                    <a:pt x="2566" y="315"/>
                    <a:pt x="2560" y="321"/>
                    <a:pt x="2560" y="328"/>
                  </a:cubicBezTo>
                  <a:cubicBezTo>
                    <a:pt x="2560" y="335"/>
                    <a:pt x="2566" y="341"/>
                    <a:pt x="2573" y="341"/>
                  </a:cubicBezTo>
                  <a:close/>
                  <a:moveTo>
                    <a:pt x="2612" y="341"/>
                  </a:moveTo>
                  <a:cubicBezTo>
                    <a:pt x="2619" y="341"/>
                    <a:pt x="2625" y="335"/>
                    <a:pt x="2625" y="328"/>
                  </a:cubicBezTo>
                  <a:cubicBezTo>
                    <a:pt x="2625" y="321"/>
                    <a:pt x="2619" y="315"/>
                    <a:pt x="2612" y="315"/>
                  </a:cubicBezTo>
                  <a:cubicBezTo>
                    <a:pt x="2605" y="315"/>
                    <a:pt x="2599" y="321"/>
                    <a:pt x="2599" y="328"/>
                  </a:cubicBezTo>
                  <a:cubicBezTo>
                    <a:pt x="2599" y="335"/>
                    <a:pt x="2605" y="341"/>
                    <a:pt x="2612" y="341"/>
                  </a:cubicBezTo>
                  <a:close/>
                  <a:moveTo>
                    <a:pt x="2652" y="341"/>
                  </a:moveTo>
                  <a:cubicBezTo>
                    <a:pt x="2659" y="341"/>
                    <a:pt x="2664" y="335"/>
                    <a:pt x="2664" y="328"/>
                  </a:cubicBezTo>
                  <a:cubicBezTo>
                    <a:pt x="2664" y="321"/>
                    <a:pt x="2659" y="315"/>
                    <a:pt x="2652" y="315"/>
                  </a:cubicBezTo>
                  <a:cubicBezTo>
                    <a:pt x="2645" y="315"/>
                    <a:pt x="2639" y="321"/>
                    <a:pt x="2639" y="328"/>
                  </a:cubicBezTo>
                  <a:cubicBezTo>
                    <a:pt x="2639" y="335"/>
                    <a:pt x="2645" y="341"/>
                    <a:pt x="2652" y="341"/>
                  </a:cubicBezTo>
                  <a:close/>
                  <a:moveTo>
                    <a:pt x="2691" y="341"/>
                  </a:moveTo>
                  <a:cubicBezTo>
                    <a:pt x="2698" y="341"/>
                    <a:pt x="2704" y="335"/>
                    <a:pt x="2704" y="328"/>
                  </a:cubicBezTo>
                  <a:cubicBezTo>
                    <a:pt x="2704" y="321"/>
                    <a:pt x="2698" y="315"/>
                    <a:pt x="2691" y="315"/>
                  </a:cubicBezTo>
                  <a:cubicBezTo>
                    <a:pt x="2684" y="315"/>
                    <a:pt x="2678" y="321"/>
                    <a:pt x="2678" y="328"/>
                  </a:cubicBezTo>
                  <a:cubicBezTo>
                    <a:pt x="2678" y="335"/>
                    <a:pt x="2684" y="341"/>
                    <a:pt x="2691" y="341"/>
                  </a:cubicBezTo>
                  <a:close/>
                  <a:moveTo>
                    <a:pt x="2730" y="341"/>
                  </a:moveTo>
                  <a:cubicBezTo>
                    <a:pt x="2738" y="341"/>
                    <a:pt x="2743" y="335"/>
                    <a:pt x="2743" y="328"/>
                  </a:cubicBezTo>
                  <a:cubicBezTo>
                    <a:pt x="2743" y="321"/>
                    <a:pt x="2738" y="315"/>
                    <a:pt x="2730" y="315"/>
                  </a:cubicBezTo>
                  <a:cubicBezTo>
                    <a:pt x="2723" y="315"/>
                    <a:pt x="2718" y="321"/>
                    <a:pt x="2718" y="328"/>
                  </a:cubicBezTo>
                  <a:cubicBezTo>
                    <a:pt x="2718" y="335"/>
                    <a:pt x="2723" y="341"/>
                    <a:pt x="2730" y="341"/>
                  </a:cubicBezTo>
                  <a:close/>
                  <a:moveTo>
                    <a:pt x="2770" y="341"/>
                  </a:moveTo>
                  <a:cubicBezTo>
                    <a:pt x="2777" y="341"/>
                    <a:pt x="2783" y="335"/>
                    <a:pt x="2783" y="328"/>
                  </a:cubicBezTo>
                  <a:cubicBezTo>
                    <a:pt x="2783" y="321"/>
                    <a:pt x="2777" y="315"/>
                    <a:pt x="2770" y="315"/>
                  </a:cubicBezTo>
                  <a:cubicBezTo>
                    <a:pt x="2763" y="315"/>
                    <a:pt x="2757" y="321"/>
                    <a:pt x="2757" y="328"/>
                  </a:cubicBezTo>
                  <a:cubicBezTo>
                    <a:pt x="2757" y="335"/>
                    <a:pt x="2763" y="341"/>
                    <a:pt x="2770" y="341"/>
                  </a:cubicBezTo>
                  <a:close/>
                  <a:moveTo>
                    <a:pt x="2809" y="341"/>
                  </a:moveTo>
                  <a:cubicBezTo>
                    <a:pt x="2816" y="341"/>
                    <a:pt x="2822" y="335"/>
                    <a:pt x="2822" y="328"/>
                  </a:cubicBezTo>
                  <a:cubicBezTo>
                    <a:pt x="2822" y="321"/>
                    <a:pt x="2816" y="315"/>
                    <a:pt x="2809" y="315"/>
                  </a:cubicBezTo>
                  <a:cubicBezTo>
                    <a:pt x="2802" y="315"/>
                    <a:pt x="2797" y="321"/>
                    <a:pt x="2797" y="328"/>
                  </a:cubicBezTo>
                  <a:cubicBezTo>
                    <a:pt x="2797" y="335"/>
                    <a:pt x="2802" y="341"/>
                    <a:pt x="2809" y="341"/>
                  </a:cubicBezTo>
                  <a:close/>
                  <a:moveTo>
                    <a:pt x="2849" y="341"/>
                  </a:moveTo>
                  <a:cubicBezTo>
                    <a:pt x="2856" y="341"/>
                    <a:pt x="2861" y="335"/>
                    <a:pt x="2861" y="328"/>
                  </a:cubicBezTo>
                  <a:cubicBezTo>
                    <a:pt x="2861" y="321"/>
                    <a:pt x="2856" y="315"/>
                    <a:pt x="2849" y="315"/>
                  </a:cubicBezTo>
                  <a:cubicBezTo>
                    <a:pt x="2842" y="315"/>
                    <a:pt x="2836" y="321"/>
                    <a:pt x="2836" y="328"/>
                  </a:cubicBezTo>
                  <a:cubicBezTo>
                    <a:pt x="2836" y="335"/>
                    <a:pt x="2842" y="341"/>
                    <a:pt x="2849" y="341"/>
                  </a:cubicBezTo>
                  <a:close/>
                  <a:moveTo>
                    <a:pt x="2888" y="341"/>
                  </a:moveTo>
                  <a:cubicBezTo>
                    <a:pt x="2895" y="341"/>
                    <a:pt x="2901" y="335"/>
                    <a:pt x="2901" y="328"/>
                  </a:cubicBezTo>
                  <a:cubicBezTo>
                    <a:pt x="2901" y="321"/>
                    <a:pt x="2895" y="315"/>
                    <a:pt x="2888" y="315"/>
                  </a:cubicBezTo>
                  <a:cubicBezTo>
                    <a:pt x="2881" y="315"/>
                    <a:pt x="2875" y="321"/>
                    <a:pt x="2875" y="328"/>
                  </a:cubicBezTo>
                  <a:cubicBezTo>
                    <a:pt x="2875" y="335"/>
                    <a:pt x="2881" y="341"/>
                    <a:pt x="2888" y="341"/>
                  </a:cubicBezTo>
                  <a:close/>
                  <a:moveTo>
                    <a:pt x="2928" y="341"/>
                  </a:moveTo>
                  <a:cubicBezTo>
                    <a:pt x="2935" y="341"/>
                    <a:pt x="2940" y="335"/>
                    <a:pt x="2940" y="328"/>
                  </a:cubicBezTo>
                  <a:cubicBezTo>
                    <a:pt x="2940" y="321"/>
                    <a:pt x="2935" y="315"/>
                    <a:pt x="2928" y="315"/>
                  </a:cubicBezTo>
                  <a:cubicBezTo>
                    <a:pt x="2921" y="315"/>
                    <a:pt x="2915" y="321"/>
                    <a:pt x="2915" y="328"/>
                  </a:cubicBezTo>
                  <a:cubicBezTo>
                    <a:pt x="2915" y="335"/>
                    <a:pt x="2921" y="341"/>
                    <a:pt x="2928" y="341"/>
                  </a:cubicBezTo>
                  <a:close/>
                  <a:moveTo>
                    <a:pt x="2967" y="341"/>
                  </a:moveTo>
                  <a:cubicBezTo>
                    <a:pt x="2974" y="341"/>
                    <a:pt x="2980" y="335"/>
                    <a:pt x="2980" y="328"/>
                  </a:cubicBezTo>
                  <a:cubicBezTo>
                    <a:pt x="2980" y="321"/>
                    <a:pt x="2974" y="315"/>
                    <a:pt x="2967" y="315"/>
                  </a:cubicBezTo>
                  <a:cubicBezTo>
                    <a:pt x="2960" y="315"/>
                    <a:pt x="2954" y="321"/>
                    <a:pt x="2954" y="328"/>
                  </a:cubicBezTo>
                  <a:cubicBezTo>
                    <a:pt x="2954" y="335"/>
                    <a:pt x="2960" y="341"/>
                    <a:pt x="2967" y="341"/>
                  </a:cubicBezTo>
                  <a:close/>
                  <a:moveTo>
                    <a:pt x="3006" y="341"/>
                  </a:moveTo>
                  <a:cubicBezTo>
                    <a:pt x="3013" y="341"/>
                    <a:pt x="3019" y="335"/>
                    <a:pt x="3019" y="328"/>
                  </a:cubicBezTo>
                  <a:cubicBezTo>
                    <a:pt x="3019" y="321"/>
                    <a:pt x="3013" y="315"/>
                    <a:pt x="3006" y="315"/>
                  </a:cubicBezTo>
                  <a:cubicBezTo>
                    <a:pt x="2999" y="315"/>
                    <a:pt x="2994" y="321"/>
                    <a:pt x="2994" y="328"/>
                  </a:cubicBezTo>
                  <a:cubicBezTo>
                    <a:pt x="2994" y="335"/>
                    <a:pt x="2999" y="341"/>
                    <a:pt x="3006" y="341"/>
                  </a:cubicBezTo>
                  <a:close/>
                  <a:moveTo>
                    <a:pt x="3046" y="341"/>
                  </a:moveTo>
                  <a:cubicBezTo>
                    <a:pt x="3053" y="341"/>
                    <a:pt x="3059" y="335"/>
                    <a:pt x="3059" y="328"/>
                  </a:cubicBezTo>
                  <a:cubicBezTo>
                    <a:pt x="3059" y="321"/>
                    <a:pt x="3053" y="315"/>
                    <a:pt x="3046" y="315"/>
                  </a:cubicBezTo>
                  <a:cubicBezTo>
                    <a:pt x="3039" y="315"/>
                    <a:pt x="3033" y="321"/>
                    <a:pt x="3033" y="328"/>
                  </a:cubicBezTo>
                  <a:cubicBezTo>
                    <a:pt x="3033" y="335"/>
                    <a:pt x="3039" y="341"/>
                    <a:pt x="3046" y="341"/>
                  </a:cubicBezTo>
                  <a:close/>
                  <a:moveTo>
                    <a:pt x="3085" y="341"/>
                  </a:moveTo>
                  <a:cubicBezTo>
                    <a:pt x="3092" y="341"/>
                    <a:pt x="3098" y="335"/>
                    <a:pt x="3098" y="328"/>
                  </a:cubicBezTo>
                  <a:cubicBezTo>
                    <a:pt x="3098" y="321"/>
                    <a:pt x="3092" y="315"/>
                    <a:pt x="3085" y="315"/>
                  </a:cubicBezTo>
                  <a:cubicBezTo>
                    <a:pt x="3078" y="315"/>
                    <a:pt x="3073" y="321"/>
                    <a:pt x="3073" y="328"/>
                  </a:cubicBezTo>
                  <a:cubicBezTo>
                    <a:pt x="3073" y="335"/>
                    <a:pt x="3078" y="341"/>
                    <a:pt x="3085" y="341"/>
                  </a:cubicBezTo>
                  <a:close/>
                  <a:moveTo>
                    <a:pt x="3125" y="341"/>
                  </a:moveTo>
                  <a:cubicBezTo>
                    <a:pt x="3132" y="341"/>
                    <a:pt x="3137" y="335"/>
                    <a:pt x="3137" y="328"/>
                  </a:cubicBezTo>
                  <a:cubicBezTo>
                    <a:pt x="3137" y="321"/>
                    <a:pt x="3132" y="315"/>
                    <a:pt x="3125" y="315"/>
                  </a:cubicBezTo>
                  <a:cubicBezTo>
                    <a:pt x="3118" y="315"/>
                    <a:pt x="3112" y="321"/>
                    <a:pt x="3112" y="328"/>
                  </a:cubicBezTo>
                  <a:cubicBezTo>
                    <a:pt x="3112" y="335"/>
                    <a:pt x="3118" y="341"/>
                    <a:pt x="3125" y="341"/>
                  </a:cubicBezTo>
                  <a:close/>
                  <a:moveTo>
                    <a:pt x="3164" y="341"/>
                  </a:moveTo>
                  <a:cubicBezTo>
                    <a:pt x="3171" y="341"/>
                    <a:pt x="3177" y="335"/>
                    <a:pt x="3177" y="328"/>
                  </a:cubicBezTo>
                  <a:cubicBezTo>
                    <a:pt x="3177" y="321"/>
                    <a:pt x="3171" y="315"/>
                    <a:pt x="3164" y="315"/>
                  </a:cubicBezTo>
                  <a:cubicBezTo>
                    <a:pt x="3157" y="315"/>
                    <a:pt x="3151" y="321"/>
                    <a:pt x="3151" y="328"/>
                  </a:cubicBezTo>
                  <a:cubicBezTo>
                    <a:pt x="3151" y="335"/>
                    <a:pt x="3157" y="341"/>
                    <a:pt x="3164" y="341"/>
                  </a:cubicBezTo>
                  <a:close/>
                  <a:moveTo>
                    <a:pt x="3204" y="341"/>
                  </a:moveTo>
                  <a:cubicBezTo>
                    <a:pt x="3211" y="341"/>
                    <a:pt x="3216" y="335"/>
                    <a:pt x="3216" y="328"/>
                  </a:cubicBezTo>
                  <a:cubicBezTo>
                    <a:pt x="3216" y="321"/>
                    <a:pt x="3211" y="315"/>
                    <a:pt x="3204" y="315"/>
                  </a:cubicBezTo>
                  <a:cubicBezTo>
                    <a:pt x="3197" y="315"/>
                    <a:pt x="3191" y="321"/>
                    <a:pt x="3191" y="328"/>
                  </a:cubicBezTo>
                  <a:cubicBezTo>
                    <a:pt x="3191" y="335"/>
                    <a:pt x="3197" y="341"/>
                    <a:pt x="3204" y="341"/>
                  </a:cubicBezTo>
                  <a:close/>
                  <a:moveTo>
                    <a:pt x="3243" y="341"/>
                  </a:moveTo>
                  <a:cubicBezTo>
                    <a:pt x="3250" y="341"/>
                    <a:pt x="3256" y="335"/>
                    <a:pt x="3256" y="328"/>
                  </a:cubicBezTo>
                  <a:cubicBezTo>
                    <a:pt x="3256" y="321"/>
                    <a:pt x="3250" y="315"/>
                    <a:pt x="3243" y="315"/>
                  </a:cubicBezTo>
                  <a:cubicBezTo>
                    <a:pt x="3236" y="315"/>
                    <a:pt x="3230" y="321"/>
                    <a:pt x="3230" y="328"/>
                  </a:cubicBezTo>
                  <a:cubicBezTo>
                    <a:pt x="3230" y="335"/>
                    <a:pt x="3236" y="341"/>
                    <a:pt x="3243" y="341"/>
                  </a:cubicBezTo>
                  <a:close/>
                  <a:moveTo>
                    <a:pt x="3282" y="341"/>
                  </a:moveTo>
                  <a:cubicBezTo>
                    <a:pt x="3289" y="341"/>
                    <a:pt x="3295" y="335"/>
                    <a:pt x="3295" y="328"/>
                  </a:cubicBezTo>
                  <a:cubicBezTo>
                    <a:pt x="3295" y="321"/>
                    <a:pt x="3289" y="315"/>
                    <a:pt x="3282" y="315"/>
                  </a:cubicBezTo>
                  <a:cubicBezTo>
                    <a:pt x="3275" y="315"/>
                    <a:pt x="3270" y="321"/>
                    <a:pt x="3270" y="328"/>
                  </a:cubicBezTo>
                  <a:cubicBezTo>
                    <a:pt x="3270" y="335"/>
                    <a:pt x="3275" y="341"/>
                    <a:pt x="3282" y="341"/>
                  </a:cubicBezTo>
                  <a:close/>
                  <a:moveTo>
                    <a:pt x="3322" y="341"/>
                  </a:moveTo>
                  <a:cubicBezTo>
                    <a:pt x="3329" y="341"/>
                    <a:pt x="3335" y="335"/>
                    <a:pt x="3335" y="328"/>
                  </a:cubicBezTo>
                  <a:cubicBezTo>
                    <a:pt x="3335" y="321"/>
                    <a:pt x="3329" y="315"/>
                    <a:pt x="3322" y="315"/>
                  </a:cubicBezTo>
                  <a:cubicBezTo>
                    <a:pt x="3315" y="315"/>
                    <a:pt x="3309" y="321"/>
                    <a:pt x="3309" y="328"/>
                  </a:cubicBezTo>
                  <a:cubicBezTo>
                    <a:pt x="3309" y="335"/>
                    <a:pt x="3315" y="341"/>
                    <a:pt x="3322" y="341"/>
                  </a:cubicBezTo>
                  <a:close/>
                  <a:moveTo>
                    <a:pt x="3361" y="341"/>
                  </a:moveTo>
                  <a:cubicBezTo>
                    <a:pt x="3368" y="341"/>
                    <a:pt x="3374" y="335"/>
                    <a:pt x="3374" y="328"/>
                  </a:cubicBezTo>
                  <a:cubicBezTo>
                    <a:pt x="3374" y="321"/>
                    <a:pt x="3368" y="315"/>
                    <a:pt x="3361" y="315"/>
                  </a:cubicBezTo>
                  <a:cubicBezTo>
                    <a:pt x="3354" y="315"/>
                    <a:pt x="3348" y="321"/>
                    <a:pt x="3348" y="328"/>
                  </a:cubicBezTo>
                  <a:cubicBezTo>
                    <a:pt x="3348" y="335"/>
                    <a:pt x="3354" y="341"/>
                    <a:pt x="3361" y="341"/>
                  </a:cubicBezTo>
                  <a:close/>
                  <a:moveTo>
                    <a:pt x="3401" y="341"/>
                  </a:moveTo>
                  <a:cubicBezTo>
                    <a:pt x="3408" y="341"/>
                    <a:pt x="3413" y="335"/>
                    <a:pt x="3413" y="328"/>
                  </a:cubicBezTo>
                  <a:cubicBezTo>
                    <a:pt x="3413" y="321"/>
                    <a:pt x="3408" y="315"/>
                    <a:pt x="3401" y="315"/>
                  </a:cubicBezTo>
                  <a:cubicBezTo>
                    <a:pt x="3394" y="315"/>
                    <a:pt x="3388" y="321"/>
                    <a:pt x="3388" y="328"/>
                  </a:cubicBezTo>
                  <a:cubicBezTo>
                    <a:pt x="3388" y="335"/>
                    <a:pt x="3394" y="341"/>
                    <a:pt x="3401" y="341"/>
                  </a:cubicBezTo>
                  <a:close/>
                  <a:moveTo>
                    <a:pt x="3440" y="341"/>
                  </a:moveTo>
                  <a:cubicBezTo>
                    <a:pt x="3447" y="341"/>
                    <a:pt x="3453" y="335"/>
                    <a:pt x="3453" y="328"/>
                  </a:cubicBezTo>
                  <a:cubicBezTo>
                    <a:pt x="3453" y="321"/>
                    <a:pt x="3447" y="315"/>
                    <a:pt x="3440" y="315"/>
                  </a:cubicBezTo>
                  <a:cubicBezTo>
                    <a:pt x="3433" y="315"/>
                    <a:pt x="3427" y="321"/>
                    <a:pt x="3427" y="328"/>
                  </a:cubicBezTo>
                  <a:cubicBezTo>
                    <a:pt x="3427" y="335"/>
                    <a:pt x="3433" y="341"/>
                    <a:pt x="3440" y="341"/>
                  </a:cubicBezTo>
                  <a:close/>
                  <a:moveTo>
                    <a:pt x="3480" y="341"/>
                  </a:moveTo>
                  <a:cubicBezTo>
                    <a:pt x="3487" y="341"/>
                    <a:pt x="3492" y="335"/>
                    <a:pt x="3492" y="328"/>
                  </a:cubicBezTo>
                  <a:cubicBezTo>
                    <a:pt x="3492" y="321"/>
                    <a:pt x="3487" y="315"/>
                    <a:pt x="3480" y="315"/>
                  </a:cubicBezTo>
                  <a:cubicBezTo>
                    <a:pt x="3472" y="315"/>
                    <a:pt x="3467" y="321"/>
                    <a:pt x="3467" y="328"/>
                  </a:cubicBezTo>
                  <a:cubicBezTo>
                    <a:pt x="3467" y="335"/>
                    <a:pt x="3472" y="341"/>
                    <a:pt x="3480" y="341"/>
                  </a:cubicBezTo>
                  <a:close/>
                  <a:moveTo>
                    <a:pt x="3519" y="315"/>
                  </a:moveTo>
                  <a:cubicBezTo>
                    <a:pt x="3512" y="315"/>
                    <a:pt x="3506" y="321"/>
                    <a:pt x="3506" y="328"/>
                  </a:cubicBezTo>
                  <a:cubicBezTo>
                    <a:pt x="3506" y="335"/>
                    <a:pt x="3512" y="341"/>
                    <a:pt x="3519" y="341"/>
                  </a:cubicBezTo>
                  <a:cubicBezTo>
                    <a:pt x="3526" y="341"/>
                    <a:pt x="3532" y="335"/>
                    <a:pt x="3532" y="328"/>
                  </a:cubicBezTo>
                  <a:cubicBezTo>
                    <a:pt x="3532" y="321"/>
                    <a:pt x="3526" y="315"/>
                    <a:pt x="3519" y="315"/>
                  </a:cubicBezTo>
                  <a:close/>
                  <a:moveTo>
                    <a:pt x="3558" y="315"/>
                  </a:moveTo>
                  <a:cubicBezTo>
                    <a:pt x="3551" y="315"/>
                    <a:pt x="3546" y="321"/>
                    <a:pt x="3546" y="328"/>
                  </a:cubicBezTo>
                  <a:cubicBezTo>
                    <a:pt x="3546" y="335"/>
                    <a:pt x="3551" y="341"/>
                    <a:pt x="3558" y="341"/>
                  </a:cubicBezTo>
                  <a:cubicBezTo>
                    <a:pt x="3565" y="341"/>
                    <a:pt x="3571" y="335"/>
                    <a:pt x="3571" y="328"/>
                  </a:cubicBezTo>
                  <a:cubicBezTo>
                    <a:pt x="3571" y="321"/>
                    <a:pt x="3565" y="315"/>
                    <a:pt x="3558" y="315"/>
                  </a:cubicBezTo>
                  <a:close/>
                  <a:moveTo>
                    <a:pt x="3598" y="315"/>
                  </a:moveTo>
                  <a:cubicBezTo>
                    <a:pt x="3591" y="315"/>
                    <a:pt x="3585" y="321"/>
                    <a:pt x="3585" y="328"/>
                  </a:cubicBezTo>
                  <a:cubicBezTo>
                    <a:pt x="3585" y="335"/>
                    <a:pt x="3591" y="341"/>
                    <a:pt x="3598" y="341"/>
                  </a:cubicBezTo>
                  <a:cubicBezTo>
                    <a:pt x="3605" y="341"/>
                    <a:pt x="3611" y="335"/>
                    <a:pt x="3611" y="328"/>
                  </a:cubicBezTo>
                  <a:cubicBezTo>
                    <a:pt x="3611" y="321"/>
                    <a:pt x="3605" y="315"/>
                    <a:pt x="3598" y="315"/>
                  </a:cubicBezTo>
                  <a:close/>
                  <a:moveTo>
                    <a:pt x="89" y="380"/>
                  </a:moveTo>
                  <a:cubicBezTo>
                    <a:pt x="96" y="380"/>
                    <a:pt x="102" y="375"/>
                    <a:pt x="102" y="367"/>
                  </a:cubicBezTo>
                  <a:cubicBezTo>
                    <a:pt x="102" y="360"/>
                    <a:pt x="96" y="355"/>
                    <a:pt x="89" y="355"/>
                  </a:cubicBezTo>
                  <a:cubicBezTo>
                    <a:pt x="82" y="355"/>
                    <a:pt x="76" y="360"/>
                    <a:pt x="76" y="367"/>
                  </a:cubicBezTo>
                  <a:cubicBezTo>
                    <a:pt x="76" y="375"/>
                    <a:pt x="82" y="380"/>
                    <a:pt x="89" y="380"/>
                  </a:cubicBezTo>
                  <a:close/>
                  <a:moveTo>
                    <a:pt x="128" y="380"/>
                  </a:moveTo>
                  <a:cubicBezTo>
                    <a:pt x="136" y="380"/>
                    <a:pt x="141" y="375"/>
                    <a:pt x="141" y="367"/>
                  </a:cubicBezTo>
                  <a:cubicBezTo>
                    <a:pt x="141" y="360"/>
                    <a:pt x="136" y="355"/>
                    <a:pt x="128" y="355"/>
                  </a:cubicBezTo>
                  <a:cubicBezTo>
                    <a:pt x="121" y="355"/>
                    <a:pt x="116" y="360"/>
                    <a:pt x="116" y="367"/>
                  </a:cubicBezTo>
                  <a:cubicBezTo>
                    <a:pt x="116" y="375"/>
                    <a:pt x="121" y="380"/>
                    <a:pt x="128" y="380"/>
                  </a:cubicBezTo>
                  <a:close/>
                  <a:moveTo>
                    <a:pt x="168" y="380"/>
                  </a:moveTo>
                  <a:cubicBezTo>
                    <a:pt x="175" y="380"/>
                    <a:pt x="181" y="375"/>
                    <a:pt x="181" y="367"/>
                  </a:cubicBezTo>
                  <a:cubicBezTo>
                    <a:pt x="181" y="360"/>
                    <a:pt x="175" y="355"/>
                    <a:pt x="168" y="355"/>
                  </a:cubicBezTo>
                  <a:cubicBezTo>
                    <a:pt x="161" y="355"/>
                    <a:pt x="155" y="360"/>
                    <a:pt x="155" y="367"/>
                  </a:cubicBezTo>
                  <a:cubicBezTo>
                    <a:pt x="155" y="375"/>
                    <a:pt x="161" y="380"/>
                    <a:pt x="168" y="380"/>
                  </a:cubicBezTo>
                  <a:close/>
                  <a:moveTo>
                    <a:pt x="207" y="380"/>
                  </a:moveTo>
                  <a:cubicBezTo>
                    <a:pt x="214" y="380"/>
                    <a:pt x="220" y="375"/>
                    <a:pt x="220" y="367"/>
                  </a:cubicBezTo>
                  <a:cubicBezTo>
                    <a:pt x="220" y="360"/>
                    <a:pt x="214" y="355"/>
                    <a:pt x="207" y="355"/>
                  </a:cubicBezTo>
                  <a:cubicBezTo>
                    <a:pt x="200" y="355"/>
                    <a:pt x="195" y="360"/>
                    <a:pt x="195" y="367"/>
                  </a:cubicBezTo>
                  <a:cubicBezTo>
                    <a:pt x="195" y="375"/>
                    <a:pt x="200" y="380"/>
                    <a:pt x="207" y="380"/>
                  </a:cubicBezTo>
                  <a:close/>
                  <a:moveTo>
                    <a:pt x="247" y="380"/>
                  </a:moveTo>
                  <a:cubicBezTo>
                    <a:pt x="254" y="380"/>
                    <a:pt x="259" y="375"/>
                    <a:pt x="259" y="367"/>
                  </a:cubicBezTo>
                  <a:cubicBezTo>
                    <a:pt x="259" y="360"/>
                    <a:pt x="254" y="355"/>
                    <a:pt x="247" y="355"/>
                  </a:cubicBezTo>
                  <a:cubicBezTo>
                    <a:pt x="240" y="355"/>
                    <a:pt x="234" y="360"/>
                    <a:pt x="234" y="367"/>
                  </a:cubicBezTo>
                  <a:cubicBezTo>
                    <a:pt x="234" y="375"/>
                    <a:pt x="240" y="380"/>
                    <a:pt x="247" y="380"/>
                  </a:cubicBezTo>
                  <a:close/>
                  <a:moveTo>
                    <a:pt x="286" y="380"/>
                  </a:moveTo>
                  <a:cubicBezTo>
                    <a:pt x="293" y="380"/>
                    <a:pt x="299" y="375"/>
                    <a:pt x="299" y="367"/>
                  </a:cubicBezTo>
                  <a:cubicBezTo>
                    <a:pt x="299" y="360"/>
                    <a:pt x="293" y="355"/>
                    <a:pt x="286" y="355"/>
                  </a:cubicBezTo>
                  <a:cubicBezTo>
                    <a:pt x="279" y="355"/>
                    <a:pt x="273" y="360"/>
                    <a:pt x="273" y="367"/>
                  </a:cubicBezTo>
                  <a:cubicBezTo>
                    <a:pt x="273" y="375"/>
                    <a:pt x="279" y="380"/>
                    <a:pt x="286" y="380"/>
                  </a:cubicBezTo>
                  <a:close/>
                  <a:moveTo>
                    <a:pt x="326" y="380"/>
                  </a:moveTo>
                  <a:cubicBezTo>
                    <a:pt x="333" y="380"/>
                    <a:pt x="338" y="375"/>
                    <a:pt x="338" y="367"/>
                  </a:cubicBezTo>
                  <a:cubicBezTo>
                    <a:pt x="338" y="360"/>
                    <a:pt x="333" y="355"/>
                    <a:pt x="326" y="355"/>
                  </a:cubicBezTo>
                  <a:cubicBezTo>
                    <a:pt x="319" y="355"/>
                    <a:pt x="313" y="360"/>
                    <a:pt x="313" y="367"/>
                  </a:cubicBezTo>
                  <a:cubicBezTo>
                    <a:pt x="313" y="375"/>
                    <a:pt x="319" y="380"/>
                    <a:pt x="326" y="380"/>
                  </a:cubicBezTo>
                  <a:close/>
                  <a:moveTo>
                    <a:pt x="365" y="380"/>
                  </a:moveTo>
                  <a:cubicBezTo>
                    <a:pt x="372" y="380"/>
                    <a:pt x="378" y="375"/>
                    <a:pt x="378" y="367"/>
                  </a:cubicBezTo>
                  <a:cubicBezTo>
                    <a:pt x="378" y="360"/>
                    <a:pt x="372" y="355"/>
                    <a:pt x="365" y="355"/>
                  </a:cubicBezTo>
                  <a:cubicBezTo>
                    <a:pt x="358" y="355"/>
                    <a:pt x="352" y="360"/>
                    <a:pt x="352" y="367"/>
                  </a:cubicBezTo>
                  <a:cubicBezTo>
                    <a:pt x="352" y="375"/>
                    <a:pt x="358" y="380"/>
                    <a:pt x="365" y="380"/>
                  </a:cubicBezTo>
                  <a:close/>
                  <a:moveTo>
                    <a:pt x="404" y="380"/>
                  </a:moveTo>
                  <a:cubicBezTo>
                    <a:pt x="411" y="380"/>
                    <a:pt x="417" y="375"/>
                    <a:pt x="417" y="367"/>
                  </a:cubicBezTo>
                  <a:cubicBezTo>
                    <a:pt x="417" y="360"/>
                    <a:pt x="411" y="355"/>
                    <a:pt x="404" y="355"/>
                  </a:cubicBezTo>
                  <a:cubicBezTo>
                    <a:pt x="397" y="355"/>
                    <a:pt x="392" y="360"/>
                    <a:pt x="392" y="367"/>
                  </a:cubicBezTo>
                  <a:cubicBezTo>
                    <a:pt x="392" y="375"/>
                    <a:pt x="397" y="380"/>
                    <a:pt x="404" y="380"/>
                  </a:cubicBezTo>
                  <a:close/>
                  <a:moveTo>
                    <a:pt x="444" y="380"/>
                  </a:moveTo>
                  <a:cubicBezTo>
                    <a:pt x="451" y="380"/>
                    <a:pt x="457" y="375"/>
                    <a:pt x="457" y="367"/>
                  </a:cubicBezTo>
                  <a:cubicBezTo>
                    <a:pt x="457" y="360"/>
                    <a:pt x="451" y="355"/>
                    <a:pt x="444" y="355"/>
                  </a:cubicBezTo>
                  <a:cubicBezTo>
                    <a:pt x="437" y="355"/>
                    <a:pt x="431" y="360"/>
                    <a:pt x="431" y="367"/>
                  </a:cubicBezTo>
                  <a:cubicBezTo>
                    <a:pt x="431" y="375"/>
                    <a:pt x="437" y="380"/>
                    <a:pt x="444" y="380"/>
                  </a:cubicBezTo>
                  <a:close/>
                  <a:moveTo>
                    <a:pt x="483" y="380"/>
                  </a:moveTo>
                  <a:cubicBezTo>
                    <a:pt x="490" y="380"/>
                    <a:pt x="496" y="375"/>
                    <a:pt x="496" y="367"/>
                  </a:cubicBezTo>
                  <a:cubicBezTo>
                    <a:pt x="496" y="360"/>
                    <a:pt x="490" y="355"/>
                    <a:pt x="483" y="355"/>
                  </a:cubicBezTo>
                  <a:cubicBezTo>
                    <a:pt x="476" y="355"/>
                    <a:pt x="471" y="360"/>
                    <a:pt x="471" y="367"/>
                  </a:cubicBezTo>
                  <a:cubicBezTo>
                    <a:pt x="471" y="375"/>
                    <a:pt x="476" y="380"/>
                    <a:pt x="483" y="380"/>
                  </a:cubicBezTo>
                  <a:close/>
                  <a:moveTo>
                    <a:pt x="523" y="380"/>
                  </a:moveTo>
                  <a:cubicBezTo>
                    <a:pt x="530" y="380"/>
                    <a:pt x="535" y="375"/>
                    <a:pt x="535" y="367"/>
                  </a:cubicBezTo>
                  <a:cubicBezTo>
                    <a:pt x="535" y="360"/>
                    <a:pt x="530" y="355"/>
                    <a:pt x="523" y="355"/>
                  </a:cubicBezTo>
                  <a:cubicBezTo>
                    <a:pt x="516" y="355"/>
                    <a:pt x="510" y="360"/>
                    <a:pt x="510" y="367"/>
                  </a:cubicBezTo>
                  <a:cubicBezTo>
                    <a:pt x="510" y="375"/>
                    <a:pt x="516" y="380"/>
                    <a:pt x="523" y="380"/>
                  </a:cubicBezTo>
                  <a:close/>
                  <a:moveTo>
                    <a:pt x="562" y="380"/>
                  </a:moveTo>
                  <a:cubicBezTo>
                    <a:pt x="569" y="380"/>
                    <a:pt x="575" y="375"/>
                    <a:pt x="575" y="367"/>
                  </a:cubicBezTo>
                  <a:cubicBezTo>
                    <a:pt x="575" y="360"/>
                    <a:pt x="569" y="355"/>
                    <a:pt x="562" y="355"/>
                  </a:cubicBezTo>
                  <a:cubicBezTo>
                    <a:pt x="555" y="355"/>
                    <a:pt x="549" y="360"/>
                    <a:pt x="549" y="367"/>
                  </a:cubicBezTo>
                  <a:cubicBezTo>
                    <a:pt x="549" y="375"/>
                    <a:pt x="555" y="380"/>
                    <a:pt x="562" y="380"/>
                  </a:cubicBezTo>
                  <a:close/>
                  <a:moveTo>
                    <a:pt x="602" y="380"/>
                  </a:moveTo>
                  <a:cubicBezTo>
                    <a:pt x="609" y="380"/>
                    <a:pt x="614" y="375"/>
                    <a:pt x="614" y="367"/>
                  </a:cubicBezTo>
                  <a:cubicBezTo>
                    <a:pt x="614" y="360"/>
                    <a:pt x="609" y="355"/>
                    <a:pt x="602" y="355"/>
                  </a:cubicBezTo>
                  <a:cubicBezTo>
                    <a:pt x="595" y="355"/>
                    <a:pt x="589" y="360"/>
                    <a:pt x="589" y="367"/>
                  </a:cubicBezTo>
                  <a:cubicBezTo>
                    <a:pt x="589" y="375"/>
                    <a:pt x="595" y="380"/>
                    <a:pt x="602" y="380"/>
                  </a:cubicBezTo>
                  <a:close/>
                  <a:moveTo>
                    <a:pt x="641" y="380"/>
                  </a:moveTo>
                  <a:cubicBezTo>
                    <a:pt x="648" y="380"/>
                    <a:pt x="654" y="375"/>
                    <a:pt x="654" y="367"/>
                  </a:cubicBezTo>
                  <a:cubicBezTo>
                    <a:pt x="654" y="360"/>
                    <a:pt x="648" y="355"/>
                    <a:pt x="641" y="355"/>
                  </a:cubicBezTo>
                  <a:cubicBezTo>
                    <a:pt x="634" y="355"/>
                    <a:pt x="628" y="360"/>
                    <a:pt x="628" y="367"/>
                  </a:cubicBezTo>
                  <a:cubicBezTo>
                    <a:pt x="628" y="375"/>
                    <a:pt x="634" y="380"/>
                    <a:pt x="641" y="380"/>
                  </a:cubicBezTo>
                  <a:close/>
                  <a:moveTo>
                    <a:pt x="680" y="380"/>
                  </a:moveTo>
                  <a:cubicBezTo>
                    <a:pt x="687" y="380"/>
                    <a:pt x="693" y="375"/>
                    <a:pt x="693" y="367"/>
                  </a:cubicBezTo>
                  <a:cubicBezTo>
                    <a:pt x="693" y="360"/>
                    <a:pt x="687" y="355"/>
                    <a:pt x="680" y="355"/>
                  </a:cubicBezTo>
                  <a:cubicBezTo>
                    <a:pt x="673" y="355"/>
                    <a:pt x="668" y="360"/>
                    <a:pt x="668" y="367"/>
                  </a:cubicBezTo>
                  <a:cubicBezTo>
                    <a:pt x="668" y="375"/>
                    <a:pt x="673" y="380"/>
                    <a:pt x="680" y="380"/>
                  </a:cubicBezTo>
                  <a:close/>
                  <a:moveTo>
                    <a:pt x="720" y="380"/>
                  </a:moveTo>
                  <a:cubicBezTo>
                    <a:pt x="727" y="380"/>
                    <a:pt x="733" y="375"/>
                    <a:pt x="733" y="367"/>
                  </a:cubicBezTo>
                  <a:cubicBezTo>
                    <a:pt x="733" y="360"/>
                    <a:pt x="727" y="355"/>
                    <a:pt x="720" y="355"/>
                  </a:cubicBezTo>
                  <a:cubicBezTo>
                    <a:pt x="713" y="355"/>
                    <a:pt x="707" y="360"/>
                    <a:pt x="707" y="367"/>
                  </a:cubicBezTo>
                  <a:cubicBezTo>
                    <a:pt x="707" y="375"/>
                    <a:pt x="713" y="380"/>
                    <a:pt x="720" y="380"/>
                  </a:cubicBezTo>
                  <a:close/>
                  <a:moveTo>
                    <a:pt x="759" y="380"/>
                  </a:moveTo>
                  <a:cubicBezTo>
                    <a:pt x="766" y="380"/>
                    <a:pt x="772" y="375"/>
                    <a:pt x="772" y="367"/>
                  </a:cubicBezTo>
                  <a:cubicBezTo>
                    <a:pt x="772" y="360"/>
                    <a:pt x="766" y="355"/>
                    <a:pt x="759" y="355"/>
                  </a:cubicBezTo>
                  <a:cubicBezTo>
                    <a:pt x="752" y="355"/>
                    <a:pt x="747" y="360"/>
                    <a:pt x="747" y="367"/>
                  </a:cubicBezTo>
                  <a:cubicBezTo>
                    <a:pt x="747" y="375"/>
                    <a:pt x="752" y="380"/>
                    <a:pt x="759" y="380"/>
                  </a:cubicBezTo>
                  <a:close/>
                  <a:moveTo>
                    <a:pt x="799" y="380"/>
                  </a:moveTo>
                  <a:cubicBezTo>
                    <a:pt x="806" y="380"/>
                    <a:pt x="811" y="375"/>
                    <a:pt x="811" y="367"/>
                  </a:cubicBezTo>
                  <a:cubicBezTo>
                    <a:pt x="811" y="360"/>
                    <a:pt x="806" y="355"/>
                    <a:pt x="799" y="355"/>
                  </a:cubicBezTo>
                  <a:cubicBezTo>
                    <a:pt x="792" y="355"/>
                    <a:pt x="786" y="360"/>
                    <a:pt x="786" y="367"/>
                  </a:cubicBezTo>
                  <a:cubicBezTo>
                    <a:pt x="786" y="375"/>
                    <a:pt x="792" y="380"/>
                    <a:pt x="799" y="380"/>
                  </a:cubicBezTo>
                  <a:close/>
                  <a:moveTo>
                    <a:pt x="838" y="380"/>
                  </a:moveTo>
                  <a:cubicBezTo>
                    <a:pt x="845" y="380"/>
                    <a:pt x="851" y="375"/>
                    <a:pt x="851" y="367"/>
                  </a:cubicBezTo>
                  <a:cubicBezTo>
                    <a:pt x="851" y="360"/>
                    <a:pt x="845" y="355"/>
                    <a:pt x="838" y="355"/>
                  </a:cubicBezTo>
                  <a:cubicBezTo>
                    <a:pt x="831" y="355"/>
                    <a:pt x="825" y="360"/>
                    <a:pt x="825" y="367"/>
                  </a:cubicBezTo>
                  <a:cubicBezTo>
                    <a:pt x="825" y="375"/>
                    <a:pt x="831" y="380"/>
                    <a:pt x="838" y="380"/>
                  </a:cubicBezTo>
                  <a:close/>
                  <a:moveTo>
                    <a:pt x="956" y="380"/>
                  </a:moveTo>
                  <a:cubicBezTo>
                    <a:pt x="963" y="380"/>
                    <a:pt x="969" y="375"/>
                    <a:pt x="969" y="367"/>
                  </a:cubicBezTo>
                  <a:cubicBezTo>
                    <a:pt x="969" y="360"/>
                    <a:pt x="963" y="355"/>
                    <a:pt x="956" y="355"/>
                  </a:cubicBezTo>
                  <a:cubicBezTo>
                    <a:pt x="949" y="355"/>
                    <a:pt x="944" y="360"/>
                    <a:pt x="944" y="367"/>
                  </a:cubicBezTo>
                  <a:cubicBezTo>
                    <a:pt x="944" y="375"/>
                    <a:pt x="949" y="380"/>
                    <a:pt x="956" y="380"/>
                  </a:cubicBezTo>
                  <a:close/>
                  <a:moveTo>
                    <a:pt x="996" y="380"/>
                  </a:moveTo>
                  <a:cubicBezTo>
                    <a:pt x="1003" y="380"/>
                    <a:pt x="1009" y="375"/>
                    <a:pt x="1009" y="367"/>
                  </a:cubicBezTo>
                  <a:cubicBezTo>
                    <a:pt x="1009" y="360"/>
                    <a:pt x="1003" y="355"/>
                    <a:pt x="996" y="355"/>
                  </a:cubicBezTo>
                  <a:cubicBezTo>
                    <a:pt x="989" y="355"/>
                    <a:pt x="983" y="360"/>
                    <a:pt x="983" y="367"/>
                  </a:cubicBezTo>
                  <a:cubicBezTo>
                    <a:pt x="983" y="375"/>
                    <a:pt x="989" y="380"/>
                    <a:pt x="996" y="380"/>
                  </a:cubicBezTo>
                  <a:close/>
                  <a:moveTo>
                    <a:pt x="1193" y="380"/>
                  </a:moveTo>
                  <a:cubicBezTo>
                    <a:pt x="1200" y="380"/>
                    <a:pt x="1206" y="375"/>
                    <a:pt x="1206" y="367"/>
                  </a:cubicBezTo>
                  <a:cubicBezTo>
                    <a:pt x="1206" y="360"/>
                    <a:pt x="1200" y="355"/>
                    <a:pt x="1193" y="355"/>
                  </a:cubicBezTo>
                  <a:cubicBezTo>
                    <a:pt x="1186" y="355"/>
                    <a:pt x="1180" y="360"/>
                    <a:pt x="1180" y="367"/>
                  </a:cubicBezTo>
                  <a:cubicBezTo>
                    <a:pt x="1180" y="375"/>
                    <a:pt x="1186" y="380"/>
                    <a:pt x="1193" y="380"/>
                  </a:cubicBezTo>
                  <a:close/>
                  <a:moveTo>
                    <a:pt x="1232" y="380"/>
                  </a:moveTo>
                  <a:cubicBezTo>
                    <a:pt x="1239" y="380"/>
                    <a:pt x="1245" y="375"/>
                    <a:pt x="1245" y="367"/>
                  </a:cubicBezTo>
                  <a:cubicBezTo>
                    <a:pt x="1245" y="360"/>
                    <a:pt x="1239" y="355"/>
                    <a:pt x="1232" y="355"/>
                  </a:cubicBezTo>
                  <a:cubicBezTo>
                    <a:pt x="1225" y="355"/>
                    <a:pt x="1220" y="360"/>
                    <a:pt x="1220" y="367"/>
                  </a:cubicBezTo>
                  <a:cubicBezTo>
                    <a:pt x="1220" y="375"/>
                    <a:pt x="1225" y="380"/>
                    <a:pt x="1232" y="380"/>
                  </a:cubicBezTo>
                  <a:close/>
                  <a:moveTo>
                    <a:pt x="1272" y="380"/>
                  </a:moveTo>
                  <a:cubicBezTo>
                    <a:pt x="1279" y="380"/>
                    <a:pt x="1285" y="375"/>
                    <a:pt x="1285" y="367"/>
                  </a:cubicBezTo>
                  <a:cubicBezTo>
                    <a:pt x="1285" y="360"/>
                    <a:pt x="1279" y="355"/>
                    <a:pt x="1272" y="355"/>
                  </a:cubicBezTo>
                  <a:cubicBezTo>
                    <a:pt x="1265" y="355"/>
                    <a:pt x="1259" y="360"/>
                    <a:pt x="1259" y="367"/>
                  </a:cubicBezTo>
                  <a:cubicBezTo>
                    <a:pt x="1259" y="375"/>
                    <a:pt x="1265" y="380"/>
                    <a:pt x="1272" y="380"/>
                  </a:cubicBezTo>
                  <a:close/>
                  <a:moveTo>
                    <a:pt x="1508" y="355"/>
                  </a:moveTo>
                  <a:cubicBezTo>
                    <a:pt x="1501" y="355"/>
                    <a:pt x="1496" y="360"/>
                    <a:pt x="1496" y="367"/>
                  </a:cubicBezTo>
                  <a:cubicBezTo>
                    <a:pt x="1496" y="375"/>
                    <a:pt x="1501" y="380"/>
                    <a:pt x="1508" y="380"/>
                  </a:cubicBezTo>
                  <a:cubicBezTo>
                    <a:pt x="1515" y="380"/>
                    <a:pt x="1521" y="375"/>
                    <a:pt x="1521" y="367"/>
                  </a:cubicBezTo>
                  <a:cubicBezTo>
                    <a:pt x="1521" y="360"/>
                    <a:pt x="1515" y="355"/>
                    <a:pt x="1508" y="355"/>
                  </a:cubicBezTo>
                  <a:close/>
                  <a:moveTo>
                    <a:pt x="1824" y="380"/>
                  </a:moveTo>
                  <a:cubicBezTo>
                    <a:pt x="1831" y="380"/>
                    <a:pt x="1836" y="375"/>
                    <a:pt x="1836" y="367"/>
                  </a:cubicBezTo>
                  <a:cubicBezTo>
                    <a:pt x="1836" y="360"/>
                    <a:pt x="1831" y="355"/>
                    <a:pt x="1824" y="355"/>
                  </a:cubicBezTo>
                  <a:cubicBezTo>
                    <a:pt x="1817" y="355"/>
                    <a:pt x="1811" y="360"/>
                    <a:pt x="1811" y="367"/>
                  </a:cubicBezTo>
                  <a:cubicBezTo>
                    <a:pt x="1811" y="375"/>
                    <a:pt x="1817" y="380"/>
                    <a:pt x="1824" y="380"/>
                  </a:cubicBezTo>
                  <a:close/>
                  <a:moveTo>
                    <a:pt x="1863" y="380"/>
                  </a:moveTo>
                  <a:cubicBezTo>
                    <a:pt x="1870" y="380"/>
                    <a:pt x="1876" y="375"/>
                    <a:pt x="1876" y="367"/>
                  </a:cubicBezTo>
                  <a:cubicBezTo>
                    <a:pt x="1876" y="360"/>
                    <a:pt x="1870" y="355"/>
                    <a:pt x="1863" y="355"/>
                  </a:cubicBezTo>
                  <a:cubicBezTo>
                    <a:pt x="1856" y="355"/>
                    <a:pt x="1850" y="360"/>
                    <a:pt x="1850" y="367"/>
                  </a:cubicBezTo>
                  <a:cubicBezTo>
                    <a:pt x="1850" y="375"/>
                    <a:pt x="1856" y="380"/>
                    <a:pt x="1863" y="380"/>
                  </a:cubicBezTo>
                  <a:close/>
                  <a:moveTo>
                    <a:pt x="1903" y="380"/>
                  </a:moveTo>
                  <a:cubicBezTo>
                    <a:pt x="1910" y="380"/>
                    <a:pt x="1915" y="375"/>
                    <a:pt x="1915" y="367"/>
                  </a:cubicBezTo>
                  <a:cubicBezTo>
                    <a:pt x="1915" y="360"/>
                    <a:pt x="1910" y="355"/>
                    <a:pt x="1903" y="355"/>
                  </a:cubicBezTo>
                  <a:cubicBezTo>
                    <a:pt x="1896" y="355"/>
                    <a:pt x="1890" y="360"/>
                    <a:pt x="1890" y="367"/>
                  </a:cubicBezTo>
                  <a:cubicBezTo>
                    <a:pt x="1890" y="375"/>
                    <a:pt x="1896" y="380"/>
                    <a:pt x="1903" y="380"/>
                  </a:cubicBezTo>
                  <a:close/>
                  <a:moveTo>
                    <a:pt x="1942" y="380"/>
                  </a:moveTo>
                  <a:cubicBezTo>
                    <a:pt x="1949" y="380"/>
                    <a:pt x="1955" y="375"/>
                    <a:pt x="1955" y="367"/>
                  </a:cubicBezTo>
                  <a:cubicBezTo>
                    <a:pt x="1955" y="360"/>
                    <a:pt x="1949" y="355"/>
                    <a:pt x="1942" y="355"/>
                  </a:cubicBezTo>
                  <a:cubicBezTo>
                    <a:pt x="1935" y="355"/>
                    <a:pt x="1929" y="360"/>
                    <a:pt x="1929" y="367"/>
                  </a:cubicBezTo>
                  <a:cubicBezTo>
                    <a:pt x="1929" y="375"/>
                    <a:pt x="1935" y="380"/>
                    <a:pt x="1942" y="380"/>
                  </a:cubicBezTo>
                  <a:close/>
                  <a:moveTo>
                    <a:pt x="1981" y="380"/>
                  </a:moveTo>
                  <a:cubicBezTo>
                    <a:pt x="1988" y="380"/>
                    <a:pt x="1994" y="375"/>
                    <a:pt x="1994" y="367"/>
                  </a:cubicBezTo>
                  <a:cubicBezTo>
                    <a:pt x="1994" y="360"/>
                    <a:pt x="1988" y="355"/>
                    <a:pt x="1981" y="355"/>
                  </a:cubicBezTo>
                  <a:cubicBezTo>
                    <a:pt x="1974" y="355"/>
                    <a:pt x="1969" y="360"/>
                    <a:pt x="1969" y="367"/>
                  </a:cubicBezTo>
                  <a:cubicBezTo>
                    <a:pt x="1969" y="375"/>
                    <a:pt x="1974" y="380"/>
                    <a:pt x="1981" y="380"/>
                  </a:cubicBezTo>
                  <a:close/>
                  <a:moveTo>
                    <a:pt x="2021" y="380"/>
                  </a:moveTo>
                  <a:cubicBezTo>
                    <a:pt x="2028" y="380"/>
                    <a:pt x="2034" y="375"/>
                    <a:pt x="2034" y="367"/>
                  </a:cubicBezTo>
                  <a:cubicBezTo>
                    <a:pt x="2034" y="360"/>
                    <a:pt x="2028" y="355"/>
                    <a:pt x="2021" y="355"/>
                  </a:cubicBezTo>
                  <a:cubicBezTo>
                    <a:pt x="2014" y="355"/>
                    <a:pt x="2008" y="360"/>
                    <a:pt x="2008" y="367"/>
                  </a:cubicBezTo>
                  <a:cubicBezTo>
                    <a:pt x="2008" y="375"/>
                    <a:pt x="2014" y="380"/>
                    <a:pt x="2021" y="380"/>
                  </a:cubicBezTo>
                  <a:close/>
                  <a:moveTo>
                    <a:pt x="2060" y="380"/>
                  </a:moveTo>
                  <a:cubicBezTo>
                    <a:pt x="2067" y="380"/>
                    <a:pt x="2073" y="375"/>
                    <a:pt x="2073" y="367"/>
                  </a:cubicBezTo>
                  <a:cubicBezTo>
                    <a:pt x="2073" y="360"/>
                    <a:pt x="2067" y="355"/>
                    <a:pt x="2060" y="355"/>
                  </a:cubicBezTo>
                  <a:cubicBezTo>
                    <a:pt x="2053" y="355"/>
                    <a:pt x="2048" y="360"/>
                    <a:pt x="2048" y="367"/>
                  </a:cubicBezTo>
                  <a:cubicBezTo>
                    <a:pt x="2048" y="375"/>
                    <a:pt x="2053" y="380"/>
                    <a:pt x="2060" y="380"/>
                  </a:cubicBezTo>
                  <a:close/>
                  <a:moveTo>
                    <a:pt x="2100" y="380"/>
                  </a:moveTo>
                  <a:cubicBezTo>
                    <a:pt x="2107" y="380"/>
                    <a:pt x="2112" y="375"/>
                    <a:pt x="2112" y="367"/>
                  </a:cubicBezTo>
                  <a:cubicBezTo>
                    <a:pt x="2112" y="360"/>
                    <a:pt x="2107" y="355"/>
                    <a:pt x="2100" y="355"/>
                  </a:cubicBezTo>
                  <a:cubicBezTo>
                    <a:pt x="2093" y="355"/>
                    <a:pt x="2087" y="360"/>
                    <a:pt x="2087" y="367"/>
                  </a:cubicBezTo>
                  <a:cubicBezTo>
                    <a:pt x="2087" y="375"/>
                    <a:pt x="2093" y="380"/>
                    <a:pt x="2100" y="380"/>
                  </a:cubicBezTo>
                  <a:close/>
                  <a:moveTo>
                    <a:pt x="2139" y="380"/>
                  </a:moveTo>
                  <a:cubicBezTo>
                    <a:pt x="2146" y="380"/>
                    <a:pt x="2152" y="375"/>
                    <a:pt x="2152" y="367"/>
                  </a:cubicBezTo>
                  <a:cubicBezTo>
                    <a:pt x="2152" y="360"/>
                    <a:pt x="2146" y="355"/>
                    <a:pt x="2139" y="355"/>
                  </a:cubicBezTo>
                  <a:cubicBezTo>
                    <a:pt x="2132" y="355"/>
                    <a:pt x="2126" y="360"/>
                    <a:pt x="2126" y="367"/>
                  </a:cubicBezTo>
                  <a:cubicBezTo>
                    <a:pt x="2126" y="375"/>
                    <a:pt x="2132" y="380"/>
                    <a:pt x="2139" y="380"/>
                  </a:cubicBezTo>
                  <a:close/>
                  <a:moveTo>
                    <a:pt x="2179" y="380"/>
                  </a:moveTo>
                  <a:cubicBezTo>
                    <a:pt x="2186" y="380"/>
                    <a:pt x="2191" y="375"/>
                    <a:pt x="2191" y="367"/>
                  </a:cubicBezTo>
                  <a:cubicBezTo>
                    <a:pt x="2191" y="360"/>
                    <a:pt x="2186" y="355"/>
                    <a:pt x="2179" y="355"/>
                  </a:cubicBezTo>
                  <a:cubicBezTo>
                    <a:pt x="2171" y="355"/>
                    <a:pt x="2166" y="360"/>
                    <a:pt x="2166" y="367"/>
                  </a:cubicBezTo>
                  <a:cubicBezTo>
                    <a:pt x="2166" y="375"/>
                    <a:pt x="2171" y="380"/>
                    <a:pt x="2179" y="380"/>
                  </a:cubicBezTo>
                  <a:close/>
                  <a:moveTo>
                    <a:pt x="2218" y="380"/>
                  </a:moveTo>
                  <a:cubicBezTo>
                    <a:pt x="2225" y="380"/>
                    <a:pt x="2231" y="375"/>
                    <a:pt x="2231" y="367"/>
                  </a:cubicBezTo>
                  <a:cubicBezTo>
                    <a:pt x="2231" y="360"/>
                    <a:pt x="2225" y="355"/>
                    <a:pt x="2218" y="355"/>
                  </a:cubicBezTo>
                  <a:cubicBezTo>
                    <a:pt x="2211" y="355"/>
                    <a:pt x="2205" y="360"/>
                    <a:pt x="2205" y="367"/>
                  </a:cubicBezTo>
                  <a:cubicBezTo>
                    <a:pt x="2205" y="375"/>
                    <a:pt x="2211" y="380"/>
                    <a:pt x="2218" y="380"/>
                  </a:cubicBezTo>
                  <a:close/>
                  <a:moveTo>
                    <a:pt x="2257" y="380"/>
                  </a:moveTo>
                  <a:cubicBezTo>
                    <a:pt x="2264" y="380"/>
                    <a:pt x="2270" y="375"/>
                    <a:pt x="2270" y="367"/>
                  </a:cubicBezTo>
                  <a:cubicBezTo>
                    <a:pt x="2270" y="360"/>
                    <a:pt x="2264" y="355"/>
                    <a:pt x="2257" y="355"/>
                  </a:cubicBezTo>
                  <a:cubicBezTo>
                    <a:pt x="2250" y="355"/>
                    <a:pt x="2245" y="360"/>
                    <a:pt x="2245" y="367"/>
                  </a:cubicBezTo>
                  <a:cubicBezTo>
                    <a:pt x="2245" y="375"/>
                    <a:pt x="2250" y="380"/>
                    <a:pt x="2257" y="380"/>
                  </a:cubicBezTo>
                  <a:close/>
                  <a:moveTo>
                    <a:pt x="2297" y="380"/>
                  </a:moveTo>
                  <a:cubicBezTo>
                    <a:pt x="2304" y="380"/>
                    <a:pt x="2310" y="375"/>
                    <a:pt x="2310" y="367"/>
                  </a:cubicBezTo>
                  <a:cubicBezTo>
                    <a:pt x="2310" y="360"/>
                    <a:pt x="2304" y="355"/>
                    <a:pt x="2297" y="355"/>
                  </a:cubicBezTo>
                  <a:cubicBezTo>
                    <a:pt x="2290" y="355"/>
                    <a:pt x="2284" y="360"/>
                    <a:pt x="2284" y="367"/>
                  </a:cubicBezTo>
                  <a:cubicBezTo>
                    <a:pt x="2284" y="375"/>
                    <a:pt x="2290" y="380"/>
                    <a:pt x="2297" y="380"/>
                  </a:cubicBezTo>
                  <a:close/>
                  <a:moveTo>
                    <a:pt x="2336" y="380"/>
                  </a:moveTo>
                  <a:cubicBezTo>
                    <a:pt x="2343" y="380"/>
                    <a:pt x="2349" y="375"/>
                    <a:pt x="2349" y="367"/>
                  </a:cubicBezTo>
                  <a:cubicBezTo>
                    <a:pt x="2349" y="360"/>
                    <a:pt x="2343" y="355"/>
                    <a:pt x="2336" y="355"/>
                  </a:cubicBezTo>
                  <a:cubicBezTo>
                    <a:pt x="2329" y="355"/>
                    <a:pt x="2323" y="360"/>
                    <a:pt x="2323" y="367"/>
                  </a:cubicBezTo>
                  <a:cubicBezTo>
                    <a:pt x="2323" y="375"/>
                    <a:pt x="2329" y="380"/>
                    <a:pt x="2336" y="380"/>
                  </a:cubicBezTo>
                  <a:close/>
                  <a:moveTo>
                    <a:pt x="2376" y="380"/>
                  </a:moveTo>
                  <a:cubicBezTo>
                    <a:pt x="2383" y="380"/>
                    <a:pt x="2388" y="375"/>
                    <a:pt x="2388" y="367"/>
                  </a:cubicBezTo>
                  <a:cubicBezTo>
                    <a:pt x="2388" y="360"/>
                    <a:pt x="2383" y="355"/>
                    <a:pt x="2376" y="355"/>
                  </a:cubicBezTo>
                  <a:cubicBezTo>
                    <a:pt x="2369" y="355"/>
                    <a:pt x="2363" y="360"/>
                    <a:pt x="2363" y="367"/>
                  </a:cubicBezTo>
                  <a:cubicBezTo>
                    <a:pt x="2363" y="375"/>
                    <a:pt x="2369" y="380"/>
                    <a:pt x="2376" y="380"/>
                  </a:cubicBezTo>
                  <a:close/>
                  <a:moveTo>
                    <a:pt x="2415" y="380"/>
                  </a:moveTo>
                  <a:cubicBezTo>
                    <a:pt x="2422" y="380"/>
                    <a:pt x="2428" y="375"/>
                    <a:pt x="2428" y="367"/>
                  </a:cubicBezTo>
                  <a:cubicBezTo>
                    <a:pt x="2428" y="360"/>
                    <a:pt x="2422" y="355"/>
                    <a:pt x="2415" y="355"/>
                  </a:cubicBezTo>
                  <a:cubicBezTo>
                    <a:pt x="2408" y="355"/>
                    <a:pt x="2402" y="360"/>
                    <a:pt x="2402" y="367"/>
                  </a:cubicBezTo>
                  <a:cubicBezTo>
                    <a:pt x="2402" y="375"/>
                    <a:pt x="2408" y="380"/>
                    <a:pt x="2415" y="380"/>
                  </a:cubicBezTo>
                  <a:close/>
                  <a:moveTo>
                    <a:pt x="2454" y="380"/>
                  </a:moveTo>
                  <a:cubicBezTo>
                    <a:pt x="2462" y="380"/>
                    <a:pt x="2467" y="375"/>
                    <a:pt x="2467" y="367"/>
                  </a:cubicBezTo>
                  <a:cubicBezTo>
                    <a:pt x="2467" y="360"/>
                    <a:pt x="2462" y="355"/>
                    <a:pt x="2454" y="355"/>
                  </a:cubicBezTo>
                  <a:cubicBezTo>
                    <a:pt x="2447" y="355"/>
                    <a:pt x="2442" y="360"/>
                    <a:pt x="2442" y="367"/>
                  </a:cubicBezTo>
                  <a:cubicBezTo>
                    <a:pt x="2442" y="375"/>
                    <a:pt x="2447" y="380"/>
                    <a:pt x="2454" y="380"/>
                  </a:cubicBezTo>
                  <a:close/>
                  <a:moveTo>
                    <a:pt x="2494" y="380"/>
                  </a:moveTo>
                  <a:cubicBezTo>
                    <a:pt x="2501" y="380"/>
                    <a:pt x="2507" y="375"/>
                    <a:pt x="2507" y="367"/>
                  </a:cubicBezTo>
                  <a:cubicBezTo>
                    <a:pt x="2507" y="360"/>
                    <a:pt x="2501" y="355"/>
                    <a:pt x="2494" y="355"/>
                  </a:cubicBezTo>
                  <a:cubicBezTo>
                    <a:pt x="2487" y="355"/>
                    <a:pt x="2481" y="360"/>
                    <a:pt x="2481" y="367"/>
                  </a:cubicBezTo>
                  <a:cubicBezTo>
                    <a:pt x="2481" y="375"/>
                    <a:pt x="2487" y="380"/>
                    <a:pt x="2494" y="380"/>
                  </a:cubicBezTo>
                  <a:close/>
                  <a:moveTo>
                    <a:pt x="2533" y="380"/>
                  </a:moveTo>
                  <a:cubicBezTo>
                    <a:pt x="2540" y="380"/>
                    <a:pt x="2546" y="375"/>
                    <a:pt x="2546" y="367"/>
                  </a:cubicBezTo>
                  <a:cubicBezTo>
                    <a:pt x="2546" y="360"/>
                    <a:pt x="2540" y="355"/>
                    <a:pt x="2533" y="355"/>
                  </a:cubicBezTo>
                  <a:cubicBezTo>
                    <a:pt x="2526" y="355"/>
                    <a:pt x="2521" y="360"/>
                    <a:pt x="2521" y="367"/>
                  </a:cubicBezTo>
                  <a:cubicBezTo>
                    <a:pt x="2521" y="375"/>
                    <a:pt x="2526" y="380"/>
                    <a:pt x="2533" y="380"/>
                  </a:cubicBezTo>
                  <a:close/>
                  <a:moveTo>
                    <a:pt x="2573" y="380"/>
                  </a:moveTo>
                  <a:cubicBezTo>
                    <a:pt x="2580" y="380"/>
                    <a:pt x="2586" y="375"/>
                    <a:pt x="2586" y="367"/>
                  </a:cubicBezTo>
                  <a:cubicBezTo>
                    <a:pt x="2586" y="360"/>
                    <a:pt x="2580" y="355"/>
                    <a:pt x="2573" y="355"/>
                  </a:cubicBezTo>
                  <a:cubicBezTo>
                    <a:pt x="2566" y="355"/>
                    <a:pt x="2560" y="360"/>
                    <a:pt x="2560" y="367"/>
                  </a:cubicBezTo>
                  <a:cubicBezTo>
                    <a:pt x="2560" y="375"/>
                    <a:pt x="2566" y="380"/>
                    <a:pt x="2573" y="380"/>
                  </a:cubicBezTo>
                  <a:close/>
                  <a:moveTo>
                    <a:pt x="2612" y="380"/>
                  </a:moveTo>
                  <a:cubicBezTo>
                    <a:pt x="2619" y="380"/>
                    <a:pt x="2625" y="375"/>
                    <a:pt x="2625" y="367"/>
                  </a:cubicBezTo>
                  <a:cubicBezTo>
                    <a:pt x="2625" y="360"/>
                    <a:pt x="2619" y="355"/>
                    <a:pt x="2612" y="355"/>
                  </a:cubicBezTo>
                  <a:cubicBezTo>
                    <a:pt x="2605" y="355"/>
                    <a:pt x="2599" y="360"/>
                    <a:pt x="2599" y="367"/>
                  </a:cubicBezTo>
                  <a:cubicBezTo>
                    <a:pt x="2599" y="375"/>
                    <a:pt x="2605" y="380"/>
                    <a:pt x="2612" y="380"/>
                  </a:cubicBezTo>
                  <a:close/>
                  <a:moveTo>
                    <a:pt x="2652" y="380"/>
                  </a:moveTo>
                  <a:cubicBezTo>
                    <a:pt x="2659" y="380"/>
                    <a:pt x="2664" y="375"/>
                    <a:pt x="2664" y="367"/>
                  </a:cubicBezTo>
                  <a:cubicBezTo>
                    <a:pt x="2664" y="360"/>
                    <a:pt x="2659" y="355"/>
                    <a:pt x="2652" y="355"/>
                  </a:cubicBezTo>
                  <a:cubicBezTo>
                    <a:pt x="2645" y="355"/>
                    <a:pt x="2639" y="360"/>
                    <a:pt x="2639" y="367"/>
                  </a:cubicBezTo>
                  <a:cubicBezTo>
                    <a:pt x="2639" y="375"/>
                    <a:pt x="2645" y="380"/>
                    <a:pt x="2652" y="380"/>
                  </a:cubicBezTo>
                  <a:close/>
                  <a:moveTo>
                    <a:pt x="2691" y="380"/>
                  </a:moveTo>
                  <a:cubicBezTo>
                    <a:pt x="2698" y="380"/>
                    <a:pt x="2704" y="375"/>
                    <a:pt x="2704" y="367"/>
                  </a:cubicBezTo>
                  <a:cubicBezTo>
                    <a:pt x="2704" y="360"/>
                    <a:pt x="2698" y="355"/>
                    <a:pt x="2691" y="355"/>
                  </a:cubicBezTo>
                  <a:cubicBezTo>
                    <a:pt x="2684" y="355"/>
                    <a:pt x="2678" y="360"/>
                    <a:pt x="2678" y="367"/>
                  </a:cubicBezTo>
                  <a:cubicBezTo>
                    <a:pt x="2678" y="375"/>
                    <a:pt x="2684" y="380"/>
                    <a:pt x="2691" y="380"/>
                  </a:cubicBezTo>
                  <a:close/>
                  <a:moveTo>
                    <a:pt x="2730" y="380"/>
                  </a:moveTo>
                  <a:cubicBezTo>
                    <a:pt x="2738" y="380"/>
                    <a:pt x="2743" y="375"/>
                    <a:pt x="2743" y="367"/>
                  </a:cubicBezTo>
                  <a:cubicBezTo>
                    <a:pt x="2743" y="360"/>
                    <a:pt x="2738" y="355"/>
                    <a:pt x="2730" y="355"/>
                  </a:cubicBezTo>
                  <a:cubicBezTo>
                    <a:pt x="2723" y="355"/>
                    <a:pt x="2718" y="360"/>
                    <a:pt x="2718" y="367"/>
                  </a:cubicBezTo>
                  <a:cubicBezTo>
                    <a:pt x="2718" y="375"/>
                    <a:pt x="2723" y="380"/>
                    <a:pt x="2730" y="380"/>
                  </a:cubicBezTo>
                  <a:close/>
                  <a:moveTo>
                    <a:pt x="2770" y="380"/>
                  </a:moveTo>
                  <a:cubicBezTo>
                    <a:pt x="2777" y="380"/>
                    <a:pt x="2783" y="375"/>
                    <a:pt x="2783" y="367"/>
                  </a:cubicBezTo>
                  <a:cubicBezTo>
                    <a:pt x="2783" y="360"/>
                    <a:pt x="2777" y="355"/>
                    <a:pt x="2770" y="355"/>
                  </a:cubicBezTo>
                  <a:cubicBezTo>
                    <a:pt x="2763" y="355"/>
                    <a:pt x="2757" y="360"/>
                    <a:pt x="2757" y="367"/>
                  </a:cubicBezTo>
                  <a:cubicBezTo>
                    <a:pt x="2757" y="375"/>
                    <a:pt x="2763" y="380"/>
                    <a:pt x="2770" y="380"/>
                  </a:cubicBezTo>
                  <a:close/>
                  <a:moveTo>
                    <a:pt x="2809" y="380"/>
                  </a:moveTo>
                  <a:cubicBezTo>
                    <a:pt x="2816" y="380"/>
                    <a:pt x="2822" y="375"/>
                    <a:pt x="2822" y="367"/>
                  </a:cubicBezTo>
                  <a:cubicBezTo>
                    <a:pt x="2822" y="360"/>
                    <a:pt x="2816" y="355"/>
                    <a:pt x="2809" y="355"/>
                  </a:cubicBezTo>
                  <a:cubicBezTo>
                    <a:pt x="2802" y="355"/>
                    <a:pt x="2797" y="360"/>
                    <a:pt x="2797" y="367"/>
                  </a:cubicBezTo>
                  <a:cubicBezTo>
                    <a:pt x="2797" y="375"/>
                    <a:pt x="2802" y="380"/>
                    <a:pt x="2809" y="380"/>
                  </a:cubicBezTo>
                  <a:close/>
                  <a:moveTo>
                    <a:pt x="2849" y="380"/>
                  </a:moveTo>
                  <a:cubicBezTo>
                    <a:pt x="2856" y="380"/>
                    <a:pt x="2861" y="375"/>
                    <a:pt x="2861" y="367"/>
                  </a:cubicBezTo>
                  <a:cubicBezTo>
                    <a:pt x="2861" y="360"/>
                    <a:pt x="2856" y="355"/>
                    <a:pt x="2849" y="355"/>
                  </a:cubicBezTo>
                  <a:cubicBezTo>
                    <a:pt x="2842" y="355"/>
                    <a:pt x="2836" y="360"/>
                    <a:pt x="2836" y="367"/>
                  </a:cubicBezTo>
                  <a:cubicBezTo>
                    <a:pt x="2836" y="375"/>
                    <a:pt x="2842" y="380"/>
                    <a:pt x="2849" y="380"/>
                  </a:cubicBezTo>
                  <a:close/>
                  <a:moveTo>
                    <a:pt x="2888" y="380"/>
                  </a:moveTo>
                  <a:cubicBezTo>
                    <a:pt x="2895" y="380"/>
                    <a:pt x="2901" y="375"/>
                    <a:pt x="2901" y="367"/>
                  </a:cubicBezTo>
                  <a:cubicBezTo>
                    <a:pt x="2901" y="360"/>
                    <a:pt x="2895" y="355"/>
                    <a:pt x="2888" y="355"/>
                  </a:cubicBezTo>
                  <a:cubicBezTo>
                    <a:pt x="2881" y="355"/>
                    <a:pt x="2875" y="360"/>
                    <a:pt x="2875" y="367"/>
                  </a:cubicBezTo>
                  <a:cubicBezTo>
                    <a:pt x="2875" y="375"/>
                    <a:pt x="2881" y="380"/>
                    <a:pt x="2888" y="380"/>
                  </a:cubicBezTo>
                  <a:close/>
                  <a:moveTo>
                    <a:pt x="2928" y="380"/>
                  </a:moveTo>
                  <a:cubicBezTo>
                    <a:pt x="2935" y="380"/>
                    <a:pt x="2940" y="375"/>
                    <a:pt x="2940" y="367"/>
                  </a:cubicBezTo>
                  <a:cubicBezTo>
                    <a:pt x="2940" y="360"/>
                    <a:pt x="2935" y="355"/>
                    <a:pt x="2928" y="355"/>
                  </a:cubicBezTo>
                  <a:cubicBezTo>
                    <a:pt x="2921" y="355"/>
                    <a:pt x="2915" y="360"/>
                    <a:pt x="2915" y="367"/>
                  </a:cubicBezTo>
                  <a:cubicBezTo>
                    <a:pt x="2915" y="375"/>
                    <a:pt x="2921" y="380"/>
                    <a:pt x="2928" y="380"/>
                  </a:cubicBezTo>
                  <a:close/>
                  <a:moveTo>
                    <a:pt x="2967" y="380"/>
                  </a:moveTo>
                  <a:cubicBezTo>
                    <a:pt x="2974" y="380"/>
                    <a:pt x="2980" y="375"/>
                    <a:pt x="2980" y="367"/>
                  </a:cubicBezTo>
                  <a:cubicBezTo>
                    <a:pt x="2980" y="360"/>
                    <a:pt x="2974" y="355"/>
                    <a:pt x="2967" y="355"/>
                  </a:cubicBezTo>
                  <a:cubicBezTo>
                    <a:pt x="2960" y="355"/>
                    <a:pt x="2954" y="360"/>
                    <a:pt x="2954" y="367"/>
                  </a:cubicBezTo>
                  <a:cubicBezTo>
                    <a:pt x="2954" y="375"/>
                    <a:pt x="2960" y="380"/>
                    <a:pt x="2967" y="380"/>
                  </a:cubicBezTo>
                  <a:close/>
                  <a:moveTo>
                    <a:pt x="3006" y="380"/>
                  </a:moveTo>
                  <a:cubicBezTo>
                    <a:pt x="3013" y="380"/>
                    <a:pt x="3019" y="375"/>
                    <a:pt x="3019" y="367"/>
                  </a:cubicBezTo>
                  <a:cubicBezTo>
                    <a:pt x="3019" y="360"/>
                    <a:pt x="3013" y="355"/>
                    <a:pt x="3006" y="355"/>
                  </a:cubicBezTo>
                  <a:cubicBezTo>
                    <a:pt x="2999" y="355"/>
                    <a:pt x="2994" y="360"/>
                    <a:pt x="2994" y="367"/>
                  </a:cubicBezTo>
                  <a:cubicBezTo>
                    <a:pt x="2994" y="375"/>
                    <a:pt x="2999" y="380"/>
                    <a:pt x="3006" y="380"/>
                  </a:cubicBezTo>
                  <a:close/>
                  <a:moveTo>
                    <a:pt x="3046" y="380"/>
                  </a:moveTo>
                  <a:cubicBezTo>
                    <a:pt x="3053" y="380"/>
                    <a:pt x="3059" y="375"/>
                    <a:pt x="3059" y="367"/>
                  </a:cubicBezTo>
                  <a:cubicBezTo>
                    <a:pt x="3059" y="360"/>
                    <a:pt x="3053" y="355"/>
                    <a:pt x="3046" y="355"/>
                  </a:cubicBezTo>
                  <a:cubicBezTo>
                    <a:pt x="3039" y="355"/>
                    <a:pt x="3033" y="360"/>
                    <a:pt x="3033" y="367"/>
                  </a:cubicBezTo>
                  <a:cubicBezTo>
                    <a:pt x="3033" y="375"/>
                    <a:pt x="3039" y="380"/>
                    <a:pt x="3046" y="380"/>
                  </a:cubicBezTo>
                  <a:close/>
                  <a:moveTo>
                    <a:pt x="3085" y="380"/>
                  </a:moveTo>
                  <a:cubicBezTo>
                    <a:pt x="3092" y="380"/>
                    <a:pt x="3098" y="375"/>
                    <a:pt x="3098" y="367"/>
                  </a:cubicBezTo>
                  <a:cubicBezTo>
                    <a:pt x="3098" y="360"/>
                    <a:pt x="3092" y="355"/>
                    <a:pt x="3085" y="355"/>
                  </a:cubicBezTo>
                  <a:cubicBezTo>
                    <a:pt x="3078" y="355"/>
                    <a:pt x="3073" y="360"/>
                    <a:pt x="3073" y="367"/>
                  </a:cubicBezTo>
                  <a:cubicBezTo>
                    <a:pt x="3073" y="375"/>
                    <a:pt x="3078" y="380"/>
                    <a:pt x="3085" y="380"/>
                  </a:cubicBezTo>
                  <a:close/>
                  <a:moveTo>
                    <a:pt x="3125" y="380"/>
                  </a:moveTo>
                  <a:cubicBezTo>
                    <a:pt x="3132" y="380"/>
                    <a:pt x="3137" y="375"/>
                    <a:pt x="3137" y="367"/>
                  </a:cubicBezTo>
                  <a:cubicBezTo>
                    <a:pt x="3137" y="360"/>
                    <a:pt x="3132" y="355"/>
                    <a:pt x="3125" y="355"/>
                  </a:cubicBezTo>
                  <a:cubicBezTo>
                    <a:pt x="3118" y="355"/>
                    <a:pt x="3112" y="360"/>
                    <a:pt x="3112" y="367"/>
                  </a:cubicBezTo>
                  <a:cubicBezTo>
                    <a:pt x="3112" y="375"/>
                    <a:pt x="3118" y="380"/>
                    <a:pt x="3125" y="380"/>
                  </a:cubicBezTo>
                  <a:close/>
                  <a:moveTo>
                    <a:pt x="3164" y="380"/>
                  </a:moveTo>
                  <a:cubicBezTo>
                    <a:pt x="3171" y="380"/>
                    <a:pt x="3177" y="375"/>
                    <a:pt x="3177" y="367"/>
                  </a:cubicBezTo>
                  <a:cubicBezTo>
                    <a:pt x="3177" y="360"/>
                    <a:pt x="3171" y="355"/>
                    <a:pt x="3164" y="355"/>
                  </a:cubicBezTo>
                  <a:cubicBezTo>
                    <a:pt x="3157" y="355"/>
                    <a:pt x="3151" y="360"/>
                    <a:pt x="3151" y="367"/>
                  </a:cubicBezTo>
                  <a:cubicBezTo>
                    <a:pt x="3151" y="375"/>
                    <a:pt x="3157" y="380"/>
                    <a:pt x="3164" y="380"/>
                  </a:cubicBezTo>
                  <a:close/>
                  <a:moveTo>
                    <a:pt x="3204" y="380"/>
                  </a:moveTo>
                  <a:cubicBezTo>
                    <a:pt x="3211" y="380"/>
                    <a:pt x="3216" y="375"/>
                    <a:pt x="3216" y="367"/>
                  </a:cubicBezTo>
                  <a:cubicBezTo>
                    <a:pt x="3216" y="360"/>
                    <a:pt x="3211" y="355"/>
                    <a:pt x="3204" y="355"/>
                  </a:cubicBezTo>
                  <a:cubicBezTo>
                    <a:pt x="3197" y="355"/>
                    <a:pt x="3191" y="360"/>
                    <a:pt x="3191" y="367"/>
                  </a:cubicBezTo>
                  <a:cubicBezTo>
                    <a:pt x="3191" y="375"/>
                    <a:pt x="3197" y="380"/>
                    <a:pt x="3204" y="380"/>
                  </a:cubicBezTo>
                  <a:close/>
                  <a:moveTo>
                    <a:pt x="3243" y="380"/>
                  </a:moveTo>
                  <a:cubicBezTo>
                    <a:pt x="3250" y="380"/>
                    <a:pt x="3256" y="375"/>
                    <a:pt x="3256" y="367"/>
                  </a:cubicBezTo>
                  <a:cubicBezTo>
                    <a:pt x="3256" y="360"/>
                    <a:pt x="3250" y="355"/>
                    <a:pt x="3243" y="355"/>
                  </a:cubicBezTo>
                  <a:cubicBezTo>
                    <a:pt x="3236" y="355"/>
                    <a:pt x="3230" y="360"/>
                    <a:pt x="3230" y="367"/>
                  </a:cubicBezTo>
                  <a:cubicBezTo>
                    <a:pt x="3230" y="375"/>
                    <a:pt x="3236" y="380"/>
                    <a:pt x="3243" y="380"/>
                  </a:cubicBezTo>
                  <a:close/>
                  <a:moveTo>
                    <a:pt x="3282" y="380"/>
                  </a:moveTo>
                  <a:cubicBezTo>
                    <a:pt x="3289" y="380"/>
                    <a:pt x="3295" y="375"/>
                    <a:pt x="3295" y="367"/>
                  </a:cubicBezTo>
                  <a:cubicBezTo>
                    <a:pt x="3295" y="360"/>
                    <a:pt x="3289" y="355"/>
                    <a:pt x="3282" y="355"/>
                  </a:cubicBezTo>
                  <a:cubicBezTo>
                    <a:pt x="3275" y="355"/>
                    <a:pt x="3270" y="360"/>
                    <a:pt x="3270" y="367"/>
                  </a:cubicBezTo>
                  <a:cubicBezTo>
                    <a:pt x="3270" y="375"/>
                    <a:pt x="3275" y="380"/>
                    <a:pt x="3282" y="380"/>
                  </a:cubicBezTo>
                  <a:close/>
                  <a:moveTo>
                    <a:pt x="3322" y="380"/>
                  </a:moveTo>
                  <a:cubicBezTo>
                    <a:pt x="3329" y="380"/>
                    <a:pt x="3335" y="375"/>
                    <a:pt x="3335" y="367"/>
                  </a:cubicBezTo>
                  <a:cubicBezTo>
                    <a:pt x="3335" y="360"/>
                    <a:pt x="3329" y="355"/>
                    <a:pt x="3322" y="355"/>
                  </a:cubicBezTo>
                  <a:cubicBezTo>
                    <a:pt x="3315" y="355"/>
                    <a:pt x="3309" y="360"/>
                    <a:pt x="3309" y="367"/>
                  </a:cubicBezTo>
                  <a:cubicBezTo>
                    <a:pt x="3309" y="375"/>
                    <a:pt x="3315" y="380"/>
                    <a:pt x="3322" y="380"/>
                  </a:cubicBezTo>
                  <a:close/>
                  <a:moveTo>
                    <a:pt x="3361" y="380"/>
                  </a:moveTo>
                  <a:cubicBezTo>
                    <a:pt x="3368" y="380"/>
                    <a:pt x="3374" y="375"/>
                    <a:pt x="3374" y="367"/>
                  </a:cubicBezTo>
                  <a:cubicBezTo>
                    <a:pt x="3374" y="360"/>
                    <a:pt x="3368" y="355"/>
                    <a:pt x="3361" y="355"/>
                  </a:cubicBezTo>
                  <a:cubicBezTo>
                    <a:pt x="3354" y="355"/>
                    <a:pt x="3348" y="360"/>
                    <a:pt x="3348" y="367"/>
                  </a:cubicBezTo>
                  <a:cubicBezTo>
                    <a:pt x="3348" y="375"/>
                    <a:pt x="3354" y="380"/>
                    <a:pt x="3361" y="380"/>
                  </a:cubicBezTo>
                  <a:close/>
                  <a:moveTo>
                    <a:pt x="3401" y="380"/>
                  </a:moveTo>
                  <a:cubicBezTo>
                    <a:pt x="3408" y="380"/>
                    <a:pt x="3413" y="375"/>
                    <a:pt x="3413" y="367"/>
                  </a:cubicBezTo>
                  <a:cubicBezTo>
                    <a:pt x="3413" y="360"/>
                    <a:pt x="3408" y="355"/>
                    <a:pt x="3401" y="355"/>
                  </a:cubicBezTo>
                  <a:cubicBezTo>
                    <a:pt x="3394" y="355"/>
                    <a:pt x="3388" y="360"/>
                    <a:pt x="3388" y="367"/>
                  </a:cubicBezTo>
                  <a:cubicBezTo>
                    <a:pt x="3388" y="375"/>
                    <a:pt x="3394" y="380"/>
                    <a:pt x="3401" y="380"/>
                  </a:cubicBezTo>
                  <a:close/>
                  <a:moveTo>
                    <a:pt x="3440" y="380"/>
                  </a:moveTo>
                  <a:cubicBezTo>
                    <a:pt x="3447" y="380"/>
                    <a:pt x="3453" y="375"/>
                    <a:pt x="3453" y="367"/>
                  </a:cubicBezTo>
                  <a:cubicBezTo>
                    <a:pt x="3453" y="360"/>
                    <a:pt x="3447" y="355"/>
                    <a:pt x="3440" y="355"/>
                  </a:cubicBezTo>
                  <a:cubicBezTo>
                    <a:pt x="3433" y="355"/>
                    <a:pt x="3427" y="360"/>
                    <a:pt x="3427" y="367"/>
                  </a:cubicBezTo>
                  <a:cubicBezTo>
                    <a:pt x="3427" y="375"/>
                    <a:pt x="3433" y="380"/>
                    <a:pt x="3440" y="380"/>
                  </a:cubicBezTo>
                  <a:close/>
                  <a:moveTo>
                    <a:pt x="3480" y="380"/>
                  </a:moveTo>
                  <a:cubicBezTo>
                    <a:pt x="3487" y="380"/>
                    <a:pt x="3492" y="375"/>
                    <a:pt x="3492" y="367"/>
                  </a:cubicBezTo>
                  <a:cubicBezTo>
                    <a:pt x="3492" y="360"/>
                    <a:pt x="3487" y="355"/>
                    <a:pt x="3480" y="355"/>
                  </a:cubicBezTo>
                  <a:cubicBezTo>
                    <a:pt x="3472" y="355"/>
                    <a:pt x="3467" y="360"/>
                    <a:pt x="3467" y="367"/>
                  </a:cubicBezTo>
                  <a:cubicBezTo>
                    <a:pt x="3467" y="375"/>
                    <a:pt x="3472" y="380"/>
                    <a:pt x="3480" y="380"/>
                  </a:cubicBezTo>
                  <a:close/>
                  <a:moveTo>
                    <a:pt x="50" y="394"/>
                  </a:moveTo>
                  <a:cubicBezTo>
                    <a:pt x="43" y="394"/>
                    <a:pt x="37" y="400"/>
                    <a:pt x="37" y="407"/>
                  </a:cubicBezTo>
                  <a:cubicBezTo>
                    <a:pt x="37" y="414"/>
                    <a:pt x="43" y="420"/>
                    <a:pt x="50" y="420"/>
                  </a:cubicBezTo>
                  <a:cubicBezTo>
                    <a:pt x="57" y="420"/>
                    <a:pt x="62" y="414"/>
                    <a:pt x="62" y="407"/>
                  </a:cubicBezTo>
                  <a:cubicBezTo>
                    <a:pt x="62" y="400"/>
                    <a:pt x="57" y="394"/>
                    <a:pt x="50" y="394"/>
                  </a:cubicBezTo>
                  <a:close/>
                  <a:moveTo>
                    <a:pt x="89" y="420"/>
                  </a:moveTo>
                  <a:cubicBezTo>
                    <a:pt x="96" y="420"/>
                    <a:pt x="102" y="414"/>
                    <a:pt x="102" y="407"/>
                  </a:cubicBezTo>
                  <a:cubicBezTo>
                    <a:pt x="102" y="400"/>
                    <a:pt x="96" y="394"/>
                    <a:pt x="89" y="394"/>
                  </a:cubicBezTo>
                  <a:cubicBezTo>
                    <a:pt x="82" y="394"/>
                    <a:pt x="76" y="400"/>
                    <a:pt x="76" y="407"/>
                  </a:cubicBezTo>
                  <a:cubicBezTo>
                    <a:pt x="76" y="414"/>
                    <a:pt x="82" y="420"/>
                    <a:pt x="89" y="420"/>
                  </a:cubicBezTo>
                  <a:close/>
                  <a:moveTo>
                    <a:pt x="128" y="420"/>
                  </a:moveTo>
                  <a:cubicBezTo>
                    <a:pt x="136" y="420"/>
                    <a:pt x="141" y="414"/>
                    <a:pt x="141" y="407"/>
                  </a:cubicBezTo>
                  <a:cubicBezTo>
                    <a:pt x="141" y="400"/>
                    <a:pt x="136" y="394"/>
                    <a:pt x="128" y="394"/>
                  </a:cubicBezTo>
                  <a:cubicBezTo>
                    <a:pt x="121" y="394"/>
                    <a:pt x="116" y="400"/>
                    <a:pt x="116" y="407"/>
                  </a:cubicBezTo>
                  <a:cubicBezTo>
                    <a:pt x="116" y="414"/>
                    <a:pt x="121" y="420"/>
                    <a:pt x="128" y="420"/>
                  </a:cubicBezTo>
                  <a:close/>
                  <a:moveTo>
                    <a:pt x="168" y="394"/>
                  </a:moveTo>
                  <a:cubicBezTo>
                    <a:pt x="161" y="394"/>
                    <a:pt x="155" y="400"/>
                    <a:pt x="155" y="407"/>
                  </a:cubicBezTo>
                  <a:cubicBezTo>
                    <a:pt x="155" y="414"/>
                    <a:pt x="161" y="420"/>
                    <a:pt x="168" y="420"/>
                  </a:cubicBezTo>
                  <a:cubicBezTo>
                    <a:pt x="175" y="420"/>
                    <a:pt x="181" y="414"/>
                    <a:pt x="181" y="407"/>
                  </a:cubicBezTo>
                  <a:cubicBezTo>
                    <a:pt x="181" y="400"/>
                    <a:pt x="175" y="394"/>
                    <a:pt x="168" y="394"/>
                  </a:cubicBezTo>
                  <a:close/>
                  <a:moveTo>
                    <a:pt x="207" y="394"/>
                  </a:moveTo>
                  <a:cubicBezTo>
                    <a:pt x="200" y="394"/>
                    <a:pt x="195" y="400"/>
                    <a:pt x="195" y="407"/>
                  </a:cubicBezTo>
                  <a:cubicBezTo>
                    <a:pt x="195" y="414"/>
                    <a:pt x="200" y="420"/>
                    <a:pt x="207" y="420"/>
                  </a:cubicBezTo>
                  <a:cubicBezTo>
                    <a:pt x="214" y="420"/>
                    <a:pt x="220" y="414"/>
                    <a:pt x="220" y="407"/>
                  </a:cubicBezTo>
                  <a:cubicBezTo>
                    <a:pt x="220" y="400"/>
                    <a:pt x="214" y="394"/>
                    <a:pt x="207" y="394"/>
                  </a:cubicBezTo>
                  <a:close/>
                  <a:moveTo>
                    <a:pt x="247" y="394"/>
                  </a:moveTo>
                  <a:cubicBezTo>
                    <a:pt x="240" y="394"/>
                    <a:pt x="234" y="400"/>
                    <a:pt x="234" y="407"/>
                  </a:cubicBezTo>
                  <a:cubicBezTo>
                    <a:pt x="234" y="414"/>
                    <a:pt x="240" y="420"/>
                    <a:pt x="247" y="420"/>
                  </a:cubicBezTo>
                  <a:cubicBezTo>
                    <a:pt x="254" y="420"/>
                    <a:pt x="260" y="414"/>
                    <a:pt x="260" y="407"/>
                  </a:cubicBezTo>
                  <a:cubicBezTo>
                    <a:pt x="260" y="400"/>
                    <a:pt x="254" y="394"/>
                    <a:pt x="247" y="394"/>
                  </a:cubicBezTo>
                  <a:close/>
                  <a:moveTo>
                    <a:pt x="286" y="394"/>
                  </a:moveTo>
                  <a:cubicBezTo>
                    <a:pt x="279" y="394"/>
                    <a:pt x="273" y="400"/>
                    <a:pt x="273" y="407"/>
                  </a:cubicBezTo>
                  <a:cubicBezTo>
                    <a:pt x="273" y="414"/>
                    <a:pt x="279" y="420"/>
                    <a:pt x="286" y="420"/>
                  </a:cubicBezTo>
                  <a:cubicBezTo>
                    <a:pt x="293" y="420"/>
                    <a:pt x="299" y="414"/>
                    <a:pt x="299" y="407"/>
                  </a:cubicBezTo>
                  <a:cubicBezTo>
                    <a:pt x="299" y="400"/>
                    <a:pt x="293" y="394"/>
                    <a:pt x="286" y="394"/>
                  </a:cubicBezTo>
                  <a:close/>
                  <a:moveTo>
                    <a:pt x="326" y="420"/>
                  </a:moveTo>
                  <a:cubicBezTo>
                    <a:pt x="333" y="420"/>
                    <a:pt x="338" y="414"/>
                    <a:pt x="338" y="407"/>
                  </a:cubicBezTo>
                  <a:cubicBezTo>
                    <a:pt x="338" y="400"/>
                    <a:pt x="333" y="394"/>
                    <a:pt x="326" y="394"/>
                  </a:cubicBezTo>
                  <a:cubicBezTo>
                    <a:pt x="319" y="394"/>
                    <a:pt x="313" y="400"/>
                    <a:pt x="313" y="407"/>
                  </a:cubicBezTo>
                  <a:cubicBezTo>
                    <a:pt x="313" y="414"/>
                    <a:pt x="319" y="420"/>
                    <a:pt x="326" y="420"/>
                  </a:cubicBezTo>
                  <a:close/>
                  <a:moveTo>
                    <a:pt x="365" y="420"/>
                  </a:moveTo>
                  <a:cubicBezTo>
                    <a:pt x="372" y="420"/>
                    <a:pt x="378" y="414"/>
                    <a:pt x="378" y="407"/>
                  </a:cubicBezTo>
                  <a:cubicBezTo>
                    <a:pt x="378" y="400"/>
                    <a:pt x="372" y="394"/>
                    <a:pt x="365" y="394"/>
                  </a:cubicBezTo>
                  <a:cubicBezTo>
                    <a:pt x="358" y="394"/>
                    <a:pt x="352" y="400"/>
                    <a:pt x="352" y="407"/>
                  </a:cubicBezTo>
                  <a:cubicBezTo>
                    <a:pt x="352" y="414"/>
                    <a:pt x="358" y="420"/>
                    <a:pt x="365" y="420"/>
                  </a:cubicBezTo>
                  <a:close/>
                  <a:moveTo>
                    <a:pt x="404" y="420"/>
                  </a:moveTo>
                  <a:cubicBezTo>
                    <a:pt x="411" y="420"/>
                    <a:pt x="417" y="414"/>
                    <a:pt x="417" y="407"/>
                  </a:cubicBezTo>
                  <a:cubicBezTo>
                    <a:pt x="417" y="400"/>
                    <a:pt x="411" y="394"/>
                    <a:pt x="404" y="394"/>
                  </a:cubicBezTo>
                  <a:cubicBezTo>
                    <a:pt x="397" y="394"/>
                    <a:pt x="392" y="400"/>
                    <a:pt x="392" y="407"/>
                  </a:cubicBezTo>
                  <a:cubicBezTo>
                    <a:pt x="392" y="414"/>
                    <a:pt x="397" y="420"/>
                    <a:pt x="404" y="420"/>
                  </a:cubicBezTo>
                  <a:close/>
                  <a:moveTo>
                    <a:pt x="444" y="420"/>
                  </a:moveTo>
                  <a:cubicBezTo>
                    <a:pt x="451" y="420"/>
                    <a:pt x="457" y="414"/>
                    <a:pt x="457" y="407"/>
                  </a:cubicBezTo>
                  <a:cubicBezTo>
                    <a:pt x="457" y="400"/>
                    <a:pt x="451" y="394"/>
                    <a:pt x="444" y="394"/>
                  </a:cubicBezTo>
                  <a:cubicBezTo>
                    <a:pt x="437" y="394"/>
                    <a:pt x="431" y="400"/>
                    <a:pt x="431" y="407"/>
                  </a:cubicBezTo>
                  <a:cubicBezTo>
                    <a:pt x="431" y="414"/>
                    <a:pt x="437" y="420"/>
                    <a:pt x="444" y="420"/>
                  </a:cubicBezTo>
                  <a:close/>
                  <a:moveTo>
                    <a:pt x="483" y="420"/>
                  </a:moveTo>
                  <a:cubicBezTo>
                    <a:pt x="490" y="420"/>
                    <a:pt x="496" y="414"/>
                    <a:pt x="496" y="407"/>
                  </a:cubicBezTo>
                  <a:cubicBezTo>
                    <a:pt x="496" y="400"/>
                    <a:pt x="490" y="394"/>
                    <a:pt x="483" y="394"/>
                  </a:cubicBezTo>
                  <a:cubicBezTo>
                    <a:pt x="476" y="394"/>
                    <a:pt x="471" y="400"/>
                    <a:pt x="471" y="407"/>
                  </a:cubicBezTo>
                  <a:cubicBezTo>
                    <a:pt x="471" y="414"/>
                    <a:pt x="476" y="420"/>
                    <a:pt x="483" y="420"/>
                  </a:cubicBezTo>
                  <a:close/>
                  <a:moveTo>
                    <a:pt x="523" y="396"/>
                  </a:moveTo>
                  <a:cubicBezTo>
                    <a:pt x="517" y="396"/>
                    <a:pt x="512" y="401"/>
                    <a:pt x="512" y="407"/>
                  </a:cubicBezTo>
                  <a:cubicBezTo>
                    <a:pt x="512" y="413"/>
                    <a:pt x="517" y="418"/>
                    <a:pt x="523" y="418"/>
                  </a:cubicBezTo>
                  <a:cubicBezTo>
                    <a:pt x="529" y="418"/>
                    <a:pt x="533" y="413"/>
                    <a:pt x="533" y="407"/>
                  </a:cubicBezTo>
                  <a:cubicBezTo>
                    <a:pt x="533" y="401"/>
                    <a:pt x="529" y="396"/>
                    <a:pt x="523" y="396"/>
                  </a:cubicBezTo>
                  <a:close/>
                  <a:moveTo>
                    <a:pt x="562" y="394"/>
                  </a:moveTo>
                  <a:cubicBezTo>
                    <a:pt x="555" y="394"/>
                    <a:pt x="549" y="400"/>
                    <a:pt x="549" y="407"/>
                  </a:cubicBezTo>
                  <a:cubicBezTo>
                    <a:pt x="549" y="414"/>
                    <a:pt x="555" y="420"/>
                    <a:pt x="562" y="420"/>
                  </a:cubicBezTo>
                  <a:cubicBezTo>
                    <a:pt x="569" y="420"/>
                    <a:pt x="575" y="414"/>
                    <a:pt x="575" y="407"/>
                  </a:cubicBezTo>
                  <a:cubicBezTo>
                    <a:pt x="575" y="400"/>
                    <a:pt x="569" y="394"/>
                    <a:pt x="562" y="394"/>
                  </a:cubicBezTo>
                  <a:close/>
                  <a:moveTo>
                    <a:pt x="602" y="420"/>
                  </a:moveTo>
                  <a:cubicBezTo>
                    <a:pt x="609" y="420"/>
                    <a:pt x="614" y="414"/>
                    <a:pt x="614" y="407"/>
                  </a:cubicBezTo>
                  <a:cubicBezTo>
                    <a:pt x="614" y="400"/>
                    <a:pt x="609" y="394"/>
                    <a:pt x="602" y="394"/>
                  </a:cubicBezTo>
                  <a:cubicBezTo>
                    <a:pt x="595" y="394"/>
                    <a:pt x="589" y="400"/>
                    <a:pt x="589" y="407"/>
                  </a:cubicBezTo>
                  <a:cubicBezTo>
                    <a:pt x="589" y="414"/>
                    <a:pt x="595" y="420"/>
                    <a:pt x="602" y="420"/>
                  </a:cubicBezTo>
                  <a:close/>
                  <a:moveTo>
                    <a:pt x="641" y="420"/>
                  </a:moveTo>
                  <a:cubicBezTo>
                    <a:pt x="648" y="420"/>
                    <a:pt x="654" y="414"/>
                    <a:pt x="654" y="407"/>
                  </a:cubicBezTo>
                  <a:cubicBezTo>
                    <a:pt x="654" y="400"/>
                    <a:pt x="648" y="394"/>
                    <a:pt x="641" y="394"/>
                  </a:cubicBezTo>
                  <a:cubicBezTo>
                    <a:pt x="634" y="394"/>
                    <a:pt x="628" y="400"/>
                    <a:pt x="628" y="407"/>
                  </a:cubicBezTo>
                  <a:cubicBezTo>
                    <a:pt x="628" y="414"/>
                    <a:pt x="634" y="420"/>
                    <a:pt x="641" y="420"/>
                  </a:cubicBezTo>
                  <a:close/>
                  <a:moveTo>
                    <a:pt x="680" y="420"/>
                  </a:moveTo>
                  <a:cubicBezTo>
                    <a:pt x="687" y="420"/>
                    <a:pt x="693" y="414"/>
                    <a:pt x="693" y="407"/>
                  </a:cubicBezTo>
                  <a:cubicBezTo>
                    <a:pt x="693" y="400"/>
                    <a:pt x="687" y="394"/>
                    <a:pt x="680" y="394"/>
                  </a:cubicBezTo>
                  <a:cubicBezTo>
                    <a:pt x="673" y="394"/>
                    <a:pt x="668" y="400"/>
                    <a:pt x="668" y="407"/>
                  </a:cubicBezTo>
                  <a:cubicBezTo>
                    <a:pt x="668" y="414"/>
                    <a:pt x="673" y="420"/>
                    <a:pt x="680" y="420"/>
                  </a:cubicBezTo>
                  <a:close/>
                  <a:moveTo>
                    <a:pt x="720" y="420"/>
                  </a:moveTo>
                  <a:cubicBezTo>
                    <a:pt x="727" y="420"/>
                    <a:pt x="733" y="414"/>
                    <a:pt x="733" y="407"/>
                  </a:cubicBezTo>
                  <a:cubicBezTo>
                    <a:pt x="733" y="400"/>
                    <a:pt x="727" y="394"/>
                    <a:pt x="720" y="394"/>
                  </a:cubicBezTo>
                  <a:cubicBezTo>
                    <a:pt x="713" y="394"/>
                    <a:pt x="707" y="400"/>
                    <a:pt x="707" y="407"/>
                  </a:cubicBezTo>
                  <a:cubicBezTo>
                    <a:pt x="707" y="414"/>
                    <a:pt x="713" y="420"/>
                    <a:pt x="720" y="420"/>
                  </a:cubicBezTo>
                  <a:close/>
                  <a:moveTo>
                    <a:pt x="917" y="420"/>
                  </a:moveTo>
                  <a:cubicBezTo>
                    <a:pt x="924" y="420"/>
                    <a:pt x="930" y="414"/>
                    <a:pt x="930" y="407"/>
                  </a:cubicBezTo>
                  <a:cubicBezTo>
                    <a:pt x="930" y="400"/>
                    <a:pt x="924" y="394"/>
                    <a:pt x="917" y="394"/>
                  </a:cubicBezTo>
                  <a:cubicBezTo>
                    <a:pt x="910" y="394"/>
                    <a:pt x="904" y="400"/>
                    <a:pt x="904" y="407"/>
                  </a:cubicBezTo>
                  <a:cubicBezTo>
                    <a:pt x="904" y="414"/>
                    <a:pt x="910" y="420"/>
                    <a:pt x="917" y="420"/>
                  </a:cubicBezTo>
                  <a:close/>
                  <a:moveTo>
                    <a:pt x="956" y="394"/>
                  </a:moveTo>
                  <a:cubicBezTo>
                    <a:pt x="949" y="394"/>
                    <a:pt x="944" y="400"/>
                    <a:pt x="944" y="407"/>
                  </a:cubicBezTo>
                  <a:cubicBezTo>
                    <a:pt x="944" y="414"/>
                    <a:pt x="949" y="420"/>
                    <a:pt x="956" y="420"/>
                  </a:cubicBezTo>
                  <a:cubicBezTo>
                    <a:pt x="963" y="420"/>
                    <a:pt x="969" y="414"/>
                    <a:pt x="969" y="407"/>
                  </a:cubicBezTo>
                  <a:cubicBezTo>
                    <a:pt x="969" y="400"/>
                    <a:pt x="963" y="394"/>
                    <a:pt x="956" y="394"/>
                  </a:cubicBezTo>
                  <a:close/>
                  <a:moveTo>
                    <a:pt x="1232" y="420"/>
                  </a:moveTo>
                  <a:cubicBezTo>
                    <a:pt x="1239" y="420"/>
                    <a:pt x="1245" y="414"/>
                    <a:pt x="1245" y="407"/>
                  </a:cubicBezTo>
                  <a:cubicBezTo>
                    <a:pt x="1245" y="400"/>
                    <a:pt x="1239" y="394"/>
                    <a:pt x="1232" y="394"/>
                  </a:cubicBezTo>
                  <a:cubicBezTo>
                    <a:pt x="1225" y="394"/>
                    <a:pt x="1220" y="400"/>
                    <a:pt x="1220" y="407"/>
                  </a:cubicBezTo>
                  <a:cubicBezTo>
                    <a:pt x="1220" y="414"/>
                    <a:pt x="1225" y="420"/>
                    <a:pt x="1232" y="420"/>
                  </a:cubicBezTo>
                  <a:close/>
                  <a:moveTo>
                    <a:pt x="1784" y="420"/>
                  </a:moveTo>
                  <a:cubicBezTo>
                    <a:pt x="1791" y="420"/>
                    <a:pt x="1797" y="414"/>
                    <a:pt x="1797" y="407"/>
                  </a:cubicBezTo>
                  <a:cubicBezTo>
                    <a:pt x="1797" y="400"/>
                    <a:pt x="1791" y="394"/>
                    <a:pt x="1784" y="394"/>
                  </a:cubicBezTo>
                  <a:cubicBezTo>
                    <a:pt x="1777" y="394"/>
                    <a:pt x="1772" y="400"/>
                    <a:pt x="1772" y="407"/>
                  </a:cubicBezTo>
                  <a:cubicBezTo>
                    <a:pt x="1772" y="414"/>
                    <a:pt x="1777" y="420"/>
                    <a:pt x="1784" y="420"/>
                  </a:cubicBezTo>
                  <a:close/>
                  <a:moveTo>
                    <a:pt x="1824" y="420"/>
                  </a:moveTo>
                  <a:cubicBezTo>
                    <a:pt x="1831" y="420"/>
                    <a:pt x="1836" y="414"/>
                    <a:pt x="1836" y="407"/>
                  </a:cubicBezTo>
                  <a:cubicBezTo>
                    <a:pt x="1836" y="400"/>
                    <a:pt x="1831" y="394"/>
                    <a:pt x="1824" y="394"/>
                  </a:cubicBezTo>
                  <a:cubicBezTo>
                    <a:pt x="1817" y="394"/>
                    <a:pt x="1811" y="400"/>
                    <a:pt x="1811" y="407"/>
                  </a:cubicBezTo>
                  <a:cubicBezTo>
                    <a:pt x="1811" y="414"/>
                    <a:pt x="1817" y="420"/>
                    <a:pt x="1824" y="420"/>
                  </a:cubicBezTo>
                  <a:close/>
                  <a:moveTo>
                    <a:pt x="1863" y="420"/>
                  </a:moveTo>
                  <a:cubicBezTo>
                    <a:pt x="1870" y="420"/>
                    <a:pt x="1876" y="414"/>
                    <a:pt x="1876" y="407"/>
                  </a:cubicBezTo>
                  <a:cubicBezTo>
                    <a:pt x="1876" y="400"/>
                    <a:pt x="1870" y="394"/>
                    <a:pt x="1863" y="394"/>
                  </a:cubicBezTo>
                  <a:cubicBezTo>
                    <a:pt x="1856" y="394"/>
                    <a:pt x="1850" y="400"/>
                    <a:pt x="1850" y="407"/>
                  </a:cubicBezTo>
                  <a:cubicBezTo>
                    <a:pt x="1850" y="414"/>
                    <a:pt x="1856" y="420"/>
                    <a:pt x="1863" y="420"/>
                  </a:cubicBezTo>
                  <a:close/>
                  <a:moveTo>
                    <a:pt x="1942" y="420"/>
                  </a:moveTo>
                  <a:cubicBezTo>
                    <a:pt x="1949" y="420"/>
                    <a:pt x="1955" y="414"/>
                    <a:pt x="1955" y="407"/>
                  </a:cubicBezTo>
                  <a:cubicBezTo>
                    <a:pt x="1955" y="400"/>
                    <a:pt x="1949" y="394"/>
                    <a:pt x="1942" y="394"/>
                  </a:cubicBezTo>
                  <a:cubicBezTo>
                    <a:pt x="1935" y="394"/>
                    <a:pt x="1929" y="400"/>
                    <a:pt x="1929" y="407"/>
                  </a:cubicBezTo>
                  <a:cubicBezTo>
                    <a:pt x="1929" y="414"/>
                    <a:pt x="1935" y="420"/>
                    <a:pt x="1942" y="420"/>
                  </a:cubicBezTo>
                  <a:close/>
                  <a:moveTo>
                    <a:pt x="1981" y="420"/>
                  </a:moveTo>
                  <a:cubicBezTo>
                    <a:pt x="1988" y="420"/>
                    <a:pt x="1994" y="414"/>
                    <a:pt x="1994" y="407"/>
                  </a:cubicBezTo>
                  <a:cubicBezTo>
                    <a:pt x="1994" y="400"/>
                    <a:pt x="1988" y="394"/>
                    <a:pt x="1981" y="394"/>
                  </a:cubicBezTo>
                  <a:cubicBezTo>
                    <a:pt x="1974" y="394"/>
                    <a:pt x="1969" y="400"/>
                    <a:pt x="1969" y="407"/>
                  </a:cubicBezTo>
                  <a:cubicBezTo>
                    <a:pt x="1969" y="414"/>
                    <a:pt x="1974" y="420"/>
                    <a:pt x="1981" y="420"/>
                  </a:cubicBezTo>
                  <a:close/>
                  <a:moveTo>
                    <a:pt x="2021" y="420"/>
                  </a:moveTo>
                  <a:cubicBezTo>
                    <a:pt x="2028" y="420"/>
                    <a:pt x="2034" y="414"/>
                    <a:pt x="2034" y="407"/>
                  </a:cubicBezTo>
                  <a:cubicBezTo>
                    <a:pt x="2034" y="400"/>
                    <a:pt x="2028" y="394"/>
                    <a:pt x="2021" y="394"/>
                  </a:cubicBezTo>
                  <a:cubicBezTo>
                    <a:pt x="2014" y="394"/>
                    <a:pt x="2008" y="400"/>
                    <a:pt x="2008" y="407"/>
                  </a:cubicBezTo>
                  <a:cubicBezTo>
                    <a:pt x="2008" y="414"/>
                    <a:pt x="2014" y="420"/>
                    <a:pt x="2021" y="420"/>
                  </a:cubicBezTo>
                  <a:close/>
                  <a:moveTo>
                    <a:pt x="2060" y="420"/>
                  </a:moveTo>
                  <a:cubicBezTo>
                    <a:pt x="2067" y="420"/>
                    <a:pt x="2073" y="414"/>
                    <a:pt x="2073" y="407"/>
                  </a:cubicBezTo>
                  <a:cubicBezTo>
                    <a:pt x="2073" y="400"/>
                    <a:pt x="2067" y="394"/>
                    <a:pt x="2060" y="394"/>
                  </a:cubicBezTo>
                  <a:cubicBezTo>
                    <a:pt x="2053" y="394"/>
                    <a:pt x="2048" y="400"/>
                    <a:pt x="2048" y="407"/>
                  </a:cubicBezTo>
                  <a:cubicBezTo>
                    <a:pt x="2048" y="414"/>
                    <a:pt x="2053" y="420"/>
                    <a:pt x="2060" y="420"/>
                  </a:cubicBezTo>
                  <a:close/>
                  <a:moveTo>
                    <a:pt x="2100" y="420"/>
                  </a:moveTo>
                  <a:cubicBezTo>
                    <a:pt x="2107" y="420"/>
                    <a:pt x="2112" y="414"/>
                    <a:pt x="2112" y="407"/>
                  </a:cubicBezTo>
                  <a:cubicBezTo>
                    <a:pt x="2112" y="400"/>
                    <a:pt x="2107" y="394"/>
                    <a:pt x="2100" y="394"/>
                  </a:cubicBezTo>
                  <a:cubicBezTo>
                    <a:pt x="2093" y="394"/>
                    <a:pt x="2087" y="400"/>
                    <a:pt x="2087" y="407"/>
                  </a:cubicBezTo>
                  <a:cubicBezTo>
                    <a:pt x="2087" y="414"/>
                    <a:pt x="2093" y="420"/>
                    <a:pt x="2100" y="420"/>
                  </a:cubicBezTo>
                  <a:close/>
                  <a:moveTo>
                    <a:pt x="2139" y="420"/>
                  </a:moveTo>
                  <a:cubicBezTo>
                    <a:pt x="2146" y="420"/>
                    <a:pt x="2152" y="414"/>
                    <a:pt x="2152" y="407"/>
                  </a:cubicBezTo>
                  <a:cubicBezTo>
                    <a:pt x="2152" y="400"/>
                    <a:pt x="2146" y="394"/>
                    <a:pt x="2139" y="394"/>
                  </a:cubicBezTo>
                  <a:cubicBezTo>
                    <a:pt x="2132" y="394"/>
                    <a:pt x="2126" y="400"/>
                    <a:pt x="2126" y="407"/>
                  </a:cubicBezTo>
                  <a:cubicBezTo>
                    <a:pt x="2126" y="414"/>
                    <a:pt x="2132" y="420"/>
                    <a:pt x="2139" y="420"/>
                  </a:cubicBezTo>
                  <a:close/>
                  <a:moveTo>
                    <a:pt x="2179" y="420"/>
                  </a:moveTo>
                  <a:cubicBezTo>
                    <a:pt x="2186" y="420"/>
                    <a:pt x="2191" y="414"/>
                    <a:pt x="2191" y="407"/>
                  </a:cubicBezTo>
                  <a:cubicBezTo>
                    <a:pt x="2191" y="400"/>
                    <a:pt x="2186" y="394"/>
                    <a:pt x="2179" y="394"/>
                  </a:cubicBezTo>
                  <a:cubicBezTo>
                    <a:pt x="2171" y="394"/>
                    <a:pt x="2166" y="400"/>
                    <a:pt x="2166" y="407"/>
                  </a:cubicBezTo>
                  <a:cubicBezTo>
                    <a:pt x="2166" y="414"/>
                    <a:pt x="2171" y="420"/>
                    <a:pt x="2179" y="420"/>
                  </a:cubicBezTo>
                  <a:close/>
                  <a:moveTo>
                    <a:pt x="2218" y="420"/>
                  </a:moveTo>
                  <a:cubicBezTo>
                    <a:pt x="2225" y="420"/>
                    <a:pt x="2231" y="414"/>
                    <a:pt x="2231" y="407"/>
                  </a:cubicBezTo>
                  <a:cubicBezTo>
                    <a:pt x="2231" y="400"/>
                    <a:pt x="2225" y="394"/>
                    <a:pt x="2218" y="394"/>
                  </a:cubicBezTo>
                  <a:cubicBezTo>
                    <a:pt x="2211" y="394"/>
                    <a:pt x="2205" y="400"/>
                    <a:pt x="2205" y="407"/>
                  </a:cubicBezTo>
                  <a:cubicBezTo>
                    <a:pt x="2205" y="414"/>
                    <a:pt x="2211" y="420"/>
                    <a:pt x="2218" y="420"/>
                  </a:cubicBezTo>
                  <a:close/>
                  <a:moveTo>
                    <a:pt x="2257" y="420"/>
                  </a:moveTo>
                  <a:cubicBezTo>
                    <a:pt x="2264" y="420"/>
                    <a:pt x="2270" y="414"/>
                    <a:pt x="2270" y="407"/>
                  </a:cubicBezTo>
                  <a:cubicBezTo>
                    <a:pt x="2270" y="400"/>
                    <a:pt x="2264" y="394"/>
                    <a:pt x="2257" y="394"/>
                  </a:cubicBezTo>
                  <a:cubicBezTo>
                    <a:pt x="2250" y="394"/>
                    <a:pt x="2245" y="400"/>
                    <a:pt x="2245" y="407"/>
                  </a:cubicBezTo>
                  <a:cubicBezTo>
                    <a:pt x="2245" y="414"/>
                    <a:pt x="2250" y="420"/>
                    <a:pt x="2257" y="420"/>
                  </a:cubicBezTo>
                  <a:close/>
                  <a:moveTo>
                    <a:pt x="2297" y="420"/>
                  </a:moveTo>
                  <a:cubicBezTo>
                    <a:pt x="2304" y="420"/>
                    <a:pt x="2310" y="414"/>
                    <a:pt x="2310" y="407"/>
                  </a:cubicBezTo>
                  <a:cubicBezTo>
                    <a:pt x="2310" y="400"/>
                    <a:pt x="2304" y="394"/>
                    <a:pt x="2297" y="394"/>
                  </a:cubicBezTo>
                  <a:cubicBezTo>
                    <a:pt x="2290" y="394"/>
                    <a:pt x="2284" y="400"/>
                    <a:pt x="2284" y="407"/>
                  </a:cubicBezTo>
                  <a:cubicBezTo>
                    <a:pt x="2284" y="414"/>
                    <a:pt x="2290" y="420"/>
                    <a:pt x="2297" y="420"/>
                  </a:cubicBezTo>
                  <a:close/>
                  <a:moveTo>
                    <a:pt x="2336" y="420"/>
                  </a:moveTo>
                  <a:cubicBezTo>
                    <a:pt x="2343" y="420"/>
                    <a:pt x="2349" y="414"/>
                    <a:pt x="2349" y="407"/>
                  </a:cubicBezTo>
                  <a:cubicBezTo>
                    <a:pt x="2349" y="400"/>
                    <a:pt x="2343" y="394"/>
                    <a:pt x="2336" y="394"/>
                  </a:cubicBezTo>
                  <a:cubicBezTo>
                    <a:pt x="2329" y="394"/>
                    <a:pt x="2323" y="400"/>
                    <a:pt x="2323" y="407"/>
                  </a:cubicBezTo>
                  <a:cubicBezTo>
                    <a:pt x="2323" y="414"/>
                    <a:pt x="2329" y="420"/>
                    <a:pt x="2336" y="420"/>
                  </a:cubicBezTo>
                  <a:close/>
                  <a:moveTo>
                    <a:pt x="2376" y="420"/>
                  </a:moveTo>
                  <a:cubicBezTo>
                    <a:pt x="2383" y="420"/>
                    <a:pt x="2388" y="414"/>
                    <a:pt x="2388" y="407"/>
                  </a:cubicBezTo>
                  <a:cubicBezTo>
                    <a:pt x="2388" y="400"/>
                    <a:pt x="2383" y="394"/>
                    <a:pt x="2376" y="394"/>
                  </a:cubicBezTo>
                  <a:cubicBezTo>
                    <a:pt x="2369" y="394"/>
                    <a:pt x="2363" y="400"/>
                    <a:pt x="2363" y="407"/>
                  </a:cubicBezTo>
                  <a:cubicBezTo>
                    <a:pt x="2363" y="414"/>
                    <a:pt x="2369" y="420"/>
                    <a:pt x="2376" y="420"/>
                  </a:cubicBezTo>
                  <a:close/>
                  <a:moveTo>
                    <a:pt x="2415" y="420"/>
                  </a:moveTo>
                  <a:cubicBezTo>
                    <a:pt x="2422" y="420"/>
                    <a:pt x="2428" y="414"/>
                    <a:pt x="2428" y="407"/>
                  </a:cubicBezTo>
                  <a:cubicBezTo>
                    <a:pt x="2428" y="400"/>
                    <a:pt x="2422" y="394"/>
                    <a:pt x="2415" y="394"/>
                  </a:cubicBezTo>
                  <a:cubicBezTo>
                    <a:pt x="2408" y="394"/>
                    <a:pt x="2402" y="400"/>
                    <a:pt x="2402" y="407"/>
                  </a:cubicBezTo>
                  <a:cubicBezTo>
                    <a:pt x="2402" y="414"/>
                    <a:pt x="2408" y="420"/>
                    <a:pt x="2415" y="420"/>
                  </a:cubicBezTo>
                  <a:close/>
                  <a:moveTo>
                    <a:pt x="2454" y="420"/>
                  </a:moveTo>
                  <a:cubicBezTo>
                    <a:pt x="2462" y="420"/>
                    <a:pt x="2467" y="414"/>
                    <a:pt x="2467" y="407"/>
                  </a:cubicBezTo>
                  <a:cubicBezTo>
                    <a:pt x="2467" y="400"/>
                    <a:pt x="2462" y="394"/>
                    <a:pt x="2454" y="394"/>
                  </a:cubicBezTo>
                  <a:cubicBezTo>
                    <a:pt x="2447" y="394"/>
                    <a:pt x="2442" y="400"/>
                    <a:pt x="2442" y="407"/>
                  </a:cubicBezTo>
                  <a:cubicBezTo>
                    <a:pt x="2442" y="414"/>
                    <a:pt x="2447" y="420"/>
                    <a:pt x="2454" y="420"/>
                  </a:cubicBezTo>
                  <a:close/>
                  <a:moveTo>
                    <a:pt x="2494" y="420"/>
                  </a:moveTo>
                  <a:cubicBezTo>
                    <a:pt x="2501" y="420"/>
                    <a:pt x="2507" y="414"/>
                    <a:pt x="2507" y="407"/>
                  </a:cubicBezTo>
                  <a:cubicBezTo>
                    <a:pt x="2507" y="400"/>
                    <a:pt x="2501" y="394"/>
                    <a:pt x="2494" y="394"/>
                  </a:cubicBezTo>
                  <a:cubicBezTo>
                    <a:pt x="2487" y="394"/>
                    <a:pt x="2481" y="400"/>
                    <a:pt x="2481" y="407"/>
                  </a:cubicBezTo>
                  <a:cubicBezTo>
                    <a:pt x="2481" y="414"/>
                    <a:pt x="2487" y="420"/>
                    <a:pt x="2494" y="420"/>
                  </a:cubicBezTo>
                  <a:close/>
                  <a:moveTo>
                    <a:pt x="2533" y="420"/>
                  </a:moveTo>
                  <a:cubicBezTo>
                    <a:pt x="2540" y="420"/>
                    <a:pt x="2546" y="414"/>
                    <a:pt x="2546" y="407"/>
                  </a:cubicBezTo>
                  <a:cubicBezTo>
                    <a:pt x="2546" y="400"/>
                    <a:pt x="2540" y="394"/>
                    <a:pt x="2533" y="394"/>
                  </a:cubicBezTo>
                  <a:cubicBezTo>
                    <a:pt x="2526" y="394"/>
                    <a:pt x="2521" y="400"/>
                    <a:pt x="2521" y="407"/>
                  </a:cubicBezTo>
                  <a:cubicBezTo>
                    <a:pt x="2521" y="414"/>
                    <a:pt x="2526" y="420"/>
                    <a:pt x="2533" y="420"/>
                  </a:cubicBezTo>
                  <a:close/>
                  <a:moveTo>
                    <a:pt x="2573" y="420"/>
                  </a:moveTo>
                  <a:cubicBezTo>
                    <a:pt x="2580" y="420"/>
                    <a:pt x="2586" y="414"/>
                    <a:pt x="2586" y="407"/>
                  </a:cubicBezTo>
                  <a:cubicBezTo>
                    <a:pt x="2586" y="400"/>
                    <a:pt x="2580" y="394"/>
                    <a:pt x="2573" y="394"/>
                  </a:cubicBezTo>
                  <a:cubicBezTo>
                    <a:pt x="2566" y="394"/>
                    <a:pt x="2560" y="400"/>
                    <a:pt x="2560" y="407"/>
                  </a:cubicBezTo>
                  <a:cubicBezTo>
                    <a:pt x="2560" y="414"/>
                    <a:pt x="2566" y="420"/>
                    <a:pt x="2573" y="420"/>
                  </a:cubicBezTo>
                  <a:close/>
                  <a:moveTo>
                    <a:pt x="2612" y="420"/>
                  </a:moveTo>
                  <a:cubicBezTo>
                    <a:pt x="2619" y="420"/>
                    <a:pt x="2625" y="414"/>
                    <a:pt x="2625" y="407"/>
                  </a:cubicBezTo>
                  <a:cubicBezTo>
                    <a:pt x="2625" y="400"/>
                    <a:pt x="2619" y="394"/>
                    <a:pt x="2612" y="394"/>
                  </a:cubicBezTo>
                  <a:cubicBezTo>
                    <a:pt x="2605" y="394"/>
                    <a:pt x="2599" y="400"/>
                    <a:pt x="2599" y="407"/>
                  </a:cubicBezTo>
                  <a:cubicBezTo>
                    <a:pt x="2599" y="414"/>
                    <a:pt x="2605" y="420"/>
                    <a:pt x="2612" y="420"/>
                  </a:cubicBezTo>
                  <a:close/>
                  <a:moveTo>
                    <a:pt x="2652" y="420"/>
                  </a:moveTo>
                  <a:cubicBezTo>
                    <a:pt x="2659" y="420"/>
                    <a:pt x="2664" y="414"/>
                    <a:pt x="2664" y="407"/>
                  </a:cubicBezTo>
                  <a:cubicBezTo>
                    <a:pt x="2664" y="400"/>
                    <a:pt x="2659" y="394"/>
                    <a:pt x="2652" y="394"/>
                  </a:cubicBezTo>
                  <a:cubicBezTo>
                    <a:pt x="2645" y="394"/>
                    <a:pt x="2639" y="400"/>
                    <a:pt x="2639" y="407"/>
                  </a:cubicBezTo>
                  <a:cubicBezTo>
                    <a:pt x="2639" y="414"/>
                    <a:pt x="2645" y="420"/>
                    <a:pt x="2652" y="420"/>
                  </a:cubicBezTo>
                  <a:close/>
                  <a:moveTo>
                    <a:pt x="2691" y="420"/>
                  </a:moveTo>
                  <a:cubicBezTo>
                    <a:pt x="2698" y="420"/>
                    <a:pt x="2704" y="414"/>
                    <a:pt x="2704" y="407"/>
                  </a:cubicBezTo>
                  <a:cubicBezTo>
                    <a:pt x="2704" y="400"/>
                    <a:pt x="2698" y="394"/>
                    <a:pt x="2691" y="394"/>
                  </a:cubicBezTo>
                  <a:cubicBezTo>
                    <a:pt x="2684" y="394"/>
                    <a:pt x="2678" y="400"/>
                    <a:pt x="2678" y="407"/>
                  </a:cubicBezTo>
                  <a:cubicBezTo>
                    <a:pt x="2678" y="414"/>
                    <a:pt x="2684" y="420"/>
                    <a:pt x="2691" y="420"/>
                  </a:cubicBezTo>
                  <a:close/>
                  <a:moveTo>
                    <a:pt x="2730" y="420"/>
                  </a:moveTo>
                  <a:cubicBezTo>
                    <a:pt x="2738" y="420"/>
                    <a:pt x="2743" y="414"/>
                    <a:pt x="2743" y="407"/>
                  </a:cubicBezTo>
                  <a:cubicBezTo>
                    <a:pt x="2743" y="400"/>
                    <a:pt x="2738" y="394"/>
                    <a:pt x="2730" y="394"/>
                  </a:cubicBezTo>
                  <a:cubicBezTo>
                    <a:pt x="2723" y="394"/>
                    <a:pt x="2718" y="400"/>
                    <a:pt x="2718" y="407"/>
                  </a:cubicBezTo>
                  <a:cubicBezTo>
                    <a:pt x="2718" y="414"/>
                    <a:pt x="2723" y="420"/>
                    <a:pt x="2730" y="420"/>
                  </a:cubicBezTo>
                  <a:close/>
                  <a:moveTo>
                    <a:pt x="2770" y="420"/>
                  </a:moveTo>
                  <a:cubicBezTo>
                    <a:pt x="2777" y="420"/>
                    <a:pt x="2783" y="414"/>
                    <a:pt x="2783" y="407"/>
                  </a:cubicBezTo>
                  <a:cubicBezTo>
                    <a:pt x="2783" y="400"/>
                    <a:pt x="2777" y="394"/>
                    <a:pt x="2770" y="394"/>
                  </a:cubicBezTo>
                  <a:cubicBezTo>
                    <a:pt x="2763" y="394"/>
                    <a:pt x="2757" y="400"/>
                    <a:pt x="2757" y="407"/>
                  </a:cubicBezTo>
                  <a:cubicBezTo>
                    <a:pt x="2757" y="414"/>
                    <a:pt x="2763" y="420"/>
                    <a:pt x="2770" y="420"/>
                  </a:cubicBezTo>
                  <a:close/>
                  <a:moveTo>
                    <a:pt x="2809" y="420"/>
                  </a:moveTo>
                  <a:cubicBezTo>
                    <a:pt x="2816" y="420"/>
                    <a:pt x="2822" y="414"/>
                    <a:pt x="2822" y="407"/>
                  </a:cubicBezTo>
                  <a:cubicBezTo>
                    <a:pt x="2822" y="400"/>
                    <a:pt x="2816" y="394"/>
                    <a:pt x="2809" y="394"/>
                  </a:cubicBezTo>
                  <a:cubicBezTo>
                    <a:pt x="2802" y="394"/>
                    <a:pt x="2797" y="400"/>
                    <a:pt x="2797" y="407"/>
                  </a:cubicBezTo>
                  <a:cubicBezTo>
                    <a:pt x="2797" y="414"/>
                    <a:pt x="2802" y="420"/>
                    <a:pt x="2809" y="420"/>
                  </a:cubicBezTo>
                  <a:close/>
                  <a:moveTo>
                    <a:pt x="2849" y="420"/>
                  </a:moveTo>
                  <a:cubicBezTo>
                    <a:pt x="2856" y="420"/>
                    <a:pt x="2861" y="414"/>
                    <a:pt x="2861" y="407"/>
                  </a:cubicBezTo>
                  <a:cubicBezTo>
                    <a:pt x="2861" y="400"/>
                    <a:pt x="2856" y="394"/>
                    <a:pt x="2849" y="394"/>
                  </a:cubicBezTo>
                  <a:cubicBezTo>
                    <a:pt x="2842" y="394"/>
                    <a:pt x="2836" y="400"/>
                    <a:pt x="2836" y="407"/>
                  </a:cubicBezTo>
                  <a:cubicBezTo>
                    <a:pt x="2836" y="414"/>
                    <a:pt x="2842" y="420"/>
                    <a:pt x="2849" y="420"/>
                  </a:cubicBezTo>
                  <a:close/>
                  <a:moveTo>
                    <a:pt x="2888" y="420"/>
                  </a:moveTo>
                  <a:cubicBezTo>
                    <a:pt x="2895" y="420"/>
                    <a:pt x="2901" y="414"/>
                    <a:pt x="2901" y="407"/>
                  </a:cubicBezTo>
                  <a:cubicBezTo>
                    <a:pt x="2901" y="400"/>
                    <a:pt x="2895" y="394"/>
                    <a:pt x="2888" y="394"/>
                  </a:cubicBezTo>
                  <a:cubicBezTo>
                    <a:pt x="2881" y="394"/>
                    <a:pt x="2875" y="400"/>
                    <a:pt x="2875" y="407"/>
                  </a:cubicBezTo>
                  <a:cubicBezTo>
                    <a:pt x="2875" y="414"/>
                    <a:pt x="2881" y="420"/>
                    <a:pt x="2888" y="420"/>
                  </a:cubicBezTo>
                  <a:close/>
                  <a:moveTo>
                    <a:pt x="2928" y="420"/>
                  </a:moveTo>
                  <a:cubicBezTo>
                    <a:pt x="2935" y="420"/>
                    <a:pt x="2940" y="414"/>
                    <a:pt x="2940" y="407"/>
                  </a:cubicBezTo>
                  <a:cubicBezTo>
                    <a:pt x="2940" y="400"/>
                    <a:pt x="2935" y="394"/>
                    <a:pt x="2928" y="394"/>
                  </a:cubicBezTo>
                  <a:cubicBezTo>
                    <a:pt x="2921" y="394"/>
                    <a:pt x="2915" y="400"/>
                    <a:pt x="2915" y="407"/>
                  </a:cubicBezTo>
                  <a:cubicBezTo>
                    <a:pt x="2915" y="414"/>
                    <a:pt x="2921" y="420"/>
                    <a:pt x="2928" y="420"/>
                  </a:cubicBezTo>
                  <a:close/>
                  <a:moveTo>
                    <a:pt x="2967" y="420"/>
                  </a:moveTo>
                  <a:cubicBezTo>
                    <a:pt x="2974" y="420"/>
                    <a:pt x="2980" y="414"/>
                    <a:pt x="2980" y="407"/>
                  </a:cubicBezTo>
                  <a:cubicBezTo>
                    <a:pt x="2980" y="400"/>
                    <a:pt x="2974" y="394"/>
                    <a:pt x="2967" y="394"/>
                  </a:cubicBezTo>
                  <a:cubicBezTo>
                    <a:pt x="2960" y="394"/>
                    <a:pt x="2954" y="400"/>
                    <a:pt x="2954" y="407"/>
                  </a:cubicBezTo>
                  <a:cubicBezTo>
                    <a:pt x="2954" y="414"/>
                    <a:pt x="2960" y="420"/>
                    <a:pt x="2967" y="420"/>
                  </a:cubicBezTo>
                  <a:close/>
                  <a:moveTo>
                    <a:pt x="3006" y="420"/>
                  </a:moveTo>
                  <a:cubicBezTo>
                    <a:pt x="3013" y="420"/>
                    <a:pt x="3019" y="414"/>
                    <a:pt x="3019" y="407"/>
                  </a:cubicBezTo>
                  <a:cubicBezTo>
                    <a:pt x="3019" y="400"/>
                    <a:pt x="3013" y="394"/>
                    <a:pt x="3006" y="394"/>
                  </a:cubicBezTo>
                  <a:cubicBezTo>
                    <a:pt x="2999" y="394"/>
                    <a:pt x="2994" y="400"/>
                    <a:pt x="2994" y="407"/>
                  </a:cubicBezTo>
                  <a:cubicBezTo>
                    <a:pt x="2994" y="414"/>
                    <a:pt x="2999" y="420"/>
                    <a:pt x="3006" y="420"/>
                  </a:cubicBezTo>
                  <a:close/>
                  <a:moveTo>
                    <a:pt x="3046" y="420"/>
                  </a:moveTo>
                  <a:cubicBezTo>
                    <a:pt x="3053" y="420"/>
                    <a:pt x="3059" y="414"/>
                    <a:pt x="3059" y="407"/>
                  </a:cubicBezTo>
                  <a:cubicBezTo>
                    <a:pt x="3059" y="400"/>
                    <a:pt x="3053" y="394"/>
                    <a:pt x="3046" y="394"/>
                  </a:cubicBezTo>
                  <a:cubicBezTo>
                    <a:pt x="3039" y="394"/>
                    <a:pt x="3033" y="400"/>
                    <a:pt x="3033" y="407"/>
                  </a:cubicBezTo>
                  <a:cubicBezTo>
                    <a:pt x="3033" y="414"/>
                    <a:pt x="3039" y="420"/>
                    <a:pt x="3046" y="420"/>
                  </a:cubicBezTo>
                  <a:close/>
                  <a:moveTo>
                    <a:pt x="3085" y="420"/>
                  </a:moveTo>
                  <a:cubicBezTo>
                    <a:pt x="3092" y="420"/>
                    <a:pt x="3098" y="414"/>
                    <a:pt x="3098" y="407"/>
                  </a:cubicBezTo>
                  <a:cubicBezTo>
                    <a:pt x="3098" y="400"/>
                    <a:pt x="3092" y="394"/>
                    <a:pt x="3085" y="394"/>
                  </a:cubicBezTo>
                  <a:cubicBezTo>
                    <a:pt x="3078" y="394"/>
                    <a:pt x="3073" y="400"/>
                    <a:pt x="3073" y="407"/>
                  </a:cubicBezTo>
                  <a:cubicBezTo>
                    <a:pt x="3073" y="414"/>
                    <a:pt x="3078" y="420"/>
                    <a:pt x="3085" y="420"/>
                  </a:cubicBezTo>
                  <a:close/>
                  <a:moveTo>
                    <a:pt x="3125" y="420"/>
                  </a:moveTo>
                  <a:cubicBezTo>
                    <a:pt x="3132" y="420"/>
                    <a:pt x="3137" y="414"/>
                    <a:pt x="3137" y="407"/>
                  </a:cubicBezTo>
                  <a:cubicBezTo>
                    <a:pt x="3137" y="400"/>
                    <a:pt x="3132" y="394"/>
                    <a:pt x="3125" y="394"/>
                  </a:cubicBezTo>
                  <a:cubicBezTo>
                    <a:pt x="3118" y="394"/>
                    <a:pt x="3112" y="400"/>
                    <a:pt x="3112" y="407"/>
                  </a:cubicBezTo>
                  <a:cubicBezTo>
                    <a:pt x="3112" y="414"/>
                    <a:pt x="3118" y="420"/>
                    <a:pt x="3125" y="420"/>
                  </a:cubicBezTo>
                  <a:close/>
                  <a:moveTo>
                    <a:pt x="3164" y="420"/>
                  </a:moveTo>
                  <a:cubicBezTo>
                    <a:pt x="3171" y="420"/>
                    <a:pt x="3177" y="414"/>
                    <a:pt x="3177" y="407"/>
                  </a:cubicBezTo>
                  <a:cubicBezTo>
                    <a:pt x="3177" y="400"/>
                    <a:pt x="3171" y="394"/>
                    <a:pt x="3164" y="394"/>
                  </a:cubicBezTo>
                  <a:cubicBezTo>
                    <a:pt x="3157" y="394"/>
                    <a:pt x="3151" y="400"/>
                    <a:pt x="3151" y="407"/>
                  </a:cubicBezTo>
                  <a:cubicBezTo>
                    <a:pt x="3151" y="414"/>
                    <a:pt x="3157" y="420"/>
                    <a:pt x="3164" y="420"/>
                  </a:cubicBezTo>
                  <a:close/>
                  <a:moveTo>
                    <a:pt x="3204" y="420"/>
                  </a:moveTo>
                  <a:cubicBezTo>
                    <a:pt x="3211" y="420"/>
                    <a:pt x="3216" y="414"/>
                    <a:pt x="3216" y="407"/>
                  </a:cubicBezTo>
                  <a:cubicBezTo>
                    <a:pt x="3216" y="400"/>
                    <a:pt x="3211" y="394"/>
                    <a:pt x="3204" y="394"/>
                  </a:cubicBezTo>
                  <a:cubicBezTo>
                    <a:pt x="3197" y="394"/>
                    <a:pt x="3191" y="400"/>
                    <a:pt x="3191" y="407"/>
                  </a:cubicBezTo>
                  <a:cubicBezTo>
                    <a:pt x="3191" y="414"/>
                    <a:pt x="3197" y="420"/>
                    <a:pt x="3204" y="420"/>
                  </a:cubicBezTo>
                  <a:close/>
                  <a:moveTo>
                    <a:pt x="3243" y="420"/>
                  </a:moveTo>
                  <a:cubicBezTo>
                    <a:pt x="3250" y="420"/>
                    <a:pt x="3256" y="414"/>
                    <a:pt x="3256" y="407"/>
                  </a:cubicBezTo>
                  <a:cubicBezTo>
                    <a:pt x="3256" y="400"/>
                    <a:pt x="3250" y="394"/>
                    <a:pt x="3243" y="394"/>
                  </a:cubicBezTo>
                  <a:cubicBezTo>
                    <a:pt x="3236" y="394"/>
                    <a:pt x="3230" y="400"/>
                    <a:pt x="3230" y="407"/>
                  </a:cubicBezTo>
                  <a:cubicBezTo>
                    <a:pt x="3230" y="414"/>
                    <a:pt x="3236" y="420"/>
                    <a:pt x="3243" y="420"/>
                  </a:cubicBezTo>
                  <a:close/>
                  <a:moveTo>
                    <a:pt x="3282" y="420"/>
                  </a:moveTo>
                  <a:cubicBezTo>
                    <a:pt x="3289" y="420"/>
                    <a:pt x="3295" y="414"/>
                    <a:pt x="3295" y="407"/>
                  </a:cubicBezTo>
                  <a:cubicBezTo>
                    <a:pt x="3295" y="400"/>
                    <a:pt x="3289" y="394"/>
                    <a:pt x="3282" y="394"/>
                  </a:cubicBezTo>
                  <a:cubicBezTo>
                    <a:pt x="3275" y="394"/>
                    <a:pt x="3270" y="400"/>
                    <a:pt x="3270" y="407"/>
                  </a:cubicBezTo>
                  <a:cubicBezTo>
                    <a:pt x="3270" y="414"/>
                    <a:pt x="3275" y="420"/>
                    <a:pt x="3282" y="420"/>
                  </a:cubicBezTo>
                  <a:close/>
                  <a:moveTo>
                    <a:pt x="3361" y="394"/>
                  </a:moveTo>
                  <a:cubicBezTo>
                    <a:pt x="3354" y="394"/>
                    <a:pt x="3349" y="400"/>
                    <a:pt x="3349" y="407"/>
                  </a:cubicBezTo>
                  <a:cubicBezTo>
                    <a:pt x="3349" y="414"/>
                    <a:pt x="3354" y="420"/>
                    <a:pt x="3361" y="420"/>
                  </a:cubicBezTo>
                  <a:cubicBezTo>
                    <a:pt x="3368" y="420"/>
                    <a:pt x="3374" y="414"/>
                    <a:pt x="3374" y="407"/>
                  </a:cubicBezTo>
                  <a:cubicBezTo>
                    <a:pt x="3374" y="400"/>
                    <a:pt x="3368" y="394"/>
                    <a:pt x="3361" y="394"/>
                  </a:cubicBezTo>
                  <a:close/>
                  <a:moveTo>
                    <a:pt x="3401" y="420"/>
                  </a:moveTo>
                  <a:cubicBezTo>
                    <a:pt x="3408" y="420"/>
                    <a:pt x="3413" y="414"/>
                    <a:pt x="3413" y="407"/>
                  </a:cubicBezTo>
                  <a:cubicBezTo>
                    <a:pt x="3413" y="400"/>
                    <a:pt x="3408" y="394"/>
                    <a:pt x="3401" y="394"/>
                  </a:cubicBezTo>
                  <a:cubicBezTo>
                    <a:pt x="3394" y="394"/>
                    <a:pt x="3388" y="400"/>
                    <a:pt x="3388" y="407"/>
                  </a:cubicBezTo>
                  <a:cubicBezTo>
                    <a:pt x="3388" y="414"/>
                    <a:pt x="3394" y="420"/>
                    <a:pt x="3401" y="420"/>
                  </a:cubicBezTo>
                  <a:close/>
                  <a:moveTo>
                    <a:pt x="3440" y="420"/>
                  </a:moveTo>
                  <a:cubicBezTo>
                    <a:pt x="3447" y="420"/>
                    <a:pt x="3453" y="414"/>
                    <a:pt x="3453" y="407"/>
                  </a:cubicBezTo>
                  <a:cubicBezTo>
                    <a:pt x="3453" y="400"/>
                    <a:pt x="3447" y="394"/>
                    <a:pt x="3440" y="394"/>
                  </a:cubicBezTo>
                  <a:cubicBezTo>
                    <a:pt x="3433" y="394"/>
                    <a:pt x="3427" y="400"/>
                    <a:pt x="3427" y="407"/>
                  </a:cubicBezTo>
                  <a:cubicBezTo>
                    <a:pt x="3427" y="414"/>
                    <a:pt x="3433" y="420"/>
                    <a:pt x="3440" y="420"/>
                  </a:cubicBezTo>
                  <a:close/>
                  <a:moveTo>
                    <a:pt x="89" y="434"/>
                  </a:moveTo>
                  <a:cubicBezTo>
                    <a:pt x="82" y="434"/>
                    <a:pt x="76" y="439"/>
                    <a:pt x="76" y="446"/>
                  </a:cubicBezTo>
                  <a:cubicBezTo>
                    <a:pt x="76" y="453"/>
                    <a:pt x="82" y="459"/>
                    <a:pt x="89" y="459"/>
                  </a:cubicBezTo>
                  <a:cubicBezTo>
                    <a:pt x="96" y="459"/>
                    <a:pt x="102" y="453"/>
                    <a:pt x="102" y="446"/>
                  </a:cubicBezTo>
                  <a:cubicBezTo>
                    <a:pt x="102" y="439"/>
                    <a:pt x="96" y="434"/>
                    <a:pt x="89" y="434"/>
                  </a:cubicBezTo>
                  <a:close/>
                  <a:moveTo>
                    <a:pt x="128" y="434"/>
                  </a:moveTo>
                  <a:cubicBezTo>
                    <a:pt x="121" y="434"/>
                    <a:pt x="116" y="439"/>
                    <a:pt x="116" y="446"/>
                  </a:cubicBezTo>
                  <a:cubicBezTo>
                    <a:pt x="116" y="453"/>
                    <a:pt x="121" y="459"/>
                    <a:pt x="128" y="459"/>
                  </a:cubicBezTo>
                  <a:cubicBezTo>
                    <a:pt x="136" y="459"/>
                    <a:pt x="141" y="453"/>
                    <a:pt x="141" y="446"/>
                  </a:cubicBezTo>
                  <a:cubicBezTo>
                    <a:pt x="141" y="439"/>
                    <a:pt x="136" y="434"/>
                    <a:pt x="128" y="434"/>
                  </a:cubicBezTo>
                  <a:close/>
                  <a:moveTo>
                    <a:pt x="326" y="434"/>
                  </a:moveTo>
                  <a:cubicBezTo>
                    <a:pt x="319" y="434"/>
                    <a:pt x="313" y="439"/>
                    <a:pt x="313" y="446"/>
                  </a:cubicBezTo>
                  <a:cubicBezTo>
                    <a:pt x="313" y="453"/>
                    <a:pt x="319" y="459"/>
                    <a:pt x="326" y="459"/>
                  </a:cubicBezTo>
                  <a:cubicBezTo>
                    <a:pt x="333" y="459"/>
                    <a:pt x="338" y="453"/>
                    <a:pt x="338" y="446"/>
                  </a:cubicBezTo>
                  <a:cubicBezTo>
                    <a:pt x="338" y="439"/>
                    <a:pt x="333" y="434"/>
                    <a:pt x="326" y="434"/>
                  </a:cubicBezTo>
                  <a:close/>
                  <a:moveTo>
                    <a:pt x="365" y="459"/>
                  </a:moveTo>
                  <a:cubicBezTo>
                    <a:pt x="372" y="459"/>
                    <a:pt x="378" y="453"/>
                    <a:pt x="378" y="446"/>
                  </a:cubicBezTo>
                  <a:cubicBezTo>
                    <a:pt x="378" y="439"/>
                    <a:pt x="372" y="434"/>
                    <a:pt x="365" y="434"/>
                  </a:cubicBezTo>
                  <a:cubicBezTo>
                    <a:pt x="358" y="434"/>
                    <a:pt x="352" y="439"/>
                    <a:pt x="352" y="446"/>
                  </a:cubicBezTo>
                  <a:cubicBezTo>
                    <a:pt x="352" y="453"/>
                    <a:pt x="358" y="459"/>
                    <a:pt x="365" y="459"/>
                  </a:cubicBezTo>
                  <a:close/>
                  <a:moveTo>
                    <a:pt x="404" y="459"/>
                  </a:moveTo>
                  <a:cubicBezTo>
                    <a:pt x="411" y="459"/>
                    <a:pt x="417" y="453"/>
                    <a:pt x="417" y="446"/>
                  </a:cubicBezTo>
                  <a:cubicBezTo>
                    <a:pt x="417" y="439"/>
                    <a:pt x="411" y="434"/>
                    <a:pt x="404" y="434"/>
                  </a:cubicBezTo>
                  <a:cubicBezTo>
                    <a:pt x="397" y="434"/>
                    <a:pt x="392" y="439"/>
                    <a:pt x="392" y="446"/>
                  </a:cubicBezTo>
                  <a:cubicBezTo>
                    <a:pt x="392" y="453"/>
                    <a:pt x="397" y="459"/>
                    <a:pt x="404" y="459"/>
                  </a:cubicBezTo>
                  <a:close/>
                  <a:moveTo>
                    <a:pt x="444" y="459"/>
                  </a:moveTo>
                  <a:cubicBezTo>
                    <a:pt x="451" y="459"/>
                    <a:pt x="457" y="453"/>
                    <a:pt x="457" y="446"/>
                  </a:cubicBezTo>
                  <a:cubicBezTo>
                    <a:pt x="457" y="439"/>
                    <a:pt x="451" y="434"/>
                    <a:pt x="444" y="434"/>
                  </a:cubicBezTo>
                  <a:cubicBezTo>
                    <a:pt x="437" y="434"/>
                    <a:pt x="431" y="439"/>
                    <a:pt x="431" y="446"/>
                  </a:cubicBezTo>
                  <a:cubicBezTo>
                    <a:pt x="431" y="453"/>
                    <a:pt x="437" y="459"/>
                    <a:pt x="444" y="459"/>
                  </a:cubicBezTo>
                  <a:close/>
                  <a:moveTo>
                    <a:pt x="483" y="459"/>
                  </a:moveTo>
                  <a:cubicBezTo>
                    <a:pt x="490" y="459"/>
                    <a:pt x="496" y="453"/>
                    <a:pt x="496" y="446"/>
                  </a:cubicBezTo>
                  <a:cubicBezTo>
                    <a:pt x="496" y="439"/>
                    <a:pt x="490" y="434"/>
                    <a:pt x="483" y="434"/>
                  </a:cubicBezTo>
                  <a:cubicBezTo>
                    <a:pt x="476" y="434"/>
                    <a:pt x="471" y="439"/>
                    <a:pt x="471" y="446"/>
                  </a:cubicBezTo>
                  <a:cubicBezTo>
                    <a:pt x="471" y="453"/>
                    <a:pt x="476" y="459"/>
                    <a:pt x="483" y="459"/>
                  </a:cubicBezTo>
                  <a:close/>
                  <a:moveTo>
                    <a:pt x="523" y="459"/>
                  </a:moveTo>
                  <a:cubicBezTo>
                    <a:pt x="530" y="459"/>
                    <a:pt x="535" y="453"/>
                    <a:pt x="535" y="446"/>
                  </a:cubicBezTo>
                  <a:cubicBezTo>
                    <a:pt x="535" y="439"/>
                    <a:pt x="530" y="434"/>
                    <a:pt x="523" y="434"/>
                  </a:cubicBezTo>
                  <a:cubicBezTo>
                    <a:pt x="516" y="434"/>
                    <a:pt x="510" y="439"/>
                    <a:pt x="510" y="446"/>
                  </a:cubicBezTo>
                  <a:cubicBezTo>
                    <a:pt x="510" y="453"/>
                    <a:pt x="516" y="459"/>
                    <a:pt x="523" y="459"/>
                  </a:cubicBezTo>
                  <a:close/>
                  <a:moveTo>
                    <a:pt x="562" y="459"/>
                  </a:moveTo>
                  <a:cubicBezTo>
                    <a:pt x="569" y="459"/>
                    <a:pt x="575" y="453"/>
                    <a:pt x="575" y="446"/>
                  </a:cubicBezTo>
                  <a:cubicBezTo>
                    <a:pt x="575" y="439"/>
                    <a:pt x="569" y="434"/>
                    <a:pt x="562" y="434"/>
                  </a:cubicBezTo>
                  <a:cubicBezTo>
                    <a:pt x="555" y="434"/>
                    <a:pt x="549" y="439"/>
                    <a:pt x="549" y="446"/>
                  </a:cubicBezTo>
                  <a:cubicBezTo>
                    <a:pt x="549" y="453"/>
                    <a:pt x="555" y="459"/>
                    <a:pt x="562" y="459"/>
                  </a:cubicBezTo>
                  <a:close/>
                  <a:moveTo>
                    <a:pt x="602" y="459"/>
                  </a:moveTo>
                  <a:cubicBezTo>
                    <a:pt x="609" y="459"/>
                    <a:pt x="614" y="453"/>
                    <a:pt x="614" y="446"/>
                  </a:cubicBezTo>
                  <a:cubicBezTo>
                    <a:pt x="614" y="439"/>
                    <a:pt x="609" y="434"/>
                    <a:pt x="602" y="434"/>
                  </a:cubicBezTo>
                  <a:cubicBezTo>
                    <a:pt x="595" y="434"/>
                    <a:pt x="589" y="439"/>
                    <a:pt x="589" y="446"/>
                  </a:cubicBezTo>
                  <a:cubicBezTo>
                    <a:pt x="589" y="453"/>
                    <a:pt x="595" y="459"/>
                    <a:pt x="602" y="459"/>
                  </a:cubicBezTo>
                  <a:close/>
                  <a:moveTo>
                    <a:pt x="641" y="459"/>
                  </a:moveTo>
                  <a:cubicBezTo>
                    <a:pt x="648" y="459"/>
                    <a:pt x="654" y="453"/>
                    <a:pt x="654" y="446"/>
                  </a:cubicBezTo>
                  <a:cubicBezTo>
                    <a:pt x="654" y="439"/>
                    <a:pt x="648" y="434"/>
                    <a:pt x="641" y="434"/>
                  </a:cubicBezTo>
                  <a:cubicBezTo>
                    <a:pt x="634" y="434"/>
                    <a:pt x="628" y="439"/>
                    <a:pt x="628" y="446"/>
                  </a:cubicBezTo>
                  <a:cubicBezTo>
                    <a:pt x="628" y="453"/>
                    <a:pt x="634" y="459"/>
                    <a:pt x="641" y="459"/>
                  </a:cubicBezTo>
                  <a:close/>
                  <a:moveTo>
                    <a:pt x="680" y="459"/>
                  </a:moveTo>
                  <a:cubicBezTo>
                    <a:pt x="687" y="459"/>
                    <a:pt x="693" y="453"/>
                    <a:pt x="693" y="446"/>
                  </a:cubicBezTo>
                  <a:cubicBezTo>
                    <a:pt x="693" y="439"/>
                    <a:pt x="687" y="434"/>
                    <a:pt x="680" y="434"/>
                  </a:cubicBezTo>
                  <a:cubicBezTo>
                    <a:pt x="673" y="434"/>
                    <a:pt x="668" y="439"/>
                    <a:pt x="668" y="446"/>
                  </a:cubicBezTo>
                  <a:cubicBezTo>
                    <a:pt x="668" y="453"/>
                    <a:pt x="673" y="459"/>
                    <a:pt x="680" y="459"/>
                  </a:cubicBezTo>
                  <a:close/>
                  <a:moveTo>
                    <a:pt x="720" y="459"/>
                  </a:moveTo>
                  <a:cubicBezTo>
                    <a:pt x="727" y="459"/>
                    <a:pt x="733" y="453"/>
                    <a:pt x="733" y="446"/>
                  </a:cubicBezTo>
                  <a:cubicBezTo>
                    <a:pt x="733" y="439"/>
                    <a:pt x="727" y="434"/>
                    <a:pt x="720" y="434"/>
                  </a:cubicBezTo>
                  <a:cubicBezTo>
                    <a:pt x="713" y="434"/>
                    <a:pt x="707" y="439"/>
                    <a:pt x="707" y="446"/>
                  </a:cubicBezTo>
                  <a:cubicBezTo>
                    <a:pt x="707" y="453"/>
                    <a:pt x="713" y="459"/>
                    <a:pt x="720" y="459"/>
                  </a:cubicBezTo>
                  <a:close/>
                  <a:moveTo>
                    <a:pt x="917" y="459"/>
                  </a:moveTo>
                  <a:cubicBezTo>
                    <a:pt x="924" y="459"/>
                    <a:pt x="930" y="453"/>
                    <a:pt x="930" y="446"/>
                  </a:cubicBezTo>
                  <a:cubicBezTo>
                    <a:pt x="930" y="439"/>
                    <a:pt x="924" y="434"/>
                    <a:pt x="917" y="434"/>
                  </a:cubicBezTo>
                  <a:cubicBezTo>
                    <a:pt x="910" y="434"/>
                    <a:pt x="904" y="439"/>
                    <a:pt x="904" y="446"/>
                  </a:cubicBezTo>
                  <a:cubicBezTo>
                    <a:pt x="904" y="453"/>
                    <a:pt x="910" y="459"/>
                    <a:pt x="917" y="459"/>
                  </a:cubicBezTo>
                  <a:close/>
                  <a:moveTo>
                    <a:pt x="956" y="459"/>
                  </a:moveTo>
                  <a:cubicBezTo>
                    <a:pt x="963" y="459"/>
                    <a:pt x="969" y="453"/>
                    <a:pt x="969" y="446"/>
                  </a:cubicBezTo>
                  <a:cubicBezTo>
                    <a:pt x="969" y="439"/>
                    <a:pt x="963" y="434"/>
                    <a:pt x="956" y="434"/>
                  </a:cubicBezTo>
                  <a:cubicBezTo>
                    <a:pt x="949" y="434"/>
                    <a:pt x="944" y="439"/>
                    <a:pt x="944" y="446"/>
                  </a:cubicBezTo>
                  <a:cubicBezTo>
                    <a:pt x="944" y="453"/>
                    <a:pt x="949" y="459"/>
                    <a:pt x="956" y="459"/>
                  </a:cubicBezTo>
                  <a:close/>
                  <a:moveTo>
                    <a:pt x="1035" y="459"/>
                  </a:moveTo>
                  <a:cubicBezTo>
                    <a:pt x="1042" y="459"/>
                    <a:pt x="1048" y="453"/>
                    <a:pt x="1048" y="446"/>
                  </a:cubicBezTo>
                  <a:cubicBezTo>
                    <a:pt x="1048" y="439"/>
                    <a:pt x="1042" y="434"/>
                    <a:pt x="1035" y="434"/>
                  </a:cubicBezTo>
                  <a:cubicBezTo>
                    <a:pt x="1028" y="434"/>
                    <a:pt x="1022" y="439"/>
                    <a:pt x="1022" y="446"/>
                  </a:cubicBezTo>
                  <a:cubicBezTo>
                    <a:pt x="1022" y="453"/>
                    <a:pt x="1028" y="459"/>
                    <a:pt x="1035" y="459"/>
                  </a:cubicBezTo>
                  <a:close/>
                  <a:moveTo>
                    <a:pt x="1784" y="459"/>
                  </a:moveTo>
                  <a:cubicBezTo>
                    <a:pt x="1791" y="459"/>
                    <a:pt x="1797" y="453"/>
                    <a:pt x="1797" y="446"/>
                  </a:cubicBezTo>
                  <a:cubicBezTo>
                    <a:pt x="1797" y="439"/>
                    <a:pt x="1791" y="434"/>
                    <a:pt x="1784" y="434"/>
                  </a:cubicBezTo>
                  <a:cubicBezTo>
                    <a:pt x="1777" y="434"/>
                    <a:pt x="1772" y="439"/>
                    <a:pt x="1772" y="446"/>
                  </a:cubicBezTo>
                  <a:cubicBezTo>
                    <a:pt x="1772" y="453"/>
                    <a:pt x="1777" y="459"/>
                    <a:pt x="1784" y="459"/>
                  </a:cubicBezTo>
                  <a:close/>
                  <a:moveTo>
                    <a:pt x="1824" y="459"/>
                  </a:moveTo>
                  <a:cubicBezTo>
                    <a:pt x="1831" y="459"/>
                    <a:pt x="1836" y="453"/>
                    <a:pt x="1836" y="446"/>
                  </a:cubicBezTo>
                  <a:cubicBezTo>
                    <a:pt x="1836" y="439"/>
                    <a:pt x="1831" y="434"/>
                    <a:pt x="1824" y="434"/>
                  </a:cubicBezTo>
                  <a:cubicBezTo>
                    <a:pt x="1817" y="434"/>
                    <a:pt x="1811" y="439"/>
                    <a:pt x="1811" y="446"/>
                  </a:cubicBezTo>
                  <a:cubicBezTo>
                    <a:pt x="1811" y="453"/>
                    <a:pt x="1817" y="459"/>
                    <a:pt x="1824" y="459"/>
                  </a:cubicBezTo>
                  <a:close/>
                  <a:moveTo>
                    <a:pt x="1863" y="459"/>
                  </a:moveTo>
                  <a:cubicBezTo>
                    <a:pt x="1870" y="459"/>
                    <a:pt x="1876" y="453"/>
                    <a:pt x="1876" y="446"/>
                  </a:cubicBezTo>
                  <a:cubicBezTo>
                    <a:pt x="1876" y="439"/>
                    <a:pt x="1870" y="434"/>
                    <a:pt x="1863" y="434"/>
                  </a:cubicBezTo>
                  <a:cubicBezTo>
                    <a:pt x="1856" y="434"/>
                    <a:pt x="1850" y="439"/>
                    <a:pt x="1850" y="446"/>
                  </a:cubicBezTo>
                  <a:cubicBezTo>
                    <a:pt x="1850" y="453"/>
                    <a:pt x="1856" y="459"/>
                    <a:pt x="1863" y="459"/>
                  </a:cubicBezTo>
                  <a:close/>
                  <a:moveTo>
                    <a:pt x="1942" y="459"/>
                  </a:moveTo>
                  <a:cubicBezTo>
                    <a:pt x="1949" y="459"/>
                    <a:pt x="1955" y="453"/>
                    <a:pt x="1955" y="446"/>
                  </a:cubicBezTo>
                  <a:cubicBezTo>
                    <a:pt x="1955" y="439"/>
                    <a:pt x="1949" y="434"/>
                    <a:pt x="1942" y="434"/>
                  </a:cubicBezTo>
                  <a:cubicBezTo>
                    <a:pt x="1935" y="434"/>
                    <a:pt x="1929" y="439"/>
                    <a:pt x="1929" y="446"/>
                  </a:cubicBezTo>
                  <a:cubicBezTo>
                    <a:pt x="1929" y="453"/>
                    <a:pt x="1935" y="459"/>
                    <a:pt x="1942" y="459"/>
                  </a:cubicBezTo>
                  <a:close/>
                  <a:moveTo>
                    <a:pt x="1981" y="459"/>
                  </a:moveTo>
                  <a:cubicBezTo>
                    <a:pt x="1988" y="459"/>
                    <a:pt x="1994" y="453"/>
                    <a:pt x="1994" y="446"/>
                  </a:cubicBezTo>
                  <a:cubicBezTo>
                    <a:pt x="1994" y="439"/>
                    <a:pt x="1988" y="434"/>
                    <a:pt x="1981" y="434"/>
                  </a:cubicBezTo>
                  <a:cubicBezTo>
                    <a:pt x="1974" y="434"/>
                    <a:pt x="1969" y="439"/>
                    <a:pt x="1969" y="446"/>
                  </a:cubicBezTo>
                  <a:cubicBezTo>
                    <a:pt x="1969" y="453"/>
                    <a:pt x="1974" y="459"/>
                    <a:pt x="1981" y="459"/>
                  </a:cubicBezTo>
                  <a:close/>
                  <a:moveTo>
                    <a:pt x="2021" y="459"/>
                  </a:moveTo>
                  <a:cubicBezTo>
                    <a:pt x="2028" y="459"/>
                    <a:pt x="2034" y="453"/>
                    <a:pt x="2034" y="446"/>
                  </a:cubicBezTo>
                  <a:cubicBezTo>
                    <a:pt x="2034" y="439"/>
                    <a:pt x="2028" y="434"/>
                    <a:pt x="2021" y="434"/>
                  </a:cubicBezTo>
                  <a:cubicBezTo>
                    <a:pt x="2014" y="434"/>
                    <a:pt x="2008" y="439"/>
                    <a:pt x="2008" y="446"/>
                  </a:cubicBezTo>
                  <a:cubicBezTo>
                    <a:pt x="2008" y="453"/>
                    <a:pt x="2014" y="459"/>
                    <a:pt x="2021" y="459"/>
                  </a:cubicBezTo>
                  <a:close/>
                  <a:moveTo>
                    <a:pt x="2060" y="459"/>
                  </a:moveTo>
                  <a:cubicBezTo>
                    <a:pt x="2067" y="459"/>
                    <a:pt x="2073" y="453"/>
                    <a:pt x="2073" y="446"/>
                  </a:cubicBezTo>
                  <a:cubicBezTo>
                    <a:pt x="2073" y="439"/>
                    <a:pt x="2067" y="434"/>
                    <a:pt x="2060" y="434"/>
                  </a:cubicBezTo>
                  <a:cubicBezTo>
                    <a:pt x="2053" y="434"/>
                    <a:pt x="2048" y="439"/>
                    <a:pt x="2048" y="446"/>
                  </a:cubicBezTo>
                  <a:cubicBezTo>
                    <a:pt x="2048" y="453"/>
                    <a:pt x="2053" y="459"/>
                    <a:pt x="2060" y="459"/>
                  </a:cubicBezTo>
                  <a:close/>
                  <a:moveTo>
                    <a:pt x="2100" y="459"/>
                  </a:moveTo>
                  <a:cubicBezTo>
                    <a:pt x="2107" y="459"/>
                    <a:pt x="2112" y="453"/>
                    <a:pt x="2112" y="446"/>
                  </a:cubicBezTo>
                  <a:cubicBezTo>
                    <a:pt x="2112" y="439"/>
                    <a:pt x="2107" y="434"/>
                    <a:pt x="2100" y="434"/>
                  </a:cubicBezTo>
                  <a:cubicBezTo>
                    <a:pt x="2093" y="434"/>
                    <a:pt x="2087" y="439"/>
                    <a:pt x="2087" y="446"/>
                  </a:cubicBezTo>
                  <a:cubicBezTo>
                    <a:pt x="2087" y="453"/>
                    <a:pt x="2093" y="459"/>
                    <a:pt x="2100" y="459"/>
                  </a:cubicBezTo>
                  <a:close/>
                  <a:moveTo>
                    <a:pt x="2139" y="459"/>
                  </a:moveTo>
                  <a:cubicBezTo>
                    <a:pt x="2146" y="459"/>
                    <a:pt x="2152" y="453"/>
                    <a:pt x="2152" y="446"/>
                  </a:cubicBezTo>
                  <a:cubicBezTo>
                    <a:pt x="2152" y="439"/>
                    <a:pt x="2146" y="434"/>
                    <a:pt x="2139" y="434"/>
                  </a:cubicBezTo>
                  <a:cubicBezTo>
                    <a:pt x="2132" y="434"/>
                    <a:pt x="2126" y="439"/>
                    <a:pt x="2126" y="446"/>
                  </a:cubicBezTo>
                  <a:cubicBezTo>
                    <a:pt x="2126" y="453"/>
                    <a:pt x="2132" y="459"/>
                    <a:pt x="2139" y="459"/>
                  </a:cubicBezTo>
                  <a:close/>
                  <a:moveTo>
                    <a:pt x="2179" y="459"/>
                  </a:moveTo>
                  <a:cubicBezTo>
                    <a:pt x="2186" y="459"/>
                    <a:pt x="2191" y="453"/>
                    <a:pt x="2191" y="446"/>
                  </a:cubicBezTo>
                  <a:cubicBezTo>
                    <a:pt x="2191" y="439"/>
                    <a:pt x="2186" y="434"/>
                    <a:pt x="2179" y="434"/>
                  </a:cubicBezTo>
                  <a:cubicBezTo>
                    <a:pt x="2171" y="434"/>
                    <a:pt x="2166" y="439"/>
                    <a:pt x="2166" y="446"/>
                  </a:cubicBezTo>
                  <a:cubicBezTo>
                    <a:pt x="2166" y="453"/>
                    <a:pt x="2171" y="459"/>
                    <a:pt x="2179" y="459"/>
                  </a:cubicBezTo>
                  <a:close/>
                  <a:moveTo>
                    <a:pt x="2218" y="459"/>
                  </a:moveTo>
                  <a:cubicBezTo>
                    <a:pt x="2225" y="459"/>
                    <a:pt x="2231" y="453"/>
                    <a:pt x="2231" y="446"/>
                  </a:cubicBezTo>
                  <a:cubicBezTo>
                    <a:pt x="2231" y="439"/>
                    <a:pt x="2225" y="434"/>
                    <a:pt x="2218" y="434"/>
                  </a:cubicBezTo>
                  <a:cubicBezTo>
                    <a:pt x="2211" y="434"/>
                    <a:pt x="2205" y="439"/>
                    <a:pt x="2205" y="446"/>
                  </a:cubicBezTo>
                  <a:cubicBezTo>
                    <a:pt x="2205" y="453"/>
                    <a:pt x="2211" y="459"/>
                    <a:pt x="2218" y="459"/>
                  </a:cubicBezTo>
                  <a:close/>
                  <a:moveTo>
                    <a:pt x="2257" y="459"/>
                  </a:moveTo>
                  <a:cubicBezTo>
                    <a:pt x="2264" y="459"/>
                    <a:pt x="2270" y="453"/>
                    <a:pt x="2270" y="446"/>
                  </a:cubicBezTo>
                  <a:cubicBezTo>
                    <a:pt x="2270" y="439"/>
                    <a:pt x="2264" y="434"/>
                    <a:pt x="2257" y="434"/>
                  </a:cubicBezTo>
                  <a:cubicBezTo>
                    <a:pt x="2250" y="434"/>
                    <a:pt x="2245" y="439"/>
                    <a:pt x="2245" y="446"/>
                  </a:cubicBezTo>
                  <a:cubicBezTo>
                    <a:pt x="2245" y="453"/>
                    <a:pt x="2250" y="459"/>
                    <a:pt x="2257" y="459"/>
                  </a:cubicBezTo>
                  <a:close/>
                  <a:moveTo>
                    <a:pt x="2297" y="459"/>
                  </a:moveTo>
                  <a:cubicBezTo>
                    <a:pt x="2304" y="459"/>
                    <a:pt x="2310" y="453"/>
                    <a:pt x="2310" y="446"/>
                  </a:cubicBezTo>
                  <a:cubicBezTo>
                    <a:pt x="2310" y="439"/>
                    <a:pt x="2304" y="434"/>
                    <a:pt x="2297" y="434"/>
                  </a:cubicBezTo>
                  <a:cubicBezTo>
                    <a:pt x="2290" y="434"/>
                    <a:pt x="2284" y="439"/>
                    <a:pt x="2284" y="446"/>
                  </a:cubicBezTo>
                  <a:cubicBezTo>
                    <a:pt x="2284" y="453"/>
                    <a:pt x="2290" y="459"/>
                    <a:pt x="2297" y="459"/>
                  </a:cubicBezTo>
                  <a:close/>
                  <a:moveTo>
                    <a:pt x="2336" y="459"/>
                  </a:moveTo>
                  <a:cubicBezTo>
                    <a:pt x="2343" y="459"/>
                    <a:pt x="2349" y="453"/>
                    <a:pt x="2349" y="446"/>
                  </a:cubicBezTo>
                  <a:cubicBezTo>
                    <a:pt x="2349" y="439"/>
                    <a:pt x="2343" y="434"/>
                    <a:pt x="2336" y="434"/>
                  </a:cubicBezTo>
                  <a:cubicBezTo>
                    <a:pt x="2329" y="434"/>
                    <a:pt x="2323" y="439"/>
                    <a:pt x="2323" y="446"/>
                  </a:cubicBezTo>
                  <a:cubicBezTo>
                    <a:pt x="2323" y="453"/>
                    <a:pt x="2329" y="459"/>
                    <a:pt x="2336" y="459"/>
                  </a:cubicBezTo>
                  <a:close/>
                  <a:moveTo>
                    <a:pt x="2376" y="459"/>
                  </a:moveTo>
                  <a:cubicBezTo>
                    <a:pt x="2383" y="459"/>
                    <a:pt x="2388" y="453"/>
                    <a:pt x="2388" y="446"/>
                  </a:cubicBezTo>
                  <a:cubicBezTo>
                    <a:pt x="2388" y="439"/>
                    <a:pt x="2383" y="434"/>
                    <a:pt x="2376" y="434"/>
                  </a:cubicBezTo>
                  <a:cubicBezTo>
                    <a:pt x="2369" y="434"/>
                    <a:pt x="2363" y="439"/>
                    <a:pt x="2363" y="446"/>
                  </a:cubicBezTo>
                  <a:cubicBezTo>
                    <a:pt x="2363" y="453"/>
                    <a:pt x="2369" y="459"/>
                    <a:pt x="2376" y="459"/>
                  </a:cubicBezTo>
                  <a:close/>
                  <a:moveTo>
                    <a:pt x="2415" y="459"/>
                  </a:moveTo>
                  <a:cubicBezTo>
                    <a:pt x="2422" y="459"/>
                    <a:pt x="2428" y="453"/>
                    <a:pt x="2428" y="446"/>
                  </a:cubicBezTo>
                  <a:cubicBezTo>
                    <a:pt x="2428" y="439"/>
                    <a:pt x="2422" y="434"/>
                    <a:pt x="2415" y="434"/>
                  </a:cubicBezTo>
                  <a:cubicBezTo>
                    <a:pt x="2408" y="434"/>
                    <a:pt x="2402" y="439"/>
                    <a:pt x="2402" y="446"/>
                  </a:cubicBezTo>
                  <a:cubicBezTo>
                    <a:pt x="2402" y="453"/>
                    <a:pt x="2408" y="459"/>
                    <a:pt x="2415" y="459"/>
                  </a:cubicBezTo>
                  <a:close/>
                  <a:moveTo>
                    <a:pt x="2454" y="459"/>
                  </a:moveTo>
                  <a:cubicBezTo>
                    <a:pt x="2462" y="459"/>
                    <a:pt x="2467" y="453"/>
                    <a:pt x="2467" y="446"/>
                  </a:cubicBezTo>
                  <a:cubicBezTo>
                    <a:pt x="2467" y="439"/>
                    <a:pt x="2462" y="434"/>
                    <a:pt x="2454" y="434"/>
                  </a:cubicBezTo>
                  <a:cubicBezTo>
                    <a:pt x="2447" y="434"/>
                    <a:pt x="2442" y="439"/>
                    <a:pt x="2442" y="446"/>
                  </a:cubicBezTo>
                  <a:cubicBezTo>
                    <a:pt x="2442" y="453"/>
                    <a:pt x="2447" y="459"/>
                    <a:pt x="2454" y="459"/>
                  </a:cubicBezTo>
                  <a:close/>
                  <a:moveTo>
                    <a:pt x="2494" y="459"/>
                  </a:moveTo>
                  <a:cubicBezTo>
                    <a:pt x="2501" y="459"/>
                    <a:pt x="2507" y="453"/>
                    <a:pt x="2507" y="446"/>
                  </a:cubicBezTo>
                  <a:cubicBezTo>
                    <a:pt x="2507" y="439"/>
                    <a:pt x="2501" y="434"/>
                    <a:pt x="2494" y="434"/>
                  </a:cubicBezTo>
                  <a:cubicBezTo>
                    <a:pt x="2487" y="434"/>
                    <a:pt x="2481" y="439"/>
                    <a:pt x="2481" y="446"/>
                  </a:cubicBezTo>
                  <a:cubicBezTo>
                    <a:pt x="2481" y="453"/>
                    <a:pt x="2487" y="459"/>
                    <a:pt x="2494" y="459"/>
                  </a:cubicBezTo>
                  <a:close/>
                  <a:moveTo>
                    <a:pt x="2533" y="459"/>
                  </a:moveTo>
                  <a:cubicBezTo>
                    <a:pt x="2540" y="459"/>
                    <a:pt x="2546" y="453"/>
                    <a:pt x="2546" y="446"/>
                  </a:cubicBezTo>
                  <a:cubicBezTo>
                    <a:pt x="2546" y="439"/>
                    <a:pt x="2540" y="434"/>
                    <a:pt x="2533" y="434"/>
                  </a:cubicBezTo>
                  <a:cubicBezTo>
                    <a:pt x="2526" y="434"/>
                    <a:pt x="2521" y="439"/>
                    <a:pt x="2521" y="446"/>
                  </a:cubicBezTo>
                  <a:cubicBezTo>
                    <a:pt x="2521" y="453"/>
                    <a:pt x="2526" y="459"/>
                    <a:pt x="2533" y="459"/>
                  </a:cubicBezTo>
                  <a:close/>
                  <a:moveTo>
                    <a:pt x="2573" y="459"/>
                  </a:moveTo>
                  <a:cubicBezTo>
                    <a:pt x="2580" y="459"/>
                    <a:pt x="2586" y="453"/>
                    <a:pt x="2586" y="446"/>
                  </a:cubicBezTo>
                  <a:cubicBezTo>
                    <a:pt x="2586" y="439"/>
                    <a:pt x="2580" y="434"/>
                    <a:pt x="2573" y="434"/>
                  </a:cubicBezTo>
                  <a:cubicBezTo>
                    <a:pt x="2566" y="434"/>
                    <a:pt x="2560" y="439"/>
                    <a:pt x="2560" y="446"/>
                  </a:cubicBezTo>
                  <a:cubicBezTo>
                    <a:pt x="2560" y="453"/>
                    <a:pt x="2566" y="459"/>
                    <a:pt x="2573" y="459"/>
                  </a:cubicBezTo>
                  <a:close/>
                  <a:moveTo>
                    <a:pt x="2612" y="459"/>
                  </a:moveTo>
                  <a:cubicBezTo>
                    <a:pt x="2619" y="459"/>
                    <a:pt x="2625" y="453"/>
                    <a:pt x="2625" y="446"/>
                  </a:cubicBezTo>
                  <a:cubicBezTo>
                    <a:pt x="2625" y="439"/>
                    <a:pt x="2619" y="434"/>
                    <a:pt x="2612" y="434"/>
                  </a:cubicBezTo>
                  <a:cubicBezTo>
                    <a:pt x="2605" y="434"/>
                    <a:pt x="2599" y="439"/>
                    <a:pt x="2599" y="446"/>
                  </a:cubicBezTo>
                  <a:cubicBezTo>
                    <a:pt x="2599" y="453"/>
                    <a:pt x="2605" y="459"/>
                    <a:pt x="2612" y="459"/>
                  </a:cubicBezTo>
                  <a:close/>
                  <a:moveTo>
                    <a:pt x="2652" y="459"/>
                  </a:moveTo>
                  <a:cubicBezTo>
                    <a:pt x="2659" y="459"/>
                    <a:pt x="2664" y="453"/>
                    <a:pt x="2664" y="446"/>
                  </a:cubicBezTo>
                  <a:cubicBezTo>
                    <a:pt x="2664" y="439"/>
                    <a:pt x="2659" y="434"/>
                    <a:pt x="2652" y="434"/>
                  </a:cubicBezTo>
                  <a:cubicBezTo>
                    <a:pt x="2645" y="434"/>
                    <a:pt x="2639" y="439"/>
                    <a:pt x="2639" y="446"/>
                  </a:cubicBezTo>
                  <a:cubicBezTo>
                    <a:pt x="2639" y="453"/>
                    <a:pt x="2645" y="459"/>
                    <a:pt x="2652" y="459"/>
                  </a:cubicBezTo>
                  <a:close/>
                  <a:moveTo>
                    <a:pt x="2691" y="459"/>
                  </a:moveTo>
                  <a:cubicBezTo>
                    <a:pt x="2698" y="459"/>
                    <a:pt x="2704" y="453"/>
                    <a:pt x="2704" y="446"/>
                  </a:cubicBezTo>
                  <a:cubicBezTo>
                    <a:pt x="2704" y="439"/>
                    <a:pt x="2698" y="434"/>
                    <a:pt x="2691" y="434"/>
                  </a:cubicBezTo>
                  <a:cubicBezTo>
                    <a:pt x="2684" y="434"/>
                    <a:pt x="2678" y="439"/>
                    <a:pt x="2678" y="446"/>
                  </a:cubicBezTo>
                  <a:cubicBezTo>
                    <a:pt x="2678" y="453"/>
                    <a:pt x="2684" y="459"/>
                    <a:pt x="2691" y="459"/>
                  </a:cubicBezTo>
                  <a:close/>
                  <a:moveTo>
                    <a:pt x="2730" y="459"/>
                  </a:moveTo>
                  <a:cubicBezTo>
                    <a:pt x="2738" y="459"/>
                    <a:pt x="2743" y="453"/>
                    <a:pt x="2743" y="446"/>
                  </a:cubicBezTo>
                  <a:cubicBezTo>
                    <a:pt x="2743" y="439"/>
                    <a:pt x="2738" y="434"/>
                    <a:pt x="2730" y="434"/>
                  </a:cubicBezTo>
                  <a:cubicBezTo>
                    <a:pt x="2723" y="434"/>
                    <a:pt x="2718" y="439"/>
                    <a:pt x="2718" y="446"/>
                  </a:cubicBezTo>
                  <a:cubicBezTo>
                    <a:pt x="2718" y="453"/>
                    <a:pt x="2723" y="459"/>
                    <a:pt x="2730" y="459"/>
                  </a:cubicBezTo>
                  <a:close/>
                  <a:moveTo>
                    <a:pt x="2770" y="459"/>
                  </a:moveTo>
                  <a:cubicBezTo>
                    <a:pt x="2777" y="459"/>
                    <a:pt x="2783" y="453"/>
                    <a:pt x="2783" y="446"/>
                  </a:cubicBezTo>
                  <a:cubicBezTo>
                    <a:pt x="2783" y="439"/>
                    <a:pt x="2777" y="434"/>
                    <a:pt x="2770" y="434"/>
                  </a:cubicBezTo>
                  <a:cubicBezTo>
                    <a:pt x="2763" y="434"/>
                    <a:pt x="2757" y="439"/>
                    <a:pt x="2757" y="446"/>
                  </a:cubicBezTo>
                  <a:cubicBezTo>
                    <a:pt x="2757" y="453"/>
                    <a:pt x="2763" y="459"/>
                    <a:pt x="2770" y="459"/>
                  </a:cubicBezTo>
                  <a:close/>
                  <a:moveTo>
                    <a:pt x="2809" y="459"/>
                  </a:moveTo>
                  <a:cubicBezTo>
                    <a:pt x="2816" y="459"/>
                    <a:pt x="2822" y="453"/>
                    <a:pt x="2822" y="446"/>
                  </a:cubicBezTo>
                  <a:cubicBezTo>
                    <a:pt x="2822" y="439"/>
                    <a:pt x="2816" y="434"/>
                    <a:pt x="2809" y="434"/>
                  </a:cubicBezTo>
                  <a:cubicBezTo>
                    <a:pt x="2802" y="434"/>
                    <a:pt x="2797" y="439"/>
                    <a:pt x="2797" y="446"/>
                  </a:cubicBezTo>
                  <a:cubicBezTo>
                    <a:pt x="2797" y="453"/>
                    <a:pt x="2802" y="459"/>
                    <a:pt x="2809" y="459"/>
                  </a:cubicBezTo>
                  <a:close/>
                  <a:moveTo>
                    <a:pt x="2849" y="459"/>
                  </a:moveTo>
                  <a:cubicBezTo>
                    <a:pt x="2856" y="459"/>
                    <a:pt x="2861" y="453"/>
                    <a:pt x="2861" y="446"/>
                  </a:cubicBezTo>
                  <a:cubicBezTo>
                    <a:pt x="2861" y="439"/>
                    <a:pt x="2856" y="434"/>
                    <a:pt x="2849" y="434"/>
                  </a:cubicBezTo>
                  <a:cubicBezTo>
                    <a:pt x="2842" y="434"/>
                    <a:pt x="2836" y="439"/>
                    <a:pt x="2836" y="446"/>
                  </a:cubicBezTo>
                  <a:cubicBezTo>
                    <a:pt x="2836" y="453"/>
                    <a:pt x="2842" y="459"/>
                    <a:pt x="2849" y="459"/>
                  </a:cubicBezTo>
                  <a:close/>
                  <a:moveTo>
                    <a:pt x="2888" y="459"/>
                  </a:moveTo>
                  <a:cubicBezTo>
                    <a:pt x="2895" y="459"/>
                    <a:pt x="2901" y="453"/>
                    <a:pt x="2901" y="446"/>
                  </a:cubicBezTo>
                  <a:cubicBezTo>
                    <a:pt x="2901" y="439"/>
                    <a:pt x="2895" y="434"/>
                    <a:pt x="2888" y="434"/>
                  </a:cubicBezTo>
                  <a:cubicBezTo>
                    <a:pt x="2881" y="434"/>
                    <a:pt x="2875" y="439"/>
                    <a:pt x="2875" y="446"/>
                  </a:cubicBezTo>
                  <a:cubicBezTo>
                    <a:pt x="2875" y="453"/>
                    <a:pt x="2881" y="459"/>
                    <a:pt x="2888" y="459"/>
                  </a:cubicBezTo>
                  <a:close/>
                  <a:moveTo>
                    <a:pt x="2928" y="459"/>
                  </a:moveTo>
                  <a:cubicBezTo>
                    <a:pt x="2935" y="459"/>
                    <a:pt x="2940" y="453"/>
                    <a:pt x="2940" y="446"/>
                  </a:cubicBezTo>
                  <a:cubicBezTo>
                    <a:pt x="2940" y="439"/>
                    <a:pt x="2935" y="434"/>
                    <a:pt x="2928" y="434"/>
                  </a:cubicBezTo>
                  <a:cubicBezTo>
                    <a:pt x="2921" y="434"/>
                    <a:pt x="2915" y="439"/>
                    <a:pt x="2915" y="446"/>
                  </a:cubicBezTo>
                  <a:cubicBezTo>
                    <a:pt x="2915" y="453"/>
                    <a:pt x="2921" y="459"/>
                    <a:pt x="2928" y="459"/>
                  </a:cubicBezTo>
                  <a:close/>
                  <a:moveTo>
                    <a:pt x="2967" y="459"/>
                  </a:moveTo>
                  <a:cubicBezTo>
                    <a:pt x="2974" y="459"/>
                    <a:pt x="2980" y="453"/>
                    <a:pt x="2980" y="446"/>
                  </a:cubicBezTo>
                  <a:cubicBezTo>
                    <a:pt x="2980" y="439"/>
                    <a:pt x="2974" y="434"/>
                    <a:pt x="2967" y="434"/>
                  </a:cubicBezTo>
                  <a:cubicBezTo>
                    <a:pt x="2960" y="434"/>
                    <a:pt x="2954" y="439"/>
                    <a:pt x="2954" y="446"/>
                  </a:cubicBezTo>
                  <a:cubicBezTo>
                    <a:pt x="2954" y="453"/>
                    <a:pt x="2960" y="459"/>
                    <a:pt x="2967" y="459"/>
                  </a:cubicBezTo>
                  <a:close/>
                  <a:moveTo>
                    <a:pt x="3006" y="459"/>
                  </a:moveTo>
                  <a:cubicBezTo>
                    <a:pt x="3013" y="459"/>
                    <a:pt x="3019" y="453"/>
                    <a:pt x="3019" y="446"/>
                  </a:cubicBezTo>
                  <a:cubicBezTo>
                    <a:pt x="3019" y="439"/>
                    <a:pt x="3013" y="434"/>
                    <a:pt x="3006" y="434"/>
                  </a:cubicBezTo>
                  <a:cubicBezTo>
                    <a:pt x="2999" y="434"/>
                    <a:pt x="2994" y="439"/>
                    <a:pt x="2994" y="446"/>
                  </a:cubicBezTo>
                  <a:cubicBezTo>
                    <a:pt x="2994" y="453"/>
                    <a:pt x="2999" y="459"/>
                    <a:pt x="3006" y="459"/>
                  </a:cubicBezTo>
                  <a:close/>
                  <a:moveTo>
                    <a:pt x="3046" y="459"/>
                  </a:moveTo>
                  <a:cubicBezTo>
                    <a:pt x="3053" y="459"/>
                    <a:pt x="3059" y="453"/>
                    <a:pt x="3059" y="446"/>
                  </a:cubicBezTo>
                  <a:cubicBezTo>
                    <a:pt x="3059" y="439"/>
                    <a:pt x="3053" y="434"/>
                    <a:pt x="3046" y="434"/>
                  </a:cubicBezTo>
                  <a:cubicBezTo>
                    <a:pt x="3039" y="434"/>
                    <a:pt x="3033" y="439"/>
                    <a:pt x="3033" y="446"/>
                  </a:cubicBezTo>
                  <a:cubicBezTo>
                    <a:pt x="3033" y="453"/>
                    <a:pt x="3039" y="459"/>
                    <a:pt x="3046" y="459"/>
                  </a:cubicBezTo>
                  <a:close/>
                  <a:moveTo>
                    <a:pt x="3085" y="459"/>
                  </a:moveTo>
                  <a:cubicBezTo>
                    <a:pt x="3092" y="459"/>
                    <a:pt x="3098" y="453"/>
                    <a:pt x="3098" y="446"/>
                  </a:cubicBezTo>
                  <a:cubicBezTo>
                    <a:pt x="3098" y="439"/>
                    <a:pt x="3092" y="434"/>
                    <a:pt x="3085" y="434"/>
                  </a:cubicBezTo>
                  <a:cubicBezTo>
                    <a:pt x="3078" y="434"/>
                    <a:pt x="3073" y="439"/>
                    <a:pt x="3073" y="446"/>
                  </a:cubicBezTo>
                  <a:cubicBezTo>
                    <a:pt x="3073" y="453"/>
                    <a:pt x="3078" y="459"/>
                    <a:pt x="3085" y="459"/>
                  </a:cubicBezTo>
                  <a:close/>
                  <a:moveTo>
                    <a:pt x="3125" y="459"/>
                  </a:moveTo>
                  <a:cubicBezTo>
                    <a:pt x="3132" y="459"/>
                    <a:pt x="3137" y="453"/>
                    <a:pt x="3137" y="446"/>
                  </a:cubicBezTo>
                  <a:cubicBezTo>
                    <a:pt x="3137" y="439"/>
                    <a:pt x="3132" y="434"/>
                    <a:pt x="3125" y="434"/>
                  </a:cubicBezTo>
                  <a:cubicBezTo>
                    <a:pt x="3118" y="434"/>
                    <a:pt x="3112" y="439"/>
                    <a:pt x="3112" y="446"/>
                  </a:cubicBezTo>
                  <a:cubicBezTo>
                    <a:pt x="3112" y="453"/>
                    <a:pt x="3118" y="459"/>
                    <a:pt x="3125" y="459"/>
                  </a:cubicBezTo>
                  <a:close/>
                  <a:moveTo>
                    <a:pt x="3243" y="459"/>
                  </a:moveTo>
                  <a:cubicBezTo>
                    <a:pt x="3250" y="459"/>
                    <a:pt x="3256" y="453"/>
                    <a:pt x="3256" y="446"/>
                  </a:cubicBezTo>
                  <a:cubicBezTo>
                    <a:pt x="3256" y="439"/>
                    <a:pt x="3250" y="434"/>
                    <a:pt x="3243" y="434"/>
                  </a:cubicBezTo>
                  <a:cubicBezTo>
                    <a:pt x="3236" y="434"/>
                    <a:pt x="3230" y="439"/>
                    <a:pt x="3230" y="446"/>
                  </a:cubicBezTo>
                  <a:cubicBezTo>
                    <a:pt x="3230" y="453"/>
                    <a:pt x="3236" y="459"/>
                    <a:pt x="3243" y="459"/>
                  </a:cubicBezTo>
                  <a:close/>
                  <a:moveTo>
                    <a:pt x="3309" y="446"/>
                  </a:moveTo>
                  <a:cubicBezTo>
                    <a:pt x="3309" y="453"/>
                    <a:pt x="3315" y="459"/>
                    <a:pt x="3322" y="459"/>
                  </a:cubicBezTo>
                  <a:cubicBezTo>
                    <a:pt x="3329" y="459"/>
                    <a:pt x="3335" y="453"/>
                    <a:pt x="3335" y="446"/>
                  </a:cubicBezTo>
                  <a:cubicBezTo>
                    <a:pt x="3335" y="439"/>
                    <a:pt x="3329" y="434"/>
                    <a:pt x="3322" y="434"/>
                  </a:cubicBezTo>
                  <a:cubicBezTo>
                    <a:pt x="3315" y="434"/>
                    <a:pt x="3309" y="439"/>
                    <a:pt x="3309" y="446"/>
                  </a:cubicBezTo>
                  <a:close/>
                  <a:moveTo>
                    <a:pt x="89" y="478"/>
                  </a:moveTo>
                  <a:cubicBezTo>
                    <a:pt x="85" y="478"/>
                    <a:pt x="82" y="482"/>
                    <a:pt x="82" y="486"/>
                  </a:cubicBezTo>
                  <a:cubicBezTo>
                    <a:pt x="82" y="490"/>
                    <a:pt x="85" y="493"/>
                    <a:pt x="89" y="493"/>
                  </a:cubicBezTo>
                  <a:cubicBezTo>
                    <a:pt x="93" y="493"/>
                    <a:pt x="96" y="490"/>
                    <a:pt x="96" y="486"/>
                  </a:cubicBezTo>
                  <a:cubicBezTo>
                    <a:pt x="96" y="482"/>
                    <a:pt x="93" y="478"/>
                    <a:pt x="89" y="478"/>
                  </a:cubicBezTo>
                  <a:close/>
                  <a:moveTo>
                    <a:pt x="326" y="476"/>
                  </a:moveTo>
                  <a:cubicBezTo>
                    <a:pt x="320" y="476"/>
                    <a:pt x="316" y="480"/>
                    <a:pt x="316" y="486"/>
                  </a:cubicBezTo>
                  <a:cubicBezTo>
                    <a:pt x="316" y="491"/>
                    <a:pt x="320" y="496"/>
                    <a:pt x="326" y="496"/>
                  </a:cubicBezTo>
                  <a:cubicBezTo>
                    <a:pt x="331" y="496"/>
                    <a:pt x="336" y="491"/>
                    <a:pt x="336" y="486"/>
                  </a:cubicBezTo>
                  <a:cubicBezTo>
                    <a:pt x="336" y="480"/>
                    <a:pt x="331" y="476"/>
                    <a:pt x="326" y="476"/>
                  </a:cubicBezTo>
                  <a:close/>
                  <a:moveTo>
                    <a:pt x="365" y="473"/>
                  </a:moveTo>
                  <a:cubicBezTo>
                    <a:pt x="358" y="473"/>
                    <a:pt x="352" y="479"/>
                    <a:pt x="352" y="486"/>
                  </a:cubicBezTo>
                  <a:cubicBezTo>
                    <a:pt x="352" y="493"/>
                    <a:pt x="358" y="499"/>
                    <a:pt x="365" y="499"/>
                  </a:cubicBezTo>
                  <a:cubicBezTo>
                    <a:pt x="372" y="499"/>
                    <a:pt x="378" y="493"/>
                    <a:pt x="378" y="486"/>
                  </a:cubicBezTo>
                  <a:cubicBezTo>
                    <a:pt x="378" y="479"/>
                    <a:pt x="372" y="473"/>
                    <a:pt x="365" y="473"/>
                  </a:cubicBezTo>
                  <a:close/>
                  <a:moveTo>
                    <a:pt x="404" y="499"/>
                  </a:moveTo>
                  <a:cubicBezTo>
                    <a:pt x="411" y="499"/>
                    <a:pt x="417" y="493"/>
                    <a:pt x="417" y="486"/>
                  </a:cubicBezTo>
                  <a:cubicBezTo>
                    <a:pt x="417" y="479"/>
                    <a:pt x="411" y="473"/>
                    <a:pt x="404" y="473"/>
                  </a:cubicBezTo>
                  <a:cubicBezTo>
                    <a:pt x="397" y="473"/>
                    <a:pt x="392" y="479"/>
                    <a:pt x="392" y="486"/>
                  </a:cubicBezTo>
                  <a:cubicBezTo>
                    <a:pt x="392" y="493"/>
                    <a:pt x="397" y="499"/>
                    <a:pt x="404" y="499"/>
                  </a:cubicBezTo>
                  <a:close/>
                  <a:moveTo>
                    <a:pt x="444" y="499"/>
                  </a:moveTo>
                  <a:cubicBezTo>
                    <a:pt x="451" y="499"/>
                    <a:pt x="457" y="493"/>
                    <a:pt x="457" y="486"/>
                  </a:cubicBezTo>
                  <a:cubicBezTo>
                    <a:pt x="457" y="479"/>
                    <a:pt x="451" y="473"/>
                    <a:pt x="444" y="473"/>
                  </a:cubicBezTo>
                  <a:cubicBezTo>
                    <a:pt x="437" y="473"/>
                    <a:pt x="431" y="479"/>
                    <a:pt x="431" y="486"/>
                  </a:cubicBezTo>
                  <a:cubicBezTo>
                    <a:pt x="431" y="493"/>
                    <a:pt x="437" y="499"/>
                    <a:pt x="444" y="499"/>
                  </a:cubicBezTo>
                  <a:close/>
                  <a:moveTo>
                    <a:pt x="483" y="499"/>
                  </a:moveTo>
                  <a:cubicBezTo>
                    <a:pt x="490" y="499"/>
                    <a:pt x="496" y="493"/>
                    <a:pt x="496" y="486"/>
                  </a:cubicBezTo>
                  <a:cubicBezTo>
                    <a:pt x="496" y="479"/>
                    <a:pt x="490" y="473"/>
                    <a:pt x="483" y="473"/>
                  </a:cubicBezTo>
                  <a:cubicBezTo>
                    <a:pt x="476" y="473"/>
                    <a:pt x="471" y="479"/>
                    <a:pt x="471" y="486"/>
                  </a:cubicBezTo>
                  <a:cubicBezTo>
                    <a:pt x="471" y="493"/>
                    <a:pt x="476" y="499"/>
                    <a:pt x="483" y="499"/>
                  </a:cubicBezTo>
                  <a:close/>
                  <a:moveTo>
                    <a:pt x="523" y="499"/>
                  </a:moveTo>
                  <a:cubicBezTo>
                    <a:pt x="530" y="499"/>
                    <a:pt x="535" y="493"/>
                    <a:pt x="535" y="486"/>
                  </a:cubicBezTo>
                  <a:cubicBezTo>
                    <a:pt x="535" y="479"/>
                    <a:pt x="530" y="473"/>
                    <a:pt x="523" y="473"/>
                  </a:cubicBezTo>
                  <a:cubicBezTo>
                    <a:pt x="516" y="473"/>
                    <a:pt x="510" y="479"/>
                    <a:pt x="510" y="486"/>
                  </a:cubicBezTo>
                  <a:cubicBezTo>
                    <a:pt x="510" y="493"/>
                    <a:pt x="516" y="499"/>
                    <a:pt x="523" y="499"/>
                  </a:cubicBezTo>
                  <a:close/>
                  <a:moveTo>
                    <a:pt x="562" y="499"/>
                  </a:moveTo>
                  <a:cubicBezTo>
                    <a:pt x="569" y="499"/>
                    <a:pt x="575" y="493"/>
                    <a:pt x="575" y="486"/>
                  </a:cubicBezTo>
                  <a:cubicBezTo>
                    <a:pt x="575" y="479"/>
                    <a:pt x="569" y="473"/>
                    <a:pt x="562" y="473"/>
                  </a:cubicBezTo>
                  <a:cubicBezTo>
                    <a:pt x="555" y="473"/>
                    <a:pt x="549" y="479"/>
                    <a:pt x="549" y="486"/>
                  </a:cubicBezTo>
                  <a:cubicBezTo>
                    <a:pt x="549" y="493"/>
                    <a:pt x="555" y="499"/>
                    <a:pt x="562" y="499"/>
                  </a:cubicBezTo>
                  <a:close/>
                  <a:moveTo>
                    <a:pt x="602" y="499"/>
                  </a:moveTo>
                  <a:cubicBezTo>
                    <a:pt x="609" y="499"/>
                    <a:pt x="614" y="493"/>
                    <a:pt x="614" y="486"/>
                  </a:cubicBezTo>
                  <a:cubicBezTo>
                    <a:pt x="614" y="479"/>
                    <a:pt x="609" y="473"/>
                    <a:pt x="602" y="473"/>
                  </a:cubicBezTo>
                  <a:cubicBezTo>
                    <a:pt x="595" y="473"/>
                    <a:pt x="589" y="479"/>
                    <a:pt x="589" y="486"/>
                  </a:cubicBezTo>
                  <a:cubicBezTo>
                    <a:pt x="589" y="493"/>
                    <a:pt x="595" y="499"/>
                    <a:pt x="602" y="499"/>
                  </a:cubicBezTo>
                  <a:close/>
                  <a:moveTo>
                    <a:pt x="641" y="499"/>
                  </a:moveTo>
                  <a:cubicBezTo>
                    <a:pt x="648" y="499"/>
                    <a:pt x="654" y="493"/>
                    <a:pt x="654" y="486"/>
                  </a:cubicBezTo>
                  <a:cubicBezTo>
                    <a:pt x="654" y="479"/>
                    <a:pt x="648" y="473"/>
                    <a:pt x="641" y="473"/>
                  </a:cubicBezTo>
                  <a:cubicBezTo>
                    <a:pt x="634" y="473"/>
                    <a:pt x="628" y="479"/>
                    <a:pt x="628" y="486"/>
                  </a:cubicBezTo>
                  <a:cubicBezTo>
                    <a:pt x="628" y="493"/>
                    <a:pt x="634" y="499"/>
                    <a:pt x="641" y="499"/>
                  </a:cubicBezTo>
                  <a:close/>
                  <a:moveTo>
                    <a:pt x="680" y="499"/>
                  </a:moveTo>
                  <a:cubicBezTo>
                    <a:pt x="687" y="499"/>
                    <a:pt x="693" y="493"/>
                    <a:pt x="693" y="486"/>
                  </a:cubicBezTo>
                  <a:cubicBezTo>
                    <a:pt x="693" y="479"/>
                    <a:pt x="687" y="473"/>
                    <a:pt x="680" y="473"/>
                  </a:cubicBezTo>
                  <a:cubicBezTo>
                    <a:pt x="673" y="473"/>
                    <a:pt x="668" y="479"/>
                    <a:pt x="668" y="486"/>
                  </a:cubicBezTo>
                  <a:cubicBezTo>
                    <a:pt x="668" y="493"/>
                    <a:pt x="673" y="499"/>
                    <a:pt x="680" y="499"/>
                  </a:cubicBezTo>
                  <a:close/>
                  <a:moveTo>
                    <a:pt x="720" y="499"/>
                  </a:moveTo>
                  <a:cubicBezTo>
                    <a:pt x="727" y="499"/>
                    <a:pt x="733" y="493"/>
                    <a:pt x="733" y="486"/>
                  </a:cubicBezTo>
                  <a:cubicBezTo>
                    <a:pt x="733" y="479"/>
                    <a:pt x="727" y="473"/>
                    <a:pt x="720" y="473"/>
                  </a:cubicBezTo>
                  <a:cubicBezTo>
                    <a:pt x="713" y="473"/>
                    <a:pt x="707" y="479"/>
                    <a:pt x="707" y="486"/>
                  </a:cubicBezTo>
                  <a:cubicBezTo>
                    <a:pt x="707" y="493"/>
                    <a:pt x="713" y="499"/>
                    <a:pt x="720" y="499"/>
                  </a:cubicBezTo>
                  <a:close/>
                  <a:moveTo>
                    <a:pt x="759" y="499"/>
                  </a:moveTo>
                  <a:cubicBezTo>
                    <a:pt x="766" y="499"/>
                    <a:pt x="772" y="493"/>
                    <a:pt x="772" y="486"/>
                  </a:cubicBezTo>
                  <a:cubicBezTo>
                    <a:pt x="772" y="479"/>
                    <a:pt x="766" y="473"/>
                    <a:pt x="759" y="473"/>
                  </a:cubicBezTo>
                  <a:cubicBezTo>
                    <a:pt x="752" y="473"/>
                    <a:pt x="747" y="479"/>
                    <a:pt x="747" y="486"/>
                  </a:cubicBezTo>
                  <a:cubicBezTo>
                    <a:pt x="747" y="493"/>
                    <a:pt x="752" y="499"/>
                    <a:pt x="759" y="499"/>
                  </a:cubicBezTo>
                  <a:close/>
                  <a:moveTo>
                    <a:pt x="799" y="499"/>
                  </a:moveTo>
                  <a:cubicBezTo>
                    <a:pt x="806" y="499"/>
                    <a:pt x="811" y="493"/>
                    <a:pt x="811" y="486"/>
                  </a:cubicBezTo>
                  <a:cubicBezTo>
                    <a:pt x="811" y="479"/>
                    <a:pt x="806" y="473"/>
                    <a:pt x="799" y="473"/>
                  </a:cubicBezTo>
                  <a:cubicBezTo>
                    <a:pt x="792" y="473"/>
                    <a:pt x="786" y="479"/>
                    <a:pt x="786" y="486"/>
                  </a:cubicBezTo>
                  <a:cubicBezTo>
                    <a:pt x="786" y="493"/>
                    <a:pt x="792" y="499"/>
                    <a:pt x="799" y="499"/>
                  </a:cubicBezTo>
                  <a:close/>
                  <a:moveTo>
                    <a:pt x="956" y="499"/>
                  </a:moveTo>
                  <a:cubicBezTo>
                    <a:pt x="963" y="499"/>
                    <a:pt x="969" y="493"/>
                    <a:pt x="969" y="486"/>
                  </a:cubicBezTo>
                  <a:cubicBezTo>
                    <a:pt x="969" y="479"/>
                    <a:pt x="963" y="473"/>
                    <a:pt x="956" y="473"/>
                  </a:cubicBezTo>
                  <a:cubicBezTo>
                    <a:pt x="949" y="473"/>
                    <a:pt x="944" y="479"/>
                    <a:pt x="944" y="486"/>
                  </a:cubicBezTo>
                  <a:cubicBezTo>
                    <a:pt x="944" y="493"/>
                    <a:pt x="949" y="499"/>
                    <a:pt x="956" y="499"/>
                  </a:cubicBezTo>
                  <a:close/>
                  <a:moveTo>
                    <a:pt x="996" y="499"/>
                  </a:moveTo>
                  <a:cubicBezTo>
                    <a:pt x="1003" y="499"/>
                    <a:pt x="1009" y="493"/>
                    <a:pt x="1009" y="486"/>
                  </a:cubicBezTo>
                  <a:cubicBezTo>
                    <a:pt x="1009" y="479"/>
                    <a:pt x="1003" y="473"/>
                    <a:pt x="996" y="473"/>
                  </a:cubicBezTo>
                  <a:cubicBezTo>
                    <a:pt x="989" y="473"/>
                    <a:pt x="983" y="479"/>
                    <a:pt x="983" y="486"/>
                  </a:cubicBezTo>
                  <a:cubicBezTo>
                    <a:pt x="983" y="493"/>
                    <a:pt x="989" y="499"/>
                    <a:pt x="996" y="499"/>
                  </a:cubicBezTo>
                  <a:close/>
                  <a:moveTo>
                    <a:pt x="1035" y="499"/>
                  </a:moveTo>
                  <a:cubicBezTo>
                    <a:pt x="1042" y="499"/>
                    <a:pt x="1048" y="493"/>
                    <a:pt x="1048" y="486"/>
                  </a:cubicBezTo>
                  <a:cubicBezTo>
                    <a:pt x="1048" y="479"/>
                    <a:pt x="1042" y="473"/>
                    <a:pt x="1035" y="473"/>
                  </a:cubicBezTo>
                  <a:cubicBezTo>
                    <a:pt x="1028" y="473"/>
                    <a:pt x="1022" y="479"/>
                    <a:pt x="1022" y="486"/>
                  </a:cubicBezTo>
                  <a:cubicBezTo>
                    <a:pt x="1022" y="493"/>
                    <a:pt x="1028" y="499"/>
                    <a:pt x="1035" y="499"/>
                  </a:cubicBezTo>
                  <a:close/>
                  <a:moveTo>
                    <a:pt x="1666" y="493"/>
                  </a:moveTo>
                  <a:cubicBezTo>
                    <a:pt x="1670" y="493"/>
                    <a:pt x="1673" y="490"/>
                    <a:pt x="1673" y="486"/>
                  </a:cubicBezTo>
                  <a:cubicBezTo>
                    <a:pt x="1673" y="482"/>
                    <a:pt x="1670" y="478"/>
                    <a:pt x="1666" y="478"/>
                  </a:cubicBezTo>
                  <a:cubicBezTo>
                    <a:pt x="1662" y="478"/>
                    <a:pt x="1659" y="482"/>
                    <a:pt x="1659" y="486"/>
                  </a:cubicBezTo>
                  <a:cubicBezTo>
                    <a:pt x="1659" y="490"/>
                    <a:pt x="1662" y="493"/>
                    <a:pt x="1666" y="493"/>
                  </a:cubicBezTo>
                  <a:close/>
                  <a:moveTo>
                    <a:pt x="1784" y="499"/>
                  </a:moveTo>
                  <a:cubicBezTo>
                    <a:pt x="1791" y="499"/>
                    <a:pt x="1797" y="493"/>
                    <a:pt x="1797" y="486"/>
                  </a:cubicBezTo>
                  <a:cubicBezTo>
                    <a:pt x="1797" y="479"/>
                    <a:pt x="1791" y="473"/>
                    <a:pt x="1784" y="473"/>
                  </a:cubicBezTo>
                  <a:cubicBezTo>
                    <a:pt x="1777" y="473"/>
                    <a:pt x="1772" y="479"/>
                    <a:pt x="1772" y="486"/>
                  </a:cubicBezTo>
                  <a:cubicBezTo>
                    <a:pt x="1772" y="493"/>
                    <a:pt x="1777" y="499"/>
                    <a:pt x="1784" y="499"/>
                  </a:cubicBezTo>
                  <a:close/>
                  <a:moveTo>
                    <a:pt x="1863" y="473"/>
                  </a:moveTo>
                  <a:cubicBezTo>
                    <a:pt x="1856" y="473"/>
                    <a:pt x="1850" y="479"/>
                    <a:pt x="1850" y="486"/>
                  </a:cubicBezTo>
                  <a:cubicBezTo>
                    <a:pt x="1850" y="493"/>
                    <a:pt x="1856" y="498"/>
                    <a:pt x="1863" y="498"/>
                  </a:cubicBezTo>
                  <a:cubicBezTo>
                    <a:pt x="1870" y="498"/>
                    <a:pt x="1876" y="493"/>
                    <a:pt x="1876" y="486"/>
                  </a:cubicBezTo>
                  <a:cubicBezTo>
                    <a:pt x="1876" y="479"/>
                    <a:pt x="1870" y="473"/>
                    <a:pt x="1863" y="473"/>
                  </a:cubicBezTo>
                  <a:close/>
                  <a:moveTo>
                    <a:pt x="1942" y="499"/>
                  </a:moveTo>
                  <a:cubicBezTo>
                    <a:pt x="1949" y="499"/>
                    <a:pt x="1955" y="493"/>
                    <a:pt x="1955" y="486"/>
                  </a:cubicBezTo>
                  <a:cubicBezTo>
                    <a:pt x="1955" y="479"/>
                    <a:pt x="1949" y="473"/>
                    <a:pt x="1942" y="473"/>
                  </a:cubicBezTo>
                  <a:cubicBezTo>
                    <a:pt x="1935" y="473"/>
                    <a:pt x="1929" y="479"/>
                    <a:pt x="1929" y="486"/>
                  </a:cubicBezTo>
                  <a:cubicBezTo>
                    <a:pt x="1929" y="493"/>
                    <a:pt x="1935" y="499"/>
                    <a:pt x="1942" y="499"/>
                  </a:cubicBezTo>
                  <a:close/>
                  <a:moveTo>
                    <a:pt x="1981" y="499"/>
                  </a:moveTo>
                  <a:cubicBezTo>
                    <a:pt x="1988" y="499"/>
                    <a:pt x="1994" y="493"/>
                    <a:pt x="1994" y="486"/>
                  </a:cubicBezTo>
                  <a:cubicBezTo>
                    <a:pt x="1994" y="479"/>
                    <a:pt x="1988" y="473"/>
                    <a:pt x="1981" y="473"/>
                  </a:cubicBezTo>
                  <a:cubicBezTo>
                    <a:pt x="1974" y="473"/>
                    <a:pt x="1969" y="479"/>
                    <a:pt x="1969" y="486"/>
                  </a:cubicBezTo>
                  <a:cubicBezTo>
                    <a:pt x="1969" y="493"/>
                    <a:pt x="1974" y="499"/>
                    <a:pt x="1981" y="499"/>
                  </a:cubicBezTo>
                  <a:close/>
                  <a:moveTo>
                    <a:pt x="2021" y="499"/>
                  </a:moveTo>
                  <a:cubicBezTo>
                    <a:pt x="2028" y="499"/>
                    <a:pt x="2034" y="493"/>
                    <a:pt x="2034" y="486"/>
                  </a:cubicBezTo>
                  <a:cubicBezTo>
                    <a:pt x="2034" y="479"/>
                    <a:pt x="2028" y="473"/>
                    <a:pt x="2021" y="473"/>
                  </a:cubicBezTo>
                  <a:cubicBezTo>
                    <a:pt x="2014" y="473"/>
                    <a:pt x="2008" y="479"/>
                    <a:pt x="2008" y="486"/>
                  </a:cubicBezTo>
                  <a:cubicBezTo>
                    <a:pt x="2008" y="493"/>
                    <a:pt x="2014" y="499"/>
                    <a:pt x="2021" y="499"/>
                  </a:cubicBezTo>
                  <a:close/>
                  <a:moveTo>
                    <a:pt x="2060" y="499"/>
                  </a:moveTo>
                  <a:cubicBezTo>
                    <a:pt x="2067" y="499"/>
                    <a:pt x="2073" y="493"/>
                    <a:pt x="2073" y="486"/>
                  </a:cubicBezTo>
                  <a:cubicBezTo>
                    <a:pt x="2073" y="479"/>
                    <a:pt x="2067" y="473"/>
                    <a:pt x="2060" y="473"/>
                  </a:cubicBezTo>
                  <a:cubicBezTo>
                    <a:pt x="2053" y="473"/>
                    <a:pt x="2048" y="479"/>
                    <a:pt x="2048" y="486"/>
                  </a:cubicBezTo>
                  <a:cubicBezTo>
                    <a:pt x="2048" y="493"/>
                    <a:pt x="2053" y="499"/>
                    <a:pt x="2060" y="499"/>
                  </a:cubicBezTo>
                  <a:close/>
                  <a:moveTo>
                    <a:pt x="2100" y="499"/>
                  </a:moveTo>
                  <a:cubicBezTo>
                    <a:pt x="2107" y="499"/>
                    <a:pt x="2112" y="493"/>
                    <a:pt x="2112" y="486"/>
                  </a:cubicBezTo>
                  <a:cubicBezTo>
                    <a:pt x="2112" y="479"/>
                    <a:pt x="2107" y="473"/>
                    <a:pt x="2100" y="473"/>
                  </a:cubicBezTo>
                  <a:cubicBezTo>
                    <a:pt x="2093" y="473"/>
                    <a:pt x="2087" y="479"/>
                    <a:pt x="2087" y="486"/>
                  </a:cubicBezTo>
                  <a:cubicBezTo>
                    <a:pt x="2087" y="493"/>
                    <a:pt x="2093" y="499"/>
                    <a:pt x="2100" y="499"/>
                  </a:cubicBezTo>
                  <a:close/>
                  <a:moveTo>
                    <a:pt x="2139" y="499"/>
                  </a:moveTo>
                  <a:cubicBezTo>
                    <a:pt x="2146" y="499"/>
                    <a:pt x="2152" y="493"/>
                    <a:pt x="2152" y="486"/>
                  </a:cubicBezTo>
                  <a:cubicBezTo>
                    <a:pt x="2152" y="479"/>
                    <a:pt x="2146" y="473"/>
                    <a:pt x="2139" y="473"/>
                  </a:cubicBezTo>
                  <a:cubicBezTo>
                    <a:pt x="2132" y="473"/>
                    <a:pt x="2126" y="479"/>
                    <a:pt x="2126" y="486"/>
                  </a:cubicBezTo>
                  <a:cubicBezTo>
                    <a:pt x="2126" y="493"/>
                    <a:pt x="2132" y="499"/>
                    <a:pt x="2139" y="499"/>
                  </a:cubicBezTo>
                  <a:close/>
                  <a:moveTo>
                    <a:pt x="2179" y="499"/>
                  </a:moveTo>
                  <a:cubicBezTo>
                    <a:pt x="2186" y="499"/>
                    <a:pt x="2191" y="493"/>
                    <a:pt x="2191" y="486"/>
                  </a:cubicBezTo>
                  <a:cubicBezTo>
                    <a:pt x="2191" y="479"/>
                    <a:pt x="2186" y="473"/>
                    <a:pt x="2179" y="473"/>
                  </a:cubicBezTo>
                  <a:cubicBezTo>
                    <a:pt x="2171" y="473"/>
                    <a:pt x="2166" y="479"/>
                    <a:pt x="2166" y="486"/>
                  </a:cubicBezTo>
                  <a:cubicBezTo>
                    <a:pt x="2166" y="493"/>
                    <a:pt x="2171" y="499"/>
                    <a:pt x="2179" y="499"/>
                  </a:cubicBezTo>
                  <a:close/>
                  <a:moveTo>
                    <a:pt x="2218" y="499"/>
                  </a:moveTo>
                  <a:cubicBezTo>
                    <a:pt x="2225" y="499"/>
                    <a:pt x="2231" y="493"/>
                    <a:pt x="2231" y="486"/>
                  </a:cubicBezTo>
                  <a:cubicBezTo>
                    <a:pt x="2231" y="479"/>
                    <a:pt x="2225" y="473"/>
                    <a:pt x="2218" y="473"/>
                  </a:cubicBezTo>
                  <a:cubicBezTo>
                    <a:pt x="2211" y="473"/>
                    <a:pt x="2205" y="479"/>
                    <a:pt x="2205" y="486"/>
                  </a:cubicBezTo>
                  <a:cubicBezTo>
                    <a:pt x="2205" y="493"/>
                    <a:pt x="2211" y="499"/>
                    <a:pt x="2218" y="499"/>
                  </a:cubicBezTo>
                  <a:close/>
                  <a:moveTo>
                    <a:pt x="2257" y="499"/>
                  </a:moveTo>
                  <a:cubicBezTo>
                    <a:pt x="2264" y="499"/>
                    <a:pt x="2270" y="493"/>
                    <a:pt x="2270" y="486"/>
                  </a:cubicBezTo>
                  <a:cubicBezTo>
                    <a:pt x="2270" y="479"/>
                    <a:pt x="2264" y="473"/>
                    <a:pt x="2257" y="473"/>
                  </a:cubicBezTo>
                  <a:cubicBezTo>
                    <a:pt x="2250" y="473"/>
                    <a:pt x="2245" y="479"/>
                    <a:pt x="2245" y="486"/>
                  </a:cubicBezTo>
                  <a:cubicBezTo>
                    <a:pt x="2245" y="493"/>
                    <a:pt x="2250" y="499"/>
                    <a:pt x="2257" y="499"/>
                  </a:cubicBezTo>
                  <a:close/>
                  <a:moveTo>
                    <a:pt x="2297" y="499"/>
                  </a:moveTo>
                  <a:cubicBezTo>
                    <a:pt x="2304" y="499"/>
                    <a:pt x="2310" y="493"/>
                    <a:pt x="2310" y="486"/>
                  </a:cubicBezTo>
                  <a:cubicBezTo>
                    <a:pt x="2310" y="479"/>
                    <a:pt x="2304" y="473"/>
                    <a:pt x="2297" y="473"/>
                  </a:cubicBezTo>
                  <a:cubicBezTo>
                    <a:pt x="2290" y="473"/>
                    <a:pt x="2284" y="479"/>
                    <a:pt x="2284" y="486"/>
                  </a:cubicBezTo>
                  <a:cubicBezTo>
                    <a:pt x="2284" y="493"/>
                    <a:pt x="2290" y="499"/>
                    <a:pt x="2297" y="499"/>
                  </a:cubicBezTo>
                  <a:close/>
                  <a:moveTo>
                    <a:pt x="2336" y="499"/>
                  </a:moveTo>
                  <a:cubicBezTo>
                    <a:pt x="2343" y="499"/>
                    <a:pt x="2349" y="493"/>
                    <a:pt x="2349" y="486"/>
                  </a:cubicBezTo>
                  <a:cubicBezTo>
                    <a:pt x="2349" y="479"/>
                    <a:pt x="2343" y="473"/>
                    <a:pt x="2336" y="473"/>
                  </a:cubicBezTo>
                  <a:cubicBezTo>
                    <a:pt x="2329" y="473"/>
                    <a:pt x="2323" y="479"/>
                    <a:pt x="2323" y="486"/>
                  </a:cubicBezTo>
                  <a:cubicBezTo>
                    <a:pt x="2323" y="493"/>
                    <a:pt x="2329" y="499"/>
                    <a:pt x="2336" y="499"/>
                  </a:cubicBezTo>
                  <a:close/>
                  <a:moveTo>
                    <a:pt x="2376" y="499"/>
                  </a:moveTo>
                  <a:cubicBezTo>
                    <a:pt x="2383" y="499"/>
                    <a:pt x="2388" y="493"/>
                    <a:pt x="2388" y="486"/>
                  </a:cubicBezTo>
                  <a:cubicBezTo>
                    <a:pt x="2388" y="479"/>
                    <a:pt x="2383" y="473"/>
                    <a:pt x="2376" y="473"/>
                  </a:cubicBezTo>
                  <a:cubicBezTo>
                    <a:pt x="2369" y="473"/>
                    <a:pt x="2363" y="479"/>
                    <a:pt x="2363" y="486"/>
                  </a:cubicBezTo>
                  <a:cubicBezTo>
                    <a:pt x="2363" y="493"/>
                    <a:pt x="2369" y="499"/>
                    <a:pt x="2376" y="499"/>
                  </a:cubicBezTo>
                  <a:close/>
                  <a:moveTo>
                    <a:pt x="2415" y="499"/>
                  </a:moveTo>
                  <a:cubicBezTo>
                    <a:pt x="2422" y="499"/>
                    <a:pt x="2428" y="493"/>
                    <a:pt x="2428" y="486"/>
                  </a:cubicBezTo>
                  <a:cubicBezTo>
                    <a:pt x="2428" y="479"/>
                    <a:pt x="2422" y="473"/>
                    <a:pt x="2415" y="473"/>
                  </a:cubicBezTo>
                  <a:cubicBezTo>
                    <a:pt x="2408" y="473"/>
                    <a:pt x="2402" y="479"/>
                    <a:pt x="2402" y="486"/>
                  </a:cubicBezTo>
                  <a:cubicBezTo>
                    <a:pt x="2402" y="493"/>
                    <a:pt x="2408" y="499"/>
                    <a:pt x="2415" y="499"/>
                  </a:cubicBezTo>
                  <a:close/>
                  <a:moveTo>
                    <a:pt x="2454" y="499"/>
                  </a:moveTo>
                  <a:cubicBezTo>
                    <a:pt x="2462" y="499"/>
                    <a:pt x="2467" y="493"/>
                    <a:pt x="2467" y="486"/>
                  </a:cubicBezTo>
                  <a:cubicBezTo>
                    <a:pt x="2467" y="479"/>
                    <a:pt x="2462" y="473"/>
                    <a:pt x="2454" y="473"/>
                  </a:cubicBezTo>
                  <a:cubicBezTo>
                    <a:pt x="2447" y="473"/>
                    <a:pt x="2442" y="479"/>
                    <a:pt x="2442" y="486"/>
                  </a:cubicBezTo>
                  <a:cubicBezTo>
                    <a:pt x="2442" y="493"/>
                    <a:pt x="2447" y="499"/>
                    <a:pt x="2454" y="499"/>
                  </a:cubicBezTo>
                  <a:close/>
                  <a:moveTo>
                    <a:pt x="2494" y="499"/>
                  </a:moveTo>
                  <a:cubicBezTo>
                    <a:pt x="2501" y="499"/>
                    <a:pt x="2507" y="493"/>
                    <a:pt x="2507" y="486"/>
                  </a:cubicBezTo>
                  <a:cubicBezTo>
                    <a:pt x="2507" y="479"/>
                    <a:pt x="2501" y="473"/>
                    <a:pt x="2494" y="473"/>
                  </a:cubicBezTo>
                  <a:cubicBezTo>
                    <a:pt x="2487" y="473"/>
                    <a:pt x="2481" y="479"/>
                    <a:pt x="2481" y="486"/>
                  </a:cubicBezTo>
                  <a:cubicBezTo>
                    <a:pt x="2481" y="493"/>
                    <a:pt x="2487" y="499"/>
                    <a:pt x="2494" y="499"/>
                  </a:cubicBezTo>
                  <a:close/>
                  <a:moveTo>
                    <a:pt x="2533" y="499"/>
                  </a:moveTo>
                  <a:cubicBezTo>
                    <a:pt x="2540" y="499"/>
                    <a:pt x="2546" y="493"/>
                    <a:pt x="2546" y="486"/>
                  </a:cubicBezTo>
                  <a:cubicBezTo>
                    <a:pt x="2546" y="479"/>
                    <a:pt x="2540" y="473"/>
                    <a:pt x="2533" y="473"/>
                  </a:cubicBezTo>
                  <a:cubicBezTo>
                    <a:pt x="2526" y="473"/>
                    <a:pt x="2521" y="479"/>
                    <a:pt x="2521" y="486"/>
                  </a:cubicBezTo>
                  <a:cubicBezTo>
                    <a:pt x="2521" y="493"/>
                    <a:pt x="2526" y="499"/>
                    <a:pt x="2533" y="499"/>
                  </a:cubicBezTo>
                  <a:close/>
                  <a:moveTo>
                    <a:pt x="2573" y="499"/>
                  </a:moveTo>
                  <a:cubicBezTo>
                    <a:pt x="2580" y="499"/>
                    <a:pt x="2586" y="493"/>
                    <a:pt x="2586" y="486"/>
                  </a:cubicBezTo>
                  <a:cubicBezTo>
                    <a:pt x="2586" y="479"/>
                    <a:pt x="2580" y="473"/>
                    <a:pt x="2573" y="473"/>
                  </a:cubicBezTo>
                  <a:cubicBezTo>
                    <a:pt x="2566" y="473"/>
                    <a:pt x="2560" y="479"/>
                    <a:pt x="2560" y="486"/>
                  </a:cubicBezTo>
                  <a:cubicBezTo>
                    <a:pt x="2560" y="493"/>
                    <a:pt x="2566" y="499"/>
                    <a:pt x="2573" y="499"/>
                  </a:cubicBezTo>
                  <a:close/>
                  <a:moveTo>
                    <a:pt x="2612" y="499"/>
                  </a:moveTo>
                  <a:cubicBezTo>
                    <a:pt x="2619" y="499"/>
                    <a:pt x="2625" y="493"/>
                    <a:pt x="2625" y="486"/>
                  </a:cubicBezTo>
                  <a:cubicBezTo>
                    <a:pt x="2625" y="479"/>
                    <a:pt x="2619" y="473"/>
                    <a:pt x="2612" y="473"/>
                  </a:cubicBezTo>
                  <a:cubicBezTo>
                    <a:pt x="2605" y="473"/>
                    <a:pt x="2599" y="479"/>
                    <a:pt x="2599" y="486"/>
                  </a:cubicBezTo>
                  <a:cubicBezTo>
                    <a:pt x="2599" y="493"/>
                    <a:pt x="2605" y="499"/>
                    <a:pt x="2612" y="499"/>
                  </a:cubicBezTo>
                  <a:close/>
                  <a:moveTo>
                    <a:pt x="2652" y="499"/>
                  </a:moveTo>
                  <a:cubicBezTo>
                    <a:pt x="2659" y="499"/>
                    <a:pt x="2664" y="493"/>
                    <a:pt x="2664" y="486"/>
                  </a:cubicBezTo>
                  <a:cubicBezTo>
                    <a:pt x="2664" y="479"/>
                    <a:pt x="2659" y="473"/>
                    <a:pt x="2652" y="473"/>
                  </a:cubicBezTo>
                  <a:cubicBezTo>
                    <a:pt x="2645" y="473"/>
                    <a:pt x="2639" y="479"/>
                    <a:pt x="2639" y="486"/>
                  </a:cubicBezTo>
                  <a:cubicBezTo>
                    <a:pt x="2639" y="493"/>
                    <a:pt x="2645" y="499"/>
                    <a:pt x="2652" y="499"/>
                  </a:cubicBezTo>
                  <a:close/>
                  <a:moveTo>
                    <a:pt x="2691" y="499"/>
                  </a:moveTo>
                  <a:cubicBezTo>
                    <a:pt x="2698" y="499"/>
                    <a:pt x="2704" y="493"/>
                    <a:pt x="2704" y="486"/>
                  </a:cubicBezTo>
                  <a:cubicBezTo>
                    <a:pt x="2704" y="479"/>
                    <a:pt x="2698" y="473"/>
                    <a:pt x="2691" y="473"/>
                  </a:cubicBezTo>
                  <a:cubicBezTo>
                    <a:pt x="2684" y="473"/>
                    <a:pt x="2678" y="479"/>
                    <a:pt x="2678" y="486"/>
                  </a:cubicBezTo>
                  <a:cubicBezTo>
                    <a:pt x="2678" y="493"/>
                    <a:pt x="2684" y="499"/>
                    <a:pt x="2691" y="499"/>
                  </a:cubicBezTo>
                  <a:close/>
                  <a:moveTo>
                    <a:pt x="2730" y="499"/>
                  </a:moveTo>
                  <a:cubicBezTo>
                    <a:pt x="2738" y="499"/>
                    <a:pt x="2743" y="493"/>
                    <a:pt x="2743" y="486"/>
                  </a:cubicBezTo>
                  <a:cubicBezTo>
                    <a:pt x="2743" y="479"/>
                    <a:pt x="2738" y="473"/>
                    <a:pt x="2730" y="473"/>
                  </a:cubicBezTo>
                  <a:cubicBezTo>
                    <a:pt x="2723" y="473"/>
                    <a:pt x="2718" y="479"/>
                    <a:pt x="2718" y="486"/>
                  </a:cubicBezTo>
                  <a:cubicBezTo>
                    <a:pt x="2718" y="493"/>
                    <a:pt x="2723" y="499"/>
                    <a:pt x="2730" y="499"/>
                  </a:cubicBezTo>
                  <a:close/>
                  <a:moveTo>
                    <a:pt x="2770" y="499"/>
                  </a:moveTo>
                  <a:cubicBezTo>
                    <a:pt x="2777" y="499"/>
                    <a:pt x="2783" y="493"/>
                    <a:pt x="2783" y="486"/>
                  </a:cubicBezTo>
                  <a:cubicBezTo>
                    <a:pt x="2783" y="479"/>
                    <a:pt x="2777" y="473"/>
                    <a:pt x="2770" y="473"/>
                  </a:cubicBezTo>
                  <a:cubicBezTo>
                    <a:pt x="2763" y="473"/>
                    <a:pt x="2757" y="479"/>
                    <a:pt x="2757" y="486"/>
                  </a:cubicBezTo>
                  <a:cubicBezTo>
                    <a:pt x="2757" y="493"/>
                    <a:pt x="2763" y="499"/>
                    <a:pt x="2770" y="499"/>
                  </a:cubicBezTo>
                  <a:close/>
                  <a:moveTo>
                    <a:pt x="2809" y="499"/>
                  </a:moveTo>
                  <a:cubicBezTo>
                    <a:pt x="2816" y="499"/>
                    <a:pt x="2822" y="493"/>
                    <a:pt x="2822" y="486"/>
                  </a:cubicBezTo>
                  <a:cubicBezTo>
                    <a:pt x="2822" y="479"/>
                    <a:pt x="2816" y="473"/>
                    <a:pt x="2809" y="473"/>
                  </a:cubicBezTo>
                  <a:cubicBezTo>
                    <a:pt x="2802" y="473"/>
                    <a:pt x="2797" y="479"/>
                    <a:pt x="2797" y="486"/>
                  </a:cubicBezTo>
                  <a:cubicBezTo>
                    <a:pt x="2797" y="493"/>
                    <a:pt x="2802" y="499"/>
                    <a:pt x="2809" y="499"/>
                  </a:cubicBezTo>
                  <a:close/>
                  <a:moveTo>
                    <a:pt x="2849" y="499"/>
                  </a:moveTo>
                  <a:cubicBezTo>
                    <a:pt x="2856" y="499"/>
                    <a:pt x="2861" y="493"/>
                    <a:pt x="2861" y="486"/>
                  </a:cubicBezTo>
                  <a:cubicBezTo>
                    <a:pt x="2861" y="479"/>
                    <a:pt x="2856" y="473"/>
                    <a:pt x="2849" y="473"/>
                  </a:cubicBezTo>
                  <a:cubicBezTo>
                    <a:pt x="2842" y="473"/>
                    <a:pt x="2836" y="479"/>
                    <a:pt x="2836" y="486"/>
                  </a:cubicBezTo>
                  <a:cubicBezTo>
                    <a:pt x="2836" y="493"/>
                    <a:pt x="2842" y="499"/>
                    <a:pt x="2849" y="499"/>
                  </a:cubicBezTo>
                  <a:close/>
                  <a:moveTo>
                    <a:pt x="2888" y="499"/>
                  </a:moveTo>
                  <a:cubicBezTo>
                    <a:pt x="2895" y="499"/>
                    <a:pt x="2901" y="493"/>
                    <a:pt x="2901" y="486"/>
                  </a:cubicBezTo>
                  <a:cubicBezTo>
                    <a:pt x="2901" y="479"/>
                    <a:pt x="2895" y="473"/>
                    <a:pt x="2888" y="473"/>
                  </a:cubicBezTo>
                  <a:cubicBezTo>
                    <a:pt x="2881" y="473"/>
                    <a:pt x="2875" y="479"/>
                    <a:pt x="2875" y="486"/>
                  </a:cubicBezTo>
                  <a:cubicBezTo>
                    <a:pt x="2875" y="493"/>
                    <a:pt x="2881" y="499"/>
                    <a:pt x="2888" y="499"/>
                  </a:cubicBezTo>
                  <a:close/>
                  <a:moveTo>
                    <a:pt x="2928" y="499"/>
                  </a:moveTo>
                  <a:cubicBezTo>
                    <a:pt x="2935" y="499"/>
                    <a:pt x="2940" y="493"/>
                    <a:pt x="2940" y="486"/>
                  </a:cubicBezTo>
                  <a:cubicBezTo>
                    <a:pt x="2940" y="479"/>
                    <a:pt x="2935" y="473"/>
                    <a:pt x="2928" y="473"/>
                  </a:cubicBezTo>
                  <a:cubicBezTo>
                    <a:pt x="2921" y="473"/>
                    <a:pt x="2915" y="479"/>
                    <a:pt x="2915" y="486"/>
                  </a:cubicBezTo>
                  <a:cubicBezTo>
                    <a:pt x="2915" y="493"/>
                    <a:pt x="2921" y="499"/>
                    <a:pt x="2928" y="499"/>
                  </a:cubicBezTo>
                  <a:close/>
                  <a:moveTo>
                    <a:pt x="2967" y="499"/>
                  </a:moveTo>
                  <a:cubicBezTo>
                    <a:pt x="2974" y="499"/>
                    <a:pt x="2980" y="493"/>
                    <a:pt x="2980" y="486"/>
                  </a:cubicBezTo>
                  <a:cubicBezTo>
                    <a:pt x="2980" y="479"/>
                    <a:pt x="2974" y="473"/>
                    <a:pt x="2967" y="473"/>
                  </a:cubicBezTo>
                  <a:cubicBezTo>
                    <a:pt x="2960" y="473"/>
                    <a:pt x="2954" y="479"/>
                    <a:pt x="2954" y="486"/>
                  </a:cubicBezTo>
                  <a:cubicBezTo>
                    <a:pt x="2954" y="493"/>
                    <a:pt x="2960" y="499"/>
                    <a:pt x="2967" y="499"/>
                  </a:cubicBezTo>
                  <a:close/>
                  <a:moveTo>
                    <a:pt x="3006" y="499"/>
                  </a:moveTo>
                  <a:cubicBezTo>
                    <a:pt x="3013" y="499"/>
                    <a:pt x="3019" y="493"/>
                    <a:pt x="3019" y="486"/>
                  </a:cubicBezTo>
                  <a:cubicBezTo>
                    <a:pt x="3019" y="479"/>
                    <a:pt x="3013" y="473"/>
                    <a:pt x="3006" y="473"/>
                  </a:cubicBezTo>
                  <a:cubicBezTo>
                    <a:pt x="2999" y="473"/>
                    <a:pt x="2994" y="479"/>
                    <a:pt x="2994" y="486"/>
                  </a:cubicBezTo>
                  <a:cubicBezTo>
                    <a:pt x="2994" y="493"/>
                    <a:pt x="2999" y="499"/>
                    <a:pt x="3006" y="499"/>
                  </a:cubicBezTo>
                  <a:close/>
                  <a:moveTo>
                    <a:pt x="3046" y="499"/>
                  </a:moveTo>
                  <a:cubicBezTo>
                    <a:pt x="3053" y="499"/>
                    <a:pt x="3059" y="493"/>
                    <a:pt x="3059" y="486"/>
                  </a:cubicBezTo>
                  <a:cubicBezTo>
                    <a:pt x="3059" y="479"/>
                    <a:pt x="3053" y="473"/>
                    <a:pt x="3046" y="473"/>
                  </a:cubicBezTo>
                  <a:cubicBezTo>
                    <a:pt x="3039" y="473"/>
                    <a:pt x="3033" y="479"/>
                    <a:pt x="3033" y="486"/>
                  </a:cubicBezTo>
                  <a:cubicBezTo>
                    <a:pt x="3033" y="493"/>
                    <a:pt x="3039" y="499"/>
                    <a:pt x="3046" y="499"/>
                  </a:cubicBezTo>
                  <a:close/>
                  <a:moveTo>
                    <a:pt x="3085" y="499"/>
                  </a:moveTo>
                  <a:cubicBezTo>
                    <a:pt x="3092" y="499"/>
                    <a:pt x="3098" y="493"/>
                    <a:pt x="3098" y="486"/>
                  </a:cubicBezTo>
                  <a:cubicBezTo>
                    <a:pt x="3098" y="479"/>
                    <a:pt x="3092" y="473"/>
                    <a:pt x="3085" y="473"/>
                  </a:cubicBezTo>
                  <a:cubicBezTo>
                    <a:pt x="3078" y="473"/>
                    <a:pt x="3073" y="479"/>
                    <a:pt x="3073" y="486"/>
                  </a:cubicBezTo>
                  <a:cubicBezTo>
                    <a:pt x="3073" y="493"/>
                    <a:pt x="3078" y="499"/>
                    <a:pt x="3085" y="499"/>
                  </a:cubicBezTo>
                  <a:close/>
                  <a:moveTo>
                    <a:pt x="3282" y="499"/>
                  </a:moveTo>
                  <a:cubicBezTo>
                    <a:pt x="3289" y="499"/>
                    <a:pt x="3295" y="493"/>
                    <a:pt x="3295" y="486"/>
                  </a:cubicBezTo>
                  <a:cubicBezTo>
                    <a:pt x="3295" y="479"/>
                    <a:pt x="3289" y="473"/>
                    <a:pt x="3282" y="473"/>
                  </a:cubicBezTo>
                  <a:cubicBezTo>
                    <a:pt x="3275" y="473"/>
                    <a:pt x="3270" y="479"/>
                    <a:pt x="3270" y="486"/>
                  </a:cubicBezTo>
                  <a:cubicBezTo>
                    <a:pt x="3270" y="493"/>
                    <a:pt x="3275" y="499"/>
                    <a:pt x="3282" y="499"/>
                  </a:cubicBezTo>
                  <a:close/>
                  <a:moveTo>
                    <a:pt x="3322" y="473"/>
                  </a:moveTo>
                  <a:cubicBezTo>
                    <a:pt x="3315" y="473"/>
                    <a:pt x="3309" y="479"/>
                    <a:pt x="3309" y="486"/>
                  </a:cubicBezTo>
                  <a:cubicBezTo>
                    <a:pt x="3309" y="493"/>
                    <a:pt x="3315" y="499"/>
                    <a:pt x="3322" y="499"/>
                  </a:cubicBezTo>
                  <a:cubicBezTo>
                    <a:pt x="3329" y="499"/>
                    <a:pt x="3335" y="493"/>
                    <a:pt x="3335" y="486"/>
                  </a:cubicBezTo>
                  <a:cubicBezTo>
                    <a:pt x="3335" y="479"/>
                    <a:pt x="3329" y="473"/>
                    <a:pt x="3322" y="473"/>
                  </a:cubicBezTo>
                  <a:close/>
                  <a:moveTo>
                    <a:pt x="404" y="512"/>
                  </a:moveTo>
                  <a:cubicBezTo>
                    <a:pt x="397" y="512"/>
                    <a:pt x="392" y="518"/>
                    <a:pt x="392" y="525"/>
                  </a:cubicBezTo>
                  <a:cubicBezTo>
                    <a:pt x="392" y="532"/>
                    <a:pt x="397" y="538"/>
                    <a:pt x="404" y="538"/>
                  </a:cubicBezTo>
                  <a:cubicBezTo>
                    <a:pt x="411" y="538"/>
                    <a:pt x="417" y="532"/>
                    <a:pt x="417" y="525"/>
                  </a:cubicBezTo>
                  <a:cubicBezTo>
                    <a:pt x="417" y="518"/>
                    <a:pt x="411" y="512"/>
                    <a:pt x="404" y="512"/>
                  </a:cubicBezTo>
                  <a:close/>
                  <a:moveTo>
                    <a:pt x="444" y="538"/>
                  </a:moveTo>
                  <a:cubicBezTo>
                    <a:pt x="451" y="538"/>
                    <a:pt x="457" y="532"/>
                    <a:pt x="457" y="525"/>
                  </a:cubicBezTo>
                  <a:cubicBezTo>
                    <a:pt x="457" y="518"/>
                    <a:pt x="451" y="512"/>
                    <a:pt x="444" y="512"/>
                  </a:cubicBezTo>
                  <a:cubicBezTo>
                    <a:pt x="437" y="512"/>
                    <a:pt x="431" y="518"/>
                    <a:pt x="431" y="525"/>
                  </a:cubicBezTo>
                  <a:cubicBezTo>
                    <a:pt x="431" y="532"/>
                    <a:pt x="437" y="538"/>
                    <a:pt x="444" y="538"/>
                  </a:cubicBezTo>
                  <a:close/>
                  <a:moveTo>
                    <a:pt x="483" y="538"/>
                  </a:moveTo>
                  <a:cubicBezTo>
                    <a:pt x="490" y="538"/>
                    <a:pt x="496" y="532"/>
                    <a:pt x="496" y="525"/>
                  </a:cubicBezTo>
                  <a:cubicBezTo>
                    <a:pt x="496" y="518"/>
                    <a:pt x="490" y="512"/>
                    <a:pt x="483" y="512"/>
                  </a:cubicBezTo>
                  <a:cubicBezTo>
                    <a:pt x="476" y="512"/>
                    <a:pt x="471" y="518"/>
                    <a:pt x="471" y="525"/>
                  </a:cubicBezTo>
                  <a:cubicBezTo>
                    <a:pt x="471" y="532"/>
                    <a:pt x="476" y="538"/>
                    <a:pt x="483" y="538"/>
                  </a:cubicBezTo>
                  <a:close/>
                  <a:moveTo>
                    <a:pt x="523" y="538"/>
                  </a:moveTo>
                  <a:cubicBezTo>
                    <a:pt x="530" y="538"/>
                    <a:pt x="535" y="532"/>
                    <a:pt x="535" y="525"/>
                  </a:cubicBezTo>
                  <a:cubicBezTo>
                    <a:pt x="535" y="518"/>
                    <a:pt x="530" y="512"/>
                    <a:pt x="523" y="512"/>
                  </a:cubicBezTo>
                  <a:cubicBezTo>
                    <a:pt x="516" y="512"/>
                    <a:pt x="510" y="518"/>
                    <a:pt x="510" y="525"/>
                  </a:cubicBezTo>
                  <a:cubicBezTo>
                    <a:pt x="510" y="532"/>
                    <a:pt x="516" y="538"/>
                    <a:pt x="523" y="538"/>
                  </a:cubicBezTo>
                  <a:close/>
                  <a:moveTo>
                    <a:pt x="562" y="538"/>
                  </a:moveTo>
                  <a:cubicBezTo>
                    <a:pt x="569" y="538"/>
                    <a:pt x="575" y="532"/>
                    <a:pt x="575" y="525"/>
                  </a:cubicBezTo>
                  <a:cubicBezTo>
                    <a:pt x="575" y="518"/>
                    <a:pt x="569" y="512"/>
                    <a:pt x="562" y="512"/>
                  </a:cubicBezTo>
                  <a:cubicBezTo>
                    <a:pt x="555" y="512"/>
                    <a:pt x="549" y="518"/>
                    <a:pt x="549" y="525"/>
                  </a:cubicBezTo>
                  <a:cubicBezTo>
                    <a:pt x="549" y="532"/>
                    <a:pt x="555" y="538"/>
                    <a:pt x="562" y="538"/>
                  </a:cubicBezTo>
                  <a:close/>
                  <a:moveTo>
                    <a:pt x="602" y="538"/>
                  </a:moveTo>
                  <a:cubicBezTo>
                    <a:pt x="609" y="538"/>
                    <a:pt x="614" y="532"/>
                    <a:pt x="614" y="525"/>
                  </a:cubicBezTo>
                  <a:cubicBezTo>
                    <a:pt x="614" y="518"/>
                    <a:pt x="609" y="512"/>
                    <a:pt x="602" y="512"/>
                  </a:cubicBezTo>
                  <a:cubicBezTo>
                    <a:pt x="595" y="512"/>
                    <a:pt x="589" y="518"/>
                    <a:pt x="589" y="525"/>
                  </a:cubicBezTo>
                  <a:cubicBezTo>
                    <a:pt x="589" y="532"/>
                    <a:pt x="595" y="538"/>
                    <a:pt x="602" y="538"/>
                  </a:cubicBezTo>
                  <a:close/>
                  <a:moveTo>
                    <a:pt x="641" y="538"/>
                  </a:moveTo>
                  <a:cubicBezTo>
                    <a:pt x="648" y="538"/>
                    <a:pt x="654" y="532"/>
                    <a:pt x="654" y="525"/>
                  </a:cubicBezTo>
                  <a:cubicBezTo>
                    <a:pt x="654" y="518"/>
                    <a:pt x="648" y="512"/>
                    <a:pt x="641" y="512"/>
                  </a:cubicBezTo>
                  <a:cubicBezTo>
                    <a:pt x="634" y="512"/>
                    <a:pt x="628" y="518"/>
                    <a:pt x="628" y="525"/>
                  </a:cubicBezTo>
                  <a:cubicBezTo>
                    <a:pt x="628" y="532"/>
                    <a:pt x="634" y="538"/>
                    <a:pt x="641" y="538"/>
                  </a:cubicBezTo>
                  <a:close/>
                  <a:moveTo>
                    <a:pt x="680" y="538"/>
                  </a:moveTo>
                  <a:cubicBezTo>
                    <a:pt x="687" y="538"/>
                    <a:pt x="693" y="532"/>
                    <a:pt x="693" y="525"/>
                  </a:cubicBezTo>
                  <a:cubicBezTo>
                    <a:pt x="693" y="518"/>
                    <a:pt x="687" y="512"/>
                    <a:pt x="680" y="512"/>
                  </a:cubicBezTo>
                  <a:cubicBezTo>
                    <a:pt x="673" y="512"/>
                    <a:pt x="668" y="518"/>
                    <a:pt x="668" y="525"/>
                  </a:cubicBezTo>
                  <a:cubicBezTo>
                    <a:pt x="668" y="532"/>
                    <a:pt x="673" y="538"/>
                    <a:pt x="680" y="538"/>
                  </a:cubicBezTo>
                  <a:close/>
                  <a:moveTo>
                    <a:pt x="720" y="538"/>
                  </a:moveTo>
                  <a:cubicBezTo>
                    <a:pt x="727" y="538"/>
                    <a:pt x="733" y="532"/>
                    <a:pt x="733" y="525"/>
                  </a:cubicBezTo>
                  <a:cubicBezTo>
                    <a:pt x="733" y="518"/>
                    <a:pt x="727" y="512"/>
                    <a:pt x="720" y="512"/>
                  </a:cubicBezTo>
                  <a:cubicBezTo>
                    <a:pt x="713" y="512"/>
                    <a:pt x="707" y="518"/>
                    <a:pt x="707" y="525"/>
                  </a:cubicBezTo>
                  <a:cubicBezTo>
                    <a:pt x="707" y="532"/>
                    <a:pt x="713" y="538"/>
                    <a:pt x="720" y="538"/>
                  </a:cubicBezTo>
                  <a:close/>
                  <a:moveTo>
                    <a:pt x="759" y="538"/>
                  </a:moveTo>
                  <a:cubicBezTo>
                    <a:pt x="766" y="538"/>
                    <a:pt x="772" y="532"/>
                    <a:pt x="772" y="525"/>
                  </a:cubicBezTo>
                  <a:cubicBezTo>
                    <a:pt x="772" y="518"/>
                    <a:pt x="766" y="512"/>
                    <a:pt x="759" y="512"/>
                  </a:cubicBezTo>
                  <a:cubicBezTo>
                    <a:pt x="752" y="512"/>
                    <a:pt x="747" y="518"/>
                    <a:pt x="747" y="525"/>
                  </a:cubicBezTo>
                  <a:cubicBezTo>
                    <a:pt x="747" y="532"/>
                    <a:pt x="752" y="538"/>
                    <a:pt x="759" y="538"/>
                  </a:cubicBezTo>
                  <a:close/>
                  <a:moveTo>
                    <a:pt x="799" y="538"/>
                  </a:moveTo>
                  <a:cubicBezTo>
                    <a:pt x="806" y="538"/>
                    <a:pt x="811" y="532"/>
                    <a:pt x="811" y="525"/>
                  </a:cubicBezTo>
                  <a:cubicBezTo>
                    <a:pt x="811" y="518"/>
                    <a:pt x="806" y="512"/>
                    <a:pt x="799" y="512"/>
                  </a:cubicBezTo>
                  <a:cubicBezTo>
                    <a:pt x="792" y="512"/>
                    <a:pt x="786" y="518"/>
                    <a:pt x="786" y="525"/>
                  </a:cubicBezTo>
                  <a:cubicBezTo>
                    <a:pt x="786" y="532"/>
                    <a:pt x="792" y="538"/>
                    <a:pt x="799" y="538"/>
                  </a:cubicBezTo>
                  <a:close/>
                  <a:moveTo>
                    <a:pt x="838" y="538"/>
                  </a:moveTo>
                  <a:cubicBezTo>
                    <a:pt x="845" y="538"/>
                    <a:pt x="851" y="532"/>
                    <a:pt x="851" y="525"/>
                  </a:cubicBezTo>
                  <a:cubicBezTo>
                    <a:pt x="851" y="518"/>
                    <a:pt x="845" y="512"/>
                    <a:pt x="838" y="512"/>
                  </a:cubicBezTo>
                  <a:cubicBezTo>
                    <a:pt x="831" y="512"/>
                    <a:pt x="825" y="518"/>
                    <a:pt x="825" y="525"/>
                  </a:cubicBezTo>
                  <a:cubicBezTo>
                    <a:pt x="825" y="532"/>
                    <a:pt x="831" y="538"/>
                    <a:pt x="838" y="538"/>
                  </a:cubicBezTo>
                  <a:close/>
                  <a:moveTo>
                    <a:pt x="917" y="538"/>
                  </a:moveTo>
                  <a:cubicBezTo>
                    <a:pt x="924" y="538"/>
                    <a:pt x="930" y="532"/>
                    <a:pt x="930" y="525"/>
                  </a:cubicBezTo>
                  <a:cubicBezTo>
                    <a:pt x="930" y="518"/>
                    <a:pt x="924" y="512"/>
                    <a:pt x="917" y="512"/>
                  </a:cubicBezTo>
                  <a:cubicBezTo>
                    <a:pt x="910" y="512"/>
                    <a:pt x="904" y="518"/>
                    <a:pt x="904" y="525"/>
                  </a:cubicBezTo>
                  <a:cubicBezTo>
                    <a:pt x="904" y="532"/>
                    <a:pt x="910" y="538"/>
                    <a:pt x="917" y="538"/>
                  </a:cubicBezTo>
                  <a:close/>
                  <a:moveTo>
                    <a:pt x="956" y="538"/>
                  </a:moveTo>
                  <a:cubicBezTo>
                    <a:pt x="963" y="538"/>
                    <a:pt x="969" y="532"/>
                    <a:pt x="969" y="525"/>
                  </a:cubicBezTo>
                  <a:cubicBezTo>
                    <a:pt x="969" y="518"/>
                    <a:pt x="963" y="512"/>
                    <a:pt x="956" y="512"/>
                  </a:cubicBezTo>
                  <a:cubicBezTo>
                    <a:pt x="949" y="512"/>
                    <a:pt x="944" y="518"/>
                    <a:pt x="944" y="525"/>
                  </a:cubicBezTo>
                  <a:cubicBezTo>
                    <a:pt x="944" y="532"/>
                    <a:pt x="949" y="538"/>
                    <a:pt x="956" y="538"/>
                  </a:cubicBezTo>
                  <a:close/>
                  <a:moveTo>
                    <a:pt x="996" y="538"/>
                  </a:moveTo>
                  <a:cubicBezTo>
                    <a:pt x="1003" y="538"/>
                    <a:pt x="1009" y="532"/>
                    <a:pt x="1009" y="525"/>
                  </a:cubicBezTo>
                  <a:cubicBezTo>
                    <a:pt x="1009" y="518"/>
                    <a:pt x="1003" y="512"/>
                    <a:pt x="996" y="512"/>
                  </a:cubicBezTo>
                  <a:cubicBezTo>
                    <a:pt x="989" y="512"/>
                    <a:pt x="983" y="518"/>
                    <a:pt x="983" y="525"/>
                  </a:cubicBezTo>
                  <a:cubicBezTo>
                    <a:pt x="983" y="532"/>
                    <a:pt x="989" y="538"/>
                    <a:pt x="996" y="538"/>
                  </a:cubicBezTo>
                  <a:close/>
                  <a:moveTo>
                    <a:pt x="1035" y="538"/>
                  </a:moveTo>
                  <a:cubicBezTo>
                    <a:pt x="1042" y="538"/>
                    <a:pt x="1048" y="532"/>
                    <a:pt x="1048" y="525"/>
                  </a:cubicBezTo>
                  <a:cubicBezTo>
                    <a:pt x="1048" y="518"/>
                    <a:pt x="1042" y="512"/>
                    <a:pt x="1035" y="512"/>
                  </a:cubicBezTo>
                  <a:cubicBezTo>
                    <a:pt x="1028" y="512"/>
                    <a:pt x="1022" y="518"/>
                    <a:pt x="1022" y="525"/>
                  </a:cubicBezTo>
                  <a:cubicBezTo>
                    <a:pt x="1022" y="532"/>
                    <a:pt x="1028" y="538"/>
                    <a:pt x="1035" y="538"/>
                  </a:cubicBezTo>
                  <a:close/>
                  <a:moveTo>
                    <a:pt x="1062" y="525"/>
                  </a:moveTo>
                  <a:cubicBezTo>
                    <a:pt x="1062" y="532"/>
                    <a:pt x="1068" y="538"/>
                    <a:pt x="1075" y="538"/>
                  </a:cubicBezTo>
                  <a:cubicBezTo>
                    <a:pt x="1082" y="538"/>
                    <a:pt x="1087" y="532"/>
                    <a:pt x="1087" y="525"/>
                  </a:cubicBezTo>
                  <a:cubicBezTo>
                    <a:pt x="1087" y="518"/>
                    <a:pt x="1082" y="512"/>
                    <a:pt x="1075" y="512"/>
                  </a:cubicBezTo>
                  <a:cubicBezTo>
                    <a:pt x="1068" y="512"/>
                    <a:pt x="1062" y="518"/>
                    <a:pt x="1062" y="525"/>
                  </a:cubicBezTo>
                  <a:close/>
                  <a:moveTo>
                    <a:pt x="1627" y="538"/>
                  </a:moveTo>
                  <a:cubicBezTo>
                    <a:pt x="1634" y="538"/>
                    <a:pt x="1639" y="532"/>
                    <a:pt x="1639" y="525"/>
                  </a:cubicBezTo>
                  <a:cubicBezTo>
                    <a:pt x="1639" y="518"/>
                    <a:pt x="1634" y="512"/>
                    <a:pt x="1627" y="512"/>
                  </a:cubicBezTo>
                  <a:cubicBezTo>
                    <a:pt x="1620" y="512"/>
                    <a:pt x="1614" y="518"/>
                    <a:pt x="1614" y="525"/>
                  </a:cubicBezTo>
                  <a:cubicBezTo>
                    <a:pt x="1614" y="532"/>
                    <a:pt x="1620" y="538"/>
                    <a:pt x="1627" y="538"/>
                  </a:cubicBezTo>
                  <a:close/>
                  <a:moveTo>
                    <a:pt x="1666" y="537"/>
                  </a:moveTo>
                  <a:cubicBezTo>
                    <a:pt x="1673" y="537"/>
                    <a:pt x="1678" y="532"/>
                    <a:pt x="1678" y="525"/>
                  </a:cubicBezTo>
                  <a:cubicBezTo>
                    <a:pt x="1678" y="519"/>
                    <a:pt x="1673" y="513"/>
                    <a:pt x="1666" y="513"/>
                  </a:cubicBezTo>
                  <a:cubicBezTo>
                    <a:pt x="1659" y="513"/>
                    <a:pt x="1654" y="519"/>
                    <a:pt x="1654" y="525"/>
                  </a:cubicBezTo>
                  <a:cubicBezTo>
                    <a:pt x="1654" y="532"/>
                    <a:pt x="1659" y="537"/>
                    <a:pt x="1666" y="537"/>
                  </a:cubicBezTo>
                  <a:close/>
                  <a:moveTo>
                    <a:pt x="1784" y="538"/>
                  </a:moveTo>
                  <a:cubicBezTo>
                    <a:pt x="1791" y="538"/>
                    <a:pt x="1797" y="532"/>
                    <a:pt x="1797" y="525"/>
                  </a:cubicBezTo>
                  <a:cubicBezTo>
                    <a:pt x="1797" y="518"/>
                    <a:pt x="1791" y="512"/>
                    <a:pt x="1784" y="512"/>
                  </a:cubicBezTo>
                  <a:cubicBezTo>
                    <a:pt x="1777" y="512"/>
                    <a:pt x="1772" y="518"/>
                    <a:pt x="1772" y="525"/>
                  </a:cubicBezTo>
                  <a:cubicBezTo>
                    <a:pt x="1772" y="532"/>
                    <a:pt x="1777" y="538"/>
                    <a:pt x="1784" y="538"/>
                  </a:cubicBezTo>
                  <a:close/>
                  <a:moveTo>
                    <a:pt x="1824" y="538"/>
                  </a:moveTo>
                  <a:cubicBezTo>
                    <a:pt x="1831" y="538"/>
                    <a:pt x="1836" y="532"/>
                    <a:pt x="1836" y="525"/>
                  </a:cubicBezTo>
                  <a:cubicBezTo>
                    <a:pt x="1836" y="518"/>
                    <a:pt x="1831" y="512"/>
                    <a:pt x="1824" y="512"/>
                  </a:cubicBezTo>
                  <a:cubicBezTo>
                    <a:pt x="1817" y="512"/>
                    <a:pt x="1811" y="518"/>
                    <a:pt x="1811" y="525"/>
                  </a:cubicBezTo>
                  <a:cubicBezTo>
                    <a:pt x="1811" y="532"/>
                    <a:pt x="1817" y="538"/>
                    <a:pt x="1824" y="538"/>
                  </a:cubicBezTo>
                  <a:close/>
                  <a:moveTo>
                    <a:pt x="1863" y="538"/>
                  </a:moveTo>
                  <a:cubicBezTo>
                    <a:pt x="1870" y="538"/>
                    <a:pt x="1876" y="532"/>
                    <a:pt x="1876" y="525"/>
                  </a:cubicBezTo>
                  <a:cubicBezTo>
                    <a:pt x="1876" y="518"/>
                    <a:pt x="1870" y="512"/>
                    <a:pt x="1863" y="512"/>
                  </a:cubicBezTo>
                  <a:cubicBezTo>
                    <a:pt x="1856" y="512"/>
                    <a:pt x="1850" y="518"/>
                    <a:pt x="1850" y="525"/>
                  </a:cubicBezTo>
                  <a:cubicBezTo>
                    <a:pt x="1850" y="532"/>
                    <a:pt x="1856" y="538"/>
                    <a:pt x="1863" y="538"/>
                  </a:cubicBezTo>
                  <a:close/>
                  <a:moveTo>
                    <a:pt x="1903" y="538"/>
                  </a:moveTo>
                  <a:cubicBezTo>
                    <a:pt x="1910" y="538"/>
                    <a:pt x="1915" y="532"/>
                    <a:pt x="1915" y="525"/>
                  </a:cubicBezTo>
                  <a:cubicBezTo>
                    <a:pt x="1915" y="518"/>
                    <a:pt x="1910" y="512"/>
                    <a:pt x="1903" y="512"/>
                  </a:cubicBezTo>
                  <a:cubicBezTo>
                    <a:pt x="1896" y="512"/>
                    <a:pt x="1890" y="518"/>
                    <a:pt x="1890" y="525"/>
                  </a:cubicBezTo>
                  <a:cubicBezTo>
                    <a:pt x="1890" y="532"/>
                    <a:pt x="1896" y="538"/>
                    <a:pt x="1903" y="538"/>
                  </a:cubicBezTo>
                  <a:close/>
                  <a:moveTo>
                    <a:pt x="1942" y="538"/>
                  </a:moveTo>
                  <a:cubicBezTo>
                    <a:pt x="1949" y="538"/>
                    <a:pt x="1955" y="532"/>
                    <a:pt x="1955" y="525"/>
                  </a:cubicBezTo>
                  <a:cubicBezTo>
                    <a:pt x="1955" y="518"/>
                    <a:pt x="1949" y="512"/>
                    <a:pt x="1942" y="512"/>
                  </a:cubicBezTo>
                  <a:cubicBezTo>
                    <a:pt x="1935" y="512"/>
                    <a:pt x="1929" y="518"/>
                    <a:pt x="1929" y="525"/>
                  </a:cubicBezTo>
                  <a:cubicBezTo>
                    <a:pt x="1929" y="532"/>
                    <a:pt x="1935" y="538"/>
                    <a:pt x="1942" y="538"/>
                  </a:cubicBezTo>
                  <a:close/>
                  <a:moveTo>
                    <a:pt x="1981" y="538"/>
                  </a:moveTo>
                  <a:cubicBezTo>
                    <a:pt x="1988" y="538"/>
                    <a:pt x="1994" y="532"/>
                    <a:pt x="1994" y="525"/>
                  </a:cubicBezTo>
                  <a:cubicBezTo>
                    <a:pt x="1994" y="518"/>
                    <a:pt x="1988" y="512"/>
                    <a:pt x="1981" y="512"/>
                  </a:cubicBezTo>
                  <a:cubicBezTo>
                    <a:pt x="1974" y="512"/>
                    <a:pt x="1969" y="518"/>
                    <a:pt x="1969" y="525"/>
                  </a:cubicBezTo>
                  <a:cubicBezTo>
                    <a:pt x="1969" y="532"/>
                    <a:pt x="1974" y="538"/>
                    <a:pt x="1981" y="538"/>
                  </a:cubicBezTo>
                  <a:close/>
                  <a:moveTo>
                    <a:pt x="2021" y="538"/>
                  </a:moveTo>
                  <a:cubicBezTo>
                    <a:pt x="2028" y="538"/>
                    <a:pt x="2034" y="532"/>
                    <a:pt x="2034" y="525"/>
                  </a:cubicBezTo>
                  <a:cubicBezTo>
                    <a:pt x="2034" y="518"/>
                    <a:pt x="2028" y="512"/>
                    <a:pt x="2021" y="512"/>
                  </a:cubicBezTo>
                  <a:cubicBezTo>
                    <a:pt x="2014" y="512"/>
                    <a:pt x="2008" y="518"/>
                    <a:pt x="2008" y="525"/>
                  </a:cubicBezTo>
                  <a:cubicBezTo>
                    <a:pt x="2008" y="532"/>
                    <a:pt x="2014" y="538"/>
                    <a:pt x="2021" y="538"/>
                  </a:cubicBezTo>
                  <a:close/>
                  <a:moveTo>
                    <a:pt x="2060" y="538"/>
                  </a:moveTo>
                  <a:cubicBezTo>
                    <a:pt x="2067" y="538"/>
                    <a:pt x="2073" y="532"/>
                    <a:pt x="2073" y="525"/>
                  </a:cubicBezTo>
                  <a:cubicBezTo>
                    <a:pt x="2073" y="518"/>
                    <a:pt x="2067" y="512"/>
                    <a:pt x="2060" y="512"/>
                  </a:cubicBezTo>
                  <a:cubicBezTo>
                    <a:pt x="2053" y="512"/>
                    <a:pt x="2048" y="518"/>
                    <a:pt x="2048" y="525"/>
                  </a:cubicBezTo>
                  <a:cubicBezTo>
                    <a:pt x="2048" y="532"/>
                    <a:pt x="2053" y="538"/>
                    <a:pt x="2060" y="538"/>
                  </a:cubicBezTo>
                  <a:close/>
                  <a:moveTo>
                    <a:pt x="2100" y="538"/>
                  </a:moveTo>
                  <a:cubicBezTo>
                    <a:pt x="2107" y="538"/>
                    <a:pt x="2112" y="532"/>
                    <a:pt x="2112" y="525"/>
                  </a:cubicBezTo>
                  <a:cubicBezTo>
                    <a:pt x="2112" y="518"/>
                    <a:pt x="2107" y="512"/>
                    <a:pt x="2100" y="512"/>
                  </a:cubicBezTo>
                  <a:cubicBezTo>
                    <a:pt x="2093" y="512"/>
                    <a:pt x="2087" y="518"/>
                    <a:pt x="2087" y="525"/>
                  </a:cubicBezTo>
                  <a:cubicBezTo>
                    <a:pt x="2087" y="532"/>
                    <a:pt x="2093" y="538"/>
                    <a:pt x="2100" y="538"/>
                  </a:cubicBezTo>
                  <a:close/>
                  <a:moveTo>
                    <a:pt x="2139" y="538"/>
                  </a:moveTo>
                  <a:cubicBezTo>
                    <a:pt x="2146" y="538"/>
                    <a:pt x="2152" y="532"/>
                    <a:pt x="2152" y="525"/>
                  </a:cubicBezTo>
                  <a:cubicBezTo>
                    <a:pt x="2152" y="518"/>
                    <a:pt x="2146" y="512"/>
                    <a:pt x="2139" y="512"/>
                  </a:cubicBezTo>
                  <a:cubicBezTo>
                    <a:pt x="2132" y="512"/>
                    <a:pt x="2126" y="518"/>
                    <a:pt x="2126" y="525"/>
                  </a:cubicBezTo>
                  <a:cubicBezTo>
                    <a:pt x="2126" y="532"/>
                    <a:pt x="2132" y="538"/>
                    <a:pt x="2139" y="538"/>
                  </a:cubicBezTo>
                  <a:close/>
                  <a:moveTo>
                    <a:pt x="2179" y="538"/>
                  </a:moveTo>
                  <a:cubicBezTo>
                    <a:pt x="2186" y="538"/>
                    <a:pt x="2191" y="532"/>
                    <a:pt x="2191" y="525"/>
                  </a:cubicBezTo>
                  <a:cubicBezTo>
                    <a:pt x="2191" y="518"/>
                    <a:pt x="2186" y="512"/>
                    <a:pt x="2179" y="512"/>
                  </a:cubicBezTo>
                  <a:cubicBezTo>
                    <a:pt x="2171" y="512"/>
                    <a:pt x="2166" y="518"/>
                    <a:pt x="2166" y="525"/>
                  </a:cubicBezTo>
                  <a:cubicBezTo>
                    <a:pt x="2166" y="532"/>
                    <a:pt x="2171" y="538"/>
                    <a:pt x="2179" y="538"/>
                  </a:cubicBezTo>
                  <a:close/>
                  <a:moveTo>
                    <a:pt x="2218" y="538"/>
                  </a:moveTo>
                  <a:cubicBezTo>
                    <a:pt x="2225" y="538"/>
                    <a:pt x="2231" y="532"/>
                    <a:pt x="2231" y="525"/>
                  </a:cubicBezTo>
                  <a:cubicBezTo>
                    <a:pt x="2231" y="518"/>
                    <a:pt x="2225" y="512"/>
                    <a:pt x="2218" y="512"/>
                  </a:cubicBezTo>
                  <a:cubicBezTo>
                    <a:pt x="2211" y="512"/>
                    <a:pt x="2205" y="518"/>
                    <a:pt x="2205" y="525"/>
                  </a:cubicBezTo>
                  <a:cubicBezTo>
                    <a:pt x="2205" y="532"/>
                    <a:pt x="2211" y="538"/>
                    <a:pt x="2218" y="538"/>
                  </a:cubicBezTo>
                  <a:close/>
                  <a:moveTo>
                    <a:pt x="2257" y="538"/>
                  </a:moveTo>
                  <a:cubicBezTo>
                    <a:pt x="2264" y="538"/>
                    <a:pt x="2270" y="532"/>
                    <a:pt x="2270" y="525"/>
                  </a:cubicBezTo>
                  <a:cubicBezTo>
                    <a:pt x="2270" y="518"/>
                    <a:pt x="2264" y="512"/>
                    <a:pt x="2257" y="512"/>
                  </a:cubicBezTo>
                  <a:cubicBezTo>
                    <a:pt x="2250" y="512"/>
                    <a:pt x="2245" y="518"/>
                    <a:pt x="2245" y="525"/>
                  </a:cubicBezTo>
                  <a:cubicBezTo>
                    <a:pt x="2245" y="532"/>
                    <a:pt x="2250" y="538"/>
                    <a:pt x="2257" y="538"/>
                  </a:cubicBezTo>
                  <a:close/>
                  <a:moveTo>
                    <a:pt x="2297" y="538"/>
                  </a:moveTo>
                  <a:cubicBezTo>
                    <a:pt x="2304" y="538"/>
                    <a:pt x="2310" y="532"/>
                    <a:pt x="2310" y="525"/>
                  </a:cubicBezTo>
                  <a:cubicBezTo>
                    <a:pt x="2310" y="518"/>
                    <a:pt x="2304" y="512"/>
                    <a:pt x="2297" y="512"/>
                  </a:cubicBezTo>
                  <a:cubicBezTo>
                    <a:pt x="2290" y="512"/>
                    <a:pt x="2284" y="518"/>
                    <a:pt x="2284" y="525"/>
                  </a:cubicBezTo>
                  <a:cubicBezTo>
                    <a:pt x="2284" y="532"/>
                    <a:pt x="2290" y="538"/>
                    <a:pt x="2297" y="538"/>
                  </a:cubicBezTo>
                  <a:close/>
                  <a:moveTo>
                    <a:pt x="2336" y="538"/>
                  </a:moveTo>
                  <a:cubicBezTo>
                    <a:pt x="2343" y="538"/>
                    <a:pt x="2349" y="532"/>
                    <a:pt x="2349" y="525"/>
                  </a:cubicBezTo>
                  <a:cubicBezTo>
                    <a:pt x="2349" y="518"/>
                    <a:pt x="2343" y="512"/>
                    <a:pt x="2336" y="512"/>
                  </a:cubicBezTo>
                  <a:cubicBezTo>
                    <a:pt x="2329" y="512"/>
                    <a:pt x="2323" y="518"/>
                    <a:pt x="2323" y="525"/>
                  </a:cubicBezTo>
                  <a:cubicBezTo>
                    <a:pt x="2323" y="532"/>
                    <a:pt x="2329" y="538"/>
                    <a:pt x="2336" y="538"/>
                  </a:cubicBezTo>
                  <a:close/>
                  <a:moveTo>
                    <a:pt x="2376" y="538"/>
                  </a:moveTo>
                  <a:cubicBezTo>
                    <a:pt x="2383" y="538"/>
                    <a:pt x="2388" y="532"/>
                    <a:pt x="2388" y="525"/>
                  </a:cubicBezTo>
                  <a:cubicBezTo>
                    <a:pt x="2388" y="518"/>
                    <a:pt x="2383" y="512"/>
                    <a:pt x="2376" y="512"/>
                  </a:cubicBezTo>
                  <a:cubicBezTo>
                    <a:pt x="2369" y="512"/>
                    <a:pt x="2363" y="518"/>
                    <a:pt x="2363" y="525"/>
                  </a:cubicBezTo>
                  <a:cubicBezTo>
                    <a:pt x="2363" y="532"/>
                    <a:pt x="2369" y="538"/>
                    <a:pt x="2376" y="538"/>
                  </a:cubicBezTo>
                  <a:close/>
                  <a:moveTo>
                    <a:pt x="2415" y="538"/>
                  </a:moveTo>
                  <a:cubicBezTo>
                    <a:pt x="2422" y="538"/>
                    <a:pt x="2428" y="532"/>
                    <a:pt x="2428" y="525"/>
                  </a:cubicBezTo>
                  <a:cubicBezTo>
                    <a:pt x="2428" y="518"/>
                    <a:pt x="2422" y="512"/>
                    <a:pt x="2415" y="512"/>
                  </a:cubicBezTo>
                  <a:cubicBezTo>
                    <a:pt x="2408" y="512"/>
                    <a:pt x="2402" y="518"/>
                    <a:pt x="2402" y="525"/>
                  </a:cubicBezTo>
                  <a:cubicBezTo>
                    <a:pt x="2402" y="532"/>
                    <a:pt x="2408" y="538"/>
                    <a:pt x="2415" y="538"/>
                  </a:cubicBezTo>
                  <a:close/>
                  <a:moveTo>
                    <a:pt x="2455" y="538"/>
                  </a:moveTo>
                  <a:cubicBezTo>
                    <a:pt x="2462" y="538"/>
                    <a:pt x="2467" y="532"/>
                    <a:pt x="2467" y="525"/>
                  </a:cubicBezTo>
                  <a:cubicBezTo>
                    <a:pt x="2467" y="518"/>
                    <a:pt x="2462" y="512"/>
                    <a:pt x="2455" y="512"/>
                  </a:cubicBezTo>
                  <a:cubicBezTo>
                    <a:pt x="2447" y="512"/>
                    <a:pt x="2442" y="518"/>
                    <a:pt x="2442" y="525"/>
                  </a:cubicBezTo>
                  <a:cubicBezTo>
                    <a:pt x="2442" y="532"/>
                    <a:pt x="2447" y="538"/>
                    <a:pt x="2455" y="538"/>
                  </a:cubicBezTo>
                  <a:close/>
                  <a:moveTo>
                    <a:pt x="2494" y="538"/>
                  </a:moveTo>
                  <a:cubicBezTo>
                    <a:pt x="2501" y="538"/>
                    <a:pt x="2507" y="532"/>
                    <a:pt x="2507" y="525"/>
                  </a:cubicBezTo>
                  <a:cubicBezTo>
                    <a:pt x="2507" y="518"/>
                    <a:pt x="2501" y="512"/>
                    <a:pt x="2494" y="512"/>
                  </a:cubicBezTo>
                  <a:cubicBezTo>
                    <a:pt x="2487" y="512"/>
                    <a:pt x="2481" y="518"/>
                    <a:pt x="2481" y="525"/>
                  </a:cubicBezTo>
                  <a:cubicBezTo>
                    <a:pt x="2481" y="532"/>
                    <a:pt x="2487" y="538"/>
                    <a:pt x="2494" y="538"/>
                  </a:cubicBezTo>
                  <a:close/>
                  <a:moveTo>
                    <a:pt x="2533" y="538"/>
                  </a:moveTo>
                  <a:cubicBezTo>
                    <a:pt x="2540" y="538"/>
                    <a:pt x="2546" y="532"/>
                    <a:pt x="2546" y="525"/>
                  </a:cubicBezTo>
                  <a:cubicBezTo>
                    <a:pt x="2546" y="518"/>
                    <a:pt x="2540" y="512"/>
                    <a:pt x="2533" y="512"/>
                  </a:cubicBezTo>
                  <a:cubicBezTo>
                    <a:pt x="2526" y="512"/>
                    <a:pt x="2521" y="518"/>
                    <a:pt x="2521" y="525"/>
                  </a:cubicBezTo>
                  <a:cubicBezTo>
                    <a:pt x="2521" y="532"/>
                    <a:pt x="2526" y="538"/>
                    <a:pt x="2533" y="538"/>
                  </a:cubicBezTo>
                  <a:close/>
                  <a:moveTo>
                    <a:pt x="2573" y="538"/>
                  </a:moveTo>
                  <a:cubicBezTo>
                    <a:pt x="2580" y="538"/>
                    <a:pt x="2586" y="532"/>
                    <a:pt x="2586" y="525"/>
                  </a:cubicBezTo>
                  <a:cubicBezTo>
                    <a:pt x="2586" y="518"/>
                    <a:pt x="2580" y="512"/>
                    <a:pt x="2573" y="512"/>
                  </a:cubicBezTo>
                  <a:cubicBezTo>
                    <a:pt x="2566" y="512"/>
                    <a:pt x="2560" y="518"/>
                    <a:pt x="2560" y="525"/>
                  </a:cubicBezTo>
                  <a:cubicBezTo>
                    <a:pt x="2560" y="532"/>
                    <a:pt x="2566" y="538"/>
                    <a:pt x="2573" y="538"/>
                  </a:cubicBezTo>
                  <a:close/>
                  <a:moveTo>
                    <a:pt x="2612" y="538"/>
                  </a:moveTo>
                  <a:cubicBezTo>
                    <a:pt x="2619" y="538"/>
                    <a:pt x="2625" y="532"/>
                    <a:pt x="2625" y="525"/>
                  </a:cubicBezTo>
                  <a:cubicBezTo>
                    <a:pt x="2625" y="518"/>
                    <a:pt x="2619" y="512"/>
                    <a:pt x="2612" y="512"/>
                  </a:cubicBezTo>
                  <a:cubicBezTo>
                    <a:pt x="2605" y="512"/>
                    <a:pt x="2599" y="518"/>
                    <a:pt x="2599" y="525"/>
                  </a:cubicBezTo>
                  <a:cubicBezTo>
                    <a:pt x="2599" y="532"/>
                    <a:pt x="2605" y="538"/>
                    <a:pt x="2612" y="538"/>
                  </a:cubicBezTo>
                  <a:close/>
                  <a:moveTo>
                    <a:pt x="2652" y="538"/>
                  </a:moveTo>
                  <a:cubicBezTo>
                    <a:pt x="2659" y="538"/>
                    <a:pt x="2664" y="532"/>
                    <a:pt x="2664" y="525"/>
                  </a:cubicBezTo>
                  <a:cubicBezTo>
                    <a:pt x="2664" y="518"/>
                    <a:pt x="2659" y="512"/>
                    <a:pt x="2652" y="512"/>
                  </a:cubicBezTo>
                  <a:cubicBezTo>
                    <a:pt x="2645" y="512"/>
                    <a:pt x="2639" y="518"/>
                    <a:pt x="2639" y="525"/>
                  </a:cubicBezTo>
                  <a:cubicBezTo>
                    <a:pt x="2639" y="532"/>
                    <a:pt x="2645" y="538"/>
                    <a:pt x="2652" y="538"/>
                  </a:cubicBezTo>
                  <a:close/>
                  <a:moveTo>
                    <a:pt x="2691" y="538"/>
                  </a:moveTo>
                  <a:cubicBezTo>
                    <a:pt x="2698" y="538"/>
                    <a:pt x="2704" y="532"/>
                    <a:pt x="2704" y="525"/>
                  </a:cubicBezTo>
                  <a:cubicBezTo>
                    <a:pt x="2704" y="518"/>
                    <a:pt x="2698" y="512"/>
                    <a:pt x="2691" y="512"/>
                  </a:cubicBezTo>
                  <a:cubicBezTo>
                    <a:pt x="2684" y="512"/>
                    <a:pt x="2678" y="518"/>
                    <a:pt x="2678" y="525"/>
                  </a:cubicBezTo>
                  <a:cubicBezTo>
                    <a:pt x="2678" y="532"/>
                    <a:pt x="2684" y="538"/>
                    <a:pt x="2691" y="538"/>
                  </a:cubicBezTo>
                  <a:close/>
                  <a:moveTo>
                    <a:pt x="2730" y="538"/>
                  </a:moveTo>
                  <a:cubicBezTo>
                    <a:pt x="2738" y="538"/>
                    <a:pt x="2743" y="532"/>
                    <a:pt x="2743" y="525"/>
                  </a:cubicBezTo>
                  <a:cubicBezTo>
                    <a:pt x="2743" y="518"/>
                    <a:pt x="2738" y="512"/>
                    <a:pt x="2730" y="512"/>
                  </a:cubicBezTo>
                  <a:cubicBezTo>
                    <a:pt x="2723" y="512"/>
                    <a:pt x="2718" y="518"/>
                    <a:pt x="2718" y="525"/>
                  </a:cubicBezTo>
                  <a:cubicBezTo>
                    <a:pt x="2718" y="532"/>
                    <a:pt x="2723" y="538"/>
                    <a:pt x="2730" y="538"/>
                  </a:cubicBezTo>
                  <a:close/>
                  <a:moveTo>
                    <a:pt x="2770" y="538"/>
                  </a:moveTo>
                  <a:cubicBezTo>
                    <a:pt x="2777" y="538"/>
                    <a:pt x="2783" y="532"/>
                    <a:pt x="2783" y="525"/>
                  </a:cubicBezTo>
                  <a:cubicBezTo>
                    <a:pt x="2783" y="518"/>
                    <a:pt x="2777" y="512"/>
                    <a:pt x="2770" y="512"/>
                  </a:cubicBezTo>
                  <a:cubicBezTo>
                    <a:pt x="2763" y="512"/>
                    <a:pt x="2757" y="518"/>
                    <a:pt x="2757" y="525"/>
                  </a:cubicBezTo>
                  <a:cubicBezTo>
                    <a:pt x="2757" y="532"/>
                    <a:pt x="2763" y="538"/>
                    <a:pt x="2770" y="538"/>
                  </a:cubicBezTo>
                  <a:close/>
                  <a:moveTo>
                    <a:pt x="2809" y="538"/>
                  </a:moveTo>
                  <a:cubicBezTo>
                    <a:pt x="2816" y="538"/>
                    <a:pt x="2822" y="532"/>
                    <a:pt x="2822" y="525"/>
                  </a:cubicBezTo>
                  <a:cubicBezTo>
                    <a:pt x="2822" y="518"/>
                    <a:pt x="2816" y="512"/>
                    <a:pt x="2809" y="512"/>
                  </a:cubicBezTo>
                  <a:cubicBezTo>
                    <a:pt x="2802" y="512"/>
                    <a:pt x="2797" y="518"/>
                    <a:pt x="2797" y="525"/>
                  </a:cubicBezTo>
                  <a:cubicBezTo>
                    <a:pt x="2797" y="532"/>
                    <a:pt x="2802" y="538"/>
                    <a:pt x="2809" y="538"/>
                  </a:cubicBezTo>
                  <a:close/>
                  <a:moveTo>
                    <a:pt x="2849" y="538"/>
                  </a:moveTo>
                  <a:cubicBezTo>
                    <a:pt x="2856" y="538"/>
                    <a:pt x="2861" y="532"/>
                    <a:pt x="2861" y="525"/>
                  </a:cubicBezTo>
                  <a:cubicBezTo>
                    <a:pt x="2861" y="518"/>
                    <a:pt x="2856" y="512"/>
                    <a:pt x="2849" y="512"/>
                  </a:cubicBezTo>
                  <a:cubicBezTo>
                    <a:pt x="2842" y="512"/>
                    <a:pt x="2836" y="518"/>
                    <a:pt x="2836" y="525"/>
                  </a:cubicBezTo>
                  <a:cubicBezTo>
                    <a:pt x="2836" y="532"/>
                    <a:pt x="2842" y="538"/>
                    <a:pt x="2849" y="538"/>
                  </a:cubicBezTo>
                  <a:close/>
                  <a:moveTo>
                    <a:pt x="2888" y="538"/>
                  </a:moveTo>
                  <a:cubicBezTo>
                    <a:pt x="2895" y="538"/>
                    <a:pt x="2901" y="532"/>
                    <a:pt x="2901" y="525"/>
                  </a:cubicBezTo>
                  <a:cubicBezTo>
                    <a:pt x="2901" y="518"/>
                    <a:pt x="2895" y="512"/>
                    <a:pt x="2888" y="512"/>
                  </a:cubicBezTo>
                  <a:cubicBezTo>
                    <a:pt x="2881" y="512"/>
                    <a:pt x="2875" y="518"/>
                    <a:pt x="2875" y="525"/>
                  </a:cubicBezTo>
                  <a:cubicBezTo>
                    <a:pt x="2875" y="532"/>
                    <a:pt x="2881" y="538"/>
                    <a:pt x="2888" y="538"/>
                  </a:cubicBezTo>
                  <a:close/>
                  <a:moveTo>
                    <a:pt x="2928" y="538"/>
                  </a:moveTo>
                  <a:cubicBezTo>
                    <a:pt x="2935" y="538"/>
                    <a:pt x="2940" y="532"/>
                    <a:pt x="2940" y="525"/>
                  </a:cubicBezTo>
                  <a:cubicBezTo>
                    <a:pt x="2940" y="518"/>
                    <a:pt x="2935" y="512"/>
                    <a:pt x="2928" y="512"/>
                  </a:cubicBezTo>
                  <a:cubicBezTo>
                    <a:pt x="2921" y="512"/>
                    <a:pt x="2915" y="518"/>
                    <a:pt x="2915" y="525"/>
                  </a:cubicBezTo>
                  <a:cubicBezTo>
                    <a:pt x="2915" y="532"/>
                    <a:pt x="2921" y="538"/>
                    <a:pt x="2928" y="538"/>
                  </a:cubicBezTo>
                  <a:close/>
                  <a:moveTo>
                    <a:pt x="2967" y="538"/>
                  </a:moveTo>
                  <a:cubicBezTo>
                    <a:pt x="2974" y="538"/>
                    <a:pt x="2980" y="532"/>
                    <a:pt x="2980" y="525"/>
                  </a:cubicBezTo>
                  <a:cubicBezTo>
                    <a:pt x="2980" y="518"/>
                    <a:pt x="2974" y="512"/>
                    <a:pt x="2967" y="512"/>
                  </a:cubicBezTo>
                  <a:cubicBezTo>
                    <a:pt x="2960" y="512"/>
                    <a:pt x="2954" y="518"/>
                    <a:pt x="2954" y="525"/>
                  </a:cubicBezTo>
                  <a:cubicBezTo>
                    <a:pt x="2954" y="532"/>
                    <a:pt x="2960" y="538"/>
                    <a:pt x="2967" y="538"/>
                  </a:cubicBezTo>
                  <a:close/>
                  <a:moveTo>
                    <a:pt x="3006" y="538"/>
                  </a:moveTo>
                  <a:cubicBezTo>
                    <a:pt x="3013" y="538"/>
                    <a:pt x="3019" y="532"/>
                    <a:pt x="3019" y="525"/>
                  </a:cubicBezTo>
                  <a:cubicBezTo>
                    <a:pt x="3019" y="518"/>
                    <a:pt x="3013" y="512"/>
                    <a:pt x="3006" y="512"/>
                  </a:cubicBezTo>
                  <a:cubicBezTo>
                    <a:pt x="2999" y="512"/>
                    <a:pt x="2994" y="518"/>
                    <a:pt x="2994" y="525"/>
                  </a:cubicBezTo>
                  <a:cubicBezTo>
                    <a:pt x="2994" y="532"/>
                    <a:pt x="2999" y="538"/>
                    <a:pt x="3006" y="538"/>
                  </a:cubicBezTo>
                  <a:close/>
                  <a:moveTo>
                    <a:pt x="3046" y="538"/>
                  </a:moveTo>
                  <a:cubicBezTo>
                    <a:pt x="3053" y="538"/>
                    <a:pt x="3059" y="532"/>
                    <a:pt x="3059" y="525"/>
                  </a:cubicBezTo>
                  <a:cubicBezTo>
                    <a:pt x="3059" y="518"/>
                    <a:pt x="3053" y="512"/>
                    <a:pt x="3046" y="512"/>
                  </a:cubicBezTo>
                  <a:cubicBezTo>
                    <a:pt x="3039" y="512"/>
                    <a:pt x="3033" y="518"/>
                    <a:pt x="3033" y="525"/>
                  </a:cubicBezTo>
                  <a:cubicBezTo>
                    <a:pt x="3033" y="532"/>
                    <a:pt x="3039" y="538"/>
                    <a:pt x="3046" y="538"/>
                  </a:cubicBezTo>
                  <a:close/>
                  <a:moveTo>
                    <a:pt x="3085" y="538"/>
                  </a:moveTo>
                  <a:cubicBezTo>
                    <a:pt x="3092" y="538"/>
                    <a:pt x="3098" y="532"/>
                    <a:pt x="3098" y="525"/>
                  </a:cubicBezTo>
                  <a:cubicBezTo>
                    <a:pt x="3098" y="518"/>
                    <a:pt x="3092" y="512"/>
                    <a:pt x="3085" y="512"/>
                  </a:cubicBezTo>
                  <a:cubicBezTo>
                    <a:pt x="3078" y="512"/>
                    <a:pt x="3073" y="518"/>
                    <a:pt x="3073" y="525"/>
                  </a:cubicBezTo>
                  <a:cubicBezTo>
                    <a:pt x="3073" y="532"/>
                    <a:pt x="3078" y="538"/>
                    <a:pt x="3085" y="538"/>
                  </a:cubicBezTo>
                  <a:close/>
                  <a:moveTo>
                    <a:pt x="3282" y="512"/>
                  </a:moveTo>
                  <a:cubicBezTo>
                    <a:pt x="3275" y="512"/>
                    <a:pt x="3270" y="518"/>
                    <a:pt x="3270" y="525"/>
                  </a:cubicBezTo>
                  <a:cubicBezTo>
                    <a:pt x="3270" y="532"/>
                    <a:pt x="3275" y="538"/>
                    <a:pt x="3282" y="538"/>
                  </a:cubicBezTo>
                  <a:cubicBezTo>
                    <a:pt x="3289" y="538"/>
                    <a:pt x="3295" y="532"/>
                    <a:pt x="3295" y="525"/>
                  </a:cubicBezTo>
                  <a:cubicBezTo>
                    <a:pt x="3295" y="518"/>
                    <a:pt x="3289" y="512"/>
                    <a:pt x="3282" y="512"/>
                  </a:cubicBezTo>
                  <a:close/>
                  <a:moveTo>
                    <a:pt x="444" y="577"/>
                  </a:moveTo>
                  <a:cubicBezTo>
                    <a:pt x="451" y="577"/>
                    <a:pt x="457" y="572"/>
                    <a:pt x="457" y="565"/>
                  </a:cubicBezTo>
                  <a:cubicBezTo>
                    <a:pt x="457" y="558"/>
                    <a:pt x="451" y="552"/>
                    <a:pt x="444" y="552"/>
                  </a:cubicBezTo>
                  <a:cubicBezTo>
                    <a:pt x="437" y="552"/>
                    <a:pt x="431" y="558"/>
                    <a:pt x="431" y="565"/>
                  </a:cubicBezTo>
                  <a:cubicBezTo>
                    <a:pt x="431" y="572"/>
                    <a:pt x="437" y="577"/>
                    <a:pt x="444" y="577"/>
                  </a:cubicBezTo>
                  <a:close/>
                  <a:moveTo>
                    <a:pt x="483" y="577"/>
                  </a:moveTo>
                  <a:cubicBezTo>
                    <a:pt x="490" y="577"/>
                    <a:pt x="496" y="572"/>
                    <a:pt x="496" y="565"/>
                  </a:cubicBezTo>
                  <a:cubicBezTo>
                    <a:pt x="496" y="558"/>
                    <a:pt x="490" y="552"/>
                    <a:pt x="483" y="552"/>
                  </a:cubicBezTo>
                  <a:cubicBezTo>
                    <a:pt x="476" y="552"/>
                    <a:pt x="471" y="558"/>
                    <a:pt x="471" y="565"/>
                  </a:cubicBezTo>
                  <a:cubicBezTo>
                    <a:pt x="471" y="572"/>
                    <a:pt x="476" y="577"/>
                    <a:pt x="483" y="577"/>
                  </a:cubicBezTo>
                  <a:close/>
                  <a:moveTo>
                    <a:pt x="523" y="577"/>
                  </a:moveTo>
                  <a:cubicBezTo>
                    <a:pt x="530" y="577"/>
                    <a:pt x="535" y="572"/>
                    <a:pt x="535" y="565"/>
                  </a:cubicBezTo>
                  <a:cubicBezTo>
                    <a:pt x="535" y="558"/>
                    <a:pt x="530" y="552"/>
                    <a:pt x="523" y="552"/>
                  </a:cubicBezTo>
                  <a:cubicBezTo>
                    <a:pt x="516" y="552"/>
                    <a:pt x="510" y="558"/>
                    <a:pt x="510" y="565"/>
                  </a:cubicBezTo>
                  <a:cubicBezTo>
                    <a:pt x="510" y="572"/>
                    <a:pt x="516" y="577"/>
                    <a:pt x="523" y="577"/>
                  </a:cubicBezTo>
                  <a:close/>
                  <a:moveTo>
                    <a:pt x="562" y="577"/>
                  </a:moveTo>
                  <a:cubicBezTo>
                    <a:pt x="569" y="577"/>
                    <a:pt x="575" y="572"/>
                    <a:pt x="575" y="565"/>
                  </a:cubicBezTo>
                  <a:cubicBezTo>
                    <a:pt x="575" y="558"/>
                    <a:pt x="569" y="552"/>
                    <a:pt x="562" y="552"/>
                  </a:cubicBezTo>
                  <a:cubicBezTo>
                    <a:pt x="555" y="552"/>
                    <a:pt x="549" y="558"/>
                    <a:pt x="549" y="565"/>
                  </a:cubicBezTo>
                  <a:cubicBezTo>
                    <a:pt x="549" y="572"/>
                    <a:pt x="555" y="577"/>
                    <a:pt x="562" y="577"/>
                  </a:cubicBezTo>
                  <a:close/>
                  <a:moveTo>
                    <a:pt x="602" y="577"/>
                  </a:moveTo>
                  <a:cubicBezTo>
                    <a:pt x="609" y="577"/>
                    <a:pt x="614" y="572"/>
                    <a:pt x="614" y="565"/>
                  </a:cubicBezTo>
                  <a:cubicBezTo>
                    <a:pt x="614" y="558"/>
                    <a:pt x="609" y="552"/>
                    <a:pt x="602" y="552"/>
                  </a:cubicBezTo>
                  <a:cubicBezTo>
                    <a:pt x="595" y="552"/>
                    <a:pt x="589" y="558"/>
                    <a:pt x="589" y="565"/>
                  </a:cubicBezTo>
                  <a:cubicBezTo>
                    <a:pt x="589" y="572"/>
                    <a:pt x="595" y="577"/>
                    <a:pt x="602" y="577"/>
                  </a:cubicBezTo>
                  <a:close/>
                  <a:moveTo>
                    <a:pt x="641" y="577"/>
                  </a:moveTo>
                  <a:cubicBezTo>
                    <a:pt x="648" y="577"/>
                    <a:pt x="654" y="572"/>
                    <a:pt x="654" y="565"/>
                  </a:cubicBezTo>
                  <a:cubicBezTo>
                    <a:pt x="654" y="558"/>
                    <a:pt x="648" y="552"/>
                    <a:pt x="641" y="552"/>
                  </a:cubicBezTo>
                  <a:cubicBezTo>
                    <a:pt x="634" y="552"/>
                    <a:pt x="628" y="558"/>
                    <a:pt x="628" y="565"/>
                  </a:cubicBezTo>
                  <a:cubicBezTo>
                    <a:pt x="628" y="572"/>
                    <a:pt x="634" y="577"/>
                    <a:pt x="641" y="577"/>
                  </a:cubicBezTo>
                  <a:close/>
                  <a:moveTo>
                    <a:pt x="680" y="577"/>
                  </a:moveTo>
                  <a:cubicBezTo>
                    <a:pt x="687" y="577"/>
                    <a:pt x="693" y="572"/>
                    <a:pt x="693" y="565"/>
                  </a:cubicBezTo>
                  <a:cubicBezTo>
                    <a:pt x="693" y="558"/>
                    <a:pt x="687" y="552"/>
                    <a:pt x="680" y="552"/>
                  </a:cubicBezTo>
                  <a:cubicBezTo>
                    <a:pt x="673" y="552"/>
                    <a:pt x="668" y="558"/>
                    <a:pt x="668" y="565"/>
                  </a:cubicBezTo>
                  <a:cubicBezTo>
                    <a:pt x="668" y="572"/>
                    <a:pt x="673" y="577"/>
                    <a:pt x="680" y="577"/>
                  </a:cubicBezTo>
                  <a:close/>
                  <a:moveTo>
                    <a:pt x="720" y="577"/>
                  </a:moveTo>
                  <a:cubicBezTo>
                    <a:pt x="727" y="577"/>
                    <a:pt x="733" y="572"/>
                    <a:pt x="733" y="565"/>
                  </a:cubicBezTo>
                  <a:cubicBezTo>
                    <a:pt x="733" y="558"/>
                    <a:pt x="727" y="552"/>
                    <a:pt x="720" y="552"/>
                  </a:cubicBezTo>
                  <a:cubicBezTo>
                    <a:pt x="713" y="552"/>
                    <a:pt x="707" y="558"/>
                    <a:pt x="707" y="565"/>
                  </a:cubicBezTo>
                  <a:cubicBezTo>
                    <a:pt x="707" y="572"/>
                    <a:pt x="713" y="577"/>
                    <a:pt x="720" y="577"/>
                  </a:cubicBezTo>
                  <a:close/>
                  <a:moveTo>
                    <a:pt x="759" y="577"/>
                  </a:moveTo>
                  <a:cubicBezTo>
                    <a:pt x="766" y="577"/>
                    <a:pt x="772" y="572"/>
                    <a:pt x="772" y="565"/>
                  </a:cubicBezTo>
                  <a:cubicBezTo>
                    <a:pt x="772" y="558"/>
                    <a:pt x="766" y="552"/>
                    <a:pt x="759" y="552"/>
                  </a:cubicBezTo>
                  <a:cubicBezTo>
                    <a:pt x="752" y="552"/>
                    <a:pt x="747" y="558"/>
                    <a:pt x="747" y="565"/>
                  </a:cubicBezTo>
                  <a:cubicBezTo>
                    <a:pt x="747" y="572"/>
                    <a:pt x="752" y="577"/>
                    <a:pt x="759" y="577"/>
                  </a:cubicBezTo>
                  <a:close/>
                  <a:moveTo>
                    <a:pt x="799" y="577"/>
                  </a:moveTo>
                  <a:cubicBezTo>
                    <a:pt x="806" y="577"/>
                    <a:pt x="811" y="572"/>
                    <a:pt x="811" y="565"/>
                  </a:cubicBezTo>
                  <a:cubicBezTo>
                    <a:pt x="811" y="558"/>
                    <a:pt x="806" y="552"/>
                    <a:pt x="799" y="552"/>
                  </a:cubicBezTo>
                  <a:cubicBezTo>
                    <a:pt x="792" y="552"/>
                    <a:pt x="786" y="558"/>
                    <a:pt x="786" y="565"/>
                  </a:cubicBezTo>
                  <a:cubicBezTo>
                    <a:pt x="786" y="572"/>
                    <a:pt x="792" y="577"/>
                    <a:pt x="799" y="577"/>
                  </a:cubicBezTo>
                  <a:close/>
                  <a:moveTo>
                    <a:pt x="838" y="577"/>
                  </a:moveTo>
                  <a:cubicBezTo>
                    <a:pt x="845" y="577"/>
                    <a:pt x="851" y="572"/>
                    <a:pt x="851" y="565"/>
                  </a:cubicBezTo>
                  <a:cubicBezTo>
                    <a:pt x="851" y="558"/>
                    <a:pt x="845" y="552"/>
                    <a:pt x="838" y="552"/>
                  </a:cubicBezTo>
                  <a:cubicBezTo>
                    <a:pt x="831" y="552"/>
                    <a:pt x="825" y="558"/>
                    <a:pt x="825" y="565"/>
                  </a:cubicBezTo>
                  <a:cubicBezTo>
                    <a:pt x="825" y="572"/>
                    <a:pt x="831" y="577"/>
                    <a:pt x="838" y="577"/>
                  </a:cubicBezTo>
                  <a:close/>
                  <a:moveTo>
                    <a:pt x="878" y="577"/>
                  </a:moveTo>
                  <a:cubicBezTo>
                    <a:pt x="885" y="577"/>
                    <a:pt x="890" y="572"/>
                    <a:pt x="890" y="565"/>
                  </a:cubicBezTo>
                  <a:cubicBezTo>
                    <a:pt x="890" y="558"/>
                    <a:pt x="885" y="552"/>
                    <a:pt x="878" y="552"/>
                  </a:cubicBezTo>
                  <a:cubicBezTo>
                    <a:pt x="871" y="552"/>
                    <a:pt x="865" y="558"/>
                    <a:pt x="865" y="565"/>
                  </a:cubicBezTo>
                  <a:cubicBezTo>
                    <a:pt x="865" y="572"/>
                    <a:pt x="871" y="577"/>
                    <a:pt x="878" y="577"/>
                  </a:cubicBezTo>
                  <a:close/>
                  <a:moveTo>
                    <a:pt x="917" y="577"/>
                  </a:moveTo>
                  <a:cubicBezTo>
                    <a:pt x="924" y="577"/>
                    <a:pt x="930" y="572"/>
                    <a:pt x="930" y="565"/>
                  </a:cubicBezTo>
                  <a:cubicBezTo>
                    <a:pt x="930" y="558"/>
                    <a:pt x="924" y="552"/>
                    <a:pt x="917" y="552"/>
                  </a:cubicBezTo>
                  <a:cubicBezTo>
                    <a:pt x="910" y="552"/>
                    <a:pt x="904" y="558"/>
                    <a:pt x="904" y="565"/>
                  </a:cubicBezTo>
                  <a:cubicBezTo>
                    <a:pt x="904" y="572"/>
                    <a:pt x="910" y="577"/>
                    <a:pt x="917" y="577"/>
                  </a:cubicBezTo>
                  <a:close/>
                  <a:moveTo>
                    <a:pt x="956" y="577"/>
                  </a:moveTo>
                  <a:cubicBezTo>
                    <a:pt x="963" y="577"/>
                    <a:pt x="969" y="572"/>
                    <a:pt x="969" y="565"/>
                  </a:cubicBezTo>
                  <a:cubicBezTo>
                    <a:pt x="969" y="558"/>
                    <a:pt x="963" y="552"/>
                    <a:pt x="956" y="552"/>
                  </a:cubicBezTo>
                  <a:cubicBezTo>
                    <a:pt x="949" y="552"/>
                    <a:pt x="944" y="558"/>
                    <a:pt x="944" y="565"/>
                  </a:cubicBezTo>
                  <a:cubicBezTo>
                    <a:pt x="944" y="572"/>
                    <a:pt x="949" y="577"/>
                    <a:pt x="956" y="577"/>
                  </a:cubicBezTo>
                  <a:close/>
                  <a:moveTo>
                    <a:pt x="996" y="577"/>
                  </a:moveTo>
                  <a:cubicBezTo>
                    <a:pt x="1003" y="577"/>
                    <a:pt x="1009" y="572"/>
                    <a:pt x="1009" y="565"/>
                  </a:cubicBezTo>
                  <a:cubicBezTo>
                    <a:pt x="1009" y="558"/>
                    <a:pt x="1003" y="552"/>
                    <a:pt x="996" y="552"/>
                  </a:cubicBezTo>
                  <a:cubicBezTo>
                    <a:pt x="989" y="552"/>
                    <a:pt x="983" y="558"/>
                    <a:pt x="983" y="565"/>
                  </a:cubicBezTo>
                  <a:cubicBezTo>
                    <a:pt x="983" y="572"/>
                    <a:pt x="989" y="577"/>
                    <a:pt x="996" y="577"/>
                  </a:cubicBezTo>
                  <a:close/>
                  <a:moveTo>
                    <a:pt x="1035" y="577"/>
                  </a:moveTo>
                  <a:cubicBezTo>
                    <a:pt x="1042" y="577"/>
                    <a:pt x="1048" y="572"/>
                    <a:pt x="1048" y="565"/>
                  </a:cubicBezTo>
                  <a:cubicBezTo>
                    <a:pt x="1048" y="558"/>
                    <a:pt x="1042" y="552"/>
                    <a:pt x="1035" y="552"/>
                  </a:cubicBezTo>
                  <a:cubicBezTo>
                    <a:pt x="1028" y="552"/>
                    <a:pt x="1022" y="558"/>
                    <a:pt x="1022" y="565"/>
                  </a:cubicBezTo>
                  <a:cubicBezTo>
                    <a:pt x="1022" y="572"/>
                    <a:pt x="1028" y="577"/>
                    <a:pt x="1035" y="577"/>
                  </a:cubicBezTo>
                  <a:close/>
                  <a:moveTo>
                    <a:pt x="1075" y="577"/>
                  </a:moveTo>
                  <a:cubicBezTo>
                    <a:pt x="1082" y="577"/>
                    <a:pt x="1087" y="572"/>
                    <a:pt x="1087" y="565"/>
                  </a:cubicBezTo>
                  <a:cubicBezTo>
                    <a:pt x="1087" y="558"/>
                    <a:pt x="1082" y="552"/>
                    <a:pt x="1075" y="552"/>
                  </a:cubicBezTo>
                  <a:cubicBezTo>
                    <a:pt x="1068" y="552"/>
                    <a:pt x="1062" y="558"/>
                    <a:pt x="1062" y="565"/>
                  </a:cubicBezTo>
                  <a:cubicBezTo>
                    <a:pt x="1062" y="572"/>
                    <a:pt x="1068" y="577"/>
                    <a:pt x="1075" y="577"/>
                  </a:cubicBezTo>
                  <a:close/>
                  <a:moveTo>
                    <a:pt x="1666" y="577"/>
                  </a:moveTo>
                  <a:cubicBezTo>
                    <a:pt x="1673" y="577"/>
                    <a:pt x="1679" y="572"/>
                    <a:pt x="1679" y="565"/>
                  </a:cubicBezTo>
                  <a:cubicBezTo>
                    <a:pt x="1679" y="558"/>
                    <a:pt x="1673" y="552"/>
                    <a:pt x="1666" y="552"/>
                  </a:cubicBezTo>
                  <a:cubicBezTo>
                    <a:pt x="1659" y="552"/>
                    <a:pt x="1653" y="558"/>
                    <a:pt x="1653" y="565"/>
                  </a:cubicBezTo>
                  <a:cubicBezTo>
                    <a:pt x="1653" y="572"/>
                    <a:pt x="1659" y="577"/>
                    <a:pt x="1666" y="577"/>
                  </a:cubicBezTo>
                  <a:close/>
                  <a:moveTo>
                    <a:pt x="1745" y="577"/>
                  </a:moveTo>
                  <a:cubicBezTo>
                    <a:pt x="1752" y="577"/>
                    <a:pt x="1758" y="572"/>
                    <a:pt x="1758" y="565"/>
                  </a:cubicBezTo>
                  <a:cubicBezTo>
                    <a:pt x="1758" y="558"/>
                    <a:pt x="1752" y="552"/>
                    <a:pt x="1745" y="552"/>
                  </a:cubicBezTo>
                  <a:cubicBezTo>
                    <a:pt x="1738" y="552"/>
                    <a:pt x="1732" y="558"/>
                    <a:pt x="1732" y="565"/>
                  </a:cubicBezTo>
                  <a:cubicBezTo>
                    <a:pt x="1732" y="572"/>
                    <a:pt x="1738" y="577"/>
                    <a:pt x="1745" y="577"/>
                  </a:cubicBezTo>
                  <a:close/>
                  <a:moveTo>
                    <a:pt x="1784" y="577"/>
                  </a:moveTo>
                  <a:cubicBezTo>
                    <a:pt x="1791" y="577"/>
                    <a:pt x="1797" y="572"/>
                    <a:pt x="1797" y="565"/>
                  </a:cubicBezTo>
                  <a:cubicBezTo>
                    <a:pt x="1797" y="558"/>
                    <a:pt x="1791" y="552"/>
                    <a:pt x="1784" y="552"/>
                  </a:cubicBezTo>
                  <a:cubicBezTo>
                    <a:pt x="1777" y="552"/>
                    <a:pt x="1772" y="558"/>
                    <a:pt x="1772" y="565"/>
                  </a:cubicBezTo>
                  <a:cubicBezTo>
                    <a:pt x="1772" y="572"/>
                    <a:pt x="1777" y="577"/>
                    <a:pt x="1784" y="577"/>
                  </a:cubicBezTo>
                  <a:close/>
                  <a:moveTo>
                    <a:pt x="1824" y="577"/>
                  </a:moveTo>
                  <a:cubicBezTo>
                    <a:pt x="1831" y="577"/>
                    <a:pt x="1836" y="572"/>
                    <a:pt x="1836" y="565"/>
                  </a:cubicBezTo>
                  <a:cubicBezTo>
                    <a:pt x="1836" y="558"/>
                    <a:pt x="1831" y="552"/>
                    <a:pt x="1824" y="552"/>
                  </a:cubicBezTo>
                  <a:cubicBezTo>
                    <a:pt x="1817" y="552"/>
                    <a:pt x="1811" y="558"/>
                    <a:pt x="1811" y="565"/>
                  </a:cubicBezTo>
                  <a:cubicBezTo>
                    <a:pt x="1811" y="572"/>
                    <a:pt x="1817" y="577"/>
                    <a:pt x="1824" y="577"/>
                  </a:cubicBezTo>
                  <a:close/>
                  <a:moveTo>
                    <a:pt x="1863" y="577"/>
                  </a:moveTo>
                  <a:cubicBezTo>
                    <a:pt x="1870" y="577"/>
                    <a:pt x="1876" y="572"/>
                    <a:pt x="1876" y="565"/>
                  </a:cubicBezTo>
                  <a:cubicBezTo>
                    <a:pt x="1876" y="558"/>
                    <a:pt x="1870" y="552"/>
                    <a:pt x="1863" y="552"/>
                  </a:cubicBezTo>
                  <a:cubicBezTo>
                    <a:pt x="1856" y="552"/>
                    <a:pt x="1850" y="558"/>
                    <a:pt x="1850" y="565"/>
                  </a:cubicBezTo>
                  <a:cubicBezTo>
                    <a:pt x="1850" y="572"/>
                    <a:pt x="1856" y="577"/>
                    <a:pt x="1863" y="577"/>
                  </a:cubicBezTo>
                  <a:close/>
                  <a:moveTo>
                    <a:pt x="1903" y="577"/>
                  </a:moveTo>
                  <a:cubicBezTo>
                    <a:pt x="1910" y="577"/>
                    <a:pt x="1915" y="572"/>
                    <a:pt x="1915" y="565"/>
                  </a:cubicBezTo>
                  <a:cubicBezTo>
                    <a:pt x="1915" y="558"/>
                    <a:pt x="1910" y="552"/>
                    <a:pt x="1903" y="552"/>
                  </a:cubicBezTo>
                  <a:cubicBezTo>
                    <a:pt x="1896" y="552"/>
                    <a:pt x="1890" y="558"/>
                    <a:pt x="1890" y="565"/>
                  </a:cubicBezTo>
                  <a:cubicBezTo>
                    <a:pt x="1890" y="572"/>
                    <a:pt x="1896" y="577"/>
                    <a:pt x="1903" y="577"/>
                  </a:cubicBezTo>
                  <a:close/>
                  <a:moveTo>
                    <a:pt x="1942" y="577"/>
                  </a:moveTo>
                  <a:cubicBezTo>
                    <a:pt x="1949" y="577"/>
                    <a:pt x="1955" y="572"/>
                    <a:pt x="1955" y="565"/>
                  </a:cubicBezTo>
                  <a:cubicBezTo>
                    <a:pt x="1955" y="558"/>
                    <a:pt x="1949" y="552"/>
                    <a:pt x="1942" y="552"/>
                  </a:cubicBezTo>
                  <a:cubicBezTo>
                    <a:pt x="1935" y="552"/>
                    <a:pt x="1929" y="558"/>
                    <a:pt x="1929" y="565"/>
                  </a:cubicBezTo>
                  <a:cubicBezTo>
                    <a:pt x="1929" y="572"/>
                    <a:pt x="1935" y="577"/>
                    <a:pt x="1942" y="577"/>
                  </a:cubicBezTo>
                  <a:close/>
                  <a:moveTo>
                    <a:pt x="1981" y="577"/>
                  </a:moveTo>
                  <a:cubicBezTo>
                    <a:pt x="1988" y="577"/>
                    <a:pt x="1994" y="572"/>
                    <a:pt x="1994" y="565"/>
                  </a:cubicBezTo>
                  <a:cubicBezTo>
                    <a:pt x="1994" y="558"/>
                    <a:pt x="1988" y="552"/>
                    <a:pt x="1981" y="552"/>
                  </a:cubicBezTo>
                  <a:cubicBezTo>
                    <a:pt x="1974" y="552"/>
                    <a:pt x="1969" y="558"/>
                    <a:pt x="1969" y="565"/>
                  </a:cubicBezTo>
                  <a:cubicBezTo>
                    <a:pt x="1969" y="572"/>
                    <a:pt x="1974" y="577"/>
                    <a:pt x="1981" y="577"/>
                  </a:cubicBezTo>
                  <a:close/>
                  <a:moveTo>
                    <a:pt x="2021" y="577"/>
                  </a:moveTo>
                  <a:cubicBezTo>
                    <a:pt x="2028" y="577"/>
                    <a:pt x="2034" y="572"/>
                    <a:pt x="2034" y="565"/>
                  </a:cubicBezTo>
                  <a:cubicBezTo>
                    <a:pt x="2034" y="558"/>
                    <a:pt x="2028" y="552"/>
                    <a:pt x="2021" y="552"/>
                  </a:cubicBezTo>
                  <a:cubicBezTo>
                    <a:pt x="2014" y="552"/>
                    <a:pt x="2008" y="558"/>
                    <a:pt x="2008" y="565"/>
                  </a:cubicBezTo>
                  <a:cubicBezTo>
                    <a:pt x="2008" y="572"/>
                    <a:pt x="2014" y="577"/>
                    <a:pt x="2021" y="577"/>
                  </a:cubicBezTo>
                  <a:close/>
                  <a:moveTo>
                    <a:pt x="2060" y="577"/>
                  </a:moveTo>
                  <a:cubicBezTo>
                    <a:pt x="2067" y="577"/>
                    <a:pt x="2073" y="572"/>
                    <a:pt x="2073" y="565"/>
                  </a:cubicBezTo>
                  <a:cubicBezTo>
                    <a:pt x="2073" y="558"/>
                    <a:pt x="2067" y="552"/>
                    <a:pt x="2060" y="552"/>
                  </a:cubicBezTo>
                  <a:cubicBezTo>
                    <a:pt x="2053" y="552"/>
                    <a:pt x="2048" y="558"/>
                    <a:pt x="2048" y="565"/>
                  </a:cubicBezTo>
                  <a:cubicBezTo>
                    <a:pt x="2048" y="572"/>
                    <a:pt x="2053" y="577"/>
                    <a:pt x="2060" y="577"/>
                  </a:cubicBezTo>
                  <a:close/>
                  <a:moveTo>
                    <a:pt x="2100" y="577"/>
                  </a:moveTo>
                  <a:cubicBezTo>
                    <a:pt x="2107" y="577"/>
                    <a:pt x="2112" y="572"/>
                    <a:pt x="2112" y="565"/>
                  </a:cubicBezTo>
                  <a:cubicBezTo>
                    <a:pt x="2112" y="558"/>
                    <a:pt x="2107" y="552"/>
                    <a:pt x="2100" y="552"/>
                  </a:cubicBezTo>
                  <a:cubicBezTo>
                    <a:pt x="2093" y="552"/>
                    <a:pt x="2087" y="558"/>
                    <a:pt x="2087" y="565"/>
                  </a:cubicBezTo>
                  <a:cubicBezTo>
                    <a:pt x="2087" y="572"/>
                    <a:pt x="2093" y="577"/>
                    <a:pt x="2100" y="577"/>
                  </a:cubicBezTo>
                  <a:close/>
                  <a:moveTo>
                    <a:pt x="2139" y="577"/>
                  </a:moveTo>
                  <a:cubicBezTo>
                    <a:pt x="2146" y="577"/>
                    <a:pt x="2152" y="572"/>
                    <a:pt x="2152" y="565"/>
                  </a:cubicBezTo>
                  <a:cubicBezTo>
                    <a:pt x="2152" y="558"/>
                    <a:pt x="2146" y="552"/>
                    <a:pt x="2139" y="552"/>
                  </a:cubicBezTo>
                  <a:cubicBezTo>
                    <a:pt x="2132" y="552"/>
                    <a:pt x="2126" y="558"/>
                    <a:pt x="2126" y="565"/>
                  </a:cubicBezTo>
                  <a:cubicBezTo>
                    <a:pt x="2126" y="572"/>
                    <a:pt x="2132" y="577"/>
                    <a:pt x="2139" y="577"/>
                  </a:cubicBezTo>
                  <a:close/>
                  <a:moveTo>
                    <a:pt x="2179" y="577"/>
                  </a:moveTo>
                  <a:cubicBezTo>
                    <a:pt x="2186" y="577"/>
                    <a:pt x="2191" y="572"/>
                    <a:pt x="2191" y="565"/>
                  </a:cubicBezTo>
                  <a:cubicBezTo>
                    <a:pt x="2191" y="558"/>
                    <a:pt x="2186" y="552"/>
                    <a:pt x="2179" y="552"/>
                  </a:cubicBezTo>
                  <a:cubicBezTo>
                    <a:pt x="2171" y="552"/>
                    <a:pt x="2166" y="558"/>
                    <a:pt x="2166" y="565"/>
                  </a:cubicBezTo>
                  <a:cubicBezTo>
                    <a:pt x="2166" y="572"/>
                    <a:pt x="2171" y="577"/>
                    <a:pt x="2179" y="577"/>
                  </a:cubicBezTo>
                  <a:close/>
                  <a:moveTo>
                    <a:pt x="2218" y="577"/>
                  </a:moveTo>
                  <a:cubicBezTo>
                    <a:pt x="2225" y="577"/>
                    <a:pt x="2231" y="572"/>
                    <a:pt x="2231" y="565"/>
                  </a:cubicBezTo>
                  <a:cubicBezTo>
                    <a:pt x="2231" y="558"/>
                    <a:pt x="2225" y="552"/>
                    <a:pt x="2218" y="552"/>
                  </a:cubicBezTo>
                  <a:cubicBezTo>
                    <a:pt x="2211" y="552"/>
                    <a:pt x="2205" y="558"/>
                    <a:pt x="2205" y="565"/>
                  </a:cubicBezTo>
                  <a:cubicBezTo>
                    <a:pt x="2205" y="572"/>
                    <a:pt x="2211" y="577"/>
                    <a:pt x="2218" y="577"/>
                  </a:cubicBezTo>
                  <a:close/>
                  <a:moveTo>
                    <a:pt x="2257" y="577"/>
                  </a:moveTo>
                  <a:cubicBezTo>
                    <a:pt x="2264" y="577"/>
                    <a:pt x="2270" y="572"/>
                    <a:pt x="2270" y="565"/>
                  </a:cubicBezTo>
                  <a:cubicBezTo>
                    <a:pt x="2270" y="558"/>
                    <a:pt x="2264" y="552"/>
                    <a:pt x="2257" y="552"/>
                  </a:cubicBezTo>
                  <a:cubicBezTo>
                    <a:pt x="2250" y="552"/>
                    <a:pt x="2245" y="558"/>
                    <a:pt x="2245" y="565"/>
                  </a:cubicBezTo>
                  <a:cubicBezTo>
                    <a:pt x="2245" y="572"/>
                    <a:pt x="2250" y="577"/>
                    <a:pt x="2257" y="577"/>
                  </a:cubicBezTo>
                  <a:close/>
                  <a:moveTo>
                    <a:pt x="2297" y="577"/>
                  </a:moveTo>
                  <a:cubicBezTo>
                    <a:pt x="2304" y="577"/>
                    <a:pt x="2310" y="572"/>
                    <a:pt x="2310" y="565"/>
                  </a:cubicBezTo>
                  <a:cubicBezTo>
                    <a:pt x="2310" y="558"/>
                    <a:pt x="2304" y="552"/>
                    <a:pt x="2297" y="552"/>
                  </a:cubicBezTo>
                  <a:cubicBezTo>
                    <a:pt x="2290" y="552"/>
                    <a:pt x="2284" y="558"/>
                    <a:pt x="2284" y="565"/>
                  </a:cubicBezTo>
                  <a:cubicBezTo>
                    <a:pt x="2284" y="572"/>
                    <a:pt x="2290" y="577"/>
                    <a:pt x="2297" y="577"/>
                  </a:cubicBezTo>
                  <a:close/>
                  <a:moveTo>
                    <a:pt x="2336" y="577"/>
                  </a:moveTo>
                  <a:cubicBezTo>
                    <a:pt x="2343" y="577"/>
                    <a:pt x="2349" y="572"/>
                    <a:pt x="2349" y="565"/>
                  </a:cubicBezTo>
                  <a:cubicBezTo>
                    <a:pt x="2349" y="558"/>
                    <a:pt x="2343" y="552"/>
                    <a:pt x="2336" y="552"/>
                  </a:cubicBezTo>
                  <a:cubicBezTo>
                    <a:pt x="2329" y="552"/>
                    <a:pt x="2323" y="558"/>
                    <a:pt x="2323" y="565"/>
                  </a:cubicBezTo>
                  <a:cubicBezTo>
                    <a:pt x="2323" y="572"/>
                    <a:pt x="2329" y="577"/>
                    <a:pt x="2336" y="577"/>
                  </a:cubicBezTo>
                  <a:close/>
                  <a:moveTo>
                    <a:pt x="2376" y="577"/>
                  </a:moveTo>
                  <a:cubicBezTo>
                    <a:pt x="2383" y="577"/>
                    <a:pt x="2388" y="572"/>
                    <a:pt x="2388" y="565"/>
                  </a:cubicBezTo>
                  <a:cubicBezTo>
                    <a:pt x="2388" y="558"/>
                    <a:pt x="2383" y="552"/>
                    <a:pt x="2376" y="552"/>
                  </a:cubicBezTo>
                  <a:cubicBezTo>
                    <a:pt x="2369" y="552"/>
                    <a:pt x="2363" y="558"/>
                    <a:pt x="2363" y="565"/>
                  </a:cubicBezTo>
                  <a:cubicBezTo>
                    <a:pt x="2363" y="572"/>
                    <a:pt x="2369" y="577"/>
                    <a:pt x="2376" y="577"/>
                  </a:cubicBezTo>
                  <a:close/>
                  <a:moveTo>
                    <a:pt x="2415" y="577"/>
                  </a:moveTo>
                  <a:cubicBezTo>
                    <a:pt x="2422" y="577"/>
                    <a:pt x="2428" y="572"/>
                    <a:pt x="2428" y="565"/>
                  </a:cubicBezTo>
                  <a:cubicBezTo>
                    <a:pt x="2428" y="558"/>
                    <a:pt x="2422" y="552"/>
                    <a:pt x="2415" y="552"/>
                  </a:cubicBezTo>
                  <a:cubicBezTo>
                    <a:pt x="2408" y="552"/>
                    <a:pt x="2402" y="558"/>
                    <a:pt x="2402" y="565"/>
                  </a:cubicBezTo>
                  <a:cubicBezTo>
                    <a:pt x="2402" y="572"/>
                    <a:pt x="2408" y="577"/>
                    <a:pt x="2415" y="577"/>
                  </a:cubicBezTo>
                  <a:close/>
                  <a:moveTo>
                    <a:pt x="2455" y="577"/>
                  </a:moveTo>
                  <a:cubicBezTo>
                    <a:pt x="2462" y="577"/>
                    <a:pt x="2467" y="572"/>
                    <a:pt x="2467" y="565"/>
                  </a:cubicBezTo>
                  <a:cubicBezTo>
                    <a:pt x="2467" y="558"/>
                    <a:pt x="2462" y="552"/>
                    <a:pt x="2455" y="552"/>
                  </a:cubicBezTo>
                  <a:cubicBezTo>
                    <a:pt x="2447" y="552"/>
                    <a:pt x="2442" y="558"/>
                    <a:pt x="2442" y="565"/>
                  </a:cubicBezTo>
                  <a:cubicBezTo>
                    <a:pt x="2442" y="572"/>
                    <a:pt x="2447" y="577"/>
                    <a:pt x="2455" y="577"/>
                  </a:cubicBezTo>
                  <a:close/>
                  <a:moveTo>
                    <a:pt x="2494" y="577"/>
                  </a:moveTo>
                  <a:cubicBezTo>
                    <a:pt x="2501" y="577"/>
                    <a:pt x="2507" y="572"/>
                    <a:pt x="2507" y="565"/>
                  </a:cubicBezTo>
                  <a:cubicBezTo>
                    <a:pt x="2507" y="558"/>
                    <a:pt x="2501" y="552"/>
                    <a:pt x="2494" y="552"/>
                  </a:cubicBezTo>
                  <a:cubicBezTo>
                    <a:pt x="2487" y="552"/>
                    <a:pt x="2481" y="558"/>
                    <a:pt x="2481" y="565"/>
                  </a:cubicBezTo>
                  <a:cubicBezTo>
                    <a:pt x="2481" y="572"/>
                    <a:pt x="2487" y="577"/>
                    <a:pt x="2494" y="577"/>
                  </a:cubicBezTo>
                  <a:close/>
                  <a:moveTo>
                    <a:pt x="2533" y="577"/>
                  </a:moveTo>
                  <a:cubicBezTo>
                    <a:pt x="2540" y="577"/>
                    <a:pt x="2546" y="572"/>
                    <a:pt x="2546" y="565"/>
                  </a:cubicBezTo>
                  <a:cubicBezTo>
                    <a:pt x="2546" y="558"/>
                    <a:pt x="2540" y="552"/>
                    <a:pt x="2533" y="552"/>
                  </a:cubicBezTo>
                  <a:cubicBezTo>
                    <a:pt x="2526" y="552"/>
                    <a:pt x="2521" y="558"/>
                    <a:pt x="2521" y="565"/>
                  </a:cubicBezTo>
                  <a:cubicBezTo>
                    <a:pt x="2521" y="572"/>
                    <a:pt x="2526" y="577"/>
                    <a:pt x="2533" y="577"/>
                  </a:cubicBezTo>
                  <a:close/>
                  <a:moveTo>
                    <a:pt x="2573" y="577"/>
                  </a:moveTo>
                  <a:cubicBezTo>
                    <a:pt x="2580" y="577"/>
                    <a:pt x="2586" y="572"/>
                    <a:pt x="2586" y="565"/>
                  </a:cubicBezTo>
                  <a:cubicBezTo>
                    <a:pt x="2586" y="558"/>
                    <a:pt x="2580" y="552"/>
                    <a:pt x="2573" y="552"/>
                  </a:cubicBezTo>
                  <a:cubicBezTo>
                    <a:pt x="2566" y="552"/>
                    <a:pt x="2560" y="558"/>
                    <a:pt x="2560" y="565"/>
                  </a:cubicBezTo>
                  <a:cubicBezTo>
                    <a:pt x="2560" y="572"/>
                    <a:pt x="2566" y="577"/>
                    <a:pt x="2573" y="577"/>
                  </a:cubicBezTo>
                  <a:close/>
                  <a:moveTo>
                    <a:pt x="2612" y="577"/>
                  </a:moveTo>
                  <a:cubicBezTo>
                    <a:pt x="2619" y="577"/>
                    <a:pt x="2625" y="572"/>
                    <a:pt x="2625" y="565"/>
                  </a:cubicBezTo>
                  <a:cubicBezTo>
                    <a:pt x="2625" y="558"/>
                    <a:pt x="2619" y="552"/>
                    <a:pt x="2612" y="552"/>
                  </a:cubicBezTo>
                  <a:cubicBezTo>
                    <a:pt x="2605" y="552"/>
                    <a:pt x="2599" y="558"/>
                    <a:pt x="2599" y="565"/>
                  </a:cubicBezTo>
                  <a:cubicBezTo>
                    <a:pt x="2599" y="572"/>
                    <a:pt x="2605" y="577"/>
                    <a:pt x="2612" y="577"/>
                  </a:cubicBezTo>
                  <a:close/>
                  <a:moveTo>
                    <a:pt x="2652" y="577"/>
                  </a:moveTo>
                  <a:cubicBezTo>
                    <a:pt x="2659" y="577"/>
                    <a:pt x="2664" y="572"/>
                    <a:pt x="2664" y="565"/>
                  </a:cubicBezTo>
                  <a:cubicBezTo>
                    <a:pt x="2664" y="558"/>
                    <a:pt x="2659" y="552"/>
                    <a:pt x="2652" y="552"/>
                  </a:cubicBezTo>
                  <a:cubicBezTo>
                    <a:pt x="2645" y="552"/>
                    <a:pt x="2639" y="558"/>
                    <a:pt x="2639" y="565"/>
                  </a:cubicBezTo>
                  <a:cubicBezTo>
                    <a:pt x="2639" y="572"/>
                    <a:pt x="2645" y="577"/>
                    <a:pt x="2652" y="577"/>
                  </a:cubicBezTo>
                  <a:close/>
                  <a:moveTo>
                    <a:pt x="2691" y="577"/>
                  </a:moveTo>
                  <a:cubicBezTo>
                    <a:pt x="2698" y="577"/>
                    <a:pt x="2704" y="572"/>
                    <a:pt x="2704" y="565"/>
                  </a:cubicBezTo>
                  <a:cubicBezTo>
                    <a:pt x="2704" y="558"/>
                    <a:pt x="2698" y="552"/>
                    <a:pt x="2691" y="552"/>
                  </a:cubicBezTo>
                  <a:cubicBezTo>
                    <a:pt x="2684" y="552"/>
                    <a:pt x="2678" y="558"/>
                    <a:pt x="2678" y="565"/>
                  </a:cubicBezTo>
                  <a:cubicBezTo>
                    <a:pt x="2678" y="572"/>
                    <a:pt x="2684" y="577"/>
                    <a:pt x="2691" y="577"/>
                  </a:cubicBezTo>
                  <a:close/>
                  <a:moveTo>
                    <a:pt x="2730" y="577"/>
                  </a:moveTo>
                  <a:cubicBezTo>
                    <a:pt x="2738" y="577"/>
                    <a:pt x="2743" y="572"/>
                    <a:pt x="2743" y="565"/>
                  </a:cubicBezTo>
                  <a:cubicBezTo>
                    <a:pt x="2743" y="558"/>
                    <a:pt x="2738" y="552"/>
                    <a:pt x="2730" y="552"/>
                  </a:cubicBezTo>
                  <a:cubicBezTo>
                    <a:pt x="2723" y="552"/>
                    <a:pt x="2718" y="558"/>
                    <a:pt x="2718" y="565"/>
                  </a:cubicBezTo>
                  <a:cubicBezTo>
                    <a:pt x="2718" y="572"/>
                    <a:pt x="2723" y="577"/>
                    <a:pt x="2730" y="577"/>
                  </a:cubicBezTo>
                  <a:close/>
                  <a:moveTo>
                    <a:pt x="2770" y="577"/>
                  </a:moveTo>
                  <a:cubicBezTo>
                    <a:pt x="2777" y="577"/>
                    <a:pt x="2783" y="572"/>
                    <a:pt x="2783" y="565"/>
                  </a:cubicBezTo>
                  <a:cubicBezTo>
                    <a:pt x="2783" y="558"/>
                    <a:pt x="2777" y="552"/>
                    <a:pt x="2770" y="552"/>
                  </a:cubicBezTo>
                  <a:cubicBezTo>
                    <a:pt x="2763" y="552"/>
                    <a:pt x="2757" y="558"/>
                    <a:pt x="2757" y="565"/>
                  </a:cubicBezTo>
                  <a:cubicBezTo>
                    <a:pt x="2757" y="572"/>
                    <a:pt x="2763" y="577"/>
                    <a:pt x="2770" y="577"/>
                  </a:cubicBezTo>
                  <a:close/>
                  <a:moveTo>
                    <a:pt x="2809" y="577"/>
                  </a:moveTo>
                  <a:cubicBezTo>
                    <a:pt x="2816" y="577"/>
                    <a:pt x="2822" y="572"/>
                    <a:pt x="2822" y="565"/>
                  </a:cubicBezTo>
                  <a:cubicBezTo>
                    <a:pt x="2822" y="558"/>
                    <a:pt x="2816" y="552"/>
                    <a:pt x="2809" y="552"/>
                  </a:cubicBezTo>
                  <a:cubicBezTo>
                    <a:pt x="2802" y="552"/>
                    <a:pt x="2797" y="558"/>
                    <a:pt x="2797" y="565"/>
                  </a:cubicBezTo>
                  <a:cubicBezTo>
                    <a:pt x="2797" y="572"/>
                    <a:pt x="2802" y="577"/>
                    <a:pt x="2809" y="577"/>
                  </a:cubicBezTo>
                  <a:close/>
                  <a:moveTo>
                    <a:pt x="2849" y="577"/>
                  </a:moveTo>
                  <a:cubicBezTo>
                    <a:pt x="2856" y="577"/>
                    <a:pt x="2861" y="572"/>
                    <a:pt x="2861" y="565"/>
                  </a:cubicBezTo>
                  <a:cubicBezTo>
                    <a:pt x="2861" y="558"/>
                    <a:pt x="2856" y="552"/>
                    <a:pt x="2849" y="552"/>
                  </a:cubicBezTo>
                  <a:cubicBezTo>
                    <a:pt x="2842" y="552"/>
                    <a:pt x="2836" y="558"/>
                    <a:pt x="2836" y="565"/>
                  </a:cubicBezTo>
                  <a:cubicBezTo>
                    <a:pt x="2836" y="572"/>
                    <a:pt x="2842" y="577"/>
                    <a:pt x="2849" y="577"/>
                  </a:cubicBezTo>
                  <a:close/>
                  <a:moveTo>
                    <a:pt x="2888" y="577"/>
                  </a:moveTo>
                  <a:cubicBezTo>
                    <a:pt x="2895" y="577"/>
                    <a:pt x="2901" y="572"/>
                    <a:pt x="2901" y="565"/>
                  </a:cubicBezTo>
                  <a:cubicBezTo>
                    <a:pt x="2901" y="558"/>
                    <a:pt x="2895" y="552"/>
                    <a:pt x="2888" y="552"/>
                  </a:cubicBezTo>
                  <a:cubicBezTo>
                    <a:pt x="2881" y="552"/>
                    <a:pt x="2875" y="558"/>
                    <a:pt x="2875" y="565"/>
                  </a:cubicBezTo>
                  <a:cubicBezTo>
                    <a:pt x="2875" y="572"/>
                    <a:pt x="2881" y="577"/>
                    <a:pt x="2888" y="577"/>
                  </a:cubicBezTo>
                  <a:close/>
                  <a:moveTo>
                    <a:pt x="2928" y="577"/>
                  </a:moveTo>
                  <a:cubicBezTo>
                    <a:pt x="2935" y="577"/>
                    <a:pt x="2940" y="572"/>
                    <a:pt x="2940" y="565"/>
                  </a:cubicBezTo>
                  <a:cubicBezTo>
                    <a:pt x="2940" y="558"/>
                    <a:pt x="2935" y="552"/>
                    <a:pt x="2928" y="552"/>
                  </a:cubicBezTo>
                  <a:cubicBezTo>
                    <a:pt x="2921" y="552"/>
                    <a:pt x="2915" y="558"/>
                    <a:pt x="2915" y="565"/>
                  </a:cubicBezTo>
                  <a:cubicBezTo>
                    <a:pt x="2915" y="572"/>
                    <a:pt x="2921" y="577"/>
                    <a:pt x="2928" y="577"/>
                  </a:cubicBezTo>
                  <a:close/>
                  <a:moveTo>
                    <a:pt x="2967" y="577"/>
                  </a:moveTo>
                  <a:cubicBezTo>
                    <a:pt x="2974" y="577"/>
                    <a:pt x="2980" y="572"/>
                    <a:pt x="2980" y="565"/>
                  </a:cubicBezTo>
                  <a:cubicBezTo>
                    <a:pt x="2980" y="558"/>
                    <a:pt x="2974" y="552"/>
                    <a:pt x="2967" y="552"/>
                  </a:cubicBezTo>
                  <a:cubicBezTo>
                    <a:pt x="2960" y="552"/>
                    <a:pt x="2954" y="558"/>
                    <a:pt x="2954" y="565"/>
                  </a:cubicBezTo>
                  <a:cubicBezTo>
                    <a:pt x="2954" y="572"/>
                    <a:pt x="2960" y="577"/>
                    <a:pt x="2967" y="577"/>
                  </a:cubicBezTo>
                  <a:close/>
                  <a:moveTo>
                    <a:pt x="3006" y="577"/>
                  </a:moveTo>
                  <a:cubicBezTo>
                    <a:pt x="3013" y="577"/>
                    <a:pt x="3019" y="572"/>
                    <a:pt x="3019" y="565"/>
                  </a:cubicBezTo>
                  <a:cubicBezTo>
                    <a:pt x="3019" y="558"/>
                    <a:pt x="3013" y="552"/>
                    <a:pt x="3006" y="552"/>
                  </a:cubicBezTo>
                  <a:cubicBezTo>
                    <a:pt x="2999" y="552"/>
                    <a:pt x="2994" y="558"/>
                    <a:pt x="2994" y="565"/>
                  </a:cubicBezTo>
                  <a:cubicBezTo>
                    <a:pt x="2994" y="572"/>
                    <a:pt x="2999" y="577"/>
                    <a:pt x="3006" y="577"/>
                  </a:cubicBezTo>
                  <a:close/>
                  <a:moveTo>
                    <a:pt x="3046" y="577"/>
                  </a:moveTo>
                  <a:cubicBezTo>
                    <a:pt x="3053" y="577"/>
                    <a:pt x="3059" y="572"/>
                    <a:pt x="3059" y="565"/>
                  </a:cubicBezTo>
                  <a:cubicBezTo>
                    <a:pt x="3059" y="558"/>
                    <a:pt x="3053" y="552"/>
                    <a:pt x="3046" y="552"/>
                  </a:cubicBezTo>
                  <a:cubicBezTo>
                    <a:pt x="3039" y="552"/>
                    <a:pt x="3033" y="558"/>
                    <a:pt x="3033" y="565"/>
                  </a:cubicBezTo>
                  <a:cubicBezTo>
                    <a:pt x="3033" y="572"/>
                    <a:pt x="3039" y="577"/>
                    <a:pt x="3046" y="577"/>
                  </a:cubicBezTo>
                  <a:close/>
                  <a:moveTo>
                    <a:pt x="3085" y="577"/>
                  </a:moveTo>
                  <a:cubicBezTo>
                    <a:pt x="3092" y="577"/>
                    <a:pt x="3098" y="572"/>
                    <a:pt x="3098" y="565"/>
                  </a:cubicBezTo>
                  <a:cubicBezTo>
                    <a:pt x="3098" y="558"/>
                    <a:pt x="3092" y="552"/>
                    <a:pt x="3085" y="552"/>
                  </a:cubicBezTo>
                  <a:cubicBezTo>
                    <a:pt x="3078" y="552"/>
                    <a:pt x="3073" y="558"/>
                    <a:pt x="3073" y="565"/>
                  </a:cubicBezTo>
                  <a:cubicBezTo>
                    <a:pt x="3073" y="572"/>
                    <a:pt x="3078" y="577"/>
                    <a:pt x="3085" y="577"/>
                  </a:cubicBezTo>
                  <a:close/>
                  <a:moveTo>
                    <a:pt x="3282" y="554"/>
                  </a:moveTo>
                  <a:cubicBezTo>
                    <a:pt x="3276" y="554"/>
                    <a:pt x="3272" y="559"/>
                    <a:pt x="3272" y="565"/>
                  </a:cubicBezTo>
                  <a:cubicBezTo>
                    <a:pt x="3272" y="571"/>
                    <a:pt x="3276" y="575"/>
                    <a:pt x="3282" y="575"/>
                  </a:cubicBezTo>
                  <a:cubicBezTo>
                    <a:pt x="3288" y="575"/>
                    <a:pt x="3293" y="571"/>
                    <a:pt x="3293" y="565"/>
                  </a:cubicBezTo>
                  <a:cubicBezTo>
                    <a:pt x="3293" y="559"/>
                    <a:pt x="3288" y="554"/>
                    <a:pt x="3282" y="554"/>
                  </a:cubicBezTo>
                  <a:close/>
                  <a:moveTo>
                    <a:pt x="444" y="617"/>
                  </a:moveTo>
                  <a:cubicBezTo>
                    <a:pt x="451" y="617"/>
                    <a:pt x="457" y="611"/>
                    <a:pt x="457" y="604"/>
                  </a:cubicBezTo>
                  <a:cubicBezTo>
                    <a:pt x="457" y="597"/>
                    <a:pt x="451" y="591"/>
                    <a:pt x="444" y="591"/>
                  </a:cubicBezTo>
                  <a:cubicBezTo>
                    <a:pt x="437" y="591"/>
                    <a:pt x="431" y="597"/>
                    <a:pt x="431" y="604"/>
                  </a:cubicBezTo>
                  <a:cubicBezTo>
                    <a:pt x="431" y="611"/>
                    <a:pt x="437" y="617"/>
                    <a:pt x="444" y="617"/>
                  </a:cubicBezTo>
                  <a:close/>
                  <a:moveTo>
                    <a:pt x="483" y="617"/>
                  </a:moveTo>
                  <a:cubicBezTo>
                    <a:pt x="490" y="617"/>
                    <a:pt x="496" y="611"/>
                    <a:pt x="496" y="604"/>
                  </a:cubicBezTo>
                  <a:cubicBezTo>
                    <a:pt x="496" y="597"/>
                    <a:pt x="490" y="591"/>
                    <a:pt x="483" y="591"/>
                  </a:cubicBezTo>
                  <a:cubicBezTo>
                    <a:pt x="476" y="591"/>
                    <a:pt x="471" y="597"/>
                    <a:pt x="471" y="604"/>
                  </a:cubicBezTo>
                  <a:cubicBezTo>
                    <a:pt x="471" y="611"/>
                    <a:pt x="476" y="617"/>
                    <a:pt x="483" y="617"/>
                  </a:cubicBezTo>
                  <a:close/>
                  <a:moveTo>
                    <a:pt x="523" y="617"/>
                  </a:moveTo>
                  <a:cubicBezTo>
                    <a:pt x="530" y="617"/>
                    <a:pt x="535" y="611"/>
                    <a:pt x="535" y="604"/>
                  </a:cubicBezTo>
                  <a:cubicBezTo>
                    <a:pt x="535" y="597"/>
                    <a:pt x="530" y="591"/>
                    <a:pt x="523" y="591"/>
                  </a:cubicBezTo>
                  <a:cubicBezTo>
                    <a:pt x="516" y="591"/>
                    <a:pt x="510" y="597"/>
                    <a:pt x="510" y="604"/>
                  </a:cubicBezTo>
                  <a:cubicBezTo>
                    <a:pt x="510" y="611"/>
                    <a:pt x="516" y="617"/>
                    <a:pt x="523" y="617"/>
                  </a:cubicBezTo>
                  <a:close/>
                  <a:moveTo>
                    <a:pt x="562" y="617"/>
                  </a:moveTo>
                  <a:cubicBezTo>
                    <a:pt x="569" y="617"/>
                    <a:pt x="575" y="611"/>
                    <a:pt x="575" y="604"/>
                  </a:cubicBezTo>
                  <a:cubicBezTo>
                    <a:pt x="575" y="597"/>
                    <a:pt x="569" y="591"/>
                    <a:pt x="562" y="591"/>
                  </a:cubicBezTo>
                  <a:cubicBezTo>
                    <a:pt x="555" y="591"/>
                    <a:pt x="549" y="597"/>
                    <a:pt x="549" y="604"/>
                  </a:cubicBezTo>
                  <a:cubicBezTo>
                    <a:pt x="549" y="611"/>
                    <a:pt x="555" y="617"/>
                    <a:pt x="562" y="617"/>
                  </a:cubicBezTo>
                  <a:close/>
                  <a:moveTo>
                    <a:pt x="602" y="617"/>
                  </a:moveTo>
                  <a:cubicBezTo>
                    <a:pt x="609" y="617"/>
                    <a:pt x="614" y="611"/>
                    <a:pt x="614" y="604"/>
                  </a:cubicBezTo>
                  <a:cubicBezTo>
                    <a:pt x="614" y="597"/>
                    <a:pt x="609" y="591"/>
                    <a:pt x="602" y="591"/>
                  </a:cubicBezTo>
                  <a:cubicBezTo>
                    <a:pt x="595" y="591"/>
                    <a:pt x="589" y="597"/>
                    <a:pt x="589" y="604"/>
                  </a:cubicBezTo>
                  <a:cubicBezTo>
                    <a:pt x="589" y="611"/>
                    <a:pt x="595" y="617"/>
                    <a:pt x="602" y="617"/>
                  </a:cubicBezTo>
                  <a:close/>
                  <a:moveTo>
                    <a:pt x="641" y="617"/>
                  </a:moveTo>
                  <a:cubicBezTo>
                    <a:pt x="648" y="617"/>
                    <a:pt x="654" y="611"/>
                    <a:pt x="654" y="604"/>
                  </a:cubicBezTo>
                  <a:cubicBezTo>
                    <a:pt x="654" y="597"/>
                    <a:pt x="648" y="591"/>
                    <a:pt x="641" y="591"/>
                  </a:cubicBezTo>
                  <a:cubicBezTo>
                    <a:pt x="634" y="591"/>
                    <a:pt x="628" y="597"/>
                    <a:pt x="628" y="604"/>
                  </a:cubicBezTo>
                  <a:cubicBezTo>
                    <a:pt x="628" y="611"/>
                    <a:pt x="634" y="617"/>
                    <a:pt x="641" y="617"/>
                  </a:cubicBezTo>
                  <a:close/>
                  <a:moveTo>
                    <a:pt x="680" y="617"/>
                  </a:moveTo>
                  <a:cubicBezTo>
                    <a:pt x="687" y="617"/>
                    <a:pt x="693" y="611"/>
                    <a:pt x="693" y="604"/>
                  </a:cubicBezTo>
                  <a:cubicBezTo>
                    <a:pt x="693" y="597"/>
                    <a:pt x="687" y="591"/>
                    <a:pt x="680" y="591"/>
                  </a:cubicBezTo>
                  <a:cubicBezTo>
                    <a:pt x="673" y="591"/>
                    <a:pt x="668" y="597"/>
                    <a:pt x="668" y="604"/>
                  </a:cubicBezTo>
                  <a:cubicBezTo>
                    <a:pt x="668" y="611"/>
                    <a:pt x="673" y="617"/>
                    <a:pt x="680" y="617"/>
                  </a:cubicBezTo>
                  <a:close/>
                  <a:moveTo>
                    <a:pt x="720" y="617"/>
                  </a:moveTo>
                  <a:cubicBezTo>
                    <a:pt x="727" y="617"/>
                    <a:pt x="733" y="611"/>
                    <a:pt x="733" y="604"/>
                  </a:cubicBezTo>
                  <a:cubicBezTo>
                    <a:pt x="733" y="597"/>
                    <a:pt x="727" y="591"/>
                    <a:pt x="720" y="591"/>
                  </a:cubicBezTo>
                  <a:cubicBezTo>
                    <a:pt x="713" y="591"/>
                    <a:pt x="707" y="597"/>
                    <a:pt x="707" y="604"/>
                  </a:cubicBezTo>
                  <a:cubicBezTo>
                    <a:pt x="707" y="611"/>
                    <a:pt x="713" y="617"/>
                    <a:pt x="720" y="617"/>
                  </a:cubicBezTo>
                  <a:close/>
                  <a:moveTo>
                    <a:pt x="759" y="617"/>
                  </a:moveTo>
                  <a:cubicBezTo>
                    <a:pt x="766" y="617"/>
                    <a:pt x="772" y="611"/>
                    <a:pt x="772" y="604"/>
                  </a:cubicBezTo>
                  <a:cubicBezTo>
                    <a:pt x="772" y="597"/>
                    <a:pt x="766" y="591"/>
                    <a:pt x="759" y="591"/>
                  </a:cubicBezTo>
                  <a:cubicBezTo>
                    <a:pt x="752" y="591"/>
                    <a:pt x="747" y="597"/>
                    <a:pt x="747" y="604"/>
                  </a:cubicBezTo>
                  <a:cubicBezTo>
                    <a:pt x="747" y="611"/>
                    <a:pt x="752" y="617"/>
                    <a:pt x="759" y="617"/>
                  </a:cubicBezTo>
                  <a:close/>
                  <a:moveTo>
                    <a:pt x="838" y="617"/>
                  </a:moveTo>
                  <a:cubicBezTo>
                    <a:pt x="845" y="617"/>
                    <a:pt x="851" y="611"/>
                    <a:pt x="851" y="604"/>
                  </a:cubicBezTo>
                  <a:cubicBezTo>
                    <a:pt x="851" y="597"/>
                    <a:pt x="845" y="591"/>
                    <a:pt x="838" y="591"/>
                  </a:cubicBezTo>
                  <a:cubicBezTo>
                    <a:pt x="831" y="591"/>
                    <a:pt x="825" y="597"/>
                    <a:pt x="825" y="604"/>
                  </a:cubicBezTo>
                  <a:cubicBezTo>
                    <a:pt x="825" y="611"/>
                    <a:pt x="831" y="617"/>
                    <a:pt x="838" y="617"/>
                  </a:cubicBezTo>
                  <a:close/>
                  <a:moveTo>
                    <a:pt x="878" y="617"/>
                  </a:moveTo>
                  <a:cubicBezTo>
                    <a:pt x="885" y="617"/>
                    <a:pt x="890" y="611"/>
                    <a:pt x="890" y="604"/>
                  </a:cubicBezTo>
                  <a:cubicBezTo>
                    <a:pt x="890" y="597"/>
                    <a:pt x="885" y="591"/>
                    <a:pt x="878" y="591"/>
                  </a:cubicBezTo>
                  <a:cubicBezTo>
                    <a:pt x="871" y="591"/>
                    <a:pt x="865" y="597"/>
                    <a:pt x="865" y="604"/>
                  </a:cubicBezTo>
                  <a:cubicBezTo>
                    <a:pt x="865" y="611"/>
                    <a:pt x="871" y="617"/>
                    <a:pt x="878" y="617"/>
                  </a:cubicBezTo>
                  <a:close/>
                  <a:moveTo>
                    <a:pt x="917" y="617"/>
                  </a:moveTo>
                  <a:cubicBezTo>
                    <a:pt x="924" y="617"/>
                    <a:pt x="930" y="611"/>
                    <a:pt x="930" y="604"/>
                  </a:cubicBezTo>
                  <a:cubicBezTo>
                    <a:pt x="930" y="597"/>
                    <a:pt x="924" y="591"/>
                    <a:pt x="917" y="591"/>
                  </a:cubicBezTo>
                  <a:cubicBezTo>
                    <a:pt x="910" y="591"/>
                    <a:pt x="904" y="597"/>
                    <a:pt x="904" y="604"/>
                  </a:cubicBezTo>
                  <a:cubicBezTo>
                    <a:pt x="904" y="611"/>
                    <a:pt x="910" y="617"/>
                    <a:pt x="917" y="617"/>
                  </a:cubicBezTo>
                  <a:close/>
                  <a:moveTo>
                    <a:pt x="956" y="617"/>
                  </a:moveTo>
                  <a:cubicBezTo>
                    <a:pt x="963" y="617"/>
                    <a:pt x="969" y="611"/>
                    <a:pt x="969" y="604"/>
                  </a:cubicBezTo>
                  <a:cubicBezTo>
                    <a:pt x="969" y="597"/>
                    <a:pt x="963" y="591"/>
                    <a:pt x="956" y="591"/>
                  </a:cubicBezTo>
                  <a:cubicBezTo>
                    <a:pt x="949" y="591"/>
                    <a:pt x="944" y="597"/>
                    <a:pt x="944" y="604"/>
                  </a:cubicBezTo>
                  <a:cubicBezTo>
                    <a:pt x="944" y="611"/>
                    <a:pt x="949" y="617"/>
                    <a:pt x="956" y="617"/>
                  </a:cubicBezTo>
                  <a:close/>
                  <a:moveTo>
                    <a:pt x="996" y="617"/>
                  </a:moveTo>
                  <a:cubicBezTo>
                    <a:pt x="1003" y="617"/>
                    <a:pt x="1009" y="611"/>
                    <a:pt x="1009" y="604"/>
                  </a:cubicBezTo>
                  <a:cubicBezTo>
                    <a:pt x="1009" y="597"/>
                    <a:pt x="1003" y="591"/>
                    <a:pt x="996" y="591"/>
                  </a:cubicBezTo>
                  <a:cubicBezTo>
                    <a:pt x="989" y="591"/>
                    <a:pt x="983" y="597"/>
                    <a:pt x="983" y="604"/>
                  </a:cubicBezTo>
                  <a:cubicBezTo>
                    <a:pt x="983" y="611"/>
                    <a:pt x="989" y="617"/>
                    <a:pt x="996" y="617"/>
                  </a:cubicBezTo>
                  <a:close/>
                  <a:moveTo>
                    <a:pt x="1035" y="595"/>
                  </a:moveTo>
                  <a:cubicBezTo>
                    <a:pt x="1030" y="595"/>
                    <a:pt x="1026" y="599"/>
                    <a:pt x="1026" y="604"/>
                  </a:cubicBezTo>
                  <a:cubicBezTo>
                    <a:pt x="1026" y="609"/>
                    <a:pt x="1030" y="613"/>
                    <a:pt x="1035" y="613"/>
                  </a:cubicBezTo>
                  <a:cubicBezTo>
                    <a:pt x="1040" y="613"/>
                    <a:pt x="1045" y="609"/>
                    <a:pt x="1045" y="604"/>
                  </a:cubicBezTo>
                  <a:cubicBezTo>
                    <a:pt x="1045" y="599"/>
                    <a:pt x="1040" y="595"/>
                    <a:pt x="1035" y="595"/>
                  </a:cubicBezTo>
                  <a:close/>
                  <a:moveTo>
                    <a:pt x="1101" y="604"/>
                  </a:moveTo>
                  <a:cubicBezTo>
                    <a:pt x="1101" y="611"/>
                    <a:pt x="1107" y="617"/>
                    <a:pt x="1114" y="617"/>
                  </a:cubicBezTo>
                  <a:cubicBezTo>
                    <a:pt x="1121" y="617"/>
                    <a:pt x="1127" y="611"/>
                    <a:pt x="1127" y="604"/>
                  </a:cubicBezTo>
                  <a:cubicBezTo>
                    <a:pt x="1127" y="597"/>
                    <a:pt x="1121" y="591"/>
                    <a:pt x="1114" y="591"/>
                  </a:cubicBezTo>
                  <a:cubicBezTo>
                    <a:pt x="1107" y="591"/>
                    <a:pt x="1101" y="597"/>
                    <a:pt x="1101" y="604"/>
                  </a:cubicBezTo>
                  <a:close/>
                  <a:moveTo>
                    <a:pt x="1144" y="604"/>
                  </a:moveTo>
                  <a:cubicBezTo>
                    <a:pt x="1144" y="609"/>
                    <a:pt x="1148" y="613"/>
                    <a:pt x="1154" y="613"/>
                  </a:cubicBezTo>
                  <a:cubicBezTo>
                    <a:pt x="1159" y="613"/>
                    <a:pt x="1163" y="609"/>
                    <a:pt x="1163" y="604"/>
                  </a:cubicBezTo>
                  <a:cubicBezTo>
                    <a:pt x="1163" y="599"/>
                    <a:pt x="1159" y="595"/>
                    <a:pt x="1154" y="595"/>
                  </a:cubicBezTo>
                  <a:cubicBezTo>
                    <a:pt x="1148" y="595"/>
                    <a:pt x="1144" y="599"/>
                    <a:pt x="1144" y="604"/>
                  </a:cubicBezTo>
                  <a:close/>
                  <a:moveTo>
                    <a:pt x="1666" y="591"/>
                  </a:moveTo>
                  <a:cubicBezTo>
                    <a:pt x="1659" y="591"/>
                    <a:pt x="1653" y="597"/>
                    <a:pt x="1653" y="604"/>
                  </a:cubicBezTo>
                  <a:cubicBezTo>
                    <a:pt x="1653" y="611"/>
                    <a:pt x="1659" y="617"/>
                    <a:pt x="1666" y="617"/>
                  </a:cubicBezTo>
                  <a:cubicBezTo>
                    <a:pt x="1673" y="617"/>
                    <a:pt x="1679" y="611"/>
                    <a:pt x="1679" y="604"/>
                  </a:cubicBezTo>
                  <a:cubicBezTo>
                    <a:pt x="1679" y="597"/>
                    <a:pt x="1673" y="591"/>
                    <a:pt x="1666" y="591"/>
                  </a:cubicBezTo>
                  <a:close/>
                  <a:moveTo>
                    <a:pt x="1705" y="617"/>
                  </a:moveTo>
                  <a:cubicBezTo>
                    <a:pt x="1712" y="617"/>
                    <a:pt x="1718" y="611"/>
                    <a:pt x="1718" y="604"/>
                  </a:cubicBezTo>
                  <a:cubicBezTo>
                    <a:pt x="1718" y="597"/>
                    <a:pt x="1712" y="591"/>
                    <a:pt x="1705" y="591"/>
                  </a:cubicBezTo>
                  <a:cubicBezTo>
                    <a:pt x="1698" y="591"/>
                    <a:pt x="1693" y="597"/>
                    <a:pt x="1693" y="604"/>
                  </a:cubicBezTo>
                  <a:cubicBezTo>
                    <a:pt x="1693" y="611"/>
                    <a:pt x="1698" y="617"/>
                    <a:pt x="1705" y="617"/>
                  </a:cubicBezTo>
                  <a:close/>
                  <a:moveTo>
                    <a:pt x="1745" y="617"/>
                  </a:moveTo>
                  <a:cubicBezTo>
                    <a:pt x="1752" y="617"/>
                    <a:pt x="1758" y="611"/>
                    <a:pt x="1758" y="604"/>
                  </a:cubicBezTo>
                  <a:cubicBezTo>
                    <a:pt x="1758" y="597"/>
                    <a:pt x="1752" y="591"/>
                    <a:pt x="1745" y="591"/>
                  </a:cubicBezTo>
                  <a:cubicBezTo>
                    <a:pt x="1738" y="591"/>
                    <a:pt x="1732" y="597"/>
                    <a:pt x="1732" y="604"/>
                  </a:cubicBezTo>
                  <a:cubicBezTo>
                    <a:pt x="1732" y="611"/>
                    <a:pt x="1738" y="617"/>
                    <a:pt x="1745" y="617"/>
                  </a:cubicBezTo>
                  <a:close/>
                  <a:moveTo>
                    <a:pt x="1784" y="617"/>
                  </a:moveTo>
                  <a:cubicBezTo>
                    <a:pt x="1791" y="617"/>
                    <a:pt x="1797" y="611"/>
                    <a:pt x="1797" y="604"/>
                  </a:cubicBezTo>
                  <a:cubicBezTo>
                    <a:pt x="1797" y="597"/>
                    <a:pt x="1791" y="591"/>
                    <a:pt x="1784" y="591"/>
                  </a:cubicBezTo>
                  <a:cubicBezTo>
                    <a:pt x="1777" y="591"/>
                    <a:pt x="1772" y="597"/>
                    <a:pt x="1772" y="604"/>
                  </a:cubicBezTo>
                  <a:cubicBezTo>
                    <a:pt x="1772" y="611"/>
                    <a:pt x="1777" y="617"/>
                    <a:pt x="1784" y="617"/>
                  </a:cubicBezTo>
                  <a:close/>
                  <a:moveTo>
                    <a:pt x="1824" y="617"/>
                  </a:moveTo>
                  <a:cubicBezTo>
                    <a:pt x="1831" y="617"/>
                    <a:pt x="1836" y="611"/>
                    <a:pt x="1836" y="604"/>
                  </a:cubicBezTo>
                  <a:cubicBezTo>
                    <a:pt x="1836" y="597"/>
                    <a:pt x="1831" y="591"/>
                    <a:pt x="1824" y="591"/>
                  </a:cubicBezTo>
                  <a:cubicBezTo>
                    <a:pt x="1817" y="591"/>
                    <a:pt x="1811" y="597"/>
                    <a:pt x="1811" y="604"/>
                  </a:cubicBezTo>
                  <a:cubicBezTo>
                    <a:pt x="1811" y="611"/>
                    <a:pt x="1817" y="617"/>
                    <a:pt x="1824" y="617"/>
                  </a:cubicBezTo>
                  <a:close/>
                  <a:moveTo>
                    <a:pt x="1863" y="617"/>
                  </a:moveTo>
                  <a:cubicBezTo>
                    <a:pt x="1870" y="617"/>
                    <a:pt x="1876" y="611"/>
                    <a:pt x="1876" y="604"/>
                  </a:cubicBezTo>
                  <a:cubicBezTo>
                    <a:pt x="1876" y="597"/>
                    <a:pt x="1870" y="591"/>
                    <a:pt x="1863" y="591"/>
                  </a:cubicBezTo>
                  <a:cubicBezTo>
                    <a:pt x="1856" y="591"/>
                    <a:pt x="1850" y="597"/>
                    <a:pt x="1850" y="604"/>
                  </a:cubicBezTo>
                  <a:cubicBezTo>
                    <a:pt x="1850" y="611"/>
                    <a:pt x="1856" y="617"/>
                    <a:pt x="1863" y="617"/>
                  </a:cubicBezTo>
                  <a:close/>
                  <a:moveTo>
                    <a:pt x="1903" y="617"/>
                  </a:moveTo>
                  <a:cubicBezTo>
                    <a:pt x="1910" y="617"/>
                    <a:pt x="1915" y="611"/>
                    <a:pt x="1915" y="604"/>
                  </a:cubicBezTo>
                  <a:cubicBezTo>
                    <a:pt x="1915" y="597"/>
                    <a:pt x="1910" y="591"/>
                    <a:pt x="1903" y="591"/>
                  </a:cubicBezTo>
                  <a:cubicBezTo>
                    <a:pt x="1896" y="591"/>
                    <a:pt x="1890" y="597"/>
                    <a:pt x="1890" y="604"/>
                  </a:cubicBezTo>
                  <a:cubicBezTo>
                    <a:pt x="1890" y="611"/>
                    <a:pt x="1896" y="617"/>
                    <a:pt x="1903" y="617"/>
                  </a:cubicBezTo>
                  <a:close/>
                  <a:moveTo>
                    <a:pt x="1942" y="617"/>
                  </a:moveTo>
                  <a:cubicBezTo>
                    <a:pt x="1949" y="617"/>
                    <a:pt x="1955" y="611"/>
                    <a:pt x="1955" y="604"/>
                  </a:cubicBezTo>
                  <a:cubicBezTo>
                    <a:pt x="1955" y="597"/>
                    <a:pt x="1949" y="591"/>
                    <a:pt x="1942" y="591"/>
                  </a:cubicBezTo>
                  <a:cubicBezTo>
                    <a:pt x="1935" y="591"/>
                    <a:pt x="1929" y="597"/>
                    <a:pt x="1929" y="604"/>
                  </a:cubicBezTo>
                  <a:cubicBezTo>
                    <a:pt x="1929" y="611"/>
                    <a:pt x="1935" y="617"/>
                    <a:pt x="1942" y="617"/>
                  </a:cubicBezTo>
                  <a:close/>
                  <a:moveTo>
                    <a:pt x="1981" y="617"/>
                  </a:moveTo>
                  <a:cubicBezTo>
                    <a:pt x="1988" y="617"/>
                    <a:pt x="1994" y="611"/>
                    <a:pt x="1994" y="604"/>
                  </a:cubicBezTo>
                  <a:cubicBezTo>
                    <a:pt x="1994" y="597"/>
                    <a:pt x="1988" y="591"/>
                    <a:pt x="1981" y="591"/>
                  </a:cubicBezTo>
                  <a:cubicBezTo>
                    <a:pt x="1974" y="591"/>
                    <a:pt x="1969" y="597"/>
                    <a:pt x="1969" y="604"/>
                  </a:cubicBezTo>
                  <a:cubicBezTo>
                    <a:pt x="1969" y="611"/>
                    <a:pt x="1974" y="617"/>
                    <a:pt x="1981" y="617"/>
                  </a:cubicBezTo>
                  <a:close/>
                  <a:moveTo>
                    <a:pt x="2021" y="617"/>
                  </a:moveTo>
                  <a:cubicBezTo>
                    <a:pt x="2028" y="617"/>
                    <a:pt x="2034" y="611"/>
                    <a:pt x="2034" y="604"/>
                  </a:cubicBezTo>
                  <a:cubicBezTo>
                    <a:pt x="2034" y="597"/>
                    <a:pt x="2028" y="591"/>
                    <a:pt x="2021" y="591"/>
                  </a:cubicBezTo>
                  <a:cubicBezTo>
                    <a:pt x="2014" y="591"/>
                    <a:pt x="2008" y="597"/>
                    <a:pt x="2008" y="604"/>
                  </a:cubicBezTo>
                  <a:cubicBezTo>
                    <a:pt x="2008" y="611"/>
                    <a:pt x="2014" y="617"/>
                    <a:pt x="2021" y="617"/>
                  </a:cubicBezTo>
                  <a:close/>
                  <a:moveTo>
                    <a:pt x="2060" y="617"/>
                  </a:moveTo>
                  <a:cubicBezTo>
                    <a:pt x="2067" y="617"/>
                    <a:pt x="2073" y="611"/>
                    <a:pt x="2073" y="604"/>
                  </a:cubicBezTo>
                  <a:cubicBezTo>
                    <a:pt x="2073" y="597"/>
                    <a:pt x="2067" y="591"/>
                    <a:pt x="2060" y="591"/>
                  </a:cubicBezTo>
                  <a:cubicBezTo>
                    <a:pt x="2053" y="591"/>
                    <a:pt x="2048" y="597"/>
                    <a:pt x="2048" y="604"/>
                  </a:cubicBezTo>
                  <a:cubicBezTo>
                    <a:pt x="2048" y="611"/>
                    <a:pt x="2053" y="617"/>
                    <a:pt x="2060" y="617"/>
                  </a:cubicBezTo>
                  <a:close/>
                  <a:moveTo>
                    <a:pt x="2100" y="617"/>
                  </a:moveTo>
                  <a:cubicBezTo>
                    <a:pt x="2107" y="617"/>
                    <a:pt x="2112" y="611"/>
                    <a:pt x="2112" y="604"/>
                  </a:cubicBezTo>
                  <a:cubicBezTo>
                    <a:pt x="2112" y="597"/>
                    <a:pt x="2107" y="591"/>
                    <a:pt x="2100" y="591"/>
                  </a:cubicBezTo>
                  <a:cubicBezTo>
                    <a:pt x="2093" y="591"/>
                    <a:pt x="2087" y="597"/>
                    <a:pt x="2087" y="604"/>
                  </a:cubicBezTo>
                  <a:cubicBezTo>
                    <a:pt x="2087" y="611"/>
                    <a:pt x="2093" y="617"/>
                    <a:pt x="2100" y="617"/>
                  </a:cubicBezTo>
                  <a:close/>
                  <a:moveTo>
                    <a:pt x="2139" y="617"/>
                  </a:moveTo>
                  <a:cubicBezTo>
                    <a:pt x="2146" y="617"/>
                    <a:pt x="2152" y="611"/>
                    <a:pt x="2152" y="604"/>
                  </a:cubicBezTo>
                  <a:cubicBezTo>
                    <a:pt x="2152" y="597"/>
                    <a:pt x="2146" y="591"/>
                    <a:pt x="2139" y="591"/>
                  </a:cubicBezTo>
                  <a:cubicBezTo>
                    <a:pt x="2132" y="591"/>
                    <a:pt x="2126" y="597"/>
                    <a:pt x="2126" y="604"/>
                  </a:cubicBezTo>
                  <a:cubicBezTo>
                    <a:pt x="2126" y="611"/>
                    <a:pt x="2132" y="617"/>
                    <a:pt x="2139" y="617"/>
                  </a:cubicBezTo>
                  <a:close/>
                  <a:moveTo>
                    <a:pt x="2179" y="617"/>
                  </a:moveTo>
                  <a:cubicBezTo>
                    <a:pt x="2186" y="617"/>
                    <a:pt x="2191" y="611"/>
                    <a:pt x="2191" y="604"/>
                  </a:cubicBezTo>
                  <a:cubicBezTo>
                    <a:pt x="2191" y="597"/>
                    <a:pt x="2186" y="591"/>
                    <a:pt x="2179" y="591"/>
                  </a:cubicBezTo>
                  <a:cubicBezTo>
                    <a:pt x="2171" y="591"/>
                    <a:pt x="2166" y="597"/>
                    <a:pt x="2166" y="604"/>
                  </a:cubicBezTo>
                  <a:cubicBezTo>
                    <a:pt x="2166" y="611"/>
                    <a:pt x="2171" y="617"/>
                    <a:pt x="2179" y="617"/>
                  </a:cubicBezTo>
                  <a:close/>
                  <a:moveTo>
                    <a:pt x="2218" y="617"/>
                  </a:moveTo>
                  <a:cubicBezTo>
                    <a:pt x="2225" y="617"/>
                    <a:pt x="2231" y="611"/>
                    <a:pt x="2231" y="604"/>
                  </a:cubicBezTo>
                  <a:cubicBezTo>
                    <a:pt x="2231" y="597"/>
                    <a:pt x="2225" y="591"/>
                    <a:pt x="2218" y="591"/>
                  </a:cubicBezTo>
                  <a:cubicBezTo>
                    <a:pt x="2211" y="591"/>
                    <a:pt x="2205" y="597"/>
                    <a:pt x="2205" y="604"/>
                  </a:cubicBezTo>
                  <a:cubicBezTo>
                    <a:pt x="2205" y="611"/>
                    <a:pt x="2211" y="617"/>
                    <a:pt x="2218" y="617"/>
                  </a:cubicBezTo>
                  <a:close/>
                  <a:moveTo>
                    <a:pt x="2257" y="617"/>
                  </a:moveTo>
                  <a:cubicBezTo>
                    <a:pt x="2264" y="617"/>
                    <a:pt x="2270" y="611"/>
                    <a:pt x="2270" y="604"/>
                  </a:cubicBezTo>
                  <a:cubicBezTo>
                    <a:pt x="2270" y="597"/>
                    <a:pt x="2264" y="591"/>
                    <a:pt x="2257" y="591"/>
                  </a:cubicBezTo>
                  <a:cubicBezTo>
                    <a:pt x="2250" y="591"/>
                    <a:pt x="2245" y="597"/>
                    <a:pt x="2245" y="604"/>
                  </a:cubicBezTo>
                  <a:cubicBezTo>
                    <a:pt x="2245" y="611"/>
                    <a:pt x="2250" y="617"/>
                    <a:pt x="2257" y="617"/>
                  </a:cubicBezTo>
                  <a:close/>
                  <a:moveTo>
                    <a:pt x="2297" y="617"/>
                  </a:moveTo>
                  <a:cubicBezTo>
                    <a:pt x="2304" y="617"/>
                    <a:pt x="2310" y="611"/>
                    <a:pt x="2310" y="604"/>
                  </a:cubicBezTo>
                  <a:cubicBezTo>
                    <a:pt x="2310" y="597"/>
                    <a:pt x="2304" y="591"/>
                    <a:pt x="2297" y="591"/>
                  </a:cubicBezTo>
                  <a:cubicBezTo>
                    <a:pt x="2290" y="591"/>
                    <a:pt x="2284" y="597"/>
                    <a:pt x="2284" y="604"/>
                  </a:cubicBezTo>
                  <a:cubicBezTo>
                    <a:pt x="2284" y="611"/>
                    <a:pt x="2290" y="617"/>
                    <a:pt x="2297" y="617"/>
                  </a:cubicBezTo>
                  <a:close/>
                  <a:moveTo>
                    <a:pt x="2336" y="617"/>
                  </a:moveTo>
                  <a:cubicBezTo>
                    <a:pt x="2343" y="617"/>
                    <a:pt x="2349" y="611"/>
                    <a:pt x="2349" y="604"/>
                  </a:cubicBezTo>
                  <a:cubicBezTo>
                    <a:pt x="2349" y="597"/>
                    <a:pt x="2343" y="591"/>
                    <a:pt x="2336" y="591"/>
                  </a:cubicBezTo>
                  <a:cubicBezTo>
                    <a:pt x="2329" y="591"/>
                    <a:pt x="2323" y="597"/>
                    <a:pt x="2323" y="604"/>
                  </a:cubicBezTo>
                  <a:cubicBezTo>
                    <a:pt x="2323" y="611"/>
                    <a:pt x="2329" y="617"/>
                    <a:pt x="2336" y="617"/>
                  </a:cubicBezTo>
                  <a:close/>
                  <a:moveTo>
                    <a:pt x="2376" y="617"/>
                  </a:moveTo>
                  <a:cubicBezTo>
                    <a:pt x="2383" y="617"/>
                    <a:pt x="2388" y="611"/>
                    <a:pt x="2388" y="604"/>
                  </a:cubicBezTo>
                  <a:cubicBezTo>
                    <a:pt x="2388" y="597"/>
                    <a:pt x="2383" y="591"/>
                    <a:pt x="2376" y="591"/>
                  </a:cubicBezTo>
                  <a:cubicBezTo>
                    <a:pt x="2369" y="591"/>
                    <a:pt x="2363" y="597"/>
                    <a:pt x="2363" y="604"/>
                  </a:cubicBezTo>
                  <a:cubicBezTo>
                    <a:pt x="2363" y="611"/>
                    <a:pt x="2369" y="617"/>
                    <a:pt x="2376" y="617"/>
                  </a:cubicBezTo>
                  <a:close/>
                  <a:moveTo>
                    <a:pt x="2415" y="617"/>
                  </a:moveTo>
                  <a:cubicBezTo>
                    <a:pt x="2422" y="617"/>
                    <a:pt x="2428" y="611"/>
                    <a:pt x="2428" y="604"/>
                  </a:cubicBezTo>
                  <a:cubicBezTo>
                    <a:pt x="2428" y="597"/>
                    <a:pt x="2422" y="591"/>
                    <a:pt x="2415" y="591"/>
                  </a:cubicBezTo>
                  <a:cubicBezTo>
                    <a:pt x="2408" y="591"/>
                    <a:pt x="2402" y="597"/>
                    <a:pt x="2402" y="604"/>
                  </a:cubicBezTo>
                  <a:cubicBezTo>
                    <a:pt x="2402" y="611"/>
                    <a:pt x="2408" y="617"/>
                    <a:pt x="2415" y="617"/>
                  </a:cubicBezTo>
                  <a:close/>
                  <a:moveTo>
                    <a:pt x="2455" y="617"/>
                  </a:moveTo>
                  <a:cubicBezTo>
                    <a:pt x="2462" y="617"/>
                    <a:pt x="2467" y="611"/>
                    <a:pt x="2467" y="604"/>
                  </a:cubicBezTo>
                  <a:cubicBezTo>
                    <a:pt x="2467" y="597"/>
                    <a:pt x="2462" y="591"/>
                    <a:pt x="2455" y="591"/>
                  </a:cubicBezTo>
                  <a:cubicBezTo>
                    <a:pt x="2447" y="591"/>
                    <a:pt x="2442" y="597"/>
                    <a:pt x="2442" y="604"/>
                  </a:cubicBezTo>
                  <a:cubicBezTo>
                    <a:pt x="2442" y="611"/>
                    <a:pt x="2447" y="617"/>
                    <a:pt x="2455" y="617"/>
                  </a:cubicBezTo>
                  <a:close/>
                  <a:moveTo>
                    <a:pt x="2494" y="617"/>
                  </a:moveTo>
                  <a:cubicBezTo>
                    <a:pt x="2501" y="617"/>
                    <a:pt x="2507" y="611"/>
                    <a:pt x="2507" y="604"/>
                  </a:cubicBezTo>
                  <a:cubicBezTo>
                    <a:pt x="2507" y="597"/>
                    <a:pt x="2501" y="591"/>
                    <a:pt x="2494" y="591"/>
                  </a:cubicBezTo>
                  <a:cubicBezTo>
                    <a:pt x="2487" y="591"/>
                    <a:pt x="2481" y="597"/>
                    <a:pt x="2481" y="604"/>
                  </a:cubicBezTo>
                  <a:cubicBezTo>
                    <a:pt x="2481" y="611"/>
                    <a:pt x="2487" y="617"/>
                    <a:pt x="2494" y="617"/>
                  </a:cubicBezTo>
                  <a:close/>
                  <a:moveTo>
                    <a:pt x="2533" y="617"/>
                  </a:moveTo>
                  <a:cubicBezTo>
                    <a:pt x="2540" y="617"/>
                    <a:pt x="2546" y="611"/>
                    <a:pt x="2546" y="604"/>
                  </a:cubicBezTo>
                  <a:cubicBezTo>
                    <a:pt x="2546" y="597"/>
                    <a:pt x="2540" y="591"/>
                    <a:pt x="2533" y="591"/>
                  </a:cubicBezTo>
                  <a:cubicBezTo>
                    <a:pt x="2526" y="591"/>
                    <a:pt x="2521" y="597"/>
                    <a:pt x="2521" y="604"/>
                  </a:cubicBezTo>
                  <a:cubicBezTo>
                    <a:pt x="2521" y="611"/>
                    <a:pt x="2526" y="617"/>
                    <a:pt x="2533" y="617"/>
                  </a:cubicBezTo>
                  <a:close/>
                  <a:moveTo>
                    <a:pt x="2573" y="617"/>
                  </a:moveTo>
                  <a:cubicBezTo>
                    <a:pt x="2580" y="617"/>
                    <a:pt x="2586" y="611"/>
                    <a:pt x="2586" y="604"/>
                  </a:cubicBezTo>
                  <a:cubicBezTo>
                    <a:pt x="2586" y="597"/>
                    <a:pt x="2580" y="591"/>
                    <a:pt x="2573" y="591"/>
                  </a:cubicBezTo>
                  <a:cubicBezTo>
                    <a:pt x="2566" y="591"/>
                    <a:pt x="2560" y="597"/>
                    <a:pt x="2560" y="604"/>
                  </a:cubicBezTo>
                  <a:cubicBezTo>
                    <a:pt x="2560" y="611"/>
                    <a:pt x="2566" y="617"/>
                    <a:pt x="2573" y="617"/>
                  </a:cubicBezTo>
                  <a:close/>
                  <a:moveTo>
                    <a:pt x="2612" y="617"/>
                  </a:moveTo>
                  <a:cubicBezTo>
                    <a:pt x="2619" y="617"/>
                    <a:pt x="2625" y="611"/>
                    <a:pt x="2625" y="604"/>
                  </a:cubicBezTo>
                  <a:cubicBezTo>
                    <a:pt x="2625" y="597"/>
                    <a:pt x="2619" y="591"/>
                    <a:pt x="2612" y="591"/>
                  </a:cubicBezTo>
                  <a:cubicBezTo>
                    <a:pt x="2605" y="591"/>
                    <a:pt x="2599" y="597"/>
                    <a:pt x="2599" y="604"/>
                  </a:cubicBezTo>
                  <a:cubicBezTo>
                    <a:pt x="2599" y="611"/>
                    <a:pt x="2605" y="617"/>
                    <a:pt x="2612" y="617"/>
                  </a:cubicBezTo>
                  <a:close/>
                  <a:moveTo>
                    <a:pt x="2652" y="617"/>
                  </a:moveTo>
                  <a:cubicBezTo>
                    <a:pt x="2659" y="617"/>
                    <a:pt x="2664" y="611"/>
                    <a:pt x="2664" y="604"/>
                  </a:cubicBezTo>
                  <a:cubicBezTo>
                    <a:pt x="2664" y="597"/>
                    <a:pt x="2659" y="591"/>
                    <a:pt x="2652" y="591"/>
                  </a:cubicBezTo>
                  <a:cubicBezTo>
                    <a:pt x="2645" y="591"/>
                    <a:pt x="2639" y="597"/>
                    <a:pt x="2639" y="604"/>
                  </a:cubicBezTo>
                  <a:cubicBezTo>
                    <a:pt x="2639" y="611"/>
                    <a:pt x="2645" y="617"/>
                    <a:pt x="2652" y="617"/>
                  </a:cubicBezTo>
                  <a:close/>
                  <a:moveTo>
                    <a:pt x="2691" y="617"/>
                  </a:moveTo>
                  <a:cubicBezTo>
                    <a:pt x="2698" y="617"/>
                    <a:pt x="2704" y="611"/>
                    <a:pt x="2704" y="604"/>
                  </a:cubicBezTo>
                  <a:cubicBezTo>
                    <a:pt x="2704" y="597"/>
                    <a:pt x="2698" y="591"/>
                    <a:pt x="2691" y="591"/>
                  </a:cubicBezTo>
                  <a:cubicBezTo>
                    <a:pt x="2684" y="591"/>
                    <a:pt x="2678" y="597"/>
                    <a:pt x="2678" y="604"/>
                  </a:cubicBezTo>
                  <a:cubicBezTo>
                    <a:pt x="2678" y="611"/>
                    <a:pt x="2684" y="617"/>
                    <a:pt x="2691" y="617"/>
                  </a:cubicBezTo>
                  <a:close/>
                  <a:moveTo>
                    <a:pt x="2730" y="617"/>
                  </a:moveTo>
                  <a:cubicBezTo>
                    <a:pt x="2738" y="617"/>
                    <a:pt x="2743" y="611"/>
                    <a:pt x="2743" y="604"/>
                  </a:cubicBezTo>
                  <a:cubicBezTo>
                    <a:pt x="2743" y="597"/>
                    <a:pt x="2738" y="591"/>
                    <a:pt x="2730" y="591"/>
                  </a:cubicBezTo>
                  <a:cubicBezTo>
                    <a:pt x="2723" y="591"/>
                    <a:pt x="2718" y="597"/>
                    <a:pt x="2718" y="604"/>
                  </a:cubicBezTo>
                  <a:cubicBezTo>
                    <a:pt x="2718" y="611"/>
                    <a:pt x="2723" y="617"/>
                    <a:pt x="2730" y="617"/>
                  </a:cubicBezTo>
                  <a:close/>
                  <a:moveTo>
                    <a:pt x="2770" y="617"/>
                  </a:moveTo>
                  <a:cubicBezTo>
                    <a:pt x="2777" y="617"/>
                    <a:pt x="2783" y="611"/>
                    <a:pt x="2783" y="604"/>
                  </a:cubicBezTo>
                  <a:cubicBezTo>
                    <a:pt x="2783" y="597"/>
                    <a:pt x="2777" y="591"/>
                    <a:pt x="2770" y="591"/>
                  </a:cubicBezTo>
                  <a:cubicBezTo>
                    <a:pt x="2763" y="591"/>
                    <a:pt x="2757" y="597"/>
                    <a:pt x="2757" y="604"/>
                  </a:cubicBezTo>
                  <a:cubicBezTo>
                    <a:pt x="2757" y="611"/>
                    <a:pt x="2763" y="617"/>
                    <a:pt x="2770" y="617"/>
                  </a:cubicBezTo>
                  <a:close/>
                  <a:moveTo>
                    <a:pt x="2809" y="617"/>
                  </a:moveTo>
                  <a:cubicBezTo>
                    <a:pt x="2816" y="617"/>
                    <a:pt x="2822" y="611"/>
                    <a:pt x="2822" y="604"/>
                  </a:cubicBezTo>
                  <a:cubicBezTo>
                    <a:pt x="2822" y="597"/>
                    <a:pt x="2816" y="591"/>
                    <a:pt x="2809" y="591"/>
                  </a:cubicBezTo>
                  <a:cubicBezTo>
                    <a:pt x="2802" y="591"/>
                    <a:pt x="2797" y="597"/>
                    <a:pt x="2797" y="604"/>
                  </a:cubicBezTo>
                  <a:cubicBezTo>
                    <a:pt x="2797" y="611"/>
                    <a:pt x="2802" y="617"/>
                    <a:pt x="2809" y="617"/>
                  </a:cubicBezTo>
                  <a:close/>
                  <a:moveTo>
                    <a:pt x="2849" y="617"/>
                  </a:moveTo>
                  <a:cubicBezTo>
                    <a:pt x="2856" y="617"/>
                    <a:pt x="2861" y="611"/>
                    <a:pt x="2861" y="604"/>
                  </a:cubicBezTo>
                  <a:cubicBezTo>
                    <a:pt x="2861" y="597"/>
                    <a:pt x="2856" y="591"/>
                    <a:pt x="2849" y="591"/>
                  </a:cubicBezTo>
                  <a:cubicBezTo>
                    <a:pt x="2842" y="591"/>
                    <a:pt x="2836" y="597"/>
                    <a:pt x="2836" y="604"/>
                  </a:cubicBezTo>
                  <a:cubicBezTo>
                    <a:pt x="2836" y="611"/>
                    <a:pt x="2842" y="617"/>
                    <a:pt x="2849" y="617"/>
                  </a:cubicBezTo>
                  <a:close/>
                  <a:moveTo>
                    <a:pt x="2888" y="617"/>
                  </a:moveTo>
                  <a:cubicBezTo>
                    <a:pt x="2895" y="617"/>
                    <a:pt x="2901" y="611"/>
                    <a:pt x="2901" y="604"/>
                  </a:cubicBezTo>
                  <a:cubicBezTo>
                    <a:pt x="2901" y="597"/>
                    <a:pt x="2895" y="591"/>
                    <a:pt x="2888" y="591"/>
                  </a:cubicBezTo>
                  <a:cubicBezTo>
                    <a:pt x="2881" y="591"/>
                    <a:pt x="2875" y="597"/>
                    <a:pt x="2875" y="604"/>
                  </a:cubicBezTo>
                  <a:cubicBezTo>
                    <a:pt x="2875" y="611"/>
                    <a:pt x="2881" y="617"/>
                    <a:pt x="2888" y="617"/>
                  </a:cubicBezTo>
                  <a:close/>
                  <a:moveTo>
                    <a:pt x="2928" y="617"/>
                  </a:moveTo>
                  <a:cubicBezTo>
                    <a:pt x="2935" y="617"/>
                    <a:pt x="2940" y="611"/>
                    <a:pt x="2940" y="604"/>
                  </a:cubicBezTo>
                  <a:cubicBezTo>
                    <a:pt x="2940" y="597"/>
                    <a:pt x="2935" y="591"/>
                    <a:pt x="2928" y="591"/>
                  </a:cubicBezTo>
                  <a:cubicBezTo>
                    <a:pt x="2921" y="591"/>
                    <a:pt x="2915" y="597"/>
                    <a:pt x="2915" y="604"/>
                  </a:cubicBezTo>
                  <a:cubicBezTo>
                    <a:pt x="2915" y="611"/>
                    <a:pt x="2921" y="617"/>
                    <a:pt x="2928" y="617"/>
                  </a:cubicBezTo>
                  <a:close/>
                  <a:moveTo>
                    <a:pt x="2967" y="617"/>
                  </a:moveTo>
                  <a:cubicBezTo>
                    <a:pt x="2974" y="617"/>
                    <a:pt x="2980" y="611"/>
                    <a:pt x="2980" y="604"/>
                  </a:cubicBezTo>
                  <a:cubicBezTo>
                    <a:pt x="2980" y="597"/>
                    <a:pt x="2974" y="591"/>
                    <a:pt x="2967" y="591"/>
                  </a:cubicBezTo>
                  <a:cubicBezTo>
                    <a:pt x="2960" y="591"/>
                    <a:pt x="2954" y="597"/>
                    <a:pt x="2954" y="604"/>
                  </a:cubicBezTo>
                  <a:cubicBezTo>
                    <a:pt x="2954" y="611"/>
                    <a:pt x="2960" y="617"/>
                    <a:pt x="2967" y="617"/>
                  </a:cubicBezTo>
                  <a:close/>
                  <a:moveTo>
                    <a:pt x="3006" y="617"/>
                  </a:moveTo>
                  <a:cubicBezTo>
                    <a:pt x="3013" y="617"/>
                    <a:pt x="3019" y="611"/>
                    <a:pt x="3019" y="604"/>
                  </a:cubicBezTo>
                  <a:cubicBezTo>
                    <a:pt x="3019" y="597"/>
                    <a:pt x="3013" y="591"/>
                    <a:pt x="3006" y="591"/>
                  </a:cubicBezTo>
                  <a:cubicBezTo>
                    <a:pt x="2999" y="591"/>
                    <a:pt x="2994" y="597"/>
                    <a:pt x="2994" y="604"/>
                  </a:cubicBezTo>
                  <a:cubicBezTo>
                    <a:pt x="2994" y="611"/>
                    <a:pt x="2999" y="617"/>
                    <a:pt x="3006" y="617"/>
                  </a:cubicBezTo>
                  <a:close/>
                  <a:moveTo>
                    <a:pt x="3046" y="617"/>
                  </a:moveTo>
                  <a:cubicBezTo>
                    <a:pt x="3053" y="617"/>
                    <a:pt x="3059" y="611"/>
                    <a:pt x="3059" y="604"/>
                  </a:cubicBezTo>
                  <a:cubicBezTo>
                    <a:pt x="3059" y="597"/>
                    <a:pt x="3053" y="591"/>
                    <a:pt x="3046" y="591"/>
                  </a:cubicBezTo>
                  <a:cubicBezTo>
                    <a:pt x="3039" y="591"/>
                    <a:pt x="3033" y="597"/>
                    <a:pt x="3033" y="604"/>
                  </a:cubicBezTo>
                  <a:cubicBezTo>
                    <a:pt x="3033" y="611"/>
                    <a:pt x="3039" y="617"/>
                    <a:pt x="3046" y="617"/>
                  </a:cubicBezTo>
                  <a:close/>
                  <a:moveTo>
                    <a:pt x="3085" y="617"/>
                  </a:moveTo>
                  <a:cubicBezTo>
                    <a:pt x="3092" y="617"/>
                    <a:pt x="3098" y="611"/>
                    <a:pt x="3098" y="604"/>
                  </a:cubicBezTo>
                  <a:cubicBezTo>
                    <a:pt x="3098" y="597"/>
                    <a:pt x="3092" y="591"/>
                    <a:pt x="3085" y="591"/>
                  </a:cubicBezTo>
                  <a:cubicBezTo>
                    <a:pt x="3078" y="591"/>
                    <a:pt x="3073" y="597"/>
                    <a:pt x="3073" y="604"/>
                  </a:cubicBezTo>
                  <a:cubicBezTo>
                    <a:pt x="3073" y="611"/>
                    <a:pt x="3078" y="617"/>
                    <a:pt x="3085" y="617"/>
                  </a:cubicBezTo>
                  <a:close/>
                  <a:moveTo>
                    <a:pt x="444" y="656"/>
                  </a:moveTo>
                  <a:cubicBezTo>
                    <a:pt x="451" y="656"/>
                    <a:pt x="457" y="651"/>
                    <a:pt x="457" y="643"/>
                  </a:cubicBezTo>
                  <a:cubicBezTo>
                    <a:pt x="457" y="636"/>
                    <a:pt x="451" y="631"/>
                    <a:pt x="444" y="631"/>
                  </a:cubicBezTo>
                  <a:cubicBezTo>
                    <a:pt x="437" y="631"/>
                    <a:pt x="431" y="636"/>
                    <a:pt x="431" y="643"/>
                  </a:cubicBezTo>
                  <a:cubicBezTo>
                    <a:pt x="431" y="651"/>
                    <a:pt x="437" y="656"/>
                    <a:pt x="444" y="656"/>
                  </a:cubicBezTo>
                  <a:close/>
                  <a:moveTo>
                    <a:pt x="483" y="656"/>
                  </a:moveTo>
                  <a:cubicBezTo>
                    <a:pt x="490" y="656"/>
                    <a:pt x="496" y="651"/>
                    <a:pt x="496" y="643"/>
                  </a:cubicBezTo>
                  <a:cubicBezTo>
                    <a:pt x="496" y="636"/>
                    <a:pt x="490" y="631"/>
                    <a:pt x="483" y="631"/>
                  </a:cubicBezTo>
                  <a:cubicBezTo>
                    <a:pt x="476" y="631"/>
                    <a:pt x="471" y="636"/>
                    <a:pt x="471" y="643"/>
                  </a:cubicBezTo>
                  <a:cubicBezTo>
                    <a:pt x="471" y="651"/>
                    <a:pt x="476" y="656"/>
                    <a:pt x="483" y="656"/>
                  </a:cubicBezTo>
                  <a:close/>
                  <a:moveTo>
                    <a:pt x="523" y="656"/>
                  </a:moveTo>
                  <a:cubicBezTo>
                    <a:pt x="530" y="656"/>
                    <a:pt x="535" y="651"/>
                    <a:pt x="535" y="643"/>
                  </a:cubicBezTo>
                  <a:cubicBezTo>
                    <a:pt x="535" y="636"/>
                    <a:pt x="530" y="631"/>
                    <a:pt x="523" y="631"/>
                  </a:cubicBezTo>
                  <a:cubicBezTo>
                    <a:pt x="516" y="631"/>
                    <a:pt x="510" y="636"/>
                    <a:pt x="510" y="643"/>
                  </a:cubicBezTo>
                  <a:cubicBezTo>
                    <a:pt x="510" y="651"/>
                    <a:pt x="516" y="656"/>
                    <a:pt x="523" y="656"/>
                  </a:cubicBezTo>
                  <a:close/>
                  <a:moveTo>
                    <a:pt x="562" y="656"/>
                  </a:moveTo>
                  <a:cubicBezTo>
                    <a:pt x="569" y="656"/>
                    <a:pt x="575" y="651"/>
                    <a:pt x="575" y="643"/>
                  </a:cubicBezTo>
                  <a:cubicBezTo>
                    <a:pt x="575" y="636"/>
                    <a:pt x="569" y="631"/>
                    <a:pt x="562" y="631"/>
                  </a:cubicBezTo>
                  <a:cubicBezTo>
                    <a:pt x="555" y="631"/>
                    <a:pt x="549" y="636"/>
                    <a:pt x="549" y="643"/>
                  </a:cubicBezTo>
                  <a:cubicBezTo>
                    <a:pt x="549" y="651"/>
                    <a:pt x="555" y="656"/>
                    <a:pt x="562" y="656"/>
                  </a:cubicBezTo>
                  <a:close/>
                  <a:moveTo>
                    <a:pt x="602" y="656"/>
                  </a:moveTo>
                  <a:cubicBezTo>
                    <a:pt x="609" y="656"/>
                    <a:pt x="614" y="651"/>
                    <a:pt x="614" y="643"/>
                  </a:cubicBezTo>
                  <a:cubicBezTo>
                    <a:pt x="614" y="636"/>
                    <a:pt x="609" y="631"/>
                    <a:pt x="602" y="631"/>
                  </a:cubicBezTo>
                  <a:cubicBezTo>
                    <a:pt x="595" y="631"/>
                    <a:pt x="589" y="636"/>
                    <a:pt x="589" y="643"/>
                  </a:cubicBezTo>
                  <a:cubicBezTo>
                    <a:pt x="589" y="651"/>
                    <a:pt x="595" y="656"/>
                    <a:pt x="602" y="656"/>
                  </a:cubicBezTo>
                  <a:close/>
                  <a:moveTo>
                    <a:pt x="641" y="656"/>
                  </a:moveTo>
                  <a:cubicBezTo>
                    <a:pt x="648" y="656"/>
                    <a:pt x="654" y="651"/>
                    <a:pt x="654" y="643"/>
                  </a:cubicBezTo>
                  <a:cubicBezTo>
                    <a:pt x="654" y="636"/>
                    <a:pt x="648" y="631"/>
                    <a:pt x="641" y="631"/>
                  </a:cubicBezTo>
                  <a:cubicBezTo>
                    <a:pt x="634" y="631"/>
                    <a:pt x="628" y="636"/>
                    <a:pt x="628" y="643"/>
                  </a:cubicBezTo>
                  <a:cubicBezTo>
                    <a:pt x="628" y="651"/>
                    <a:pt x="634" y="656"/>
                    <a:pt x="641" y="656"/>
                  </a:cubicBezTo>
                  <a:close/>
                  <a:moveTo>
                    <a:pt x="680" y="656"/>
                  </a:moveTo>
                  <a:cubicBezTo>
                    <a:pt x="687" y="656"/>
                    <a:pt x="693" y="651"/>
                    <a:pt x="693" y="643"/>
                  </a:cubicBezTo>
                  <a:cubicBezTo>
                    <a:pt x="693" y="636"/>
                    <a:pt x="687" y="631"/>
                    <a:pt x="680" y="631"/>
                  </a:cubicBezTo>
                  <a:cubicBezTo>
                    <a:pt x="673" y="631"/>
                    <a:pt x="668" y="636"/>
                    <a:pt x="668" y="643"/>
                  </a:cubicBezTo>
                  <a:cubicBezTo>
                    <a:pt x="668" y="651"/>
                    <a:pt x="673" y="656"/>
                    <a:pt x="680" y="656"/>
                  </a:cubicBezTo>
                  <a:close/>
                  <a:moveTo>
                    <a:pt x="720" y="656"/>
                  </a:moveTo>
                  <a:cubicBezTo>
                    <a:pt x="727" y="656"/>
                    <a:pt x="733" y="651"/>
                    <a:pt x="733" y="643"/>
                  </a:cubicBezTo>
                  <a:cubicBezTo>
                    <a:pt x="733" y="636"/>
                    <a:pt x="727" y="631"/>
                    <a:pt x="720" y="631"/>
                  </a:cubicBezTo>
                  <a:cubicBezTo>
                    <a:pt x="713" y="631"/>
                    <a:pt x="707" y="636"/>
                    <a:pt x="707" y="643"/>
                  </a:cubicBezTo>
                  <a:cubicBezTo>
                    <a:pt x="707" y="651"/>
                    <a:pt x="713" y="656"/>
                    <a:pt x="720" y="656"/>
                  </a:cubicBezTo>
                  <a:close/>
                  <a:moveTo>
                    <a:pt x="759" y="656"/>
                  </a:moveTo>
                  <a:cubicBezTo>
                    <a:pt x="766" y="656"/>
                    <a:pt x="772" y="651"/>
                    <a:pt x="772" y="643"/>
                  </a:cubicBezTo>
                  <a:cubicBezTo>
                    <a:pt x="772" y="636"/>
                    <a:pt x="766" y="631"/>
                    <a:pt x="759" y="631"/>
                  </a:cubicBezTo>
                  <a:cubicBezTo>
                    <a:pt x="752" y="631"/>
                    <a:pt x="747" y="636"/>
                    <a:pt x="747" y="643"/>
                  </a:cubicBezTo>
                  <a:cubicBezTo>
                    <a:pt x="747" y="651"/>
                    <a:pt x="752" y="656"/>
                    <a:pt x="759" y="656"/>
                  </a:cubicBezTo>
                  <a:close/>
                  <a:moveTo>
                    <a:pt x="799" y="656"/>
                  </a:moveTo>
                  <a:cubicBezTo>
                    <a:pt x="806" y="656"/>
                    <a:pt x="811" y="651"/>
                    <a:pt x="811" y="643"/>
                  </a:cubicBezTo>
                  <a:cubicBezTo>
                    <a:pt x="811" y="636"/>
                    <a:pt x="806" y="631"/>
                    <a:pt x="799" y="631"/>
                  </a:cubicBezTo>
                  <a:cubicBezTo>
                    <a:pt x="792" y="631"/>
                    <a:pt x="786" y="636"/>
                    <a:pt x="786" y="643"/>
                  </a:cubicBezTo>
                  <a:cubicBezTo>
                    <a:pt x="786" y="651"/>
                    <a:pt x="792" y="656"/>
                    <a:pt x="799" y="656"/>
                  </a:cubicBezTo>
                  <a:close/>
                  <a:moveTo>
                    <a:pt x="838" y="656"/>
                  </a:moveTo>
                  <a:cubicBezTo>
                    <a:pt x="845" y="656"/>
                    <a:pt x="851" y="651"/>
                    <a:pt x="851" y="643"/>
                  </a:cubicBezTo>
                  <a:cubicBezTo>
                    <a:pt x="851" y="636"/>
                    <a:pt x="845" y="631"/>
                    <a:pt x="838" y="631"/>
                  </a:cubicBezTo>
                  <a:cubicBezTo>
                    <a:pt x="831" y="631"/>
                    <a:pt x="825" y="636"/>
                    <a:pt x="825" y="643"/>
                  </a:cubicBezTo>
                  <a:cubicBezTo>
                    <a:pt x="825" y="651"/>
                    <a:pt x="831" y="656"/>
                    <a:pt x="838" y="656"/>
                  </a:cubicBezTo>
                  <a:close/>
                  <a:moveTo>
                    <a:pt x="917" y="656"/>
                  </a:moveTo>
                  <a:cubicBezTo>
                    <a:pt x="924" y="656"/>
                    <a:pt x="930" y="651"/>
                    <a:pt x="930" y="643"/>
                  </a:cubicBezTo>
                  <a:cubicBezTo>
                    <a:pt x="930" y="636"/>
                    <a:pt x="924" y="631"/>
                    <a:pt x="917" y="631"/>
                  </a:cubicBezTo>
                  <a:cubicBezTo>
                    <a:pt x="910" y="631"/>
                    <a:pt x="904" y="636"/>
                    <a:pt x="904" y="643"/>
                  </a:cubicBezTo>
                  <a:cubicBezTo>
                    <a:pt x="904" y="651"/>
                    <a:pt x="910" y="656"/>
                    <a:pt x="917" y="656"/>
                  </a:cubicBezTo>
                  <a:close/>
                  <a:moveTo>
                    <a:pt x="956" y="656"/>
                  </a:moveTo>
                  <a:cubicBezTo>
                    <a:pt x="963" y="656"/>
                    <a:pt x="969" y="651"/>
                    <a:pt x="969" y="643"/>
                  </a:cubicBezTo>
                  <a:cubicBezTo>
                    <a:pt x="969" y="636"/>
                    <a:pt x="963" y="631"/>
                    <a:pt x="956" y="631"/>
                  </a:cubicBezTo>
                  <a:cubicBezTo>
                    <a:pt x="949" y="631"/>
                    <a:pt x="944" y="636"/>
                    <a:pt x="944" y="643"/>
                  </a:cubicBezTo>
                  <a:cubicBezTo>
                    <a:pt x="944" y="651"/>
                    <a:pt x="949" y="656"/>
                    <a:pt x="956" y="656"/>
                  </a:cubicBezTo>
                  <a:close/>
                  <a:moveTo>
                    <a:pt x="996" y="656"/>
                  </a:moveTo>
                  <a:cubicBezTo>
                    <a:pt x="1003" y="656"/>
                    <a:pt x="1009" y="651"/>
                    <a:pt x="1009" y="643"/>
                  </a:cubicBezTo>
                  <a:cubicBezTo>
                    <a:pt x="1009" y="636"/>
                    <a:pt x="1003" y="631"/>
                    <a:pt x="996" y="631"/>
                  </a:cubicBezTo>
                  <a:cubicBezTo>
                    <a:pt x="989" y="631"/>
                    <a:pt x="983" y="636"/>
                    <a:pt x="983" y="643"/>
                  </a:cubicBezTo>
                  <a:cubicBezTo>
                    <a:pt x="983" y="651"/>
                    <a:pt x="989" y="656"/>
                    <a:pt x="996" y="656"/>
                  </a:cubicBezTo>
                  <a:close/>
                  <a:moveTo>
                    <a:pt x="1035" y="656"/>
                  </a:moveTo>
                  <a:cubicBezTo>
                    <a:pt x="1042" y="656"/>
                    <a:pt x="1048" y="651"/>
                    <a:pt x="1048" y="643"/>
                  </a:cubicBezTo>
                  <a:cubicBezTo>
                    <a:pt x="1048" y="636"/>
                    <a:pt x="1042" y="631"/>
                    <a:pt x="1035" y="631"/>
                  </a:cubicBezTo>
                  <a:cubicBezTo>
                    <a:pt x="1028" y="631"/>
                    <a:pt x="1022" y="636"/>
                    <a:pt x="1022" y="643"/>
                  </a:cubicBezTo>
                  <a:cubicBezTo>
                    <a:pt x="1022" y="651"/>
                    <a:pt x="1028" y="656"/>
                    <a:pt x="1035" y="656"/>
                  </a:cubicBezTo>
                  <a:close/>
                  <a:moveTo>
                    <a:pt x="1705" y="656"/>
                  </a:moveTo>
                  <a:cubicBezTo>
                    <a:pt x="1712" y="656"/>
                    <a:pt x="1718" y="651"/>
                    <a:pt x="1718" y="643"/>
                  </a:cubicBezTo>
                  <a:cubicBezTo>
                    <a:pt x="1718" y="636"/>
                    <a:pt x="1712" y="631"/>
                    <a:pt x="1705" y="631"/>
                  </a:cubicBezTo>
                  <a:cubicBezTo>
                    <a:pt x="1698" y="631"/>
                    <a:pt x="1693" y="636"/>
                    <a:pt x="1693" y="643"/>
                  </a:cubicBezTo>
                  <a:cubicBezTo>
                    <a:pt x="1693" y="651"/>
                    <a:pt x="1698" y="656"/>
                    <a:pt x="1705" y="656"/>
                  </a:cubicBezTo>
                  <a:close/>
                  <a:moveTo>
                    <a:pt x="1745" y="656"/>
                  </a:moveTo>
                  <a:cubicBezTo>
                    <a:pt x="1752" y="656"/>
                    <a:pt x="1758" y="651"/>
                    <a:pt x="1758" y="643"/>
                  </a:cubicBezTo>
                  <a:cubicBezTo>
                    <a:pt x="1758" y="636"/>
                    <a:pt x="1752" y="631"/>
                    <a:pt x="1745" y="631"/>
                  </a:cubicBezTo>
                  <a:cubicBezTo>
                    <a:pt x="1738" y="631"/>
                    <a:pt x="1732" y="636"/>
                    <a:pt x="1732" y="643"/>
                  </a:cubicBezTo>
                  <a:cubicBezTo>
                    <a:pt x="1732" y="651"/>
                    <a:pt x="1738" y="656"/>
                    <a:pt x="1745" y="656"/>
                  </a:cubicBezTo>
                  <a:close/>
                  <a:moveTo>
                    <a:pt x="1784" y="656"/>
                  </a:moveTo>
                  <a:cubicBezTo>
                    <a:pt x="1791" y="656"/>
                    <a:pt x="1797" y="651"/>
                    <a:pt x="1797" y="643"/>
                  </a:cubicBezTo>
                  <a:cubicBezTo>
                    <a:pt x="1797" y="636"/>
                    <a:pt x="1791" y="631"/>
                    <a:pt x="1784" y="631"/>
                  </a:cubicBezTo>
                  <a:cubicBezTo>
                    <a:pt x="1777" y="631"/>
                    <a:pt x="1772" y="636"/>
                    <a:pt x="1772" y="643"/>
                  </a:cubicBezTo>
                  <a:cubicBezTo>
                    <a:pt x="1772" y="651"/>
                    <a:pt x="1777" y="656"/>
                    <a:pt x="1784" y="656"/>
                  </a:cubicBezTo>
                  <a:close/>
                  <a:moveTo>
                    <a:pt x="1863" y="656"/>
                  </a:moveTo>
                  <a:cubicBezTo>
                    <a:pt x="1870" y="656"/>
                    <a:pt x="1876" y="651"/>
                    <a:pt x="1876" y="643"/>
                  </a:cubicBezTo>
                  <a:cubicBezTo>
                    <a:pt x="1876" y="636"/>
                    <a:pt x="1870" y="631"/>
                    <a:pt x="1863" y="631"/>
                  </a:cubicBezTo>
                  <a:cubicBezTo>
                    <a:pt x="1856" y="631"/>
                    <a:pt x="1850" y="636"/>
                    <a:pt x="1850" y="643"/>
                  </a:cubicBezTo>
                  <a:cubicBezTo>
                    <a:pt x="1850" y="651"/>
                    <a:pt x="1856" y="656"/>
                    <a:pt x="1863" y="656"/>
                  </a:cubicBezTo>
                  <a:close/>
                  <a:moveTo>
                    <a:pt x="1903" y="656"/>
                  </a:moveTo>
                  <a:cubicBezTo>
                    <a:pt x="1910" y="656"/>
                    <a:pt x="1915" y="651"/>
                    <a:pt x="1915" y="643"/>
                  </a:cubicBezTo>
                  <a:cubicBezTo>
                    <a:pt x="1915" y="636"/>
                    <a:pt x="1910" y="631"/>
                    <a:pt x="1903" y="631"/>
                  </a:cubicBezTo>
                  <a:cubicBezTo>
                    <a:pt x="1896" y="631"/>
                    <a:pt x="1890" y="636"/>
                    <a:pt x="1890" y="643"/>
                  </a:cubicBezTo>
                  <a:cubicBezTo>
                    <a:pt x="1890" y="651"/>
                    <a:pt x="1896" y="656"/>
                    <a:pt x="1903" y="656"/>
                  </a:cubicBezTo>
                  <a:close/>
                  <a:moveTo>
                    <a:pt x="1942" y="656"/>
                  </a:moveTo>
                  <a:cubicBezTo>
                    <a:pt x="1949" y="656"/>
                    <a:pt x="1955" y="651"/>
                    <a:pt x="1955" y="643"/>
                  </a:cubicBezTo>
                  <a:cubicBezTo>
                    <a:pt x="1955" y="636"/>
                    <a:pt x="1949" y="631"/>
                    <a:pt x="1942" y="631"/>
                  </a:cubicBezTo>
                  <a:cubicBezTo>
                    <a:pt x="1935" y="631"/>
                    <a:pt x="1929" y="636"/>
                    <a:pt x="1929" y="643"/>
                  </a:cubicBezTo>
                  <a:cubicBezTo>
                    <a:pt x="1929" y="651"/>
                    <a:pt x="1935" y="656"/>
                    <a:pt x="1942" y="656"/>
                  </a:cubicBezTo>
                  <a:close/>
                  <a:moveTo>
                    <a:pt x="1994" y="643"/>
                  </a:moveTo>
                  <a:cubicBezTo>
                    <a:pt x="1994" y="636"/>
                    <a:pt x="1988" y="631"/>
                    <a:pt x="1981" y="631"/>
                  </a:cubicBezTo>
                  <a:cubicBezTo>
                    <a:pt x="1974" y="631"/>
                    <a:pt x="1969" y="636"/>
                    <a:pt x="1969" y="643"/>
                  </a:cubicBezTo>
                  <a:cubicBezTo>
                    <a:pt x="1969" y="650"/>
                    <a:pt x="1974" y="656"/>
                    <a:pt x="1981" y="656"/>
                  </a:cubicBezTo>
                  <a:cubicBezTo>
                    <a:pt x="1988" y="656"/>
                    <a:pt x="1994" y="650"/>
                    <a:pt x="1994" y="643"/>
                  </a:cubicBezTo>
                  <a:close/>
                  <a:moveTo>
                    <a:pt x="2100" y="656"/>
                  </a:moveTo>
                  <a:cubicBezTo>
                    <a:pt x="2107" y="656"/>
                    <a:pt x="2112" y="651"/>
                    <a:pt x="2112" y="643"/>
                  </a:cubicBezTo>
                  <a:cubicBezTo>
                    <a:pt x="2112" y="636"/>
                    <a:pt x="2107" y="631"/>
                    <a:pt x="2100" y="631"/>
                  </a:cubicBezTo>
                  <a:cubicBezTo>
                    <a:pt x="2093" y="631"/>
                    <a:pt x="2087" y="636"/>
                    <a:pt x="2087" y="643"/>
                  </a:cubicBezTo>
                  <a:cubicBezTo>
                    <a:pt x="2087" y="651"/>
                    <a:pt x="2093" y="656"/>
                    <a:pt x="2100" y="656"/>
                  </a:cubicBezTo>
                  <a:close/>
                  <a:moveTo>
                    <a:pt x="2139" y="656"/>
                  </a:moveTo>
                  <a:cubicBezTo>
                    <a:pt x="2146" y="656"/>
                    <a:pt x="2152" y="651"/>
                    <a:pt x="2152" y="643"/>
                  </a:cubicBezTo>
                  <a:cubicBezTo>
                    <a:pt x="2152" y="636"/>
                    <a:pt x="2146" y="631"/>
                    <a:pt x="2139" y="631"/>
                  </a:cubicBezTo>
                  <a:cubicBezTo>
                    <a:pt x="2132" y="631"/>
                    <a:pt x="2126" y="636"/>
                    <a:pt x="2126" y="643"/>
                  </a:cubicBezTo>
                  <a:cubicBezTo>
                    <a:pt x="2126" y="651"/>
                    <a:pt x="2132" y="656"/>
                    <a:pt x="2139" y="656"/>
                  </a:cubicBezTo>
                  <a:close/>
                  <a:moveTo>
                    <a:pt x="2218" y="631"/>
                  </a:moveTo>
                  <a:cubicBezTo>
                    <a:pt x="2211" y="631"/>
                    <a:pt x="2205" y="636"/>
                    <a:pt x="2205" y="643"/>
                  </a:cubicBezTo>
                  <a:cubicBezTo>
                    <a:pt x="2205" y="650"/>
                    <a:pt x="2211" y="656"/>
                    <a:pt x="2218" y="656"/>
                  </a:cubicBezTo>
                  <a:cubicBezTo>
                    <a:pt x="2225" y="656"/>
                    <a:pt x="2231" y="650"/>
                    <a:pt x="2231" y="643"/>
                  </a:cubicBezTo>
                  <a:cubicBezTo>
                    <a:pt x="2231" y="636"/>
                    <a:pt x="2225" y="631"/>
                    <a:pt x="2218" y="631"/>
                  </a:cubicBezTo>
                  <a:close/>
                  <a:moveTo>
                    <a:pt x="2257" y="656"/>
                  </a:moveTo>
                  <a:cubicBezTo>
                    <a:pt x="2264" y="656"/>
                    <a:pt x="2270" y="651"/>
                    <a:pt x="2270" y="643"/>
                  </a:cubicBezTo>
                  <a:cubicBezTo>
                    <a:pt x="2270" y="636"/>
                    <a:pt x="2264" y="631"/>
                    <a:pt x="2257" y="631"/>
                  </a:cubicBezTo>
                  <a:cubicBezTo>
                    <a:pt x="2250" y="631"/>
                    <a:pt x="2245" y="636"/>
                    <a:pt x="2245" y="643"/>
                  </a:cubicBezTo>
                  <a:cubicBezTo>
                    <a:pt x="2245" y="651"/>
                    <a:pt x="2250" y="656"/>
                    <a:pt x="2257" y="656"/>
                  </a:cubicBezTo>
                  <a:close/>
                  <a:moveTo>
                    <a:pt x="2297" y="631"/>
                  </a:moveTo>
                  <a:cubicBezTo>
                    <a:pt x="2290" y="631"/>
                    <a:pt x="2284" y="636"/>
                    <a:pt x="2284" y="643"/>
                  </a:cubicBezTo>
                  <a:cubicBezTo>
                    <a:pt x="2284" y="650"/>
                    <a:pt x="2290" y="656"/>
                    <a:pt x="2297" y="656"/>
                  </a:cubicBezTo>
                  <a:cubicBezTo>
                    <a:pt x="2304" y="656"/>
                    <a:pt x="2310" y="650"/>
                    <a:pt x="2310" y="643"/>
                  </a:cubicBezTo>
                  <a:cubicBezTo>
                    <a:pt x="2310" y="636"/>
                    <a:pt x="2304" y="631"/>
                    <a:pt x="2297" y="631"/>
                  </a:cubicBezTo>
                  <a:close/>
                  <a:moveTo>
                    <a:pt x="2336" y="656"/>
                  </a:moveTo>
                  <a:cubicBezTo>
                    <a:pt x="2343" y="656"/>
                    <a:pt x="2349" y="651"/>
                    <a:pt x="2349" y="643"/>
                  </a:cubicBezTo>
                  <a:cubicBezTo>
                    <a:pt x="2349" y="636"/>
                    <a:pt x="2343" y="631"/>
                    <a:pt x="2336" y="631"/>
                  </a:cubicBezTo>
                  <a:cubicBezTo>
                    <a:pt x="2329" y="631"/>
                    <a:pt x="2323" y="636"/>
                    <a:pt x="2323" y="643"/>
                  </a:cubicBezTo>
                  <a:cubicBezTo>
                    <a:pt x="2323" y="651"/>
                    <a:pt x="2329" y="656"/>
                    <a:pt x="2336" y="656"/>
                  </a:cubicBezTo>
                  <a:close/>
                  <a:moveTo>
                    <a:pt x="2376" y="656"/>
                  </a:moveTo>
                  <a:cubicBezTo>
                    <a:pt x="2383" y="656"/>
                    <a:pt x="2388" y="651"/>
                    <a:pt x="2388" y="643"/>
                  </a:cubicBezTo>
                  <a:cubicBezTo>
                    <a:pt x="2388" y="636"/>
                    <a:pt x="2383" y="631"/>
                    <a:pt x="2376" y="631"/>
                  </a:cubicBezTo>
                  <a:cubicBezTo>
                    <a:pt x="2369" y="631"/>
                    <a:pt x="2363" y="636"/>
                    <a:pt x="2363" y="643"/>
                  </a:cubicBezTo>
                  <a:cubicBezTo>
                    <a:pt x="2363" y="651"/>
                    <a:pt x="2369" y="656"/>
                    <a:pt x="2376" y="656"/>
                  </a:cubicBezTo>
                  <a:close/>
                  <a:moveTo>
                    <a:pt x="2415" y="656"/>
                  </a:moveTo>
                  <a:cubicBezTo>
                    <a:pt x="2422" y="656"/>
                    <a:pt x="2428" y="651"/>
                    <a:pt x="2428" y="643"/>
                  </a:cubicBezTo>
                  <a:cubicBezTo>
                    <a:pt x="2428" y="636"/>
                    <a:pt x="2422" y="631"/>
                    <a:pt x="2415" y="631"/>
                  </a:cubicBezTo>
                  <a:cubicBezTo>
                    <a:pt x="2408" y="631"/>
                    <a:pt x="2402" y="636"/>
                    <a:pt x="2402" y="643"/>
                  </a:cubicBezTo>
                  <a:cubicBezTo>
                    <a:pt x="2402" y="651"/>
                    <a:pt x="2408" y="656"/>
                    <a:pt x="2415" y="656"/>
                  </a:cubicBezTo>
                  <a:close/>
                  <a:moveTo>
                    <a:pt x="2455" y="656"/>
                  </a:moveTo>
                  <a:cubicBezTo>
                    <a:pt x="2462" y="656"/>
                    <a:pt x="2467" y="651"/>
                    <a:pt x="2467" y="643"/>
                  </a:cubicBezTo>
                  <a:cubicBezTo>
                    <a:pt x="2467" y="636"/>
                    <a:pt x="2462" y="631"/>
                    <a:pt x="2455" y="631"/>
                  </a:cubicBezTo>
                  <a:cubicBezTo>
                    <a:pt x="2447" y="631"/>
                    <a:pt x="2442" y="636"/>
                    <a:pt x="2442" y="643"/>
                  </a:cubicBezTo>
                  <a:cubicBezTo>
                    <a:pt x="2442" y="651"/>
                    <a:pt x="2447" y="656"/>
                    <a:pt x="2455" y="656"/>
                  </a:cubicBezTo>
                  <a:close/>
                  <a:moveTo>
                    <a:pt x="2494" y="656"/>
                  </a:moveTo>
                  <a:cubicBezTo>
                    <a:pt x="2501" y="656"/>
                    <a:pt x="2507" y="651"/>
                    <a:pt x="2507" y="643"/>
                  </a:cubicBezTo>
                  <a:cubicBezTo>
                    <a:pt x="2507" y="636"/>
                    <a:pt x="2501" y="631"/>
                    <a:pt x="2494" y="631"/>
                  </a:cubicBezTo>
                  <a:cubicBezTo>
                    <a:pt x="2487" y="631"/>
                    <a:pt x="2481" y="636"/>
                    <a:pt x="2481" y="643"/>
                  </a:cubicBezTo>
                  <a:cubicBezTo>
                    <a:pt x="2481" y="651"/>
                    <a:pt x="2487" y="656"/>
                    <a:pt x="2494" y="656"/>
                  </a:cubicBezTo>
                  <a:close/>
                  <a:moveTo>
                    <a:pt x="2533" y="656"/>
                  </a:moveTo>
                  <a:cubicBezTo>
                    <a:pt x="2540" y="656"/>
                    <a:pt x="2546" y="651"/>
                    <a:pt x="2546" y="643"/>
                  </a:cubicBezTo>
                  <a:cubicBezTo>
                    <a:pt x="2546" y="636"/>
                    <a:pt x="2540" y="631"/>
                    <a:pt x="2533" y="631"/>
                  </a:cubicBezTo>
                  <a:cubicBezTo>
                    <a:pt x="2526" y="631"/>
                    <a:pt x="2521" y="636"/>
                    <a:pt x="2521" y="643"/>
                  </a:cubicBezTo>
                  <a:cubicBezTo>
                    <a:pt x="2521" y="651"/>
                    <a:pt x="2526" y="656"/>
                    <a:pt x="2533" y="656"/>
                  </a:cubicBezTo>
                  <a:close/>
                  <a:moveTo>
                    <a:pt x="2573" y="656"/>
                  </a:moveTo>
                  <a:cubicBezTo>
                    <a:pt x="2580" y="656"/>
                    <a:pt x="2586" y="651"/>
                    <a:pt x="2586" y="643"/>
                  </a:cubicBezTo>
                  <a:cubicBezTo>
                    <a:pt x="2586" y="636"/>
                    <a:pt x="2580" y="631"/>
                    <a:pt x="2573" y="631"/>
                  </a:cubicBezTo>
                  <a:cubicBezTo>
                    <a:pt x="2566" y="631"/>
                    <a:pt x="2560" y="636"/>
                    <a:pt x="2560" y="643"/>
                  </a:cubicBezTo>
                  <a:cubicBezTo>
                    <a:pt x="2560" y="651"/>
                    <a:pt x="2566" y="656"/>
                    <a:pt x="2573" y="656"/>
                  </a:cubicBezTo>
                  <a:close/>
                  <a:moveTo>
                    <a:pt x="2612" y="656"/>
                  </a:moveTo>
                  <a:cubicBezTo>
                    <a:pt x="2619" y="656"/>
                    <a:pt x="2625" y="651"/>
                    <a:pt x="2625" y="643"/>
                  </a:cubicBezTo>
                  <a:cubicBezTo>
                    <a:pt x="2625" y="636"/>
                    <a:pt x="2619" y="631"/>
                    <a:pt x="2612" y="631"/>
                  </a:cubicBezTo>
                  <a:cubicBezTo>
                    <a:pt x="2605" y="631"/>
                    <a:pt x="2599" y="636"/>
                    <a:pt x="2599" y="643"/>
                  </a:cubicBezTo>
                  <a:cubicBezTo>
                    <a:pt x="2599" y="651"/>
                    <a:pt x="2605" y="656"/>
                    <a:pt x="2612" y="656"/>
                  </a:cubicBezTo>
                  <a:close/>
                  <a:moveTo>
                    <a:pt x="2652" y="656"/>
                  </a:moveTo>
                  <a:cubicBezTo>
                    <a:pt x="2659" y="656"/>
                    <a:pt x="2664" y="651"/>
                    <a:pt x="2664" y="643"/>
                  </a:cubicBezTo>
                  <a:cubicBezTo>
                    <a:pt x="2664" y="636"/>
                    <a:pt x="2659" y="631"/>
                    <a:pt x="2652" y="631"/>
                  </a:cubicBezTo>
                  <a:cubicBezTo>
                    <a:pt x="2645" y="631"/>
                    <a:pt x="2639" y="636"/>
                    <a:pt x="2639" y="643"/>
                  </a:cubicBezTo>
                  <a:cubicBezTo>
                    <a:pt x="2639" y="651"/>
                    <a:pt x="2645" y="656"/>
                    <a:pt x="2652" y="656"/>
                  </a:cubicBezTo>
                  <a:close/>
                  <a:moveTo>
                    <a:pt x="2691" y="656"/>
                  </a:moveTo>
                  <a:cubicBezTo>
                    <a:pt x="2698" y="656"/>
                    <a:pt x="2704" y="651"/>
                    <a:pt x="2704" y="643"/>
                  </a:cubicBezTo>
                  <a:cubicBezTo>
                    <a:pt x="2704" y="636"/>
                    <a:pt x="2698" y="631"/>
                    <a:pt x="2691" y="631"/>
                  </a:cubicBezTo>
                  <a:cubicBezTo>
                    <a:pt x="2684" y="631"/>
                    <a:pt x="2678" y="636"/>
                    <a:pt x="2678" y="643"/>
                  </a:cubicBezTo>
                  <a:cubicBezTo>
                    <a:pt x="2678" y="651"/>
                    <a:pt x="2684" y="656"/>
                    <a:pt x="2691" y="656"/>
                  </a:cubicBezTo>
                  <a:close/>
                  <a:moveTo>
                    <a:pt x="2730" y="656"/>
                  </a:moveTo>
                  <a:cubicBezTo>
                    <a:pt x="2738" y="656"/>
                    <a:pt x="2743" y="651"/>
                    <a:pt x="2743" y="643"/>
                  </a:cubicBezTo>
                  <a:cubicBezTo>
                    <a:pt x="2743" y="636"/>
                    <a:pt x="2738" y="631"/>
                    <a:pt x="2730" y="631"/>
                  </a:cubicBezTo>
                  <a:cubicBezTo>
                    <a:pt x="2723" y="631"/>
                    <a:pt x="2718" y="636"/>
                    <a:pt x="2718" y="643"/>
                  </a:cubicBezTo>
                  <a:cubicBezTo>
                    <a:pt x="2718" y="651"/>
                    <a:pt x="2723" y="656"/>
                    <a:pt x="2730" y="656"/>
                  </a:cubicBezTo>
                  <a:close/>
                  <a:moveTo>
                    <a:pt x="2770" y="656"/>
                  </a:moveTo>
                  <a:cubicBezTo>
                    <a:pt x="2777" y="656"/>
                    <a:pt x="2783" y="651"/>
                    <a:pt x="2783" y="643"/>
                  </a:cubicBezTo>
                  <a:cubicBezTo>
                    <a:pt x="2783" y="636"/>
                    <a:pt x="2777" y="631"/>
                    <a:pt x="2770" y="631"/>
                  </a:cubicBezTo>
                  <a:cubicBezTo>
                    <a:pt x="2763" y="631"/>
                    <a:pt x="2757" y="636"/>
                    <a:pt x="2757" y="643"/>
                  </a:cubicBezTo>
                  <a:cubicBezTo>
                    <a:pt x="2757" y="651"/>
                    <a:pt x="2763" y="656"/>
                    <a:pt x="2770" y="656"/>
                  </a:cubicBezTo>
                  <a:close/>
                  <a:moveTo>
                    <a:pt x="2809" y="656"/>
                  </a:moveTo>
                  <a:cubicBezTo>
                    <a:pt x="2816" y="656"/>
                    <a:pt x="2822" y="651"/>
                    <a:pt x="2822" y="643"/>
                  </a:cubicBezTo>
                  <a:cubicBezTo>
                    <a:pt x="2822" y="636"/>
                    <a:pt x="2816" y="631"/>
                    <a:pt x="2809" y="631"/>
                  </a:cubicBezTo>
                  <a:cubicBezTo>
                    <a:pt x="2802" y="631"/>
                    <a:pt x="2797" y="636"/>
                    <a:pt x="2797" y="643"/>
                  </a:cubicBezTo>
                  <a:cubicBezTo>
                    <a:pt x="2797" y="651"/>
                    <a:pt x="2802" y="656"/>
                    <a:pt x="2809" y="656"/>
                  </a:cubicBezTo>
                  <a:close/>
                  <a:moveTo>
                    <a:pt x="2849" y="656"/>
                  </a:moveTo>
                  <a:cubicBezTo>
                    <a:pt x="2856" y="656"/>
                    <a:pt x="2862" y="651"/>
                    <a:pt x="2862" y="643"/>
                  </a:cubicBezTo>
                  <a:cubicBezTo>
                    <a:pt x="2862" y="636"/>
                    <a:pt x="2856" y="631"/>
                    <a:pt x="2849" y="631"/>
                  </a:cubicBezTo>
                  <a:cubicBezTo>
                    <a:pt x="2842" y="631"/>
                    <a:pt x="2836" y="636"/>
                    <a:pt x="2836" y="643"/>
                  </a:cubicBezTo>
                  <a:cubicBezTo>
                    <a:pt x="2836" y="651"/>
                    <a:pt x="2842" y="656"/>
                    <a:pt x="2849" y="656"/>
                  </a:cubicBezTo>
                  <a:close/>
                  <a:moveTo>
                    <a:pt x="2888" y="656"/>
                  </a:moveTo>
                  <a:cubicBezTo>
                    <a:pt x="2895" y="656"/>
                    <a:pt x="2901" y="651"/>
                    <a:pt x="2901" y="643"/>
                  </a:cubicBezTo>
                  <a:cubicBezTo>
                    <a:pt x="2901" y="636"/>
                    <a:pt x="2895" y="631"/>
                    <a:pt x="2888" y="631"/>
                  </a:cubicBezTo>
                  <a:cubicBezTo>
                    <a:pt x="2881" y="631"/>
                    <a:pt x="2875" y="636"/>
                    <a:pt x="2875" y="643"/>
                  </a:cubicBezTo>
                  <a:cubicBezTo>
                    <a:pt x="2875" y="651"/>
                    <a:pt x="2881" y="656"/>
                    <a:pt x="2888" y="656"/>
                  </a:cubicBezTo>
                  <a:close/>
                  <a:moveTo>
                    <a:pt x="2928" y="656"/>
                  </a:moveTo>
                  <a:cubicBezTo>
                    <a:pt x="2935" y="656"/>
                    <a:pt x="2940" y="651"/>
                    <a:pt x="2940" y="643"/>
                  </a:cubicBezTo>
                  <a:cubicBezTo>
                    <a:pt x="2940" y="636"/>
                    <a:pt x="2935" y="631"/>
                    <a:pt x="2928" y="631"/>
                  </a:cubicBezTo>
                  <a:cubicBezTo>
                    <a:pt x="2921" y="631"/>
                    <a:pt x="2915" y="636"/>
                    <a:pt x="2915" y="643"/>
                  </a:cubicBezTo>
                  <a:cubicBezTo>
                    <a:pt x="2915" y="651"/>
                    <a:pt x="2921" y="656"/>
                    <a:pt x="2928" y="656"/>
                  </a:cubicBezTo>
                  <a:close/>
                  <a:moveTo>
                    <a:pt x="2967" y="656"/>
                  </a:moveTo>
                  <a:cubicBezTo>
                    <a:pt x="2974" y="656"/>
                    <a:pt x="2980" y="651"/>
                    <a:pt x="2980" y="643"/>
                  </a:cubicBezTo>
                  <a:cubicBezTo>
                    <a:pt x="2980" y="636"/>
                    <a:pt x="2974" y="631"/>
                    <a:pt x="2967" y="631"/>
                  </a:cubicBezTo>
                  <a:cubicBezTo>
                    <a:pt x="2960" y="631"/>
                    <a:pt x="2954" y="636"/>
                    <a:pt x="2954" y="643"/>
                  </a:cubicBezTo>
                  <a:cubicBezTo>
                    <a:pt x="2954" y="651"/>
                    <a:pt x="2960" y="656"/>
                    <a:pt x="2967" y="656"/>
                  </a:cubicBezTo>
                  <a:close/>
                  <a:moveTo>
                    <a:pt x="3006" y="656"/>
                  </a:moveTo>
                  <a:cubicBezTo>
                    <a:pt x="3013" y="656"/>
                    <a:pt x="3019" y="651"/>
                    <a:pt x="3019" y="643"/>
                  </a:cubicBezTo>
                  <a:cubicBezTo>
                    <a:pt x="3019" y="636"/>
                    <a:pt x="3013" y="631"/>
                    <a:pt x="3006" y="631"/>
                  </a:cubicBezTo>
                  <a:cubicBezTo>
                    <a:pt x="2999" y="631"/>
                    <a:pt x="2994" y="636"/>
                    <a:pt x="2994" y="643"/>
                  </a:cubicBezTo>
                  <a:cubicBezTo>
                    <a:pt x="2994" y="651"/>
                    <a:pt x="2999" y="656"/>
                    <a:pt x="3006" y="656"/>
                  </a:cubicBezTo>
                  <a:close/>
                  <a:moveTo>
                    <a:pt x="3046" y="656"/>
                  </a:moveTo>
                  <a:cubicBezTo>
                    <a:pt x="3053" y="656"/>
                    <a:pt x="3059" y="651"/>
                    <a:pt x="3059" y="643"/>
                  </a:cubicBezTo>
                  <a:cubicBezTo>
                    <a:pt x="3059" y="636"/>
                    <a:pt x="3053" y="631"/>
                    <a:pt x="3046" y="631"/>
                  </a:cubicBezTo>
                  <a:cubicBezTo>
                    <a:pt x="3039" y="631"/>
                    <a:pt x="3033" y="636"/>
                    <a:pt x="3033" y="643"/>
                  </a:cubicBezTo>
                  <a:cubicBezTo>
                    <a:pt x="3033" y="651"/>
                    <a:pt x="3039" y="656"/>
                    <a:pt x="3046" y="656"/>
                  </a:cubicBezTo>
                  <a:close/>
                  <a:moveTo>
                    <a:pt x="444" y="670"/>
                  </a:moveTo>
                  <a:cubicBezTo>
                    <a:pt x="437" y="670"/>
                    <a:pt x="431" y="676"/>
                    <a:pt x="431" y="683"/>
                  </a:cubicBezTo>
                  <a:cubicBezTo>
                    <a:pt x="431" y="690"/>
                    <a:pt x="437" y="696"/>
                    <a:pt x="444" y="696"/>
                  </a:cubicBezTo>
                  <a:cubicBezTo>
                    <a:pt x="451" y="696"/>
                    <a:pt x="457" y="690"/>
                    <a:pt x="457" y="683"/>
                  </a:cubicBezTo>
                  <a:cubicBezTo>
                    <a:pt x="457" y="676"/>
                    <a:pt x="451" y="670"/>
                    <a:pt x="444" y="670"/>
                  </a:cubicBezTo>
                  <a:close/>
                  <a:moveTo>
                    <a:pt x="483" y="696"/>
                  </a:moveTo>
                  <a:cubicBezTo>
                    <a:pt x="490" y="696"/>
                    <a:pt x="496" y="690"/>
                    <a:pt x="496" y="683"/>
                  </a:cubicBezTo>
                  <a:cubicBezTo>
                    <a:pt x="496" y="676"/>
                    <a:pt x="490" y="670"/>
                    <a:pt x="483" y="670"/>
                  </a:cubicBezTo>
                  <a:cubicBezTo>
                    <a:pt x="476" y="670"/>
                    <a:pt x="471" y="676"/>
                    <a:pt x="471" y="683"/>
                  </a:cubicBezTo>
                  <a:cubicBezTo>
                    <a:pt x="471" y="690"/>
                    <a:pt x="476" y="696"/>
                    <a:pt x="483" y="696"/>
                  </a:cubicBezTo>
                  <a:close/>
                  <a:moveTo>
                    <a:pt x="523" y="696"/>
                  </a:moveTo>
                  <a:cubicBezTo>
                    <a:pt x="530" y="696"/>
                    <a:pt x="535" y="690"/>
                    <a:pt x="535" y="683"/>
                  </a:cubicBezTo>
                  <a:cubicBezTo>
                    <a:pt x="535" y="676"/>
                    <a:pt x="530" y="670"/>
                    <a:pt x="523" y="670"/>
                  </a:cubicBezTo>
                  <a:cubicBezTo>
                    <a:pt x="516" y="670"/>
                    <a:pt x="510" y="676"/>
                    <a:pt x="510" y="683"/>
                  </a:cubicBezTo>
                  <a:cubicBezTo>
                    <a:pt x="510" y="690"/>
                    <a:pt x="516" y="696"/>
                    <a:pt x="523" y="696"/>
                  </a:cubicBezTo>
                  <a:close/>
                  <a:moveTo>
                    <a:pt x="562" y="696"/>
                  </a:moveTo>
                  <a:cubicBezTo>
                    <a:pt x="569" y="696"/>
                    <a:pt x="575" y="690"/>
                    <a:pt x="575" y="683"/>
                  </a:cubicBezTo>
                  <a:cubicBezTo>
                    <a:pt x="575" y="676"/>
                    <a:pt x="569" y="670"/>
                    <a:pt x="562" y="670"/>
                  </a:cubicBezTo>
                  <a:cubicBezTo>
                    <a:pt x="555" y="670"/>
                    <a:pt x="549" y="676"/>
                    <a:pt x="549" y="683"/>
                  </a:cubicBezTo>
                  <a:cubicBezTo>
                    <a:pt x="549" y="690"/>
                    <a:pt x="555" y="696"/>
                    <a:pt x="562" y="696"/>
                  </a:cubicBezTo>
                  <a:close/>
                  <a:moveTo>
                    <a:pt x="602" y="696"/>
                  </a:moveTo>
                  <a:cubicBezTo>
                    <a:pt x="609" y="696"/>
                    <a:pt x="614" y="690"/>
                    <a:pt x="614" y="683"/>
                  </a:cubicBezTo>
                  <a:cubicBezTo>
                    <a:pt x="614" y="676"/>
                    <a:pt x="609" y="670"/>
                    <a:pt x="602" y="670"/>
                  </a:cubicBezTo>
                  <a:cubicBezTo>
                    <a:pt x="595" y="670"/>
                    <a:pt x="589" y="676"/>
                    <a:pt x="589" y="683"/>
                  </a:cubicBezTo>
                  <a:cubicBezTo>
                    <a:pt x="589" y="690"/>
                    <a:pt x="595" y="696"/>
                    <a:pt x="602" y="696"/>
                  </a:cubicBezTo>
                  <a:close/>
                  <a:moveTo>
                    <a:pt x="641" y="696"/>
                  </a:moveTo>
                  <a:cubicBezTo>
                    <a:pt x="648" y="696"/>
                    <a:pt x="654" y="690"/>
                    <a:pt x="654" y="683"/>
                  </a:cubicBezTo>
                  <a:cubicBezTo>
                    <a:pt x="654" y="676"/>
                    <a:pt x="648" y="670"/>
                    <a:pt x="641" y="670"/>
                  </a:cubicBezTo>
                  <a:cubicBezTo>
                    <a:pt x="634" y="670"/>
                    <a:pt x="628" y="676"/>
                    <a:pt x="628" y="683"/>
                  </a:cubicBezTo>
                  <a:cubicBezTo>
                    <a:pt x="628" y="690"/>
                    <a:pt x="634" y="696"/>
                    <a:pt x="641" y="696"/>
                  </a:cubicBezTo>
                  <a:close/>
                  <a:moveTo>
                    <a:pt x="680" y="696"/>
                  </a:moveTo>
                  <a:cubicBezTo>
                    <a:pt x="687" y="696"/>
                    <a:pt x="693" y="690"/>
                    <a:pt x="693" y="683"/>
                  </a:cubicBezTo>
                  <a:cubicBezTo>
                    <a:pt x="693" y="676"/>
                    <a:pt x="687" y="670"/>
                    <a:pt x="680" y="670"/>
                  </a:cubicBezTo>
                  <a:cubicBezTo>
                    <a:pt x="673" y="670"/>
                    <a:pt x="668" y="676"/>
                    <a:pt x="668" y="683"/>
                  </a:cubicBezTo>
                  <a:cubicBezTo>
                    <a:pt x="668" y="690"/>
                    <a:pt x="673" y="696"/>
                    <a:pt x="680" y="696"/>
                  </a:cubicBezTo>
                  <a:close/>
                  <a:moveTo>
                    <a:pt x="720" y="696"/>
                  </a:moveTo>
                  <a:cubicBezTo>
                    <a:pt x="727" y="696"/>
                    <a:pt x="733" y="690"/>
                    <a:pt x="733" y="683"/>
                  </a:cubicBezTo>
                  <a:cubicBezTo>
                    <a:pt x="733" y="676"/>
                    <a:pt x="727" y="670"/>
                    <a:pt x="720" y="670"/>
                  </a:cubicBezTo>
                  <a:cubicBezTo>
                    <a:pt x="713" y="670"/>
                    <a:pt x="707" y="676"/>
                    <a:pt x="707" y="683"/>
                  </a:cubicBezTo>
                  <a:cubicBezTo>
                    <a:pt x="707" y="690"/>
                    <a:pt x="713" y="696"/>
                    <a:pt x="720" y="696"/>
                  </a:cubicBezTo>
                  <a:close/>
                  <a:moveTo>
                    <a:pt x="759" y="696"/>
                  </a:moveTo>
                  <a:cubicBezTo>
                    <a:pt x="766" y="696"/>
                    <a:pt x="772" y="690"/>
                    <a:pt x="772" y="683"/>
                  </a:cubicBezTo>
                  <a:cubicBezTo>
                    <a:pt x="772" y="676"/>
                    <a:pt x="766" y="670"/>
                    <a:pt x="759" y="670"/>
                  </a:cubicBezTo>
                  <a:cubicBezTo>
                    <a:pt x="752" y="670"/>
                    <a:pt x="747" y="676"/>
                    <a:pt x="747" y="683"/>
                  </a:cubicBezTo>
                  <a:cubicBezTo>
                    <a:pt x="747" y="690"/>
                    <a:pt x="752" y="696"/>
                    <a:pt x="759" y="696"/>
                  </a:cubicBezTo>
                  <a:close/>
                  <a:moveTo>
                    <a:pt x="799" y="696"/>
                  </a:moveTo>
                  <a:cubicBezTo>
                    <a:pt x="806" y="696"/>
                    <a:pt x="811" y="690"/>
                    <a:pt x="811" y="683"/>
                  </a:cubicBezTo>
                  <a:cubicBezTo>
                    <a:pt x="811" y="676"/>
                    <a:pt x="806" y="670"/>
                    <a:pt x="799" y="670"/>
                  </a:cubicBezTo>
                  <a:cubicBezTo>
                    <a:pt x="792" y="670"/>
                    <a:pt x="786" y="676"/>
                    <a:pt x="786" y="683"/>
                  </a:cubicBezTo>
                  <a:cubicBezTo>
                    <a:pt x="786" y="690"/>
                    <a:pt x="792" y="696"/>
                    <a:pt x="799" y="696"/>
                  </a:cubicBezTo>
                  <a:close/>
                  <a:moveTo>
                    <a:pt x="838" y="696"/>
                  </a:moveTo>
                  <a:cubicBezTo>
                    <a:pt x="845" y="696"/>
                    <a:pt x="851" y="690"/>
                    <a:pt x="851" y="683"/>
                  </a:cubicBezTo>
                  <a:cubicBezTo>
                    <a:pt x="851" y="676"/>
                    <a:pt x="845" y="670"/>
                    <a:pt x="838" y="670"/>
                  </a:cubicBezTo>
                  <a:cubicBezTo>
                    <a:pt x="831" y="670"/>
                    <a:pt x="825" y="676"/>
                    <a:pt x="825" y="683"/>
                  </a:cubicBezTo>
                  <a:cubicBezTo>
                    <a:pt x="825" y="690"/>
                    <a:pt x="831" y="696"/>
                    <a:pt x="838" y="696"/>
                  </a:cubicBezTo>
                  <a:close/>
                  <a:moveTo>
                    <a:pt x="878" y="696"/>
                  </a:moveTo>
                  <a:cubicBezTo>
                    <a:pt x="885" y="696"/>
                    <a:pt x="890" y="690"/>
                    <a:pt x="890" y="683"/>
                  </a:cubicBezTo>
                  <a:cubicBezTo>
                    <a:pt x="890" y="676"/>
                    <a:pt x="885" y="670"/>
                    <a:pt x="878" y="670"/>
                  </a:cubicBezTo>
                  <a:cubicBezTo>
                    <a:pt x="871" y="670"/>
                    <a:pt x="865" y="676"/>
                    <a:pt x="865" y="683"/>
                  </a:cubicBezTo>
                  <a:cubicBezTo>
                    <a:pt x="865" y="690"/>
                    <a:pt x="871" y="696"/>
                    <a:pt x="878" y="696"/>
                  </a:cubicBezTo>
                  <a:close/>
                  <a:moveTo>
                    <a:pt x="917" y="696"/>
                  </a:moveTo>
                  <a:cubicBezTo>
                    <a:pt x="924" y="696"/>
                    <a:pt x="930" y="690"/>
                    <a:pt x="930" y="683"/>
                  </a:cubicBezTo>
                  <a:cubicBezTo>
                    <a:pt x="930" y="676"/>
                    <a:pt x="924" y="670"/>
                    <a:pt x="917" y="670"/>
                  </a:cubicBezTo>
                  <a:cubicBezTo>
                    <a:pt x="910" y="670"/>
                    <a:pt x="904" y="676"/>
                    <a:pt x="904" y="683"/>
                  </a:cubicBezTo>
                  <a:cubicBezTo>
                    <a:pt x="904" y="690"/>
                    <a:pt x="910" y="696"/>
                    <a:pt x="917" y="696"/>
                  </a:cubicBezTo>
                  <a:close/>
                  <a:moveTo>
                    <a:pt x="956" y="696"/>
                  </a:moveTo>
                  <a:cubicBezTo>
                    <a:pt x="963" y="696"/>
                    <a:pt x="969" y="690"/>
                    <a:pt x="969" y="683"/>
                  </a:cubicBezTo>
                  <a:cubicBezTo>
                    <a:pt x="969" y="676"/>
                    <a:pt x="963" y="670"/>
                    <a:pt x="956" y="670"/>
                  </a:cubicBezTo>
                  <a:cubicBezTo>
                    <a:pt x="949" y="670"/>
                    <a:pt x="944" y="676"/>
                    <a:pt x="944" y="683"/>
                  </a:cubicBezTo>
                  <a:cubicBezTo>
                    <a:pt x="944" y="690"/>
                    <a:pt x="949" y="696"/>
                    <a:pt x="956" y="696"/>
                  </a:cubicBezTo>
                  <a:close/>
                  <a:moveTo>
                    <a:pt x="1627" y="696"/>
                  </a:moveTo>
                  <a:cubicBezTo>
                    <a:pt x="1634" y="696"/>
                    <a:pt x="1639" y="690"/>
                    <a:pt x="1639" y="683"/>
                  </a:cubicBezTo>
                  <a:cubicBezTo>
                    <a:pt x="1639" y="676"/>
                    <a:pt x="1634" y="670"/>
                    <a:pt x="1627" y="670"/>
                  </a:cubicBezTo>
                  <a:cubicBezTo>
                    <a:pt x="1620" y="670"/>
                    <a:pt x="1614" y="676"/>
                    <a:pt x="1614" y="683"/>
                  </a:cubicBezTo>
                  <a:cubicBezTo>
                    <a:pt x="1614" y="690"/>
                    <a:pt x="1620" y="696"/>
                    <a:pt x="1627" y="696"/>
                  </a:cubicBezTo>
                  <a:close/>
                  <a:moveTo>
                    <a:pt x="1666" y="696"/>
                  </a:moveTo>
                  <a:cubicBezTo>
                    <a:pt x="1673" y="696"/>
                    <a:pt x="1679" y="690"/>
                    <a:pt x="1679" y="683"/>
                  </a:cubicBezTo>
                  <a:cubicBezTo>
                    <a:pt x="1679" y="676"/>
                    <a:pt x="1673" y="670"/>
                    <a:pt x="1666" y="670"/>
                  </a:cubicBezTo>
                  <a:cubicBezTo>
                    <a:pt x="1659" y="670"/>
                    <a:pt x="1653" y="676"/>
                    <a:pt x="1653" y="683"/>
                  </a:cubicBezTo>
                  <a:cubicBezTo>
                    <a:pt x="1653" y="690"/>
                    <a:pt x="1659" y="696"/>
                    <a:pt x="1666" y="696"/>
                  </a:cubicBezTo>
                  <a:close/>
                  <a:moveTo>
                    <a:pt x="1705" y="696"/>
                  </a:moveTo>
                  <a:cubicBezTo>
                    <a:pt x="1712" y="696"/>
                    <a:pt x="1718" y="690"/>
                    <a:pt x="1718" y="683"/>
                  </a:cubicBezTo>
                  <a:cubicBezTo>
                    <a:pt x="1718" y="676"/>
                    <a:pt x="1712" y="670"/>
                    <a:pt x="1705" y="670"/>
                  </a:cubicBezTo>
                  <a:cubicBezTo>
                    <a:pt x="1698" y="670"/>
                    <a:pt x="1693" y="676"/>
                    <a:pt x="1693" y="683"/>
                  </a:cubicBezTo>
                  <a:cubicBezTo>
                    <a:pt x="1693" y="690"/>
                    <a:pt x="1698" y="696"/>
                    <a:pt x="1705" y="696"/>
                  </a:cubicBezTo>
                  <a:close/>
                  <a:moveTo>
                    <a:pt x="1817" y="683"/>
                  </a:moveTo>
                  <a:cubicBezTo>
                    <a:pt x="1817" y="686"/>
                    <a:pt x="1820" y="689"/>
                    <a:pt x="1824" y="689"/>
                  </a:cubicBezTo>
                  <a:cubicBezTo>
                    <a:pt x="1827" y="689"/>
                    <a:pt x="1830" y="686"/>
                    <a:pt x="1830" y="683"/>
                  </a:cubicBezTo>
                  <a:cubicBezTo>
                    <a:pt x="1830" y="679"/>
                    <a:pt x="1827" y="676"/>
                    <a:pt x="1824" y="676"/>
                  </a:cubicBezTo>
                  <a:cubicBezTo>
                    <a:pt x="1820" y="676"/>
                    <a:pt x="1817" y="679"/>
                    <a:pt x="1817" y="683"/>
                  </a:cubicBezTo>
                  <a:close/>
                  <a:moveTo>
                    <a:pt x="1903" y="696"/>
                  </a:moveTo>
                  <a:cubicBezTo>
                    <a:pt x="1910" y="696"/>
                    <a:pt x="1915" y="690"/>
                    <a:pt x="1915" y="683"/>
                  </a:cubicBezTo>
                  <a:cubicBezTo>
                    <a:pt x="1915" y="676"/>
                    <a:pt x="1910" y="670"/>
                    <a:pt x="1903" y="670"/>
                  </a:cubicBezTo>
                  <a:cubicBezTo>
                    <a:pt x="1896" y="670"/>
                    <a:pt x="1890" y="676"/>
                    <a:pt x="1890" y="683"/>
                  </a:cubicBezTo>
                  <a:cubicBezTo>
                    <a:pt x="1890" y="690"/>
                    <a:pt x="1896" y="696"/>
                    <a:pt x="1903" y="696"/>
                  </a:cubicBezTo>
                  <a:close/>
                  <a:moveTo>
                    <a:pt x="1955" y="683"/>
                  </a:moveTo>
                  <a:cubicBezTo>
                    <a:pt x="1955" y="676"/>
                    <a:pt x="1949" y="670"/>
                    <a:pt x="1942" y="670"/>
                  </a:cubicBezTo>
                  <a:cubicBezTo>
                    <a:pt x="1935" y="670"/>
                    <a:pt x="1929" y="676"/>
                    <a:pt x="1929" y="683"/>
                  </a:cubicBezTo>
                  <a:cubicBezTo>
                    <a:pt x="1929" y="690"/>
                    <a:pt x="1935" y="696"/>
                    <a:pt x="1942" y="696"/>
                  </a:cubicBezTo>
                  <a:cubicBezTo>
                    <a:pt x="1949" y="696"/>
                    <a:pt x="1955" y="690"/>
                    <a:pt x="1955" y="683"/>
                  </a:cubicBezTo>
                  <a:close/>
                  <a:moveTo>
                    <a:pt x="1981" y="696"/>
                  </a:moveTo>
                  <a:cubicBezTo>
                    <a:pt x="1988" y="696"/>
                    <a:pt x="1994" y="690"/>
                    <a:pt x="1994" y="683"/>
                  </a:cubicBezTo>
                  <a:cubicBezTo>
                    <a:pt x="1994" y="676"/>
                    <a:pt x="1988" y="670"/>
                    <a:pt x="1981" y="670"/>
                  </a:cubicBezTo>
                  <a:cubicBezTo>
                    <a:pt x="1974" y="670"/>
                    <a:pt x="1969" y="676"/>
                    <a:pt x="1969" y="683"/>
                  </a:cubicBezTo>
                  <a:cubicBezTo>
                    <a:pt x="1969" y="690"/>
                    <a:pt x="1974" y="696"/>
                    <a:pt x="1981" y="696"/>
                  </a:cubicBezTo>
                  <a:close/>
                  <a:moveTo>
                    <a:pt x="2021" y="696"/>
                  </a:moveTo>
                  <a:cubicBezTo>
                    <a:pt x="2028" y="696"/>
                    <a:pt x="2034" y="690"/>
                    <a:pt x="2034" y="683"/>
                  </a:cubicBezTo>
                  <a:cubicBezTo>
                    <a:pt x="2034" y="676"/>
                    <a:pt x="2028" y="670"/>
                    <a:pt x="2021" y="670"/>
                  </a:cubicBezTo>
                  <a:cubicBezTo>
                    <a:pt x="2014" y="670"/>
                    <a:pt x="2008" y="676"/>
                    <a:pt x="2008" y="683"/>
                  </a:cubicBezTo>
                  <a:cubicBezTo>
                    <a:pt x="2008" y="690"/>
                    <a:pt x="2014" y="696"/>
                    <a:pt x="2021" y="696"/>
                  </a:cubicBezTo>
                  <a:close/>
                  <a:moveTo>
                    <a:pt x="2060" y="670"/>
                  </a:moveTo>
                  <a:cubicBezTo>
                    <a:pt x="2053" y="670"/>
                    <a:pt x="2048" y="676"/>
                    <a:pt x="2048" y="683"/>
                  </a:cubicBezTo>
                  <a:cubicBezTo>
                    <a:pt x="2048" y="690"/>
                    <a:pt x="2053" y="696"/>
                    <a:pt x="2060" y="696"/>
                  </a:cubicBezTo>
                  <a:cubicBezTo>
                    <a:pt x="2067" y="696"/>
                    <a:pt x="2073" y="690"/>
                    <a:pt x="2073" y="683"/>
                  </a:cubicBezTo>
                  <a:cubicBezTo>
                    <a:pt x="2073" y="676"/>
                    <a:pt x="2067" y="670"/>
                    <a:pt x="2060" y="670"/>
                  </a:cubicBezTo>
                  <a:close/>
                  <a:moveTo>
                    <a:pt x="2139" y="696"/>
                  </a:moveTo>
                  <a:cubicBezTo>
                    <a:pt x="2146" y="696"/>
                    <a:pt x="2152" y="690"/>
                    <a:pt x="2152" y="683"/>
                  </a:cubicBezTo>
                  <a:cubicBezTo>
                    <a:pt x="2152" y="676"/>
                    <a:pt x="2146" y="670"/>
                    <a:pt x="2139" y="670"/>
                  </a:cubicBezTo>
                  <a:cubicBezTo>
                    <a:pt x="2132" y="670"/>
                    <a:pt x="2126" y="676"/>
                    <a:pt x="2126" y="683"/>
                  </a:cubicBezTo>
                  <a:cubicBezTo>
                    <a:pt x="2126" y="690"/>
                    <a:pt x="2132" y="696"/>
                    <a:pt x="2139" y="696"/>
                  </a:cubicBezTo>
                  <a:close/>
                  <a:moveTo>
                    <a:pt x="2179" y="696"/>
                  </a:moveTo>
                  <a:cubicBezTo>
                    <a:pt x="2186" y="696"/>
                    <a:pt x="2191" y="690"/>
                    <a:pt x="2191" y="683"/>
                  </a:cubicBezTo>
                  <a:cubicBezTo>
                    <a:pt x="2191" y="676"/>
                    <a:pt x="2186" y="670"/>
                    <a:pt x="2179" y="670"/>
                  </a:cubicBezTo>
                  <a:cubicBezTo>
                    <a:pt x="2172" y="670"/>
                    <a:pt x="2166" y="676"/>
                    <a:pt x="2166" y="683"/>
                  </a:cubicBezTo>
                  <a:cubicBezTo>
                    <a:pt x="2166" y="690"/>
                    <a:pt x="2172" y="696"/>
                    <a:pt x="2179" y="696"/>
                  </a:cubicBezTo>
                  <a:close/>
                  <a:moveTo>
                    <a:pt x="2257" y="696"/>
                  </a:moveTo>
                  <a:cubicBezTo>
                    <a:pt x="2264" y="696"/>
                    <a:pt x="2270" y="690"/>
                    <a:pt x="2270" y="683"/>
                  </a:cubicBezTo>
                  <a:cubicBezTo>
                    <a:pt x="2270" y="676"/>
                    <a:pt x="2264" y="670"/>
                    <a:pt x="2257" y="670"/>
                  </a:cubicBezTo>
                  <a:cubicBezTo>
                    <a:pt x="2250" y="670"/>
                    <a:pt x="2245" y="676"/>
                    <a:pt x="2245" y="683"/>
                  </a:cubicBezTo>
                  <a:cubicBezTo>
                    <a:pt x="2245" y="690"/>
                    <a:pt x="2250" y="696"/>
                    <a:pt x="2257" y="696"/>
                  </a:cubicBezTo>
                  <a:close/>
                  <a:moveTo>
                    <a:pt x="2297" y="696"/>
                  </a:moveTo>
                  <a:cubicBezTo>
                    <a:pt x="2304" y="696"/>
                    <a:pt x="2310" y="690"/>
                    <a:pt x="2310" y="683"/>
                  </a:cubicBezTo>
                  <a:cubicBezTo>
                    <a:pt x="2310" y="676"/>
                    <a:pt x="2304" y="670"/>
                    <a:pt x="2297" y="670"/>
                  </a:cubicBezTo>
                  <a:cubicBezTo>
                    <a:pt x="2290" y="670"/>
                    <a:pt x="2284" y="676"/>
                    <a:pt x="2284" y="683"/>
                  </a:cubicBezTo>
                  <a:cubicBezTo>
                    <a:pt x="2284" y="690"/>
                    <a:pt x="2290" y="696"/>
                    <a:pt x="2297" y="696"/>
                  </a:cubicBezTo>
                  <a:close/>
                  <a:moveTo>
                    <a:pt x="2336" y="696"/>
                  </a:moveTo>
                  <a:cubicBezTo>
                    <a:pt x="2343" y="696"/>
                    <a:pt x="2349" y="690"/>
                    <a:pt x="2349" y="683"/>
                  </a:cubicBezTo>
                  <a:cubicBezTo>
                    <a:pt x="2349" y="676"/>
                    <a:pt x="2343" y="670"/>
                    <a:pt x="2336" y="670"/>
                  </a:cubicBezTo>
                  <a:cubicBezTo>
                    <a:pt x="2329" y="670"/>
                    <a:pt x="2323" y="676"/>
                    <a:pt x="2323" y="683"/>
                  </a:cubicBezTo>
                  <a:cubicBezTo>
                    <a:pt x="2323" y="690"/>
                    <a:pt x="2329" y="696"/>
                    <a:pt x="2336" y="696"/>
                  </a:cubicBezTo>
                  <a:close/>
                  <a:moveTo>
                    <a:pt x="2376" y="696"/>
                  </a:moveTo>
                  <a:cubicBezTo>
                    <a:pt x="2383" y="696"/>
                    <a:pt x="2388" y="690"/>
                    <a:pt x="2388" y="683"/>
                  </a:cubicBezTo>
                  <a:cubicBezTo>
                    <a:pt x="2388" y="676"/>
                    <a:pt x="2383" y="670"/>
                    <a:pt x="2376" y="670"/>
                  </a:cubicBezTo>
                  <a:cubicBezTo>
                    <a:pt x="2369" y="670"/>
                    <a:pt x="2363" y="676"/>
                    <a:pt x="2363" y="683"/>
                  </a:cubicBezTo>
                  <a:cubicBezTo>
                    <a:pt x="2363" y="690"/>
                    <a:pt x="2369" y="696"/>
                    <a:pt x="2376" y="696"/>
                  </a:cubicBezTo>
                  <a:close/>
                  <a:moveTo>
                    <a:pt x="2415" y="696"/>
                  </a:moveTo>
                  <a:cubicBezTo>
                    <a:pt x="2422" y="696"/>
                    <a:pt x="2428" y="690"/>
                    <a:pt x="2428" y="683"/>
                  </a:cubicBezTo>
                  <a:cubicBezTo>
                    <a:pt x="2428" y="676"/>
                    <a:pt x="2422" y="670"/>
                    <a:pt x="2415" y="670"/>
                  </a:cubicBezTo>
                  <a:cubicBezTo>
                    <a:pt x="2408" y="670"/>
                    <a:pt x="2402" y="676"/>
                    <a:pt x="2402" y="683"/>
                  </a:cubicBezTo>
                  <a:cubicBezTo>
                    <a:pt x="2402" y="690"/>
                    <a:pt x="2408" y="696"/>
                    <a:pt x="2415" y="696"/>
                  </a:cubicBezTo>
                  <a:close/>
                  <a:moveTo>
                    <a:pt x="2455" y="696"/>
                  </a:moveTo>
                  <a:cubicBezTo>
                    <a:pt x="2462" y="696"/>
                    <a:pt x="2467" y="690"/>
                    <a:pt x="2467" y="683"/>
                  </a:cubicBezTo>
                  <a:cubicBezTo>
                    <a:pt x="2467" y="676"/>
                    <a:pt x="2462" y="670"/>
                    <a:pt x="2455" y="670"/>
                  </a:cubicBezTo>
                  <a:cubicBezTo>
                    <a:pt x="2447" y="670"/>
                    <a:pt x="2442" y="676"/>
                    <a:pt x="2442" y="683"/>
                  </a:cubicBezTo>
                  <a:cubicBezTo>
                    <a:pt x="2442" y="690"/>
                    <a:pt x="2447" y="696"/>
                    <a:pt x="2455" y="696"/>
                  </a:cubicBezTo>
                  <a:close/>
                  <a:moveTo>
                    <a:pt x="2494" y="696"/>
                  </a:moveTo>
                  <a:cubicBezTo>
                    <a:pt x="2501" y="696"/>
                    <a:pt x="2507" y="690"/>
                    <a:pt x="2507" y="683"/>
                  </a:cubicBezTo>
                  <a:cubicBezTo>
                    <a:pt x="2507" y="676"/>
                    <a:pt x="2501" y="670"/>
                    <a:pt x="2494" y="670"/>
                  </a:cubicBezTo>
                  <a:cubicBezTo>
                    <a:pt x="2487" y="670"/>
                    <a:pt x="2481" y="676"/>
                    <a:pt x="2481" y="683"/>
                  </a:cubicBezTo>
                  <a:cubicBezTo>
                    <a:pt x="2481" y="690"/>
                    <a:pt x="2487" y="696"/>
                    <a:pt x="2494" y="696"/>
                  </a:cubicBezTo>
                  <a:close/>
                  <a:moveTo>
                    <a:pt x="2533" y="696"/>
                  </a:moveTo>
                  <a:cubicBezTo>
                    <a:pt x="2540" y="696"/>
                    <a:pt x="2546" y="690"/>
                    <a:pt x="2546" y="683"/>
                  </a:cubicBezTo>
                  <a:cubicBezTo>
                    <a:pt x="2546" y="676"/>
                    <a:pt x="2540" y="670"/>
                    <a:pt x="2533" y="670"/>
                  </a:cubicBezTo>
                  <a:cubicBezTo>
                    <a:pt x="2526" y="670"/>
                    <a:pt x="2521" y="676"/>
                    <a:pt x="2521" y="683"/>
                  </a:cubicBezTo>
                  <a:cubicBezTo>
                    <a:pt x="2521" y="690"/>
                    <a:pt x="2526" y="696"/>
                    <a:pt x="2533" y="696"/>
                  </a:cubicBezTo>
                  <a:close/>
                  <a:moveTo>
                    <a:pt x="2573" y="696"/>
                  </a:moveTo>
                  <a:cubicBezTo>
                    <a:pt x="2580" y="696"/>
                    <a:pt x="2586" y="690"/>
                    <a:pt x="2586" y="683"/>
                  </a:cubicBezTo>
                  <a:cubicBezTo>
                    <a:pt x="2586" y="676"/>
                    <a:pt x="2580" y="670"/>
                    <a:pt x="2573" y="670"/>
                  </a:cubicBezTo>
                  <a:cubicBezTo>
                    <a:pt x="2566" y="670"/>
                    <a:pt x="2560" y="676"/>
                    <a:pt x="2560" y="683"/>
                  </a:cubicBezTo>
                  <a:cubicBezTo>
                    <a:pt x="2560" y="690"/>
                    <a:pt x="2566" y="696"/>
                    <a:pt x="2573" y="696"/>
                  </a:cubicBezTo>
                  <a:close/>
                  <a:moveTo>
                    <a:pt x="2612" y="696"/>
                  </a:moveTo>
                  <a:cubicBezTo>
                    <a:pt x="2619" y="696"/>
                    <a:pt x="2625" y="690"/>
                    <a:pt x="2625" y="683"/>
                  </a:cubicBezTo>
                  <a:cubicBezTo>
                    <a:pt x="2625" y="676"/>
                    <a:pt x="2619" y="670"/>
                    <a:pt x="2612" y="670"/>
                  </a:cubicBezTo>
                  <a:cubicBezTo>
                    <a:pt x="2605" y="670"/>
                    <a:pt x="2599" y="676"/>
                    <a:pt x="2599" y="683"/>
                  </a:cubicBezTo>
                  <a:cubicBezTo>
                    <a:pt x="2599" y="690"/>
                    <a:pt x="2605" y="696"/>
                    <a:pt x="2612" y="696"/>
                  </a:cubicBezTo>
                  <a:close/>
                  <a:moveTo>
                    <a:pt x="2652" y="696"/>
                  </a:moveTo>
                  <a:cubicBezTo>
                    <a:pt x="2659" y="696"/>
                    <a:pt x="2664" y="690"/>
                    <a:pt x="2664" y="683"/>
                  </a:cubicBezTo>
                  <a:cubicBezTo>
                    <a:pt x="2664" y="676"/>
                    <a:pt x="2659" y="670"/>
                    <a:pt x="2652" y="670"/>
                  </a:cubicBezTo>
                  <a:cubicBezTo>
                    <a:pt x="2645" y="670"/>
                    <a:pt x="2639" y="676"/>
                    <a:pt x="2639" y="683"/>
                  </a:cubicBezTo>
                  <a:cubicBezTo>
                    <a:pt x="2639" y="690"/>
                    <a:pt x="2645" y="696"/>
                    <a:pt x="2652" y="696"/>
                  </a:cubicBezTo>
                  <a:close/>
                  <a:moveTo>
                    <a:pt x="2691" y="696"/>
                  </a:moveTo>
                  <a:cubicBezTo>
                    <a:pt x="2698" y="696"/>
                    <a:pt x="2704" y="690"/>
                    <a:pt x="2704" y="683"/>
                  </a:cubicBezTo>
                  <a:cubicBezTo>
                    <a:pt x="2704" y="676"/>
                    <a:pt x="2698" y="670"/>
                    <a:pt x="2691" y="670"/>
                  </a:cubicBezTo>
                  <a:cubicBezTo>
                    <a:pt x="2684" y="670"/>
                    <a:pt x="2678" y="676"/>
                    <a:pt x="2678" y="683"/>
                  </a:cubicBezTo>
                  <a:cubicBezTo>
                    <a:pt x="2678" y="690"/>
                    <a:pt x="2684" y="696"/>
                    <a:pt x="2691" y="696"/>
                  </a:cubicBezTo>
                  <a:close/>
                  <a:moveTo>
                    <a:pt x="2730" y="696"/>
                  </a:moveTo>
                  <a:cubicBezTo>
                    <a:pt x="2738" y="696"/>
                    <a:pt x="2743" y="690"/>
                    <a:pt x="2743" y="683"/>
                  </a:cubicBezTo>
                  <a:cubicBezTo>
                    <a:pt x="2743" y="676"/>
                    <a:pt x="2738" y="670"/>
                    <a:pt x="2730" y="670"/>
                  </a:cubicBezTo>
                  <a:cubicBezTo>
                    <a:pt x="2723" y="670"/>
                    <a:pt x="2718" y="676"/>
                    <a:pt x="2718" y="683"/>
                  </a:cubicBezTo>
                  <a:cubicBezTo>
                    <a:pt x="2718" y="690"/>
                    <a:pt x="2723" y="696"/>
                    <a:pt x="2730" y="696"/>
                  </a:cubicBezTo>
                  <a:close/>
                  <a:moveTo>
                    <a:pt x="2770" y="696"/>
                  </a:moveTo>
                  <a:cubicBezTo>
                    <a:pt x="2777" y="696"/>
                    <a:pt x="2783" y="690"/>
                    <a:pt x="2783" y="683"/>
                  </a:cubicBezTo>
                  <a:cubicBezTo>
                    <a:pt x="2783" y="676"/>
                    <a:pt x="2777" y="670"/>
                    <a:pt x="2770" y="670"/>
                  </a:cubicBezTo>
                  <a:cubicBezTo>
                    <a:pt x="2763" y="670"/>
                    <a:pt x="2757" y="676"/>
                    <a:pt x="2757" y="683"/>
                  </a:cubicBezTo>
                  <a:cubicBezTo>
                    <a:pt x="2757" y="690"/>
                    <a:pt x="2763" y="696"/>
                    <a:pt x="2770" y="696"/>
                  </a:cubicBezTo>
                  <a:close/>
                  <a:moveTo>
                    <a:pt x="2809" y="696"/>
                  </a:moveTo>
                  <a:cubicBezTo>
                    <a:pt x="2816" y="696"/>
                    <a:pt x="2822" y="690"/>
                    <a:pt x="2822" y="683"/>
                  </a:cubicBezTo>
                  <a:cubicBezTo>
                    <a:pt x="2822" y="676"/>
                    <a:pt x="2816" y="670"/>
                    <a:pt x="2809" y="670"/>
                  </a:cubicBezTo>
                  <a:cubicBezTo>
                    <a:pt x="2802" y="670"/>
                    <a:pt x="2797" y="676"/>
                    <a:pt x="2797" y="683"/>
                  </a:cubicBezTo>
                  <a:cubicBezTo>
                    <a:pt x="2797" y="690"/>
                    <a:pt x="2802" y="696"/>
                    <a:pt x="2809" y="696"/>
                  </a:cubicBezTo>
                  <a:close/>
                  <a:moveTo>
                    <a:pt x="2849" y="696"/>
                  </a:moveTo>
                  <a:cubicBezTo>
                    <a:pt x="2856" y="696"/>
                    <a:pt x="2862" y="690"/>
                    <a:pt x="2862" y="683"/>
                  </a:cubicBezTo>
                  <a:cubicBezTo>
                    <a:pt x="2862" y="676"/>
                    <a:pt x="2856" y="670"/>
                    <a:pt x="2849" y="670"/>
                  </a:cubicBezTo>
                  <a:cubicBezTo>
                    <a:pt x="2842" y="670"/>
                    <a:pt x="2836" y="676"/>
                    <a:pt x="2836" y="683"/>
                  </a:cubicBezTo>
                  <a:cubicBezTo>
                    <a:pt x="2836" y="690"/>
                    <a:pt x="2842" y="696"/>
                    <a:pt x="2849" y="696"/>
                  </a:cubicBezTo>
                  <a:close/>
                  <a:moveTo>
                    <a:pt x="2888" y="696"/>
                  </a:moveTo>
                  <a:cubicBezTo>
                    <a:pt x="2895" y="696"/>
                    <a:pt x="2901" y="690"/>
                    <a:pt x="2901" y="683"/>
                  </a:cubicBezTo>
                  <a:cubicBezTo>
                    <a:pt x="2901" y="676"/>
                    <a:pt x="2895" y="670"/>
                    <a:pt x="2888" y="670"/>
                  </a:cubicBezTo>
                  <a:cubicBezTo>
                    <a:pt x="2881" y="670"/>
                    <a:pt x="2875" y="676"/>
                    <a:pt x="2875" y="683"/>
                  </a:cubicBezTo>
                  <a:cubicBezTo>
                    <a:pt x="2875" y="690"/>
                    <a:pt x="2881" y="696"/>
                    <a:pt x="2888" y="696"/>
                  </a:cubicBezTo>
                  <a:close/>
                  <a:moveTo>
                    <a:pt x="2928" y="670"/>
                  </a:moveTo>
                  <a:cubicBezTo>
                    <a:pt x="2921" y="670"/>
                    <a:pt x="2915" y="676"/>
                    <a:pt x="2915" y="683"/>
                  </a:cubicBezTo>
                  <a:cubicBezTo>
                    <a:pt x="2915" y="690"/>
                    <a:pt x="2921" y="696"/>
                    <a:pt x="2928" y="696"/>
                  </a:cubicBezTo>
                  <a:cubicBezTo>
                    <a:pt x="2935" y="696"/>
                    <a:pt x="2940" y="690"/>
                    <a:pt x="2940" y="683"/>
                  </a:cubicBezTo>
                  <a:cubicBezTo>
                    <a:pt x="2940" y="676"/>
                    <a:pt x="2935" y="670"/>
                    <a:pt x="2928" y="670"/>
                  </a:cubicBezTo>
                  <a:close/>
                  <a:moveTo>
                    <a:pt x="2967" y="696"/>
                  </a:moveTo>
                  <a:cubicBezTo>
                    <a:pt x="2974" y="696"/>
                    <a:pt x="2980" y="690"/>
                    <a:pt x="2980" y="683"/>
                  </a:cubicBezTo>
                  <a:cubicBezTo>
                    <a:pt x="2980" y="676"/>
                    <a:pt x="2974" y="670"/>
                    <a:pt x="2967" y="670"/>
                  </a:cubicBezTo>
                  <a:cubicBezTo>
                    <a:pt x="2960" y="670"/>
                    <a:pt x="2954" y="676"/>
                    <a:pt x="2954" y="683"/>
                  </a:cubicBezTo>
                  <a:cubicBezTo>
                    <a:pt x="2954" y="690"/>
                    <a:pt x="2960" y="696"/>
                    <a:pt x="2967" y="696"/>
                  </a:cubicBezTo>
                  <a:close/>
                  <a:moveTo>
                    <a:pt x="3006" y="696"/>
                  </a:moveTo>
                  <a:cubicBezTo>
                    <a:pt x="3013" y="696"/>
                    <a:pt x="3019" y="690"/>
                    <a:pt x="3019" y="683"/>
                  </a:cubicBezTo>
                  <a:cubicBezTo>
                    <a:pt x="3019" y="676"/>
                    <a:pt x="3013" y="670"/>
                    <a:pt x="3006" y="670"/>
                  </a:cubicBezTo>
                  <a:cubicBezTo>
                    <a:pt x="2999" y="670"/>
                    <a:pt x="2994" y="676"/>
                    <a:pt x="2994" y="683"/>
                  </a:cubicBezTo>
                  <a:cubicBezTo>
                    <a:pt x="2994" y="690"/>
                    <a:pt x="2999" y="696"/>
                    <a:pt x="3006" y="696"/>
                  </a:cubicBezTo>
                  <a:close/>
                  <a:moveTo>
                    <a:pt x="483" y="735"/>
                  </a:moveTo>
                  <a:cubicBezTo>
                    <a:pt x="490" y="735"/>
                    <a:pt x="496" y="729"/>
                    <a:pt x="496" y="722"/>
                  </a:cubicBezTo>
                  <a:cubicBezTo>
                    <a:pt x="496" y="715"/>
                    <a:pt x="490" y="710"/>
                    <a:pt x="483" y="710"/>
                  </a:cubicBezTo>
                  <a:cubicBezTo>
                    <a:pt x="476" y="710"/>
                    <a:pt x="471" y="715"/>
                    <a:pt x="471" y="722"/>
                  </a:cubicBezTo>
                  <a:cubicBezTo>
                    <a:pt x="471" y="729"/>
                    <a:pt x="476" y="735"/>
                    <a:pt x="483" y="735"/>
                  </a:cubicBezTo>
                  <a:close/>
                  <a:moveTo>
                    <a:pt x="523" y="735"/>
                  </a:moveTo>
                  <a:cubicBezTo>
                    <a:pt x="530" y="735"/>
                    <a:pt x="535" y="729"/>
                    <a:pt x="535" y="722"/>
                  </a:cubicBezTo>
                  <a:cubicBezTo>
                    <a:pt x="535" y="715"/>
                    <a:pt x="530" y="710"/>
                    <a:pt x="523" y="710"/>
                  </a:cubicBezTo>
                  <a:cubicBezTo>
                    <a:pt x="516" y="710"/>
                    <a:pt x="510" y="715"/>
                    <a:pt x="510" y="722"/>
                  </a:cubicBezTo>
                  <a:cubicBezTo>
                    <a:pt x="510" y="729"/>
                    <a:pt x="516" y="735"/>
                    <a:pt x="523" y="735"/>
                  </a:cubicBezTo>
                  <a:close/>
                  <a:moveTo>
                    <a:pt x="562" y="735"/>
                  </a:moveTo>
                  <a:cubicBezTo>
                    <a:pt x="569" y="735"/>
                    <a:pt x="575" y="729"/>
                    <a:pt x="575" y="722"/>
                  </a:cubicBezTo>
                  <a:cubicBezTo>
                    <a:pt x="575" y="715"/>
                    <a:pt x="569" y="710"/>
                    <a:pt x="562" y="710"/>
                  </a:cubicBezTo>
                  <a:cubicBezTo>
                    <a:pt x="555" y="710"/>
                    <a:pt x="549" y="715"/>
                    <a:pt x="549" y="722"/>
                  </a:cubicBezTo>
                  <a:cubicBezTo>
                    <a:pt x="549" y="729"/>
                    <a:pt x="555" y="735"/>
                    <a:pt x="562" y="735"/>
                  </a:cubicBezTo>
                  <a:close/>
                  <a:moveTo>
                    <a:pt x="602" y="735"/>
                  </a:moveTo>
                  <a:cubicBezTo>
                    <a:pt x="609" y="735"/>
                    <a:pt x="614" y="729"/>
                    <a:pt x="614" y="722"/>
                  </a:cubicBezTo>
                  <a:cubicBezTo>
                    <a:pt x="614" y="715"/>
                    <a:pt x="609" y="710"/>
                    <a:pt x="602" y="710"/>
                  </a:cubicBezTo>
                  <a:cubicBezTo>
                    <a:pt x="595" y="710"/>
                    <a:pt x="589" y="715"/>
                    <a:pt x="589" y="722"/>
                  </a:cubicBezTo>
                  <a:cubicBezTo>
                    <a:pt x="589" y="729"/>
                    <a:pt x="595" y="735"/>
                    <a:pt x="602" y="735"/>
                  </a:cubicBezTo>
                  <a:close/>
                  <a:moveTo>
                    <a:pt x="641" y="735"/>
                  </a:moveTo>
                  <a:cubicBezTo>
                    <a:pt x="648" y="735"/>
                    <a:pt x="654" y="729"/>
                    <a:pt x="654" y="722"/>
                  </a:cubicBezTo>
                  <a:cubicBezTo>
                    <a:pt x="654" y="715"/>
                    <a:pt x="648" y="710"/>
                    <a:pt x="641" y="710"/>
                  </a:cubicBezTo>
                  <a:cubicBezTo>
                    <a:pt x="634" y="710"/>
                    <a:pt x="628" y="715"/>
                    <a:pt x="628" y="722"/>
                  </a:cubicBezTo>
                  <a:cubicBezTo>
                    <a:pt x="628" y="729"/>
                    <a:pt x="634" y="735"/>
                    <a:pt x="641" y="735"/>
                  </a:cubicBezTo>
                  <a:close/>
                  <a:moveTo>
                    <a:pt x="680" y="735"/>
                  </a:moveTo>
                  <a:cubicBezTo>
                    <a:pt x="687" y="735"/>
                    <a:pt x="693" y="729"/>
                    <a:pt x="693" y="722"/>
                  </a:cubicBezTo>
                  <a:cubicBezTo>
                    <a:pt x="693" y="715"/>
                    <a:pt x="687" y="710"/>
                    <a:pt x="680" y="710"/>
                  </a:cubicBezTo>
                  <a:cubicBezTo>
                    <a:pt x="673" y="710"/>
                    <a:pt x="668" y="715"/>
                    <a:pt x="668" y="722"/>
                  </a:cubicBezTo>
                  <a:cubicBezTo>
                    <a:pt x="668" y="729"/>
                    <a:pt x="673" y="735"/>
                    <a:pt x="680" y="735"/>
                  </a:cubicBezTo>
                  <a:close/>
                  <a:moveTo>
                    <a:pt x="720" y="735"/>
                  </a:moveTo>
                  <a:cubicBezTo>
                    <a:pt x="727" y="735"/>
                    <a:pt x="733" y="729"/>
                    <a:pt x="733" y="722"/>
                  </a:cubicBezTo>
                  <a:cubicBezTo>
                    <a:pt x="733" y="715"/>
                    <a:pt x="727" y="710"/>
                    <a:pt x="720" y="710"/>
                  </a:cubicBezTo>
                  <a:cubicBezTo>
                    <a:pt x="713" y="710"/>
                    <a:pt x="707" y="715"/>
                    <a:pt x="707" y="722"/>
                  </a:cubicBezTo>
                  <a:cubicBezTo>
                    <a:pt x="707" y="729"/>
                    <a:pt x="713" y="735"/>
                    <a:pt x="720" y="735"/>
                  </a:cubicBezTo>
                  <a:close/>
                  <a:moveTo>
                    <a:pt x="759" y="735"/>
                  </a:moveTo>
                  <a:cubicBezTo>
                    <a:pt x="766" y="735"/>
                    <a:pt x="772" y="729"/>
                    <a:pt x="772" y="722"/>
                  </a:cubicBezTo>
                  <a:cubicBezTo>
                    <a:pt x="772" y="715"/>
                    <a:pt x="766" y="710"/>
                    <a:pt x="759" y="710"/>
                  </a:cubicBezTo>
                  <a:cubicBezTo>
                    <a:pt x="752" y="710"/>
                    <a:pt x="747" y="715"/>
                    <a:pt x="747" y="722"/>
                  </a:cubicBezTo>
                  <a:cubicBezTo>
                    <a:pt x="747" y="729"/>
                    <a:pt x="752" y="735"/>
                    <a:pt x="759" y="735"/>
                  </a:cubicBezTo>
                  <a:close/>
                  <a:moveTo>
                    <a:pt x="799" y="735"/>
                  </a:moveTo>
                  <a:cubicBezTo>
                    <a:pt x="806" y="735"/>
                    <a:pt x="811" y="729"/>
                    <a:pt x="811" y="722"/>
                  </a:cubicBezTo>
                  <a:cubicBezTo>
                    <a:pt x="811" y="715"/>
                    <a:pt x="806" y="710"/>
                    <a:pt x="799" y="710"/>
                  </a:cubicBezTo>
                  <a:cubicBezTo>
                    <a:pt x="792" y="710"/>
                    <a:pt x="786" y="715"/>
                    <a:pt x="786" y="722"/>
                  </a:cubicBezTo>
                  <a:cubicBezTo>
                    <a:pt x="786" y="729"/>
                    <a:pt x="792" y="735"/>
                    <a:pt x="799" y="735"/>
                  </a:cubicBezTo>
                  <a:close/>
                  <a:moveTo>
                    <a:pt x="838" y="735"/>
                  </a:moveTo>
                  <a:cubicBezTo>
                    <a:pt x="845" y="735"/>
                    <a:pt x="851" y="729"/>
                    <a:pt x="851" y="722"/>
                  </a:cubicBezTo>
                  <a:cubicBezTo>
                    <a:pt x="851" y="715"/>
                    <a:pt x="845" y="710"/>
                    <a:pt x="838" y="710"/>
                  </a:cubicBezTo>
                  <a:cubicBezTo>
                    <a:pt x="831" y="710"/>
                    <a:pt x="825" y="715"/>
                    <a:pt x="825" y="722"/>
                  </a:cubicBezTo>
                  <a:cubicBezTo>
                    <a:pt x="825" y="729"/>
                    <a:pt x="831" y="735"/>
                    <a:pt x="838" y="735"/>
                  </a:cubicBezTo>
                  <a:close/>
                  <a:moveTo>
                    <a:pt x="878" y="735"/>
                  </a:moveTo>
                  <a:cubicBezTo>
                    <a:pt x="885" y="735"/>
                    <a:pt x="890" y="729"/>
                    <a:pt x="890" y="722"/>
                  </a:cubicBezTo>
                  <a:cubicBezTo>
                    <a:pt x="890" y="715"/>
                    <a:pt x="885" y="710"/>
                    <a:pt x="878" y="710"/>
                  </a:cubicBezTo>
                  <a:cubicBezTo>
                    <a:pt x="871" y="710"/>
                    <a:pt x="865" y="715"/>
                    <a:pt x="865" y="722"/>
                  </a:cubicBezTo>
                  <a:cubicBezTo>
                    <a:pt x="865" y="729"/>
                    <a:pt x="871" y="735"/>
                    <a:pt x="878" y="735"/>
                  </a:cubicBezTo>
                  <a:close/>
                  <a:moveTo>
                    <a:pt x="1627" y="735"/>
                  </a:moveTo>
                  <a:cubicBezTo>
                    <a:pt x="1634" y="735"/>
                    <a:pt x="1639" y="729"/>
                    <a:pt x="1639" y="722"/>
                  </a:cubicBezTo>
                  <a:cubicBezTo>
                    <a:pt x="1639" y="715"/>
                    <a:pt x="1634" y="710"/>
                    <a:pt x="1627" y="710"/>
                  </a:cubicBezTo>
                  <a:cubicBezTo>
                    <a:pt x="1620" y="710"/>
                    <a:pt x="1614" y="715"/>
                    <a:pt x="1614" y="722"/>
                  </a:cubicBezTo>
                  <a:cubicBezTo>
                    <a:pt x="1614" y="729"/>
                    <a:pt x="1620" y="735"/>
                    <a:pt x="1627" y="735"/>
                  </a:cubicBezTo>
                  <a:close/>
                  <a:moveTo>
                    <a:pt x="1666" y="735"/>
                  </a:moveTo>
                  <a:cubicBezTo>
                    <a:pt x="1673" y="735"/>
                    <a:pt x="1679" y="729"/>
                    <a:pt x="1679" y="722"/>
                  </a:cubicBezTo>
                  <a:cubicBezTo>
                    <a:pt x="1679" y="715"/>
                    <a:pt x="1673" y="710"/>
                    <a:pt x="1666" y="710"/>
                  </a:cubicBezTo>
                  <a:cubicBezTo>
                    <a:pt x="1659" y="710"/>
                    <a:pt x="1653" y="715"/>
                    <a:pt x="1653" y="722"/>
                  </a:cubicBezTo>
                  <a:cubicBezTo>
                    <a:pt x="1653" y="729"/>
                    <a:pt x="1659" y="735"/>
                    <a:pt x="1666" y="735"/>
                  </a:cubicBezTo>
                  <a:close/>
                  <a:moveTo>
                    <a:pt x="1907" y="722"/>
                  </a:moveTo>
                  <a:cubicBezTo>
                    <a:pt x="1907" y="720"/>
                    <a:pt x="1905" y="718"/>
                    <a:pt x="1903" y="718"/>
                  </a:cubicBezTo>
                  <a:cubicBezTo>
                    <a:pt x="1900" y="718"/>
                    <a:pt x="1898" y="720"/>
                    <a:pt x="1898" y="722"/>
                  </a:cubicBezTo>
                  <a:cubicBezTo>
                    <a:pt x="1898" y="725"/>
                    <a:pt x="1900" y="726"/>
                    <a:pt x="1903" y="726"/>
                  </a:cubicBezTo>
                  <a:cubicBezTo>
                    <a:pt x="1905" y="726"/>
                    <a:pt x="1907" y="725"/>
                    <a:pt x="1907" y="722"/>
                  </a:cubicBezTo>
                  <a:close/>
                  <a:moveTo>
                    <a:pt x="1942" y="735"/>
                  </a:moveTo>
                  <a:cubicBezTo>
                    <a:pt x="1949" y="735"/>
                    <a:pt x="1955" y="729"/>
                    <a:pt x="1955" y="722"/>
                  </a:cubicBezTo>
                  <a:cubicBezTo>
                    <a:pt x="1955" y="715"/>
                    <a:pt x="1949" y="710"/>
                    <a:pt x="1942" y="710"/>
                  </a:cubicBezTo>
                  <a:cubicBezTo>
                    <a:pt x="1935" y="710"/>
                    <a:pt x="1929" y="715"/>
                    <a:pt x="1929" y="722"/>
                  </a:cubicBezTo>
                  <a:cubicBezTo>
                    <a:pt x="1929" y="729"/>
                    <a:pt x="1935" y="735"/>
                    <a:pt x="1942" y="735"/>
                  </a:cubicBezTo>
                  <a:close/>
                  <a:moveTo>
                    <a:pt x="1981" y="735"/>
                  </a:moveTo>
                  <a:cubicBezTo>
                    <a:pt x="1988" y="735"/>
                    <a:pt x="1994" y="729"/>
                    <a:pt x="1994" y="722"/>
                  </a:cubicBezTo>
                  <a:cubicBezTo>
                    <a:pt x="1994" y="715"/>
                    <a:pt x="1988" y="710"/>
                    <a:pt x="1981" y="710"/>
                  </a:cubicBezTo>
                  <a:cubicBezTo>
                    <a:pt x="1974" y="710"/>
                    <a:pt x="1969" y="715"/>
                    <a:pt x="1969" y="722"/>
                  </a:cubicBezTo>
                  <a:cubicBezTo>
                    <a:pt x="1969" y="729"/>
                    <a:pt x="1974" y="735"/>
                    <a:pt x="1981" y="735"/>
                  </a:cubicBezTo>
                  <a:close/>
                  <a:moveTo>
                    <a:pt x="2021" y="735"/>
                  </a:moveTo>
                  <a:cubicBezTo>
                    <a:pt x="2028" y="735"/>
                    <a:pt x="2034" y="729"/>
                    <a:pt x="2034" y="722"/>
                  </a:cubicBezTo>
                  <a:cubicBezTo>
                    <a:pt x="2034" y="715"/>
                    <a:pt x="2028" y="710"/>
                    <a:pt x="2021" y="710"/>
                  </a:cubicBezTo>
                  <a:cubicBezTo>
                    <a:pt x="2014" y="710"/>
                    <a:pt x="2008" y="715"/>
                    <a:pt x="2008" y="722"/>
                  </a:cubicBezTo>
                  <a:cubicBezTo>
                    <a:pt x="2008" y="729"/>
                    <a:pt x="2014" y="735"/>
                    <a:pt x="2021" y="735"/>
                  </a:cubicBezTo>
                  <a:close/>
                  <a:moveTo>
                    <a:pt x="2060" y="735"/>
                  </a:moveTo>
                  <a:cubicBezTo>
                    <a:pt x="2067" y="735"/>
                    <a:pt x="2073" y="729"/>
                    <a:pt x="2073" y="722"/>
                  </a:cubicBezTo>
                  <a:cubicBezTo>
                    <a:pt x="2073" y="715"/>
                    <a:pt x="2067" y="710"/>
                    <a:pt x="2060" y="710"/>
                  </a:cubicBezTo>
                  <a:cubicBezTo>
                    <a:pt x="2053" y="710"/>
                    <a:pt x="2048" y="715"/>
                    <a:pt x="2048" y="722"/>
                  </a:cubicBezTo>
                  <a:cubicBezTo>
                    <a:pt x="2048" y="729"/>
                    <a:pt x="2053" y="735"/>
                    <a:pt x="2060" y="735"/>
                  </a:cubicBezTo>
                  <a:close/>
                  <a:moveTo>
                    <a:pt x="2100" y="735"/>
                  </a:moveTo>
                  <a:cubicBezTo>
                    <a:pt x="2107" y="735"/>
                    <a:pt x="2112" y="729"/>
                    <a:pt x="2112" y="722"/>
                  </a:cubicBezTo>
                  <a:cubicBezTo>
                    <a:pt x="2112" y="715"/>
                    <a:pt x="2107" y="710"/>
                    <a:pt x="2100" y="710"/>
                  </a:cubicBezTo>
                  <a:cubicBezTo>
                    <a:pt x="2093" y="710"/>
                    <a:pt x="2087" y="715"/>
                    <a:pt x="2087" y="722"/>
                  </a:cubicBezTo>
                  <a:cubicBezTo>
                    <a:pt x="2087" y="729"/>
                    <a:pt x="2093" y="735"/>
                    <a:pt x="2100" y="735"/>
                  </a:cubicBezTo>
                  <a:close/>
                  <a:moveTo>
                    <a:pt x="2139" y="735"/>
                  </a:moveTo>
                  <a:cubicBezTo>
                    <a:pt x="2146" y="735"/>
                    <a:pt x="2152" y="729"/>
                    <a:pt x="2152" y="722"/>
                  </a:cubicBezTo>
                  <a:cubicBezTo>
                    <a:pt x="2152" y="715"/>
                    <a:pt x="2146" y="710"/>
                    <a:pt x="2139" y="710"/>
                  </a:cubicBezTo>
                  <a:cubicBezTo>
                    <a:pt x="2132" y="710"/>
                    <a:pt x="2126" y="715"/>
                    <a:pt x="2126" y="722"/>
                  </a:cubicBezTo>
                  <a:cubicBezTo>
                    <a:pt x="2126" y="729"/>
                    <a:pt x="2132" y="735"/>
                    <a:pt x="2139" y="735"/>
                  </a:cubicBezTo>
                  <a:close/>
                  <a:moveTo>
                    <a:pt x="2179" y="735"/>
                  </a:moveTo>
                  <a:cubicBezTo>
                    <a:pt x="2186" y="735"/>
                    <a:pt x="2191" y="729"/>
                    <a:pt x="2191" y="722"/>
                  </a:cubicBezTo>
                  <a:cubicBezTo>
                    <a:pt x="2191" y="715"/>
                    <a:pt x="2186" y="710"/>
                    <a:pt x="2179" y="710"/>
                  </a:cubicBezTo>
                  <a:cubicBezTo>
                    <a:pt x="2172" y="710"/>
                    <a:pt x="2166" y="715"/>
                    <a:pt x="2166" y="722"/>
                  </a:cubicBezTo>
                  <a:cubicBezTo>
                    <a:pt x="2166" y="729"/>
                    <a:pt x="2172" y="735"/>
                    <a:pt x="2179" y="735"/>
                  </a:cubicBezTo>
                  <a:close/>
                  <a:moveTo>
                    <a:pt x="2257" y="735"/>
                  </a:moveTo>
                  <a:cubicBezTo>
                    <a:pt x="2264" y="735"/>
                    <a:pt x="2270" y="729"/>
                    <a:pt x="2270" y="722"/>
                  </a:cubicBezTo>
                  <a:cubicBezTo>
                    <a:pt x="2270" y="715"/>
                    <a:pt x="2264" y="710"/>
                    <a:pt x="2257" y="710"/>
                  </a:cubicBezTo>
                  <a:cubicBezTo>
                    <a:pt x="2250" y="710"/>
                    <a:pt x="2245" y="715"/>
                    <a:pt x="2245" y="722"/>
                  </a:cubicBezTo>
                  <a:cubicBezTo>
                    <a:pt x="2245" y="729"/>
                    <a:pt x="2250" y="735"/>
                    <a:pt x="2257" y="735"/>
                  </a:cubicBezTo>
                  <a:close/>
                  <a:moveTo>
                    <a:pt x="2297" y="735"/>
                  </a:moveTo>
                  <a:cubicBezTo>
                    <a:pt x="2304" y="735"/>
                    <a:pt x="2310" y="729"/>
                    <a:pt x="2310" y="722"/>
                  </a:cubicBezTo>
                  <a:cubicBezTo>
                    <a:pt x="2310" y="715"/>
                    <a:pt x="2304" y="710"/>
                    <a:pt x="2297" y="710"/>
                  </a:cubicBezTo>
                  <a:cubicBezTo>
                    <a:pt x="2290" y="710"/>
                    <a:pt x="2284" y="715"/>
                    <a:pt x="2284" y="722"/>
                  </a:cubicBezTo>
                  <a:cubicBezTo>
                    <a:pt x="2284" y="729"/>
                    <a:pt x="2290" y="735"/>
                    <a:pt x="2297" y="735"/>
                  </a:cubicBezTo>
                  <a:close/>
                  <a:moveTo>
                    <a:pt x="2336" y="735"/>
                  </a:moveTo>
                  <a:cubicBezTo>
                    <a:pt x="2343" y="735"/>
                    <a:pt x="2349" y="729"/>
                    <a:pt x="2349" y="722"/>
                  </a:cubicBezTo>
                  <a:cubicBezTo>
                    <a:pt x="2349" y="715"/>
                    <a:pt x="2343" y="710"/>
                    <a:pt x="2336" y="710"/>
                  </a:cubicBezTo>
                  <a:cubicBezTo>
                    <a:pt x="2329" y="710"/>
                    <a:pt x="2323" y="715"/>
                    <a:pt x="2323" y="722"/>
                  </a:cubicBezTo>
                  <a:cubicBezTo>
                    <a:pt x="2323" y="729"/>
                    <a:pt x="2329" y="735"/>
                    <a:pt x="2336" y="735"/>
                  </a:cubicBezTo>
                  <a:close/>
                  <a:moveTo>
                    <a:pt x="2376" y="735"/>
                  </a:moveTo>
                  <a:cubicBezTo>
                    <a:pt x="2383" y="735"/>
                    <a:pt x="2388" y="729"/>
                    <a:pt x="2388" y="722"/>
                  </a:cubicBezTo>
                  <a:cubicBezTo>
                    <a:pt x="2388" y="715"/>
                    <a:pt x="2383" y="710"/>
                    <a:pt x="2376" y="710"/>
                  </a:cubicBezTo>
                  <a:cubicBezTo>
                    <a:pt x="2369" y="710"/>
                    <a:pt x="2363" y="715"/>
                    <a:pt x="2363" y="722"/>
                  </a:cubicBezTo>
                  <a:cubicBezTo>
                    <a:pt x="2363" y="729"/>
                    <a:pt x="2369" y="735"/>
                    <a:pt x="2376" y="735"/>
                  </a:cubicBezTo>
                  <a:close/>
                  <a:moveTo>
                    <a:pt x="2415" y="735"/>
                  </a:moveTo>
                  <a:cubicBezTo>
                    <a:pt x="2422" y="735"/>
                    <a:pt x="2428" y="729"/>
                    <a:pt x="2428" y="722"/>
                  </a:cubicBezTo>
                  <a:cubicBezTo>
                    <a:pt x="2428" y="715"/>
                    <a:pt x="2422" y="710"/>
                    <a:pt x="2415" y="710"/>
                  </a:cubicBezTo>
                  <a:cubicBezTo>
                    <a:pt x="2408" y="710"/>
                    <a:pt x="2402" y="715"/>
                    <a:pt x="2402" y="722"/>
                  </a:cubicBezTo>
                  <a:cubicBezTo>
                    <a:pt x="2402" y="729"/>
                    <a:pt x="2408" y="735"/>
                    <a:pt x="2415" y="735"/>
                  </a:cubicBezTo>
                  <a:close/>
                  <a:moveTo>
                    <a:pt x="2455" y="735"/>
                  </a:moveTo>
                  <a:cubicBezTo>
                    <a:pt x="2462" y="735"/>
                    <a:pt x="2467" y="729"/>
                    <a:pt x="2467" y="722"/>
                  </a:cubicBezTo>
                  <a:cubicBezTo>
                    <a:pt x="2467" y="715"/>
                    <a:pt x="2462" y="710"/>
                    <a:pt x="2455" y="710"/>
                  </a:cubicBezTo>
                  <a:cubicBezTo>
                    <a:pt x="2447" y="710"/>
                    <a:pt x="2442" y="715"/>
                    <a:pt x="2442" y="722"/>
                  </a:cubicBezTo>
                  <a:cubicBezTo>
                    <a:pt x="2442" y="729"/>
                    <a:pt x="2447" y="735"/>
                    <a:pt x="2455" y="735"/>
                  </a:cubicBezTo>
                  <a:close/>
                  <a:moveTo>
                    <a:pt x="2494" y="735"/>
                  </a:moveTo>
                  <a:cubicBezTo>
                    <a:pt x="2501" y="735"/>
                    <a:pt x="2507" y="729"/>
                    <a:pt x="2507" y="722"/>
                  </a:cubicBezTo>
                  <a:cubicBezTo>
                    <a:pt x="2507" y="715"/>
                    <a:pt x="2501" y="710"/>
                    <a:pt x="2494" y="710"/>
                  </a:cubicBezTo>
                  <a:cubicBezTo>
                    <a:pt x="2487" y="710"/>
                    <a:pt x="2481" y="715"/>
                    <a:pt x="2481" y="722"/>
                  </a:cubicBezTo>
                  <a:cubicBezTo>
                    <a:pt x="2481" y="729"/>
                    <a:pt x="2487" y="735"/>
                    <a:pt x="2494" y="735"/>
                  </a:cubicBezTo>
                  <a:close/>
                  <a:moveTo>
                    <a:pt x="2533" y="735"/>
                  </a:moveTo>
                  <a:cubicBezTo>
                    <a:pt x="2540" y="735"/>
                    <a:pt x="2546" y="729"/>
                    <a:pt x="2546" y="722"/>
                  </a:cubicBezTo>
                  <a:cubicBezTo>
                    <a:pt x="2546" y="715"/>
                    <a:pt x="2540" y="710"/>
                    <a:pt x="2533" y="710"/>
                  </a:cubicBezTo>
                  <a:cubicBezTo>
                    <a:pt x="2526" y="710"/>
                    <a:pt x="2521" y="715"/>
                    <a:pt x="2521" y="722"/>
                  </a:cubicBezTo>
                  <a:cubicBezTo>
                    <a:pt x="2521" y="729"/>
                    <a:pt x="2526" y="735"/>
                    <a:pt x="2533" y="735"/>
                  </a:cubicBezTo>
                  <a:close/>
                  <a:moveTo>
                    <a:pt x="2573" y="735"/>
                  </a:moveTo>
                  <a:cubicBezTo>
                    <a:pt x="2580" y="735"/>
                    <a:pt x="2586" y="729"/>
                    <a:pt x="2586" y="722"/>
                  </a:cubicBezTo>
                  <a:cubicBezTo>
                    <a:pt x="2586" y="715"/>
                    <a:pt x="2580" y="710"/>
                    <a:pt x="2573" y="710"/>
                  </a:cubicBezTo>
                  <a:cubicBezTo>
                    <a:pt x="2566" y="710"/>
                    <a:pt x="2560" y="715"/>
                    <a:pt x="2560" y="722"/>
                  </a:cubicBezTo>
                  <a:cubicBezTo>
                    <a:pt x="2560" y="729"/>
                    <a:pt x="2566" y="735"/>
                    <a:pt x="2573" y="735"/>
                  </a:cubicBezTo>
                  <a:close/>
                  <a:moveTo>
                    <a:pt x="2612" y="735"/>
                  </a:moveTo>
                  <a:cubicBezTo>
                    <a:pt x="2619" y="735"/>
                    <a:pt x="2625" y="729"/>
                    <a:pt x="2625" y="722"/>
                  </a:cubicBezTo>
                  <a:cubicBezTo>
                    <a:pt x="2625" y="715"/>
                    <a:pt x="2619" y="710"/>
                    <a:pt x="2612" y="710"/>
                  </a:cubicBezTo>
                  <a:cubicBezTo>
                    <a:pt x="2605" y="710"/>
                    <a:pt x="2599" y="715"/>
                    <a:pt x="2599" y="722"/>
                  </a:cubicBezTo>
                  <a:cubicBezTo>
                    <a:pt x="2599" y="729"/>
                    <a:pt x="2605" y="735"/>
                    <a:pt x="2612" y="735"/>
                  </a:cubicBezTo>
                  <a:close/>
                  <a:moveTo>
                    <a:pt x="2652" y="735"/>
                  </a:moveTo>
                  <a:cubicBezTo>
                    <a:pt x="2659" y="735"/>
                    <a:pt x="2664" y="729"/>
                    <a:pt x="2664" y="722"/>
                  </a:cubicBezTo>
                  <a:cubicBezTo>
                    <a:pt x="2664" y="715"/>
                    <a:pt x="2659" y="710"/>
                    <a:pt x="2652" y="710"/>
                  </a:cubicBezTo>
                  <a:cubicBezTo>
                    <a:pt x="2645" y="710"/>
                    <a:pt x="2639" y="715"/>
                    <a:pt x="2639" y="722"/>
                  </a:cubicBezTo>
                  <a:cubicBezTo>
                    <a:pt x="2639" y="729"/>
                    <a:pt x="2645" y="735"/>
                    <a:pt x="2652" y="735"/>
                  </a:cubicBezTo>
                  <a:close/>
                  <a:moveTo>
                    <a:pt x="2691" y="735"/>
                  </a:moveTo>
                  <a:cubicBezTo>
                    <a:pt x="2698" y="735"/>
                    <a:pt x="2704" y="729"/>
                    <a:pt x="2704" y="722"/>
                  </a:cubicBezTo>
                  <a:cubicBezTo>
                    <a:pt x="2704" y="715"/>
                    <a:pt x="2698" y="710"/>
                    <a:pt x="2691" y="710"/>
                  </a:cubicBezTo>
                  <a:cubicBezTo>
                    <a:pt x="2684" y="710"/>
                    <a:pt x="2678" y="715"/>
                    <a:pt x="2678" y="722"/>
                  </a:cubicBezTo>
                  <a:cubicBezTo>
                    <a:pt x="2678" y="729"/>
                    <a:pt x="2684" y="735"/>
                    <a:pt x="2691" y="735"/>
                  </a:cubicBezTo>
                  <a:close/>
                  <a:moveTo>
                    <a:pt x="2730" y="735"/>
                  </a:moveTo>
                  <a:cubicBezTo>
                    <a:pt x="2738" y="735"/>
                    <a:pt x="2743" y="729"/>
                    <a:pt x="2743" y="722"/>
                  </a:cubicBezTo>
                  <a:cubicBezTo>
                    <a:pt x="2743" y="715"/>
                    <a:pt x="2738" y="710"/>
                    <a:pt x="2730" y="710"/>
                  </a:cubicBezTo>
                  <a:cubicBezTo>
                    <a:pt x="2723" y="710"/>
                    <a:pt x="2718" y="715"/>
                    <a:pt x="2718" y="722"/>
                  </a:cubicBezTo>
                  <a:cubicBezTo>
                    <a:pt x="2718" y="729"/>
                    <a:pt x="2723" y="735"/>
                    <a:pt x="2730" y="735"/>
                  </a:cubicBezTo>
                  <a:close/>
                  <a:moveTo>
                    <a:pt x="2770" y="735"/>
                  </a:moveTo>
                  <a:cubicBezTo>
                    <a:pt x="2777" y="735"/>
                    <a:pt x="2783" y="729"/>
                    <a:pt x="2783" y="722"/>
                  </a:cubicBezTo>
                  <a:cubicBezTo>
                    <a:pt x="2783" y="715"/>
                    <a:pt x="2777" y="710"/>
                    <a:pt x="2770" y="710"/>
                  </a:cubicBezTo>
                  <a:cubicBezTo>
                    <a:pt x="2763" y="710"/>
                    <a:pt x="2757" y="715"/>
                    <a:pt x="2757" y="722"/>
                  </a:cubicBezTo>
                  <a:cubicBezTo>
                    <a:pt x="2757" y="729"/>
                    <a:pt x="2763" y="735"/>
                    <a:pt x="2770" y="735"/>
                  </a:cubicBezTo>
                  <a:close/>
                  <a:moveTo>
                    <a:pt x="2809" y="735"/>
                  </a:moveTo>
                  <a:cubicBezTo>
                    <a:pt x="2816" y="735"/>
                    <a:pt x="2822" y="729"/>
                    <a:pt x="2822" y="722"/>
                  </a:cubicBezTo>
                  <a:cubicBezTo>
                    <a:pt x="2822" y="715"/>
                    <a:pt x="2816" y="710"/>
                    <a:pt x="2809" y="710"/>
                  </a:cubicBezTo>
                  <a:cubicBezTo>
                    <a:pt x="2802" y="710"/>
                    <a:pt x="2797" y="715"/>
                    <a:pt x="2797" y="722"/>
                  </a:cubicBezTo>
                  <a:cubicBezTo>
                    <a:pt x="2797" y="729"/>
                    <a:pt x="2802" y="735"/>
                    <a:pt x="2809" y="735"/>
                  </a:cubicBezTo>
                  <a:close/>
                  <a:moveTo>
                    <a:pt x="2849" y="735"/>
                  </a:moveTo>
                  <a:cubicBezTo>
                    <a:pt x="2856" y="735"/>
                    <a:pt x="2862" y="729"/>
                    <a:pt x="2862" y="722"/>
                  </a:cubicBezTo>
                  <a:cubicBezTo>
                    <a:pt x="2862" y="715"/>
                    <a:pt x="2856" y="710"/>
                    <a:pt x="2849" y="710"/>
                  </a:cubicBezTo>
                  <a:cubicBezTo>
                    <a:pt x="2842" y="710"/>
                    <a:pt x="2836" y="715"/>
                    <a:pt x="2836" y="722"/>
                  </a:cubicBezTo>
                  <a:cubicBezTo>
                    <a:pt x="2836" y="729"/>
                    <a:pt x="2842" y="735"/>
                    <a:pt x="2849" y="735"/>
                  </a:cubicBezTo>
                  <a:close/>
                  <a:moveTo>
                    <a:pt x="2888" y="735"/>
                  </a:moveTo>
                  <a:cubicBezTo>
                    <a:pt x="2895" y="735"/>
                    <a:pt x="2901" y="729"/>
                    <a:pt x="2901" y="722"/>
                  </a:cubicBezTo>
                  <a:cubicBezTo>
                    <a:pt x="2901" y="715"/>
                    <a:pt x="2895" y="710"/>
                    <a:pt x="2888" y="710"/>
                  </a:cubicBezTo>
                  <a:cubicBezTo>
                    <a:pt x="2881" y="710"/>
                    <a:pt x="2875" y="715"/>
                    <a:pt x="2875" y="722"/>
                  </a:cubicBezTo>
                  <a:cubicBezTo>
                    <a:pt x="2875" y="729"/>
                    <a:pt x="2881" y="735"/>
                    <a:pt x="2888" y="735"/>
                  </a:cubicBezTo>
                  <a:close/>
                  <a:moveTo>
                    <a:pt x="2967" y="735"/>
                  </a:moveTo>
                  <a:cubicBezTo>
                    <a:pt x="2974" y="735"/>
                    <a:pt x="2980" y="729"/>
                    <a:pt x="2980" y="722"/>
                  </a:cubicBezTo>
                  <a:cubicBezTo>
                    <a:pt x="2980" y="715"/>
                    <a:pt x="2974" y="710"/>
                    <a:pt x="2967" y="710"/>
                  </a:cubicBezTo>
                  <a:cubicBezTo>
                    <a:pt x="2960" y="710"/>
                    <a:pt x="2954" y="715"/>
                    <a:pt x="2954" y="722"/>
                  </a:cubicBezTo>
                  <a:cubicBezTo>
                    <a:pt x="2954" y="729"/>
                    <a:pt x="2960" y="735"/>
                    <a:pt x="2967" y="735"/>
                  </a:cubicBezTo>
                  <a:close/>
                  <a:moveTo>
                    <a:pt x="3125" y="735"/>
                  </a:moveTo>
                  <a:cubicBezTo>
                    <a:pt x="3132" y="735"/>
                    <a:pt x="3137" y="729"/>
                    <a:pt x="3137" y="722"/>
                  </a:cubicBezTo>
                  <a:cubicBezTo>
                    <a:pt x="3137" y="715"/>
                    <a:pt x="3132" y="710"/>
                    <a:pt x="3125" y="710"/>
                  </a:cubicBezTo>
                  <a:cubicBezTo>
                    <a:pt x="3118" y="710"/>
                    <a:pt x="3112" y="715"/>
                    <a:pt x="3112" y="722"/>
                  </a:cubicBezTo>
                  <a:cubicBezTo>
                    <a:pt x="3112" y="729"/>
                    <a:pt x="3118" y="735"/>
                    <a:pt x="3125" y="735"/>
                  </a:cubicBezTo>
                  <a:close/>
                  <a:moveTo>
                    <a:pt x="483" y="749"/>
                  </a:moveTo>
                  <a:cubicBezTo>
                    <a:pt x="476" y="749"/>
                    <a:pt x="471" y="755"/>
                    <a:pt x="471" y="762"/>
                  </a:cubicBezTo>
                  <a:cubicBezTo>
                    <a:pt x="471" y="769"/>
                    <a:pt x="476" y="774"/>
                    <a:pt x="483" y="774"/>
                  </a:cubicBezTo>
                  <a:cubicBezTo>
                    <a:pt x="490" y="774"/>
                    <a:pt x="496" y="769"/>
                    <a:pt x="496" y="762"/>
                  </a:cubicBezTo>
                  <a:cubicBezTo>
                    <a:pt x="496" y="755"/>
                    <a:pt x="490" y="749"/>
                    <a:pt x="483" y="749"/>
                  </a:cubicBezTo>
                  <a:close/>
                  <a:moveTo>
                    <a:pt x="523" y="774"/>
                  </a:moveTo>
                  <a:cubicBezTo>
                    <a:pt x="530" y="774"/>
                    <a:pt x="535" y="769"/>
                    <a:pt x="535" y="762"/>
                  </a:cubicBezTo>
                  <a:cubicBezTo>
                    <a:pt x="535" y="755"/>
                    <a:pt x="530" y="749"/>
                    <a:pt x="523" y="749"/>
                  </a:cubicBezTo>
                  <a:cubicBezTo>
                    <a:pt x="516" y="749"/>
                    <a:pt x="510" y="755"/>
                    <a:pt x="510" y="762"/>
                  </a:cubicBezTo>
                  <a:cubicBezTo>
                    <a:pt x="510" y="769"/>
                    <a:pt x="516" y="774"/>
                    <a:pt x="523" y="774"/>
                  </a:cubicBezTo>
                  <a:close/>
                  <a:moveTo>
                    <a:pt x="562" y="774"/>
                  </a:moveTo>
                  <a:cubicBezTo>
                    <a:pt x="569" y="774"/>
                    <a:pt x="575" y="769"/>
                    <a:pt x="575" y="762"/>
                  </a:cubicBezTo>
                  <a:cubicBezTo>
                    <a:pt x="575" y="755"/>
                    <a:pt x="569" y="749"/>
                    <a:pt x="562" y="749"/>
                  </a:cubicBezTo>
                  <a:cubicBezTo>
                    <a:pt x="555" y="749"/>
                    <a:pt x="549" y="755"/>
                    <a:pt x="549" y="762"/>
                  </a:cubicBezTo>
                  <a:cubicBezTo>
                    <a:pt x="549" y="769"/>
                    <a:pt x="555" y="774"/>
                    <a:pt x="562" y="774"/>
                  </a:cubicBezTo>
                  <a:close/>
                  <a:moveTo>
                    <a:pt x="602" y="774"/>
                  </a:moveTo>
                  <a:cubicBezTo>
                    <a:pt x="609" y="774"/>
                    <a:pt x="614" y="769"/>
                    <a:pt x="614" y="762"/>
                  </a:cubicBezTo>
                  <a:cubicBezTo>
                    <a:pt x="614" y="755"/>
                    <a:pt x="609" y="749"/>
                    <a:pt x="602" y="749"/>
                  </a:cubicBezTo>
                  <a:cubicBezTo>
                    <a:pt x="595" y="749"/>
                    <a:pt x="589" y="755"/>
                    <a:pt x="589" y="762"/>
                  </a:cubicBezTo>
                  <a:cubicBezTo>
                    <a:pt x="589" y="769"/>
                    <a:pt x="595" y="774"/>
                    <a:pt x="602" y="774"/>
                  </a:cubicBezTo>
                  <a:close/>
                  <a:moveTo>
                    <a:pt x="641" y="774"/>
                  </a:moveTo>
                  <a:cubicBezTo>
                    <a:pt x="648" y="774"/>
                    <a:pt x="654" y="769"/>
                    <a:pt x="654" y="762"/>
                  </a:cubicBezTo>
                  <a:cubicBezTo>
                    <a:pt x="654" y="755"/>
                    <a:pt x="648" y="749"/>
                    <a:pt x="641" y="749"/>
                  </a:cubicBezTo>
                  <a:cubicBezTo>
                    <a:pt x="634" y="749"/>
                    <a:pt x="628" y="755"/>
                    <a:pt x="628" y="762"/>
                  </a:cubicBezTo>
                  <a:cubicBezTo>
                    <a:pt x="628" y="769"/>
                    <a:pt x="634" y="774"/>
                    <a:pt x="641" y="774"/>
                  </a:cubicBezTo>
                  <a:close/>
                  <a:moveTo>
                    <a:pt x="680" y="774"/>
                  </a:moveTo>
                  <a:cubicBezTo>
                    <a:pt x="687" y="774"/>
                    <a:pt x="693" y="769"/>
                    <a:pt x="693" y="762"/>
                  </a:cubicBezTo>
                  <a:cubicBezTo>
                    <a:pt x="693" y="755"/>
                    <a:pt x="687" y="749"/>
                    <a:pt x="680" y="749"/>
                  </a:cubicBezTo>
                  <a:cubicBezTo>
                    <a:pt x="673" y="749"/>
                    <a:pt x="668" y="755"/>
                    <a:pt x="668" y="762"/>
                  </a:cubicBezTo>
                  <a:cubicBezTo>
                    <a:pt x="668" y="769"/>
                    <a:pt x="673" y="774"/>
                    <a:pt x="680" y="774"/>
                  </a:cubicBezTo>
                  <a:close/>
                  <a:moveTo>
                    <a:pt x="720" y="774"/>
                  </a:moveTo>
                  <a:cubicBezTo>
                    <a:pt x="727" y="774"/>
                    <a:pt x="733" y="769"/>
                    <a:pt x="733" y="762"/>
                  </a:cubicBezTo>
                  <a:cubicBezTo>
                    <a:pt x="733" y="755"/>
                    <a:pt x="727" y="749"/>
                    <a:pt x="720" y="749"/>
                  </a:cubicBezTo>
                  <a:cubicBezTo>
                    <a:pt x="713" y="749"/>
                    <a:pt x="707" y="755"/>
                    <a:pt x="707" y="762"/>
                  </a:cubicBezTo>
                  <a:cubicBezTo>
                    <a:pt x="707" y="769"/>
                    <a:pt x="713" y="774"/>
                    <a:pt x="720" y="774"/>
                  </a:cubicBezTo>
                  <a:close/>
                  <a:moveTo>
                    <a:pt x="759" y="774"/>
                  </a:moveTo>
                  <a:cubicBezTo>
                    <a:pt x="766" y="774"/>
                    <a:pt x="772" y="769"/>
                    <a:pt x="772" y="762"/>
                  </a:cubicBezTo>
                  <a:cubicBezTo>
                    <a:pt x="772" y="755"/>
                    <a:pt x="766" y="749"/>
                    <a:pt x="759" y="749"/>
                  </a:cubicBezTo>
                  <a:cubicBezTo>
                    <a:pt x="752" y="749"/>
                    <a:pt x="747" y="755"/>
                    <a:pt x="747" y="762"/>
                  </a:cubicBezTo>
                  <a:cubicBezTo>
                    <a:pt x="747" y="769"/>
                    <a:pt x="752" y="774"/>
                    <a:pt x="759" y="774"/>
                  </a:cubicBezTo>
                  <a:close/>
                  <a:moveTo>
                    <a:pt x="799" y="774"/>
                  </a:moveTo>
                  <a:cubicBezTo>
                    <a:pt x="806" y="774"/>
                    <a:pt x="811" y="769"/>
                    <a:pt x="811" y="762"/>
                  </a:cubicBezTo>
                  <a:cubicBezTo>
                    <a:pt x="811" y="755"/>
                    <a:pt x="806" y="749"/>
                    <a:pt x="799" y="749"/>
                  </a:cubicBezTo>
                  <a:cubicBezTo>
                    <a:pt x="792" y="749"/>
                    <a:pt x="786" y="755"/>
                    <a:pt x="786" y="762"/>
                  </a:cubicBezTo>
                  <a:cubicBezTo>
                    <a:pt x="786" y="769"/>
                    <a:pt x="792" y="774"/>
                    <a:pt x="799" y="774"/>
                  </a:cubicBezTo>
                  <a:close/>
                  <a:moveTo>
                    <a:pt x="838" y="774"/>
                  </a:moveTo>
                  <a:cubicBezTo>
                    <a:pt x="845" y="774"/>
                    <a:pt x="851" y="769"/>
                    <a:pt x="851" y="762"/>
                  </a:cubicBezTo>
                  <a:cubicBezTo>
                    <a:pt x="851" y="755"/>
                    <a:pt x="845" y="749"/>
                    <a:pt x="838" y="749"/>
                  </a:cubicBezTo>
                  <a:cubicBezTo>
                    <a:pt x="831" y="749"/>
                    <a:pt x="825" y="755"/>
                    <a:pt x="825" y="762"/>
                  </a:cubicBezTo>
                  <a:cubicBezTo>
                    <a:pt x="825" y="769"/>
                    <a:pt x="831" y="774"/>
                    <a:pt x="838" y="774"/>
                  </a:cubicBezTo>
                  <a:close/>
                  <a:moveTo>
                    <a:pt x="878" y="774"/>
                  </a:moveTo>
                  <a:cubicBezTo>
                    <a:pt x="885" y="774"/>
                    <a:pt x="890" y="769"/>
                    <a:pt x="890" y="762"/>
                  </a:cubicBezTo>
                  <a:cubicBezTo>
                    <a:pt x="890" y="755"/>
                    <a:pt x="885" y="749"/>
                    <a:pt x="878" y="749"/>
                  </a:cubicBezTo>
                  <a:cubicBezTo>
                    <a:pt x="871" y="749"/>
                    <a:pt x="865" y="755"/>
                    <a:pt x="865" y="762"/>
                  </a:cubicBezTo>
                  <a:cubicBezTo>
                    <a:pt x="865" y="769"/>
                    <a:pt x="871" y="774"/>
                    <a:pt x="878" y="774"/>
                  </a:cubicBezTo>
                  <a:close/>
                  <a:moveTo>
                    <a:pt x="930" y="762"/>
                  </a:moveTo>
                  <a:cubicBezTo>
                    <a:pt x="930" y="755"/>
                    <a:pt x="924" y="749"/>
                    <a:pt x="917" y="749"/>
                  </a:cubicBezTo>
                  <a:cubicBezTo>
                    <a:pt x="910" y="749"/>
                    <a:pt x="904" y="755"/>
                    <a:pt x="904" y="762"/>
                  </a:cubicBezTo>
                  <a:cubicBezTo>
                    <a:pt x="904" y="769"/>
                    <a:pt x="910" y="774"/>
                    <a:pt x="917" y="774"/>
                  </a:cubicBezTo>
                  <a:cubicBezTo>
                    <a:pt x="924" y="774"/>
                    <a:pt x="930" y="769"/>
                    <a:pt x="930" y="762"/>
                  </a:cubicBezTo>
                  <a:close/>
                  <a:moveTo>
                    <a:pt x="1666" y="774"/>
                  </a:moveTo>
                  <a:cubicBezTo>
                    <a:pt x="1673" y="774"/>
                    <a:pt x="1679" y="769"/>
                    <a:pt x="1679" y="762"/>
                  </a:cubicBezTo>
                  <a:cubicBezTo>
                    <a:pt x="1679" y="755"/>
                    <a:pt x="1673" y="749"/>
                    <a:pt x="1666" y="749"/>
                  </a:cubicBezTo>
                  <a:cubicBezTo>
                    <a:pt x="1659" y="749"/>
                    <a:pt x="1653" y="755"/>
                    <a:pt x="1653" y="762"/>
                  </a:cubicBezTo>
                  <a:cubicBezTo>
                    <a:pt x="1653" y="769"/>
                    <a:pt x="1659" y="774"/>
                    <a:pt x="1666" y="774"/>
                  </a:cubicBezTo>
                  <a:close/>
                  <a:moveTo>
                    <a:pt x="1705" y="774"/>
                  </a:moveTo>
                  <a:cubicBezTo>
                    <a:pt x="1713" y="774"/>
                    <a:pt x="1718" y="769"/>
                    <a:pt x="1718" y="762"/>
                  </a:cubicBezTo>
                  <a:cubicBezTo>
                    <a:pt x="1718" y="755"/>
                    <a:pt x="1713" y="749"/>
                    <a:pt x="1705" y="749"/>
                  </a:cubicBezTo>
                  <a:cubicBezTo>
                    <a:pt x="1698" y="749"/>
                    <a:pt x="1693" y="755"/>
                    <a:pt x="1693" y="762"/>
                  </a:cubicBezTo>
                  <a:cubicBezTo>
                    <a:pt x="1693" y="769"/>
                    <a:pt x="1698" y="774"/>
                    <a:pt x="1705" y="774"/>
                  </a:cubicBezTo>
                  <a:close/>
                  <a:moveTo>
                    <a:pt x="1745" y="774"/>
                  </a:moveTo>
                  <a:cubicBezTo>
                    <a:pt x="1752" y="774"/>
                    <a:pt x="1758" y="769"/>
                    <a:pt x="1758" y="762"/>
                  </a:cubicBezTo>
                  <a:cubicBezTo>
                    <a:pt x="1758" y="755"/>
                    <a:pt x="1752" y="749"/>
                    <a:pt x="1745" y="749"/>
                  </a:cubicBezTo>
                  <a:cubicBezTo>
                    <a:pt x="1738" y="749"/>
                    <a:pt x="1732" y="755"/>
                    <a:pt x="1732" y="762"/>
                  </a:cubicBezTo>
                  <a:cubicBezTo>
                    <a:pt x="1732" y="769"/>
                    <a:pt x="1738" y="774"/>
                    <a:pt x="1745" y="774"/>
                  </a:cubicBezTo>
                  <a:close/>
                  <a:moveTo>
                    <a:pt x="1784" y="774"/>
                  </a:moveTo>
                  <a:cubicBezTo>
                    <a:pt x="1791" y="774"/>
                    <a:pt x="1797" y="769"/>
                    <a:pt x="1797" y="762"/>
                  </a:cubicBezTo>
                  <a:cubicBezTo>
                    <a:pt x="1797" y="755"/>
                    <a:pt x="1791" y="749"/>
                    <a:pt x="1784" y="749"/>
                  </a:cubicBezTo>
                  <a:cubicBezTo>
                    <a:pt x="1777" y="749"/>
                    <a:pt x="1772" y="755"/>
                    <a:pt x="1772" y="762"/>
                  </a:cubicBezTo>
                  <a:cubicBezTo>
                    <a:pt x="1772" y="769"/>
                    <a:pt x="1777" y="774"/>
                    <a:pt x="1784" y="774"/>
                  </a:cubicBezTo>
                  <a:close/>
                  <a:moveTo>
                    <a:pt x="2060" y="752"/>
                  </a:moveTo>
                  <a:cubicBezTo>
                    <a:pt x="2055" y="752"/>
                    <a:pt x="2051" y="757"/>
                    <a:pt x="2051" y="762"/>
                  </a:cubicBezTo>
                  <a:cubicBezTo>
                    <a:pt x="2051" y="767"/>
                    <a:pt x="2055" y="771"/>
                    <a:pt x="2060" y="771"/>
                  </a:cubicBezTo>
                  <a:cubicBezTo>
                    <a:pt x="2065" y="771"/>
                    <a:pt x="2070" y="767"/>
                    <a:pt x="2070" y="762"/>
                  </a:cubicBezTo>
                  <a:cubicBezTo>
                    <a:pt x="2070" y="757"/>
                    <a:pt x="2065" y="752"/>
                    <a:pt x="2060" y="752"/>
                  </a:cubicBezTo>
                  <a:close/>
                  <a:moveTo>
                    <a:pt x="2100" y="774"/>
                  </a:moveTo>
                  <a:cubicBezTo>
                    <a:pt x="2107" y="774"/>
                    <a:pt x="2112" y="769"/>
                    <a:pt x="2112" y="762"/>
                  </a:cubicBezTo>
                  <a:cubicBezTo>
                    <a:pt x="2112" y="755"/>
                    <a:pt x="2107" y="749"/>
                    <a:pt x="2100" y="749"/>
                  </a:cubicBezTo>
                  <a:cubicBezTo>
                    <a:pt x="2093" y="749"/>
                    <a:pt x="2087" y="755"/>
                    <a:pt x="2087" y="762"/>
                  </a:cubicBezTo>
                  <a:cubicBezTo>
                    <a:pt x="2087" y="769"/>
                    <a:pt x="2093" y="774"/>
                    <a:pt x="2100" y="774"/>
                  </a:cubicBezTo>
                  <a:close/>
                  <a:moveTo>
                    <a:pt x="2139" y="774"/>
                  </a:moveTo>
                  <a:cubicBezTo>
                    <a:pt x="2146" y="774"/>
                    <a:pt x="2152" y="769"/>
                    <a:pt x="2152" y="762"/>
                  </a:cubicBezTo>
                  <a:cubicBezTo>
                    <a:pt x="2152" y="755"/>
                    <a:pt x="2146" y="749"/>
                    <a:pt x="2139" y="749"/>
                  </a:cubicBezTo>
                  <a:cubicBezTo>
                    <a:pt x="2132" y="749"/>
                    <a:pt x="2126" y="755"/>
                    <a:pt x="2126" y="762"/>
                  </a:cubicBezTo>
                  <a:cubicBezTo>
                    <a:pt x="2126" y="769"/>
                    <a:pt x="2132" y="774"/>
                    <a:pt x="2139" y="774"/>
                  </a:cubicBezTo>
                  <a:close/>
                  <a:moveTo>
                    <a:pt x="2179" y="774"/>
                  </a:moveTo>
                  <a:cubicBezTo>
                    <a:pt x="2186" y="774"/>
                    <a:pt x="2191" y="769"/>
                    <a:pt x="2191" y="762"/>
                  </a:cubicBezTo>
                  <a:cubicBezTo>
                    <a:pt x="2191" y="755"/>
                    <a:pt x="2186" y="749"/>
                    <a:pt x="2179" y="749"/>
                  </a:cubicBezTo>
                  <a:cubicBezTo>
                    <a:pt x="2172" y="749"/>
                    <a:pt x="2166" y="755"/>
                    <a:pt x="2166" y="762"/>
                  </a:cubicBezTo>
                  <a:cubicBezTo>
                    <a:pt x="2166" y="769"/>
                    <a:pt x="2172" y="774"/>
                    <a:pt x="2179" y="774"/>
                  </a:cubicBezTo>
                  <a:close/>
                  <a:moveTo>
                    <a:pt x="2218" y="774"/>
                  </a:moveTo>
                  <a:cubicBezTo>
                    <a:pt x="2225" y="774"/>
                    <a:pt x="2231" y="769"/>
                    <a:pt x="2231" y="762"/>
                  </a:cubicBezTo>
                  <a:cubicBezTo>
                    <a:pt x="2231" y="755"/>
                    <a:pt x="2225" y="749"/>
                    <a:pt x="2218" y="749"/>
                  </a:cubicBezTo>
                  <a:cubicBezTo>
                    <a:pt x="2211" y="749"/>
                    <a:pt x="2205" y="755"/>
                    <a:pt x="2205" y="762"/>
                  </a:cubicBezTo>
                  <a:cubicBezTo>
                    <a:pt x="2205" y="769"/>
                    <a:pt x="2211" y="774"/>
                    <a:pt x="2218" y="774"/>
                  </a:cubicBezTo>
                  <a:close/>
                  <a:moveTo>
                    <a:pt x="2257" y="774"/>
                  </a:moveTo>
                  <a:cubicBezTo>
                    <a:pt x="2264" y="774"/>
                    <a:pt x="2270" y="769"/>
                    <a:pt x="2270" y="762"/>
                  </a:cubicBezTo>
                  <a:cubicBezTo>
                    <a:pt x="2270" y="755"/>
                    <a:pt x="2264" y="749"/>
                    <a:pt x="2257" y="749"/>
                  </a:cubicBezTo>
                  <a:cubicBezTo>
                    <a:pt x="2250" y="749"/>
                    <a:pt x="2245" y="755"/>
                    <a:pt x="2245" y="762"/>
                  </a:cubicBezTo>
                  <a:cubicBezTo>
                    <a:pt x="2245" y="769"/>
                    <a:pt x="2250" y="774"/>
                    <a:pt x="2257" y="774"/>
                  </a:cubicBezTo>
                  <a:close/>
                  <a:moveTo>
                    <a:pt x="2297" y="774"/>
                  </a:moveTo>
                  <a:cubicBezTo>
                    <a:pt x="2304" y="774"/>
                    <a:pt x="2310" y="769"/>
                    <a:pt x="2310" y="762"/>
                  </a:cubicBezTo>
                  <a:cubicBezTo>
                    <a:pt x="2310" y="755"/>
                    <a:pt x="2304" y="749"/>
                    <a:pt x="2297" y="749"/>
                  </a:cubicBezTo>
                  <a:cubicBezTo>
                    <a:pt x="2290" y="749"/>
                    <a:pt x="2284" y="755"/>
                    <a:pt x="2284" y="762"/>
                  </a:cubicBezTo>
                  <a:cubicBezTo>
                    <a:pt x="2284" y="769"/>
                    <a:pt x="2290" y="774"/>
                    <a:pt x="2297" y="774"/>
                  </a:cubicBezTo>
                  <a:close/>
                  <a:moveTo>
                    <a:pt x="2336" y="774"/>
                  </a:moveTo>
                  <a:cubicBezTo>
                    <a:pt x="2343" y="774"/>
                    <a:pt x="2349" y="769"/>
                    <a:pt x="2349" y="762"/>
                  </a:cubicBezTo>
                  <a:cubicBezTo>
                    <a:pt x="2349" y="755"/>
                    <a:pt x="2343" y="749"/>
                    <a:pt x="2336" y="749"/>
                  </a:cubicBezTo>
                  <a:cubicBezTo>
                    <a:pt x="2329" y="749"/>
                    <a:pt x="2323" y="755"/>
                    <a:pt x="2323" y="762"/>
                  </a:cubicBezTo>
                  <a:cubicBezTo>
                    <a:pt x="2323" y="769"/>
                    <a:pt x="2329" y="774"/>
                    <a:pt x="2336" y="774"/>
                  </a:cubicBezTo>
                  <a:close/>
                  <a:moveTo>
                    <a:pt x="2376" y="774"/>
                  </a:moveTo>
                  <a:cubicBezTo>
                    <a:pt x="2383" y="774"/>
                    <a:pt x="2388" y="769"/>
                    <a:pt x="2388" y="762"/>
                  </a:cubicBezTo>
                  <a:cubicBezTo>
                    <a:pt x="2388" y="755"/>
                    <a:pt x="2383" y="749"/>
                    <a:pt x="2376" y="749"/>
                  </a:cubicBezTo>
                  <a:cubicBezTo>
                    <a:pt x="2369" y="749"/>
                    <a:pt x="2363" y="755"/>
                    <a:pt x="2363" y="762"/>
                  </a:cubicBezTo>
                  <a:cubicBezTo>
                    <a:pt x="2363" y="769"/>
                    <a:pt x="2369" y="774"/>
                    <a:pt x="2376" y="774"/>
                  </a:cubicBezTo>
                  <a:close/>
                  <a:moveTo>
                    <a:pt x="2415" y="774"/>
                  </a:moveTo>
                  <a:cubicBezTo>
                    <a:pt x="2422" y="774"/>
                    <a:pt x="2428" y="769"/>
                    <a:pt x="2428" y="762"/>
                  </a:cubicBezTo>
                  <a:cubicBezTo>
                    <a:pt x="2428" y="755"/>
                    <a:pt x="2422" y="749"/>
                    <a:pt x="2415" y="749"/>
                  </a:cubicBezTo>
                  <a:cubicBezTo>
                    <a:pt x="2408" y="749"/>
                    <a:pt x="2402" y="755"/>
                    <a:pt x="2402" y="762"/>
                  </a:cubicBezTo>
                  <a:cubicBezTo>
                    <a:pt x="2402" y="769"/>
                    <a:pt x="2408" y="774"/>
                    <a:pt x="2415" y="774"/>
                  </a:cubicBezTo>
                  <a:close/>
                  <a:moveTo>
                    <a:pt x="2455" y="774"/>
                  </a:moveTo>
                  <a:cubicBezTo>
                    <a:pt x="2462" y="774"/>
                    <a:pt x="2467" y="769"/>
                    <a:pt x="2467" y="762"/>
                  </a:cubicBezTo>
                  <a:cubicBezTo>
                    <a:pt x="2467" y="755"/>
                    <a:pt x="2462" y="749"/>
                    <a:pt x="2455" y="749"/>
                  </a:cubicBezTo>
                  <a:cubicBezTo>
                    <a:pt x="2447" y="749"/>
                    <a:pt x="2442" y="755"/>
                    <a:pt x="2442" y="762"/>
                  </a:cubicBezTo>
                  <a:cubicBezTo>
                    <a:pt x="2442" y="769"/>
                    <a:pt x="2447" y="774"/>
                    <a:pt x="2455" y="774"/>
                  </a:cubicBezTo>
                  <a:close/>
                  <a:moveTo>
                    <a:pt x="2494" y="774"/>
                  </a:moveTo>
                  <a:cubicBezTo>
                    <a:pt x="2501" y="774"/>
                    <a:pt x="2507" y="769"/>
                    <a:pt x="2507" y="762"/>
                  </a:cubicBezTo>
                  <a:cubicBezTo>
                    <a:pt x="2507" y="755"/>
                    <a:pt x="2501" y="749"/>
                    <a:pt x="2494" y="749"/>
                  </a:cubicBezTo>
                  <a:cubicBezTo>
                    <a:pt x="2487" y="749"/>
                    <a:pt x="2481" y="755"/>
                    <a:pt x="2481" y="762"/>
                  </a:cubicBezTo>
                  <a:cubicBezTo>
                    <a:pt x="2481" y="769"/>
                    <a:pt x="2487" y="774"/>
                    <a:pt x="2494" y="774"/>
                  </a:cubicBezTo>
                  <a:close/>
                  <a:moveTo>
                    <a:pt x="2533" y="774"/>
                  </a:moveTo>
                  <a:cubicBezTo>
                    <a:pt x="2540" y="774"/>
                    <a:pt x="2546" y="769"/>
                    <a:pt x="2546" y="762"/>
                  </a:cubicBezTo>
                  <a:cubicBezTo>
                    <a:pt x="2546" y="755"/>
                    <a:pt x="2540" y="749"/>
                    <a:pt x="2533" y="749"/>
                  </a:cubicBezTo>
                  <a:cubicBezTo>
                    <a:pt x="2526" y="749"/>
                    <a:pt x="2521" y="755"/>
                    <a:pt x="2521" y="762"/>
                  </a:cubicBezTo>
                  <a:cubicBezTo>
                    <a:pt x="2521" y="769"/>
                    <a:pt x="2526" y="774"/>
                    <a:pt x="2533" y="774"/>
                  </a:cubicBezTo>
                  <a:close/>
                  <a:moveTo>
                    <a:pt x="2573" y="774"/>
                  </a:moveTo>
                  <a:cubicBezTo>
                    <a:pt x="2580" y="774"/>
                    <a:pt x="2586" y="769"/>
                    <a:pt x="2586" y="762"/>
                  </a:cubicBezTo>
                  <a:cubicBezTo>
                    <a:pt x="2586" y="755"/>
                    <a:pt x="2580" y="749"/>
                    <a:pt x="2573" y="749"/>
                  </a:cubicBezTo>
                  <a:cubicBezTo>
                    <a:pt x="2566" y="749"/>
                    <a:pt x="2560" y="755"/>
                    <a:pt x="2560" y="762"/>
                  </a:cubicBezTo>
                  <a:cubicBezTo>
                    <a:pt x="2560" y="769"/>
                    <a:pt x="2566" y="774"/>
                    <a:pt x="2573" y="774"/>
                  </a:cubicBezTo>
                  <a:close/>
                  <a:moveTo>
                    <a:pt x="2612" y="774"/>
                  </a:moveTo>
                  <a:cubicBezTo>
                    <a:pt x="2619" y="774"/>
                    <a:pt x="2625" y="769"/>
                    <a:pt x="2625" y="762"/>
                  </a:cubicBezTo>
                  <a:cubicBezTo>
                    <a:pt x="2625" y="755"/>
                    <a:pt x="2619" y="749"/>
                    <a:pt x="2612" y="749"/>
                  </a:cubicBezTo>
                  <a:cubicBezTo>
                    <a:pt x="2605" y="749"/>
                    <a:pt x="2599" y="755"/>
                    <a:pt x="2599" y="762"/>
                  </a:cubicBezTo>
                  <a:cubicBezTo>
                    <a:pt x="2599" y="769"/>
                    <a:pt x="2605" y="774"/>
                    <a:pt x="2612" y="774"/>
                  </a:cubicBezTo>
                  <a:close/>
                  <a:moveTo>
                    <a:pt x="2652" y="774"/>
                  </a:moveTo>
                  <a:cubicBezTo>
                    <a:pt x="2659" y="774"/>
                    <a:pt x="2664" y="769"/>
                    <a:pt x="2664" y="762"/>
                  </a:cubicBezTo>
                  <a:cubicBezTo>
                    <a:pt x="2664" y="755"/>
                    <a:pt x="2659" y="749"/>
                    <a:pt x="2652" y="749"/>
                  </a:cubicBezTo>
                  <a:cubicBezTo>
                    <a:pt x="2645" y="749"/>
                    <a:pt x="2639" y="755"/>
                    <a:pt x="2639" y="762"/>
                  </a:cubicBezTo>
                  <a:cubicBezTo>
                    <a:pt x="2639" y="769"/>
                    <a:pt x="2645" y="774"/>
                    <a:pt x="2652" y="774"/>
                  </a:cubicBezTo>
                  <a:close/>
                  <a:moveTo>
                    <a:pt x="2691" y="774"/>
                  </a:moveTo>
                  <a:cubicBezTo>
                    <a:pt x="2698" y="774"/>
                    <a:pt x="2704" y="769"/>
                    <a:pt x="2704" y="762"/>
                  </a:cubicBezTo>
                  <a:cubicBezTo>
                    <a:pt x="2704" y="755"/>
                    <a:pt x="2698" y="749"/>
                    <a:pt x="2691" y="749"/>
                  </a:cubicBezTo>
                  <a:cubicBezTo>
                    <a:pt x="2684" y="749"/>
                    <a:pt x="2678" y="755"/>
                    <a:pt x="2678" y="762"/>
                  </a:cubicBezTo>
                  <a:cubicBezTo>
                    <a:pt x="2678" y="769"/>
                    <a:pt x="2684" y="774"/>
                    <a:pt x="2691" y="774"/>
                  </a:cubicBezTo>
                  <a:close/>
                  <a:moveTo>
                    <a:pt x="2730" y="774"/>
                  </a:moveTo>
                  <a:cubicBezTo>
                    <a:pt x="2738" y="774"/>
                    <a:pt x="2743" y="769"/>
                    <a:pt x="2743" y="762"/>
                  </a:cubicBezTo>
                  <a:cubicBezTo>
                    <a:pt x="2743" y="755"/>
                    <a:pt x="2738" y="749"/>
                    <a:pt x="2730" y="749"/>
                  </a:cubicBezTo>
                  <a:cubicBezTo>
                    <a:pt x="2723" y="749"/>
                    <a:pt x="2718" y="755"/>
                    <a:pt x="2718" y="762"/>
                  </a:cubicBezTo>
                  <a:cubicBezTo>
                    <a:pt x="2718" y="769"/>
                    <a:pt x="2723" y="774"/>
                    <a:pt x="2730" y="774"/>
                  </a:cubicBezTo>
                  <a:close/>
                  <a:moveTo>
                    <a:pt x="2770" y="774"/>
                  </a:moveTo>
                  <a:cubicBezTo>
                    <a:pt x="2777" y="774"/>
                    <a:pt x="2783" y="769"/>
                    <a:pt x="2783" y="762"/>
                  </a:cubicBezTo>
                  <a:cubicBezTo>
                    <a:pt x="2783" y="755"/>
                    <a:pt x="2777" y="749"/>
                    <a:pt x="2770" y="749"/>
                  </a:cubicBezTo>
                  <a:cubicBezTo>
                    <a:pt x="2763" y="749"/>
                    <a:pt x="2757" y="755"/>
                    <a:pt x="2757" y="762"/>
                  </a:cubicBezTo>
                  <a:cubicBezTo>
                    <a:pt x="2757" y="769"/>
                    <a:pt x="2763" y="774"/>
                    <a:pt x="2770" y="774"/>
                  </a:cubicBezTo>
                  <a:close/>
                  <a:moveTo>
                    <a:pt x="2809" y="774"/>
                  </a:moveTo>
                  <a:cubicBezTo>
                    <a:pt x="2816" y="774"/>
                    <a:pt x="2822" y="769"/>
                    <a:pt x="2822" y="762"/>
                  </a:cubicBezTo>
                  <a:cubicBezTo>
                    <a:pt x="2822" y="755"/>
                    <a:pt x="2816" y="749"/>
                    <a:pt x="2809" y="749"/>
                  </a:cubicBezTo>
                  <a:cubicBezTo>
                    <a:pt x="2802" y="749"/>
                    <a:pt x="2797" y="755"/>
                    <a:pt x="2797" y="762"/>
                  </a:cubicBezTo>
                  <a:cubicBezTo>
                    <a:pt x="2797" y="769"/>
                    <a:pt x="2802" y="774"/>
                    <a:pt x="2809" y="774"/>
                  </a:cubicBezTo>
                  <a:close/>
                  <a:moveTo>
                    <a:pt x="2849" y="774"/>
                  </a:moveTo>
                  <a:cubicBezTo>
                    <a:pt x="2856" y="774"/>
                    <a:pt x="2862" y="769"/>
                    <a:pt x="2862" y="762"/>
                  </a:cubicBezTo>
                  <a:cubicBezTo>
                    <a:pt x="2862" y="755"/>
                    <a:pt x="2856" y="749"/>
                    <a:pt x="2849" y="749"/>
                  </a:cubicBezTo>
                  <a:cubicBezTo>
                    <a:pt x="2842" y="749"/>
                    <a:pt x="2836" y="755"/>
                    <a:pt x="2836" y="762"/>
                  </a:cubicBezTo>
                  <a:cubicBezTo>
                    <a:pt x="2836" y="769"/>
                    <a:pt x="2842" y="774"/>
                    <a:pt x="2849" y="774"/>
                  </a:cubicBezTo>
                  <a:close/>
                  <a:moveTo>
                    <a:pt x="2888" y="774"/>
                  </a:moveTo>
                  <a:cubicBezTo>
                    <a:pt x="2895" y="774"/>
                    <a:pt x="2901" y="769"/>
                    <a:pt x="2901" y="762"/>
                  </a:cubicBezTo>
                  <a:cubicBezTo>
                    <a:pt x="2901" y="755"/>
                    <a:pt x="2895" y="749"/>
                    <a:pt x="2888" y="749"/>
                  </a:cubicBezTo>
                  <a:cubicBezTo>
                    <a:pt x="2881" y="749"/>
                    <a:pt x="2875" y="755"/>
                    <a:pt x="2875" y="762"/>
                  </a:cubicBezTo>
                  <a:cubicBezTo>
                    <a:pt x="2875" y="769"/>
                    <a:pt x="2881" y="774"/>
                    <a:pt x="2888" y="774"/>
                  </a:cubicBezTo>
                  <a:close/>
                  <a:moveTo>
                    <a:pt x="3046" y="749"/>
                  </a:moveTo>
                  <a:cubicBezTo>
                    <a:pt x="3039" y="749"/>
                    <a:pt x="3033" y="755"/>
                    <a:pt x="3033" y="762"/>
                  </a:cubicBezTo>
                  <a:cubicBezTo>
                    <a:pt x="3033" y="769"/>
                    <a:pt x="3039" y="774"/>
                    <a:pt x="3046" y="774"/>
                  </a:cubicBezTo>
                  <a:cubicBezTo>
                    <a:pt x="3053" y="774"/>
                    <a:pt x="3059" y="769"/>
                    <a:pt x="3059" y="762"/>
                  </a:cubicBezTo>
                  <a:cubicBezTo>
                    <a:pt x="3059" y="755"/>
                    <a:pt x="3053" y="749"/>
                    <a:pt x="3046" y="749"/>
                  </a:cubicBezTo>
                  <a:close/>
                  <a:moveTo>
                    <a:pt x="3077" y="762"/>
                  </a:moveTo>
                  <a:cubicBezTo>
                    <a:pt x="3077" y="766"/>
                    <a:pt x="3081" y="770"/>
                    <a:pt x="3085" y="770"/>
                  </a:cubicBezTo>
                  <a:cubicBezTo>
                    <a:pt x="3090" y="770"/>
                    <a:pt x="3093" y="766"/>
                    <a:pt x="3093" y="762"/>
                  </a:cubicBezTo>
                  <a:cubicBezTo>
                    <a:pt x="3093" y="757"/>
                    <a:pt x="3090" y="754"/>
                    <a:pt x="3085" y="754"/>
                  </a:cubicBezTo>
                  <a:cubicBezTo>
                    <a:pt x="3081" y="754"/>
                    <a:pt x="3077" y="757"/>
                    <a:pt x="3077" y="762"/>
                  </a:cubicBezTo>
                  <a:close/>
                  <a:moveTo>
                    <a:pt x="523" y="788"/>
                  </a:moveTo>
                  <a:cubicBezTo>
                    <a:pt x="516" y="788"/>
                    <a:pt x="510" y="794"/>
                    <a:pt x="510" y="801"/>
                  </a:cubicBezTo>
                  <a:cubicBezTo>
                    <a:pt x="510" y="808"/>
                    <a:pt x="516" y="814"/>
                    <a:pt x="523" y="814"/>
                  </a:cubicBezTo>
                  <a:cubicBezTo>
                    <a:pt x="530" y="814"/>
                    <a:pt x="535" y="808"/>
                    <a:pt x="535" y="801"/>
                  </a:cubicBezTo>
                  <a:cubicBezTo>
                    <a:pt x="535" y="794"/>
                    <a:pt x="530" y="788"/>
                    <a:pt x="523" y="788"/>
                  </a:cubicBezTo>
                  <a:close/>
                  <a:moveTo>
                    <a:pt x="562" y="788"/>
                  </a:moveTo>
                  <a:cubicBezTo>
                    <a:pt x="555" y="788"/>
                    <a:pt x="549" y="794"/>
                    <a:pt x="549" y="801"/>
                  </a:cubicBezTo>
                  <a:cubicBezTo>
                    <a:pt x="549" y="808"/>
                    <a:pt x="555" y="814"/>
                    <a:pt x="562" y="814"/>
                  </a:cubicBezTo>
                  <a:cubicBezTo>
                    <a:pt x="569" y="814"/>
                    <a:pt x="575" y="808"/>
                    <a:pt x="575" y="801"/>
                  </a:cubicBezTo>
                  <a:cubicBezTo>
                    <a:pt x="575" y="794"/>
                    <a:pt x="569" y="788"/>
                    <a:pt x="562" y="788"/>
                  </a:cubicBezTo>
                  <a:close/>
                  <a:moveTo>
                    <a:pt x="602" y="814"/>
                  </a:moveTo>
                  <a:cubicBezTo>
                    <a:pt x="609" y="814"/>
                    <a:pt x="614" y="808"/>
                    <a:pt x="614" y="801"/>
                  </a:cubicBezTo>
                  <a:cubicBezTo>
                    <a:pt x="614" y="794"/>
                    <a:pt x="609" y="788"/>
                    <a:pt x="602" y="788"/>
                  </a:cubicBezTo>
                  <a:cubicBezTo>
                    <a:pt x="595" y="788"/>
                    <a:pt x="589" y="794"/>
                    <a:pt x="589" y="801"/>
                  </a:cubicBezTo>
                  <a:cubicBezTo>
                    <a:pt x="589" y="808"/>
                    <a:pt x="595" y="814"/>
                    <a:pt x="602" y="814"/>
                  </a:cubicBezTo>
                  <a:close/>
                  <a:moveTo>
                    <a:pt x="641" y="814"/>
                  </a:moveTo>
                  <a:cubicBezTo>
                    <a:pt x="648" y="814"/>
                    <a:pt x="654" y="808"/>
                    <a:pt x="654" y="801"/>
                  </a:cubicBezTo>
                  <a:cubicBezTo>
                    <a:pt x="654" y="794"/>
                    <a:pt x="648" y="788"/>
                    <a:pt x="641" y="788"/>
                  </a:cubicBezTo>
                  <a:cubicBezTo>
                    <a:pt x="634" y="788"/>
                    <a:pt x="628" y="794"/>
                    <a:pt x="628" y="801"/>
                  </a:cubicBezTo>
                  <a:cubicBezTo>
                    <a:pt x="628" y="808"/>
                    <a:pt x="634" y="814"/>
                    <a:pt x="641" y="814"/>
                  </a:cubicBezTo>
                  <a:close/>
                  <a:moveTo>
                    <a:pt x="680" y="814"/>
                  </a:moveTo>
                  <a:cubicBezTo>
                    <a:pt x="687" y="814"/>
                    <a:pt x="693" y="808"/>
                    <a:pt x="693" y="801"/>
                  </a:cubicBezTo>
                  <a:cubicBezTo>
                    <a:pt x="693" y="794"/>
                    <a:pt x="687" y="788"/>
                    <a:pt x="680" y="788"/>
                  </a:cubicBezTo>
                  <a:cubicBezTo>
                    <a:pt x="673" y="788"/>
                    <a:pt x="668" y="794"/>
                    <a:pt x="668" y="801"/>
                  </a:cubicBezTo>
                  <a:cubicBezTo>
                    <a:pt x="668" y="808"/>
                    <a:pt x="673" y="814"/>
                    <a:pt x="680" y="814"/>
                  </a:cubicBezTo>
                  <a:close/>
                  <a:moveTo>
                    <a:pt x="720" y="814"/>
                  </a:moveTo>
                  <a:cubicBezTo>
                    <a:pt x="727" y="814"/>
                    <a:pt x="733" y="808"/>
                    <a:pt x="733" y="801"/>
                  </a:cubicBezTo>
                  <a:cubicBezTo>
                    <a:pt x="733" y="794"/>
                    <a:pt x="727" y="788"/>
                    <a:pt x="720" y="788"/>
                  </a:cubicBezTo>
                  <a:cubicBezTo>
                    <a:pt x="713" y="788"/>
                    <a:pt x="707" y="794"/>
                    <a:pt x="707" y="801"/>
                  </a:cubicBezTo>
                  <a:cubicBezTo>
                    <a:pt x="707" y="808"/>
                    <a:pt x="713" y="814"/>
                    <a:pt x="720" y="814"/>
                  </a:cubicBezTo>
                  <a:close/>
                  <a:moveTo>
                    <a:pt x="759" y="814"/>
                  </a:moveTo>
                  <a:cubicBezTo>
                    <a:pt x="766" y="814"/>
                    <a:pt x="772" y="808"/>
                    <a:pt x="772" y="801"/>
                  </a:cubicBezTo>
                  <a:cubicBezTo>
                    <a:pt x="772" y="794"/>
                    <a:pt x="766" y="788"/>
                    <a:pt x="759" y="788"/>
                  </a:cubicBezTo>
                  <a:cubicBezTo>
                    <a:pt x="752" y="788"/>
                    <a:pt x="747" y="794"/>
                    <a:pt x="747" y="801"/>
                  </a:cubicBezTo>
                  <a:cubicBezTo>
                    <a:pt x="747" y="808"/>
                    <a:pt x="752" y="814"/>
                    <a:pt x="759" y="814"/>
                  </a:cubicBezTo>
                  <a:close/>
                  <a:moveTo>
                    <a:pt x="799" y="814"/>
                  </a:moveTo>
                  <a:cubicBezTo>
                    <a:pt x="806" y="814"/>
                    <a:pt x="811" y="808"/>
                    <a:pt x="811" y="801"/>
                  </a:cubicBezTo>
                  <a:cubicBezTo>
                    <a:pt x="811" y="794"/>
                    <a:pt x="806" y="788"/>
                    <a:pt x="799" y="788"/>
                  </a:cubicBezTo>
                  <a:cubicBezTo>
                    <a:pt x="792" y="788"/>
                    <a:pt x="786" y="794"/>
                    <a:pt x="786" y="801"/>
                  </a:cubicBezTo>
                  <a:cubicBezTo>
                    <a:pt x="786" y="808"/>
                    <a:pt x="792" y="814"/>
                    <a:pt x="799" y="814"/>
                  </a:cubicBezTo>
                  <a:close/>
                  <a:moveTo>
                    <a:pt x="838" y="814"/>
                  </a:moveTo>
                  <a:cubicBezTo>
                    <a:pt x="845" y="814"/>
                    <a:pt x="851" y="808"/>
                    <a:pt x="851" y="801"/>
                  </a:cubicBezTo>
                  <a:cubicBezTo>
                    <a:pt x="851" y="794"/>
                    <a:pt x="845" y="788"/>
                    <a:pt x="838" y="788"/>
                  </a:cubicBezTo>
                  <a:cubicBezTo>
                    <a:pt x="831" y="788"/>
                    <a:pt x="825" y="794"/>
                    <a:pt x="825" y="801"/>
                  </a:cubicBezTo>
                  <a:cubicBezTo>
                    <a:pt x="825" y="808"/>
                    <a:pt x="831" y="814"/>
                    <a:pt x="838" y="814"/>
                  </a:cubicBezTo>
                  <a:close/>
                  <a:moveTo>
                    <a:pt x="1627" y="814"/>
                  </a:moveTo>
                  <a:cubicBezTo>
                    <a:pt x="1634" y="814"/>
                    <a:pt x="1639" y="808"/>
                    <a:pt x="1639" y="801"/>
                  </a:cubicBezTo>
                  <a:cubicBezTo>
                    <a:pt x="1639" y="794"/>
                    <a:pt x="1634" y="788"/>
                    <a:pt x="1627" y="788"/>
                  </a:cubicBezTo>
                  <a:cubicBezTo>
                    <a:pt x="1620" y="788"/>
                    <a:pt x="1614" y="794"/>
                    <a:pt x="1614" y="801"/>
                  </a:cubicBezTo>
                  <a:cubicBezTo>
                    <a:pt x="1614" y="808"/>
                    <a:pt x="1620" y="814"/>
                    <a:pt x="1627" y="814"/>
                  </a:cubicBezTo>
                  <a:close/>
                  <a:moveTo>
                    <a:pt x="1666" y="814"/>
                  </a:moveTo>
                  <a:cubicBezTo>
                    <a:pt x="1673" y="814"/>
                    <a:pt x="1679" y="808"/>
                    <a:pt x="1679" y="801"/>
                  </a:cubicBezTo>
                  <a:cubicBezTo>
                    <a:pt x="1679" y="794"/>
                    <a:pt x="1673" y="788"/>
                    <a:pt x="1666" y="788"/>
                  </a:cubicBezTo>
                  <a:cubicBezTo>
                    <a:pt x="1659" y="788"/>
                    <a:pt x="1653" y="794"/>
                    <a:pt x="1653" y="801"/>
                  </a:cubicBezTo>
                  <a:cubicBezTo>
                    <a:pt x="1653" y="808"/>
                    <a:pt x="1659" y="814"/>
                    <a:pt x="1666" y="814"/>
                  </a:cubicBezTo>
                  <a:close/>
                  <a:moveTo>
                    <a:pt x="1705" y="814"/>
                  </a:moveTo>
                  <a:cubicBezTo>
                    <a:pt x="1713" y="814"/>
                    <a:pt x="1718" y="808"/>
                    <a:pt x="1718" y="801"/>
                  </a:cubicBezTo>
                  <a:cubicBezTo>
                    <a:pt x="1718" y="794"/>
                    <a:pt x="1713" y="788"/>
                    <a:pt x="1705" y="788"/>
                  </a:cubicBezTo>
                  <a:cubicBezTo>
                    <a:pt x="1698" y="788"/>
                    <a:pt x="1693" y="794"/>
                    <a:pt x="1693" y="801"/>
                  </a:cubicBezTo>
                  <a:cubicBezTo>
                    <a:pt x="1693" y="808"/>
                    <a:pt x="1698" y="814"/>
                    <a:pt x="1705" y="814"/>
                  </a:cubicBezTo>
                  <a:close/>
                  <a:moveTo>
                    <a:pt x="1745" y="814"/>
                  </a:moveTo>
                  <a:cubicBezTo>
                    <a:pt x="1752" y="814"/>
                    <a:pt x="1758" y="808"/>
                    <a:pt x="1758" y="801"/>
                  </a:cubicBezTo>
                  <a:cubicBezTo>
                    <a:pt x="1758" y="794"/>
                    <a:pt x="1752" y="788"/>
                    <a:pt x="1745" y="788"/>
                  </a:cubicBezTo>
                  <a:cubicBezTo>
                    <a:pt x="1738" y="788"/>
                    <a:pt x="1732" y="794"/>
                    <a:pt x="1732" y="801"/>
                  </a:cubicBezTo>
                  <a:cubicBezTo>
                    <a:pt x="1732" y="808"/>
                    <a:pt x="1738" y="814"/>
                    <a:pt x="1745" y="814"/>
                  </a:cubicBezTo>
                  <a:close/>
                  <a:moveTo>
                    <a:pt x="1784" y="814"/>
                  </a:moveTo>
                  <a:cubicBezTo>
                    <a:pt x="1791" y="814"/>
                    <a:pt x="1797" y="808"/>
                    <a:pt x="1797" y="801"/>
                  </a:cubicBezTo>
                  <a:cubicBezTo>
                    <a:pt x="1797" y="794"/>
                    <a:pt x="1791" y="788"/>
                    <a:pt x="1784" y="788"/>
                  </a:cubicBezTo>
                  <a:cubicBezTo>
                    <a:pt x="1777" y="788"/>
                    <a:pt x="1772" y="794"/>
                    <a:pt x="1772" y="801"/>
                  </a:cubicBezTo>
                  <a:cubicBezTo>
                    <a:pt x="1772" y="808"/>
                    <a:pt x="1777" y="814"/>
                    <a:pt x="1784" y="814"/>
                  </a:cubicBezTo>
                  <a:close/>
                  <a:moveTo>
                    <a:pt x="1824" y="814"/>
                  </a:moveTo>
                  <a:cubicBezTo>
                    <a:pt x="1831" y="814"/>
                    <a:pt x="1836" y="808"/>
                    <a:pt x="1836" y="801"/>
                  </a:cubicBezTo>
                  <a:cubicBezTo>
                    <a:pt x="1836" y="794"/>
                    <a:pt x="1831" y="788"/>
                    <a:pt x="1824" y="788"/>
                  </a:cubicBezTo>
                  <a:cubicBezTo>
                    <a:pt x="1817" y="788"/>
                    <a:pt x="1811" y="794"/>
                    <a:pt x="1811" y="801"/>
                  </a:cubicBezTo>
                  <a:cubicBezTo>
                    <a:pt x="1811" y="808"/>
                    <a:pt x="1817" y="814"/>
                    <a:pt x="1824" y="814"/>
                  </a:cubicBezTo>
                  <a:close/>
                  <a:moveTo>
                    <a:pt x="1890" y="801"/>
                  </a:moveTo>
                  <a:cubicBezTo>
                    <a:pt x="1890" y="808"/>
                    <a:pt x="1896" y="814"/>
                    <a:pt x="1903" y="814"/>
                  </a:cubicBezTo>
                  <a:cubicBezTo>
                    <a:pt x="1910" y="814"/>
                    <a:pt x="1915" y="808"/>
                    <a:pt x="1915" y="801"/>
                  </a:cubicBezTo>
                  <a:cubicBezTo>
                    <a:pt x="1915" y="794"/>
                    <a:pt x="1910" y="788"/>
                    <a:pt x="1903" y="788"/>
                  </a:cubicBezTo>
                  <a:cubicBezTo>
                    <a:pt x="1896" y="788"/>
                    <a:pt x="1890" y="794"/>
                    <a:pt x="1890" y="801"/>
                  </a:cubicBezTo>
                  <a:close/>
                  <a:moveTo>
                    <a:pt x="1942" y="814"/>
                  </a:moveTo>
                  <a:cubicBezTo>
                    <a:pt x="1949" y="814"/>
                    <a:pt x="1955" y="808"/>
                    <a:pt x="1955" y="801"/>
                  </a:cubicBezTo>
                  <a:cubicBezTo>
                    <a:pt x="1955" y="794"/>
                    <a:pt x="1949" y="788"/>
                    <a:pt x="1942" y="788"/>
                  </a:cubicBezTo>
                  <a:cubicBezTo>
                    <a:pt x="1935" y="788"/>
                    <a:pt x="1929" y="794"/>
                    <a:pt x="1929" y="801"/>
                  </a:cubicBezTo>
                  <a:cubicBezTo>
                    <a:pt x="1929" y="808"/>
                    <a:pt x="1935" y="814"/>
                    <a:pt x="1942" y="814"/>
                  </a:cubicBezTo>
                  <a:close/>
                  <a:moveTo>
                    <a:pt x="2021" y="788"/>
                  </a:moveTo>
                  <a:cubicBezTo>
                    <a:pt x="2014" y="788"/>
                    <a:pt x="2008" y="794"/>
                    <a:pt x="2008" y="801"/>
                  </a:cubicBezTo>
                  <a:cubicBezTo>
                    <a:pt x="2008" y="808"/>
                    <a:pt x="2014" y="814"/>
                    <a:pt x="2021" y="814"/>
                  </a:cubicBezTo>
                  <a:cubicBezTo>
                    <a:pt x="2028" y="814"/>
                    <a:pt x="2034" y="808"/>
                    <a:pt x="2034" y="801"/>
                  </a:cubicBezTo>
                  <a:cubicBezTo>
                    <a:pt x="2034" y="794"/>
                    <a:pt x="2028" y="788"/>
                    <a:pt x="2021" y="788"/>
                  </a:cubicBezTo>
                  <a:close/>
                  <a:moveTo>
                    <a:pt x="2060" y="814"/>
                  </a:moveTo>
                  <a:cubicBezTo>
                    <a:pt x="2067" y="814"/>
                    <a:pt x="2073" y="808"/>
                    <a:pt x="2073" y="801"/>
                  </a:cubicBezTo>
                  <a:cubicBezTo>
                    <a:pt x="2073" y="794"/>
                    <a:pt x="2067" y="788"/>
                    <a:pt x="2060" y="788"/>
                  </a:cubicBezTo>
                  <a:cubicBezTo>
                    <a:pt x="2053" y="788"/>
                    <a:pt x="2048" y="794"/>
                    <a:pt x="2048" y="801"/>
                  </a:cubicBezTo>
                  <a:cubicBezTo>
                    <a:pt x="2048" y="808"/>
                    <a:pt x="2053" y="814"/>
                    <a:pt x="2060" y="814"/>
                  </a:cubicBezTo>
                  <a:close/>
                  <a:moveTo>
                    <a:pt x="2100" y="814"/>
                  </a:moveTo>
                  <a:cubicBezTo>
                    <a:pt x="2107" y="814"/>
                    <a:pt x="2112" y="808"/>
                    <a:pt x="2112" y="801"/>
                  </a:cubicBezTo>
                  <a:cubicBezTo>
                    <a:pt x="2112" y="794"/>
                    <a:pt x="2107" y="788"/>
                    <a:pt x="2100" y="788"/>
                  </a:cubicBezTo>
                  <a:cubicBezTo>
                    <a:pt x="2093" y="788"/>
                    <a:pt x="2087" y="794"/>
                    <a:pt x="2087" y="801"/>
                  </a:cubicBezTo>
                  <a:cubicBezTo>
                    <a:pt x="2087" y="808"/>
                    <a:pt x="2093" y="814"/>
                    <a:pt x="2100" y="814"/>
                  </a:cubicBezTo>
                  <a:close/>
                  <a:moveTo>
                    <a:pt x="2139" y="814"/>
                  </a:moveTo>
                  <a:cubicBezTo>
                    <a:pt x="2146" y="814"/>
                    <a:pt x="2152" y="808"/>
                    <a:pt x="2152" y="801"/>
                  </a:cubicBezTo>
                  <a:cubicBezTo>
                    <a:pt x="2152" y="794"/>
                    <a:pt x="2146" y="788"/>
                    <a:pt x="2139" y="788"/>
                  </a:cubicBezTo>
                  <a:cubicBezTo>
                    <a:pt x="2132" y="788"/>
                    <a:pt x="2126" y="794"/>
                    <a:pt x="2126" y="801"/>
                  </a:cubicBezTo>
                  <a:cubicBezTo>
                    <a:pt x="2126" y="808"/>
                    <a:pt x="2132" y="814"/>
                    <a:pt x="2139" y="814"/>
                  </a:cubicBezTo>
                  <a:close/>
                  <a:moveTo>
                    <a:pt x="2179" y="814"/>
                  </a:moveTo>
                  <a:cubicBezTo>
                    <a:pt x="2186" y="814"/>
                    <a:pt x="2191" y="808"/>
                    <a:pt x="2191" y="801"/>
                  </a:cubicBezTo>
                  <a:cubicBezTo>
                    <a:pt x="2191" y="794"/>
                    <a:pt x="2186" y="788"/>
                    <a:pt x="2179" y="788"/>
                  </a:cubicBezTo>
                  <a:cubicBezTo>
                    <a:pt x="2172" y="788"/>
                    <a:pt x="2166" y="794"/>
                    <a:pt x="2166" y="801"/>
                  </a:cubicBezTo>
                  <a:cubicBezTo>
                    <a:pt x="2166" y="808"/>
                    <a:pt x="2172" y="814"/>
                    <a:pt x="2179" y="814"/>
                  </a:cubicBezTo>
                  <a:close/>
                  <a:moveTo>
                    <a:pt x="2218" y="814"/>
                  </a:moveTo>
                  <a:cubicBezTo>
                    <a:pt x="2225" y="814"/>
                    <a:pt x="2231" y="808"/>
                    <a:pt x="2231" y="801"/>
                  </a:cubicBezTo>
                  <a:cubicBezTo>
                    <a:pt x="2231" y="794"/>
                    <a:pt x="2225" y="788"/>
                    <a:pt x="2218" y="788"/>
                  </a:cubicBezTo>
                  <a:cubicBezTo>
                    <a:pt x="2211" y="788"/>
                    <a:pt x="2205" y="794"/>
                    <a:pt x="2205" y="801"/>
                  </a:cubicBezTo>
                  <a:cubicBezTo>
                    <a:pt x="2205" y="808"/>
                    <a:pt x="2211" y="814"/>
                    <a:pt x="2218" y="814"/>
                  </a:cubicBezTo>
                  <a:close/>
                  <a:moveTo>
                    <a:pt x="2257" y="814"/>
                  </a:moveTo>
                  <a:cubicBezTo>
                    <a:pt x="2264" y="814"/>
                    <a:pt x="2270" y="808"/>
                    <a:pt x="2270" y="801"/>
                  </a:cubicBezTo>
                  <a:cubicBezTo>
                    <a:pt x="2270" y="794"/>
                    <a:pt x="2264" y="788"/>
                    <a:pt x="2257" y="788"/>
                  </a:cubicBezTo>
                  <a:cubicBezTo>
                    <a:pt x="2250" y="788"/>
                    <a:pt x="2245" y="794"/>
                    <a:pt x="2245" y="801"/>
                  </a:cubicBezTo>
                  <a:cubicBezTo>
                    <a:pt x="2245" y="808"/>
                    <a:pt x="2250" y="814"/>
                    <a:pt x="2257" y="814"/>
                  </a:cubicBezTo>
                  <a:close/>
                  <a:moveTo>
                    <a:pt x="2297" y="814"/>
                  </a:moveTo>
                  <a:cubicBezTo>
                    <a:pt x="2304" y="814"/>
                    <a:pt x="2310" y="808"/>
                    <a:pt x="2310" y="801"/>
                  </a:cubicBezTo>
                  <a:cubicBezTo>
                    <a:pt x="2310" y="794"/>
                    <a:pt x="2304" y="788"/>
                    <a:pt x="2297" y="788"/>
                  </a:cubicBezTo>
                  <a:cubicBezTo>
                    <a:pt x="2290" y="788"/>
                    <a:pt x="2284" y="794"/>
                    <a:pt x="2284" y="801"/>
                  </a:cubicBezTo>
                  <a:cubicBezTo>
                    <a:pt x="2284" y="808"/>
                    <a:pt x="2290" y="814"/>
                    <a:pt x="2297" y="814"/>
                  </a:cubicBezTo>
                  <a:close/>
                  <a:moveTo>
                    <a:pt x="2336" y="814"/>
                  </a:moveTo>
                  <a:cubicBezTo>
                    <a:pt x="2343" y="814"/>
                    <a:pt x="2349" y="808"/>
                    <a:pt x="2349" y="801"/>
                  </a:cubicBezTo>
                  <a:cubicBezTo>
                    <a:pt x="2349" y="794"/>
                    <a:pt x="2343" y="788"/>
                    <a:pt x="2336" y="788"/>
                  </a:cubicBezTo>
                  <a:cubicBezTo>
                    <a:pt x="2329" y="788"/>
                    <a:pt x="2323" y="794"/>
                    <a:pt x="2323" y="801"/>
                  </a:cubicBezTo>
                  <a:cubicBezTo>
                    <a:pt x="2323" y="808"/>
                    <a:pt x="2329" y="814"/>
                    <a:pt x="2336" y="814"/>
                  </a:cubicBezTo>
                  <a:close/>
                  <a:moveTo>
                    <a:pt x="2376" y="814"/>
                  </a:moveTo>
                  <a:cubicBezTo>
                    <a:pt x="2383" y="814"/>
                    <a:pt x="2388" y="808"/>
                    <a:pt x="2388" y="801"/>
                  </a:cubicBezTo>
                  <a:cubicBezTo>
                    <a:pt x="2388" y="794"/>
                    <a:pt x="2383" y="788"/>
                    <a:pt x="2376" y="788"/>
                  </a:cubicBezTo>
                  <a:cubicBezTo>
                    <a:pt x="2369" y="788"/>
                    <a:pt x="2363" y="794"/>
                    <a:pt x="2363" y="801"/>
                  </a:cubicBezTo>
                  <a:cubicBezTo>
                    <a:pt x="2363" y="808"/>
                    <a:pt x="2369" y="814"/>
                    <a:pt x="2376" y="814"/>
                  </a:cubicBezTo>
                  <a:close/>
                  <a:moveTo>
                    <a:pt x="2415" y="814"/>
                  </a:moveTo>
                  <a:cubicBezTo>
                    <a:pt x="2422" y="814"/>
                    <a:pt x="2428" y="808"/>
                    <a:pt x="2428" y="801"/>
                  </a:cubicBezTo>
                  <a:cubicBezTo>
                    <a:pt x="2428" y="794"/>
                    <a:pt x="2422" y="788"/>
                    <a:pt x="2415" y="788"/>
                  </a:cubicBezTo>
                  <a:cubicBezTo>
                    <a:pt x="2408" y="788"/>
                    <a:pt x="2402" y="794"/>
                    <a:pt x="2402" y="801"/>
                  </a:cubicBezTo>
                  <a:cubicBezTo>
                    <a:pt x="2402" y="808"/>
                    <a:pt x="2408" y="814"/>
                    <a:pt x="2415" y="814"/>
                  </a:cubicBezTo>
                  <a:close/>
                  <a:moveTo>
                    <a:pt x="2455" y="814"/>
                  </a:moveTo>
                  <a:cubicBezTo>
                    <a:pt x="2462" y="814"/>
                    <a:pt x="2467" y="808"/>
                    <a:pt x="2467" y="801"/>
                  </a:cubicBezTo>
                  <a:cubicBezTo>
                    <a:pt x="2467" y="794"/>
                    <a:pt x="2462" y="788"/>
                    <a:pt x="2455" y="788"/>
                  </a:cubicBezTo>
                  <a:cubicBezTo>
                    <a:pt x="2447" y="788"/>
                    <a:pt x="2442" y="794"/>
                    <a:pt x="2442" y="801"/>
                  </a:cubicBezTo>
                  <a:cubicBezTo>
                    <a:pt x="2442" y="808"/>
                    <a:pt x="2447" y="814"/>
                    <a:pt x="2455" y="814"/>
                  </a:cubicBezTo>
                  <a:close/>
                  <a:moveTo>
                    <a:pt x="2494" y="814"/>
                  </a:moveTo>
                  <a:cubicBezTo>
                    <a:pt x="2501" y="814"/>
                    <a:pt x="2507" y="808"/>
                    <a:pt x="2507" y="801"/>
                  </a:cubicBezTo>
                  <a:cubicBezTo>
                    <a:pt x="2507" y="794"/>
                    <a:pt x="2501" y="788"/>
                    <a:pt x="2494" y="788"/>
                  </a:cubicBezTo>
                  <a:cubicBezTo>
                    <a:pt x="2487" y="788"/>
                    <a:pt x="2481" y="794"/>
                    <a:pt x="2481" y="801"/>
                  </a:cubicBezTo>
                  <a:cubicBezTo>
                    <a:pt x="2481" y="808"/>
                    <a:pt x="2487" y="814"/>
                    <a:pt x="2494" y="814"/>
                  </a:cubicBezTo>
                  <a:close/>
                  <a:moveTo>
                    <a:pt x="2533" y="814"/>
                  </a:moveTo>
                  <a:cubicBezTo>
                    <a:pt x="2540" y="814"/>
                    <a:pt x="2546" y="808"/>
                    <a:pt x="2546" y="801"/>
                  </a:cubicBezTo>
                  <a:cubicBezTo>
                    <a:pt x="2546" y="794"/>
                    <a:pt x="2540" y="788"/>
                    <a:pt x="2533" y="788"/>
                  </a:cubicBezTo>
                  <a:cubicBezTo>
                    <a:pt x="2526" y="788"/>
                    <a:pt x="2521" y="794"/>
                    <a:pt x="2521" y="801"/>
                  </a:cubicBezTo>
                  <a:cubicBezTo>
                    <a:pt x="2521" y="808"/>
                    <a:pt x="2526" y="814"/>
                    <a:pt x="2533" y="814"/>
                  </a:cubicBezTo>
                  <a:close/>
                  <a:moveTo>
                    <a:pt x="2573" y="814"/>
                  </a:moveTo>
                  <a:cubicBezTo>
                    <a:pt x="2580" y="814"/>
                    <a:pt x="2586" y="808"/>
                    <a:pt x="2586" y="801"/>
                  </a:cubicBezTo>
                  <a:cubicBezTo>
                    <a:pt x="2586" y="794"/>
                    <a:pt x="2580" y="788"/>
                    <a:pt x="2573" y="788"/>
                  </a:cubicBezTo>
                  <a:cubicBezTo>
                    <a:pt x="2566" y="788"/>
                    <a:pt x="2560" y="794"/>
                    <a:pt x="2560" y="801"/>
                  </a:cubicBezTo>
                  <a:cubicBezTo>
                    <a:pt x="2560" y="808"/>
                    <a:pt x="2566" y="814"/>
                    <a:pt x="2573" y="814"/>
                  </a:cubicBezTo>
                  <a:close/>
                  <a:moveTo>
                    <a:pt x="2612" y="814"/>
                  </a:moveTo>
                  <a:cubicBezTo>
                    <a:pt x="2619" y="814"/>
                    <a:pt x="2625" y="808"/>
                    <a:pt x="2625" y="801"/>
                  </a:cubicBezTo>
                  <a:cubicBezTo>
                    <a:pt x="2625" y="794"/>
                    <a:pt x="2619" y="788"/>
                    <a:pt x="2612" y="788"/>
                  </a:cubicBezTo>
                  <a:cubicBezTo>
                    <a:pt x="2605" y="788"/>
                    <a:pt x="2599" y="794"/>
                    <a:pt x="2599" y="801"/>
                  </a:cubicBezTo>
                  <a:cubicBezTo>
                    <a:pt x="2599" y="808"/>
                    <a:pt x="2605" y="814"/>
                    <a:pt x="2612" y="814"/>
                  </a:cubicBezTo>
                  <a:close/>
                  <a:moveTo>
                    <a:pt x="2652" y="814"/>
                  </a:moveTo>
                  <a:cubicBezTo>
                    <a:pt x="2659" y="814"/>
                    <a:pt x="2664" y="808"/>
                    <a:pt x="2664" y="801"/>
                  </a:cubicBezTo>
                  <a:cubicBezTo>
                    <a:pt x="2664" y="794"/>
                    <a:pt x="2659" y="788"/>
                    <a:pt x="2652" y="788"/>
                  </a:cubicBezTo>
                  <a:cubicBezTo>
                    <a:pt x="2645" y="788"/>
                    <a:pt x="2639" y="794"/>
                    <a:pt x="2639" y="801"/>
                  </a:cubicBezTo>
                  <a:cubicBezTo>
                    <a:pt x="2639" y="808"/>
                    <a:pt x="2645" y="814"/>
                    <a:pt x="2652" y="814"/>
                  </a:cubicBezTo>
                  <a:close/>
                  <a:moveTo>
                    <a:pt x="2691" y="814"/>
                  </a:moveTo>
                  <a:cubicBezTo>
                    <a:pt x="2698" y="814"/>
                    <a:pt x="2704" y="808"/>
                    <a:pt x="2704" y="801"/>
                  </a:cubicBezTo>
                  <a:cubicBezTo>
                    <a:pt x="2704" y="794"/>
                    <a:pt x="2698" y="788"/>
                    <a:pt x="2691" y="788"/>
                  </a:cubicBezTo>
                  <a:cubicBezTo>
                    <a:pt x="2684" y="788"/>
                    <a:pt x="2678" y="794"/>
                    <a:pt x="2678" y="801"/>
                  </a:cubicBezTo>
                  <a:cubicBezTo>
                    <a:pt x="2678" y="808"/>
                    <a:pt x="2684" y="814"/>
                    <a:pt x="2691" y="814"/>
                  </a:cubicBezTo>
                  <a:close/>
                  <a:moveTo>
                    <a:pt x="2730" y="814"/>
                  </a:moveTo>
                  <a:cubicBezTo>
                    <a:pt x="2738" y="814"/>
                    <a:pt x="2743" y="808"/>
                    <a:pt x="2743" y="801"/>
                  </a:cubicBezTo>
                  <a:cubicBezTo>
                    <a:pt x="2743" y="794"/>
                    <a:pt x="2738" y="788"/>
                    <a:pt x="2730" y="788"/>
                  </a:cubicBezTo>
                  <a:cubicBezTo>
                    <a:pt x="2723" y="788"/>
                    <a:pt x="2718" y="794"/>
                    <a:pt x="2718" y="801"/>
                  </a:cubicBezTo>
                  <a:cubicBezTo>
                    <a:pt x="2718" y="808"/>
                    <a:pt x="2723" y="814"/>
                    <a:pt x="2730" y="814"/>
                  </a:cubicBezTo>
                  <a:close/>
                  <a:moveTo>
                    <a:pt x="2770" y="814"/>
                  </a:moveTo>
                  <a:cubicBezTo>
                    <a:pt x="2777" y="814"/>
                    <a:pt x="2783" y="808"/>
                    <a:pt x="2783" y="801"/>
                  </a:cubicBezTo>
                  <a:cubicBezTo>
                    <a:pt x="2783" y="794"/>
                    <a:pt x="2777" y="788"/>
                    <a:pt x="2770" y="788"/>
                  </a:cubicBezTo>
                  <a:cubicBezTo>
                    <a:pt x="2763" y="788"/>
                    <a:pt x="2757" y="794"/>
                    <a:pt x="2757" y="801"/>
                  </a:cubicBezTo>
                  <a:cubicBezTo>
                    <a:pt x="2757" y="808"/>
                    <a:pt x="2763" y="814"/>
                    <a:pt x="2770" y="814"/>
                  </a:cubicBezTo>
                  <a:close/>
                  <a:moveTo>
                    <a:pt x="2809" y="814"/>
                  </a:moveTo>
                  <a:cubicBezTo>
                    <a:pt x="2816" y="814"/>
                    <a:pt x="2822" y="808"/>
                    <a:pt x="2822" y="801"/>
                  </a:cubicBezTo>
                  <a:cubicBezTo>
                    <a:pt x="2822" y="794"/>
                    <a:pt x="2816" y="788"/>
                    <a:pt x="2809" y="788"/>
                  </a:cubicBezTo>
                  <a:cubicBezTo>
                    <a:pt x="2802" y="788"/>
                    <a:pt x="2797" y="794"/>
                    <a:pt x="2797" y="801"/>
                  </a:cubicBezTo>
                  <a:cubicBezTo>
                    <a:pt x="2797" y="808"/>
                    <a:pt x="2802" y="814"/>
                    <a:pt x="2809" y="814"/>
                  </a:cubicBezTo>
                  <a:close/>
                  <a:moveTo>
                    <a:pt x="2849" y="814"/>
                  </a:moveTo>
                  <a:cubicBezTo>
                    <a:pt x="2856" y="814"/>
                    <a:pt x="2862" y="808"/>
                    <a:pt x="2862" y="801"/>
                  </a:cubicBezTo>
                  <a:cubicBezTo>
                    <a:pt x="2862" y="794"/>
                    <a:pt x="2856" y="788"/>
                    <a:pt x="2849" y="788"/>
                  </a:cubicBezTo>
                  <a:cubicBezTo>
                    <a:pt x="2842" y="788"/>
                    <a:pt x="2836" y="794"/>
                    <a:pt x="2836" y="801"/>
                  </a:cubicBezTo>
                  <a:cubicBezTo>
                    <a:pt x="2836" y="808"/>
                    <a:pt x="2842" y="814"/>
                    <a:pt x="2849" y="814"/>
                  </a:cubicBezTo>
                  <a:close/>
                  <a:moveTo>
                    <a:pt x="2888" y="814"/>
                  </a:moveTo>
                  <a:cubicBezTo>
                    <a:pt x="2895" y="814"/>
                    <a:pt x="2901" y="808"/>
                    <a:pt x="2901" y="801"/>
                  </a:cubicBezTo>
                  <a:cubicBezTo>
                    <a:pt x="2901" y="794"/>
                    <a:pt x="2895" y="788"/>
                    <a:pt x="2888" y="788"/>
                  </a:cubicBezTo>
                  <a:cubicBezTo>
                    <a:pt x="2881" y="788"/>
                    <a:pt x="2875" y="794"/>
                    <a:pt x="2875" y="801"/>
                  </a:cubicBezTo>
                  <a:cubicBezTo>
                    <a:pt x="2875" y="808"/>
                    <a:pt x="2881" y="814"/>
                    <a:pt x="2888" y="814"/>
                  </a:cubicBezTo>
                  <a:close/>
                  <a:moveTo>
                    <a:pt x="2928" y="814"/>
                  </a:moveTo>
                  <a:cubicBezTo>
                    <a:pt x="2935" y="814"/>
                    <a:pt x="2940" y="808"/>
                    <a:pt x="2940" y="801"/>
                  </a:cubicBezTo>
                  <a:cubicBezTo>
                    <a:pt x="2940" y="794"/>
                    <a:pt x="2935" y="788"/>
                    <a:pt x="2928" y="788"/>
                  </a:cubicBezTo>
                  <a:cubicBezTo>
                    <a:pt x="2921" y="788"/>
                    <a:pt x="2915" y="794"/>
                    <a:pt x="2915" y="801"/>
                  </a:cubicBezTo>
                  <a:cubicBezTo>
                    <a:pt x="2915" y="808"/>
                    <a:pt x="2921" y="814"/>
                    <a:pt x="2928" y="814"/>
                  </a:cubicBezTo>
                  <a:close/>
                  <a:moveTo>
                    <a:pt x="602" y="828"/>
                  </a:moveTo>
                  <a:cubicBezTo>
                    <a:pt x="595" y="828"/>
                    <a:pt x="589" y="834"/>
                    <a:pt x="589" y="841"/>
                  </a:cubicBezTo>
                  <a:cubicBezTo>
                    <a:pt x="589" y="848"/>
                    <a:pt x="595" y="853"/>
                    <a:pt x="602" y="853"/>
                  </a:cubicBezTo>
                  <a:cubicBezTo>
                    <a:pt x="609" y="853"/>
                    <a:pt x="614" y="848"/>
                    <a:pt x="614" y="841"/>
                  </a:cubicBezTo>
                  <a:cubicBezTo>
                    <a:pt x="614" y="834"/>
                    <a:pt x="609" y="828"/>
                    <a:pt x="602" y="828"/>
                  </a:cubicBezTo>
                  <a:close/>
                  <a:moveTo>
                    <a:pt x="641" y="853"/>
                  </a:moveTo>
                  <a:cubicBezTo>
                    <a:pt x="648" y="853"/>
                    <a:pt x="654" y="848"/>
                    <a:pt x="654" y="841"/>
                  </a:cubicBezTo>
                  <a:cubicBezTo>
                    <a:pt x="654" y="834"/>
                    <a:pt x="648" y="828"/>
                    <a:pt x="641" y="828"/>
                  </a:cubicBezTo>
                  <a:cubicBezTo>
                    <a:pt x="634" y="828"/>
                    <a:pt x="628" y="834"/>
                    <a:pt x="628" y="841"/>
                  </a:cubicBezTo>
                  <a:cubicBezTo>
                    <a:pt x="628" y="848"/>
                    <a:pt x="634" y="853"/>
                    <a:pt x="641" y="853"/>
                  </a:cubicBezTo>
                  <a:close/>
                  <a:moveTo>
                    <a:pt x="680" y="853"/>
                  </a:moveTo>
                  <a:cubicBezTo>
                    <a:pt x="687" y="853"/>
                    <a:pt x="693" y="848"/>
                    <a:pt x="693" y="841"/>
                  </a:cubicBezTo>
                  <a:cubicBezTo>
                    <a:pt x="693" y="834"/>
                    <a:pt x="687" y="828"/>
                    <a:pt x="680" y="828"/>
                  </a:cubicBezTo>
                  <a:cubicBezTo>
                    <a:pt x="673" y="828"/>
                    <a:pt x="668" y="834"/>
                    <a:pt x="668" y="841"/>
                  </a:cubicBezTo>
                  <a:cubicBezTo>
                    <a:pt x="668" y="848"/>
                    <a:pt x="673" y="853"/>
                    <a:pt x="680" y="853"/>
                  </a:cubicBezTo>
                  <a:close/>
                  <a:moveTo>
                    <a:pt x="878" y="828"/>
                  </a:moveTo>
                  <a:cubicBezTo>
                    <a:pt x="871" y="828"/>
                    <a:pt x="865" y="834"/>
                    <a:pt x="865" y="841"/>
                  </a:cubicBezTo>
                  <a:cubicBezTo>
                    <a:pt x="865" y="848"/>
                    <a:pt x="871" y="853"/>
                    <a:pt x="878" y="853"/>
                  </a:cubicBezTo>
                  <a:cubicBezTo>
                    <a:pt x="885" y="853"/>
                    <a:pt x="890" y="848"/>
                    <a:pt x="890" y="841"/>
                  </a:cubicBezTo>
                  <a:cubicBezTo>
                    <a:pt x="890" y="834"/>
                    <a:pt x="885" y="828"/>
                    <a:pt x="878" y="828"/>
                  </a:cubicBezTo>
                  <a:close/>
                  <a:moveTo>
                    <a:pt x="1587" y="853"/>
                  </a:moveTo>
                  <a:cubicBezTo>
                    <a:pt x="1594" y="853"/>
                    <a:pt x="1600" y="848"/>
                    <a:pt x="1600" y="841"/>
                  </a:cubicBezTo>
                  <a:cubicBezTo>
                    <a:pt x="1600" y="834"/>
                    <a:pt x="1594" y="828"/>
                    <a:pt x="1587" y="828"/>
                  </a:cubicBezTo>
                  <a:cubicBezTo>
                    <a:pt x="1580" y="828"/>
                    <a:pt x="1574" y="834"/>
                    <a:pt x="1574" y="841"/>
                  </a:cubicBezTo>
                  <a:cubicBezTo>
                    <a:pt x="1574" y="848"/>
                    <a:pt x="1580" y="853"/>
                    <a:pt x="1587" y="853"/>
                  </a:cubicBezTo>
                  <a:close/>
                  <a:moveTo>
                    <a:pt x="1627" y="853"/>
                  </a:moveTo>
                  <a:cubicBezTo>
                    <a:pt x="1634" y="853"/>
                    <a:pt x="1639" y="848"/>
                    <a:pt x="1639" y="841"/>
                  </a:cubicBezTo>
                  <a:cubicBezTo>
                    <a:pt x="1639" y="834"/>
                    <a:pt x="1634" y="828"/>
                    <a:pt x="1627" y="828"/>
                  </a:cubicBezTo>
                  <a:cubicBezTo>
                    <a:pt x="1620" y="828"/>
                    <a:pt x="1614" y="834"/>
                    <a:pt x="1614" y="841"/>
                  </a:cubicBezTo>
                  <a:cubicBezTo>
                    <a:pt x="1614" y="848"/>
                    <a:pt x="1620" y="853"/>
                    <a:pt x="1627" y="853"/>
                  </a:cubicBezTo>
                  <a:close/>
                  <a:moveTo>
                    <a:pt x="1666" y="853"/>
                  </a:moveTo>
                  <a:cubicBezTo>
                    <a:pt x="1673" y="853"/>
                    <a:pt x="1679" y="848"/>
                    <a:pt x="1679" y="841"/>
                  </a:cubicBezTo>
                  <a:cubicBezTo>
                    <a:pt x="1679" y="834"/>
                    <a:pt x="1673" y="828"/>
                    <a:pt x="1666" y="828"/>
                  </a:cubicBezTo>
                  <a:cubicBezTo>
                    <a:pt x="1659" y="828"/>
                    <a:pt x="1653" y="834"/>
                    <a:pt x="1653" y="841"/>
                  </a:cubicBezTo>
                  <a:cubicBezTo>
                    <a:pt x="1653" y="848"/>
                    <a:pt x="1659" y="853"/>
                    <a:pt x="1666" y="853"/>
                  </a:cubicBezTo>
                  <a:close/>
                  <a:moveTo>
                    <a:pt x="1705" y="853"/>
                  </a:moveTo>
                  <a:cubicBezTo>
                    <a:pt x="1713" y="853"/>
                    <a:pt x="1718" y="848"/>
                    <a:pt x="1718" y="841"/>
                  </a:cubicBezTo>
                  <a:cubicBezTo>
                    <a:pt x="1718" y="834"/>
                    <a:pt x="1713" y="828"/>
                    <a:pt x="1705" y="828"/>
                  </a:cubicBezTo>
                  <a:cubicBezTo>
                    <a:pt x="1698" y="828"/>
                    <a:pt x="1693" y="834"/>
                    <a:pt x="1693" y="841"/>
                  </a:cubicBezTo>
                  <a:cubicBezTo>
                    <a:pt x="1693" y="848"/>
                    <a:pt x="1698" y="853"/>
                    <a:pt x="1705" y="853"/>
                  </a:cubicBezTo>
                  <a:close/>
                  <a:moveTo>
                    <a:pt x="1745" y="853"/>
                  </a:moveTo>
                  <a:cubicBezTo>
                    <a:pt x="1752" y="853"/>
                    <a:pt x="1758" y="848"/>
                    <a:pt x="1758" y="841"/>
                  </a:cubicBezTo>
                  <a:cubicBezTo>
                    <a:pt x="1758" y="834"/>
                    <a:pt x="1752" y="828"/>
                    <a:pt x="1745" y="828"/>
                  </a:cubicBezTo>
                  <a:cubicBezTo>
                    <a:pt x="1738" y="828"/>
                    <a:pt x="1732" y="834"/>
                    <a:pt x="1732" y="841"/>
                  </a:cubicBezTo>
                  <a:cubicBezTo>
                    <a:pt x="1732" y="848"/>
                    <a:pt x="1738" y="853"/>
                    <a:pt x="1745" y="853"/>
                  </a:cubicBezTo>
                  <a:close/>
                  <a:moveTo>
                    <a:pt x="1784" y="853"/>
                  </a:moveTo>
                  <a:cubicBezTo>
                    <a:pt x="1791" y="853"/>
                    <a:pt x="1797" y="848"/>
                    <a:pt x="1797" y="841"/>
                  </a:cubicBezTo>
                  <a:cubicBezTo>
                    <a:pt x="1797" y="834"/>
                    <a:pt x="1791" y="828"/>
                    <a:pt x="1784" y="828"/>
                  </a:cubicBezTo>
                  <a:cubicBezTo>
                    <a:pt x="1777" y="828"/>
                    <a:pt x="1772" y="834"/>
                    <a:pt x="1772" y="841"/>
                  </a:cubicBezTo>
                  <a:cubicBezTo>
                    <a:pt x="1772" y="848"/>
                    <a:pt x="1777" y="853"/>
                    <a:pt x="1784" y="853"/>
                  </a:cubicBezTo>
                  <a:close/>
                  <a:moveTo>
                    <a:pt x="1824" y="853"/>
                  </a:moveTo>
                  <a:cubicBezTo>
                    <a:pt x="1831" y="853"/>
                    <a:pt x="1836" y="848"/>
                    <a:pt x="1836" y="841"/>
                  </a:cubicBezTo>
                  <a:cubicBezTo>
                    <a:pt x="1836" y="834"/>
                    <a:pt x="1831" y="828"/>
                    <a:pt x="1824" y="828"/>
                  </a:cubicBezTo>
                  <a:cubicBezTo>
                    <a:pt x="1817" y="828"/>
                    <a:pt x="1811" y="834"/>
                    <a:pt x="1811" y="841"/>
                  </a:cubicBezTo>
                  <a:cubicBezTo>
                    <a:pt x="1811" y="848"/>
                    <a:pt x="1817" y="853"/>
                    <a:pt x="1824" y="853"/>
                  </a:cubicBezTo>
                  <a:close/>
                  <a:moveTo>
                    <a:pt x="1863" y="853"/>
                  </a:moveTo>
                  <a:cubicBezTo>
                    <a:pt x="1870" y="853"/>
                    <a:pt x="1876" y="848"/>
                    <a:pt x="1876" y="841"/>
                  </a:cubicBezTo>
                  <a:cubicBezTo>
                    <a:pt x="1876" y="834"/>
                    <a:pt x="1870" y="828"/>
                    <a:pt x="1863" y="828"/>
                  </a:cubicBezTo>
                  <a:cubicBezTo>
                    <a:pt x="1856" y="828"/>
                    <a:pt x="1850" y="834"/>
                    <a:pt x="1850" y="841"/>
                  </a:cubicBezTo>
                  <a:cubicBezTo>
                    <a:pt x="1850" y="848"/>
                    <a:pt x="1856" y="853"/>
                    <a:pt x="1863" y="853"/>
                  </a:cubicBezTo>
                  <a:close/>
                  <a:moveTo>
                    <a:pt x="1903" y="853"/>
                  </a:moveTo>
                  <a:cubicBezTo>
                    <a:pt x="1910" y="853"/>
                    <a:pt x="1915" y="848"/>
                    <a:pt x="1915" y="841"/>
                  </a:cubicBezTo>
                  <a:cubicBezTo>
                    <a:pt x="1915" y="834"/>
                    <a:pt x="1910" y="828"/>
                    <a:pt x="1903" y="828"/>
                  </a:cubicBezTo>
                  <a:cubicBezTo>
                    <a:pt x="1896" y="828"/>
                    <a:pt x="1890" y="834"/>
                    <a:pt x="1890" y="841"/>
                  </a:cubicBezTo>
                  <a:cubicBezTo>
                    <a:pt x="1890" y="848"/>
                    <a:pt x="1896" y="853"/>
                    <a:pt x="1903" y="853"/>
                  </a:cubicBezTo>
                  <a:close/>
                  <a:moveTo>
                    <a:pt x="1942" y="853"/>
                  </a:moveTo>
                  <a:cubicBezTo>
                    <a:pt x="1949" y="853"/>
                    <a:pt x="1955" y="848"/>
                    <a:pt x="1955" y="841"/>
                  </a:cubicBezTo>
                  <a:cubicBezTo>
                    <a:pt x="1955" y="834"/>
                    <a:pt x="1949" y="828"/>
                    <a:pt x="1942" y="828"/>
                  </a:cubicBezTo>
                  <a:cubicBezTo>
                    <a:pt x="1935" y="828"/>
                    <a:pt x="1929" y="834"/>
                    <a:pt x="1929" y="841"/>
                  </a:cubicBezTo>
                  <a:cubicBezTo>
                    <a:pt x="1929" y="848"/>
                    <a:pt x="1935" y="853"/>
                    <a:pt x="1942" y="853"/>
                  </a:cubicBezTo>
                  <a:close/>
                  <a:moveTo>
                    <a:pt x="1981" y="853"/>
                  </a:moveTo>
                  <a:cubicBezTo>
                    <a:pt x="1988" y="853"/>
                    <a:pt x="1994" y="848"/>
                    <a:pt x="1994" y="841"/>
                  </a:cubicBezTo>
                  <a:cubicBezTo>
                    <a:pt x="1994" y="834"/>
                    <a:pt x="1988" y="828"/>
                    <a:pt x="1981" y="828"/>
                  </a:cubicBezTo>
                  <a:cubicBezTo>
                    <a:pt x="1974" y="828"/>
                    <a:pt x="1969" y="834"/>
                    <a:pt x="1969" y="841"/>
                  </a:cubicBezTo>
                  <a:cubicBezTo>
                    <a:pt x="1969" y="848"/>
                    <a:pt x="1974" y="853"/>
                    <a:pt x="1981" y="853"/>
                  </a:cubicBezTo>
                  <a:close/>
                  <a:moveTo>
                    <a:pt x="2021" y="853"/>
                  </a:moveTo>
                  <a:cubicBezTo>
                    <a:pt x="2028" y="853"/>
                    <a:pt x="2034" y="848"/>
                    <a:pt x="2034" y="841"/>
                  </a:cubicBezTo>
                  <a:cubicBezTo>
                    <a:pt x="2034" y="834"/>
                    <a:pt x="2028" y="828"/>
                    <a:pt x="2021" y="828"/>
                  </a:cubicBezTo>
                  <a:cubicBezTo>
                    <a:pt x="2014" y="828"/>
                    <a:pt x="2008" y="834"/>
                    <a:pt x="2008" y="841"/>
                  </a:cubicBezTo>
                  <a:cubicBezTo>
                    <a:pt x="2008" y="848"/>
                    <a:pt x="2014" y="853"/>
                    <a:pt x="2021" y="853"/>
                  </a:cubicBezTo>
                  <a:close/>
                  <a:moveTo>
                    <a:pt x="2060" y="853"/>
                  </a:moveTo>
                  <a:cubicBezTo>
                    <a:pt x="2067" y="853"/>
                    <a:pt x="2073" y="848"/>
                    <a:pt x="2073" y="841"/>
                  </a:cubicBezTo>
                  <a:cubicBezTo>
                    <a:pt x="2073" y="834"/>
                    <a:pt x="2067" y="828"/>
                    <a:pt x="2060" y="828"/>
                  </a:cubicBezTo>
                  <a:cubicBezTo>
                    <a:pt x="2053" y="828"/>
                    <a:pt x="2048" y="834"/>
                    <a:pt x="2048" y="841"/>
                  </a:cubicBezTo>
                  <a:cubicBezTo>
                    <a:pt x="2048" y="848"/>
                    <a:pt x="2053" y="853"/>
                    <a:pt x="2060" y="853"/>
                  </a:cubicBezTo>
                  <a:close/>
                  <a:moveTo>
                    <a:pt x="2100" y="853"/>
                  </a:moveTo>
                  <a:cubicBezTo>
                    <a:pt x="2107" y="853"/>
                    <a:pt x="2112" y="848"/>
                    <a:pt x="2112" y="841"/>
                  </a:cubicBezTo>
                  <a:cubicBezTo>
                    <a:pt x="2112" y="834"/>
                    <a:pt x="2107" y="828"/>
                    <a:pt x="2100" y="828"/>
                  </a:cubicBezTo>
                  <a:cubicBezTo>
                    <a:pt x="2093" y="828"/>
                    <a:pt x="2087" y="834"/>
                    <a:pt x="2087" y="841"/>
                  </a:cubicBezTo>
                  <a:cubicBezTo>
                    <a:pt x="2087" y="848"/>
                    <a:pt x="2093" y="853"/>
                    <a:pt x="2100" y="853"/>
                  </a:cubicBezTo>
                  <a:close/>
                  <a:moveTo>
                    <a:pt x="2139" y="853"/>
                  </a:moveTo>
                  <a:cubicBezTo>
                    <a:pt x="2146" y="853"/>
                    <a:pt x="2152" y="848"/>
                    <a:pt x="2152" y="841"/>
                  </a:cubicBezTo>
                  <a:cubicBezTo>
                    <a:pt x="2152" y="834"/>
                    <a:pt x="2146" y="828"/>
                    <a:pt x="2139" y="828"/>
                  </a:cubicBezTo>
                  <a:cubicBezTo>
                    <a:pt x="2132" y="828"/>
                    <a:pt x="2126" y="834"/>
                    <a:pt x="2126" y="841"/>
                  </a:cubicBezTo>
                  <a:cubicBezTo>
                    <a:pt x="2126" y="848"/>
                    <a:pt x="2132" y="853"/>
                    <a:pt x="2139" y="853"/>
                  </a:cubicBezTo>
                  <a:close/>
                  <a:moveTo>
                    <a:pt x="2179" y="853"/>
                  </a:moveTo>
                  <a:cubicBezTo>
                    <a:pt x="2186" y="853"/>
                    <a:pt x="2191" y="848"/>
                    <a:pt x="2191" y="841"/>
                  </a:cubicBezTo>
                  <a:cubicBezTo>
                    <a:pt x="2191" y="834"/>
                    <a:pt x="2186" y="828"/>
                    <a:pt x="2179" y="828"/>
                  </a:cubicBezTo>
                  <a:cubicBezTo>
                    <a:pt x="2172" y="828"/>
                    <a:pt x="2166" y="834"/>
                    <a:pt x="2166" y="841"/>
                  </a:cubicBezTo>
                  <a:cubicBezTo>
                    <a:pt x="2166" y="848"/>
                    <a:pt x="2172" y="853"/>
                    <a:pt x="2179" y="853"/>
                  </a:cubicBezTo>
                  <a:close/>
                  <a:moveTo>
                    <a:pt x="2257" y="853"/>
                  </a:moveTo>
                  <a:cubicBezTo>
                    <a:pt x="2264" y="853"/>
                    <a:pt x="2270" y="848"/>
                    <a:pt x="2270" y="841"/>
                  </a:cubicBezTo>
                  <a:cubicBezTo>
                    <a:pt x="2270" y="834"/>
                    <a:pt x="2264" y="828"/>
                    <a:pt x="2257" y="828"/>
                  </a:cubicBezTo>
                  <a:cubicBezTo>
                    <a:pt x="2250" y="828"/>
                    <a:pt x="2245" y="834"/>
                    <a:pt x="2245" y="841"/>
                  </a:cubicBezTo>
                  <a:cubicBezTo>
                    <a:pt x="2245" y="848"/>
                    <a:pt x="2250" y="853"/>
                    <a:pt x="2257" y="853"/>
                  </a:cubicBezTo>
                  <a:close/>
                  <a:moveTo>
                    <a:pt x="2297" y="828"/>
                  </a:moveTo>
                  <a:cubicBezTo>
                    <a:pt x="2290" y="828"/>
                    <a:pt x="2284" y="834"/>
                    <a:pt x="2284" y="841"/>
                  </a:cubicBezTo>
                  <a:cubicBezTo>
                    <a:pt x="2284" y="848"/>
                    <a:pt x="2290" y="853"/>
                    <a:pt x="2297" y="853"/>
                  </a:cubicBezTo>
                  <a:cubicBezTo>
                    <a:pt x="2304" y="853"/>
                    <a:pt x="2310" y="848"/>
                    <a:pt x="2310" y="841"/>
                  </a:cubicBezTo>
                  <a:cubicBezTo>
                    <a:pt x="2310" y="834"/>
                    <a:pt x="2304" y="828"/>
                    <a:pt x="2297" y="828"/>
                  </a:cubicBezTo>
                  <a:close/>
                  <a:moveTo>
                    <a:pt x="2336" y="828"/>
                  </a:moveTo>
                  <a:cubicBezTo>
                    <a:pt x="2329" y="828"/>
                    <a:pt x="2323" y="834"/>
                    <a:pt x="2323" y="841"/>
                  </a:cubicBezTo>
                  <a:cubicBezTo>
                    <a:pt x="2323" y="848"/>
                    <a:pt x="2329" y="853"/>
                    <a:pt x="2336" y="853"/>
                  </a:cubicBezTo>
                  <a:cubicBezTo>
                    <a:pt x="2343" y="853"/>
                    <a:pt x="2349" y="848"/>
                    <a:pt x="2349" y="841"/>
                  </a:cubicBezTo>
                  <a:cubicBezTo>
                    <a:pt x="2349" y="834"/>
                    <a:pt x="2343" y="828"/>
                    <a:pt x="2336" y="828"/>
                  </a:cubicBezTo>
                  <a:close/>
                  <a:moveTo>
                    <a:pt x="2376" y="828"/>
                  </a:moveTo>
                  <a:cubicBezTo>
                    <a:pt x="2369" y="828"/>
                    <a:pt x="2363" y="834"/>
                    <a:pt x="2363" y="841"/>
                  </a:cubicBezTo>
                  <a:cubicBezTo>
                    <a:pt x="2363" y="848"/>
                    <a:pt x="2369" y="853"/>
                    <a:pt x="2376" y="853"/>
                  </a:cubicBezTo>
                  <a:cubicBezTo>
                    <a:pt x="2383" y="853"/>
                    <a:pt x="2388" y="848"/>
                    <a:pt x="2388" y="841"/>
                  </a:cubicBezTo>
                  <a:cubicBezTo>
                    <a:pt x="2388" y="834"/>
                    <a:pt x="2383" y="828"/>
                    <a:pt x="2376" y="828"/>
                  </a:cubicBezTo>
                  <a:close/>
                  <a:moveTo>
                    <a:pt x="2415" y="853"/>
                  </a:moveTo>
                  <a:cubicBezTo>
                    <a:pt x="2422" y="853"/>
                    <a:pt x="2428" y="848"/>
                    <a:pt x="2428" y="841"/>
                  </a:cubicBezTo>
                  <a:cubicBezTo>
                    <a:pt x="2428" y="834"/>
                    <a:pt x="2422" y="828"/>
                    <a:pt x="2415" y="828"/>
                  </a:cubicBezTo>
                  <a:cubicBezTo>
                    <a:pt x="2408" y="828"/>
                    <a:pt x="2402" y="834"/>
                    <a:pt x="2402" y="841"/>
                  </a:cubicBezTo>
                  <a:cubicBezTo>
                    <a:pt x="2402" y="848"/>
                    <a:pt x="2408" y="853"/>
                    <a:pt x="2415" y="853"/>
                  </a:cubicBezTo>
                  <a:close/>
                  <a:moveTo>
                    <a:pt x="2455" y="853"/>
                  </a:moveTo>
                  <a:cubicBezTo>
                    <a:pt x="2462" y="853"/>
                    <a:pt x="2467" y="848"/>
                    <a:pt x="2467" y="841"/>
                  </a:cubicBezTo>
                  <a:cubicBezTo>
                    <a:pt x="2467" y="834"/>
                    <a:pt x="2462" y="828"/>
                    <a:pt x="2455" y="828"/>
                  </a:cubicBezTo>
                  <a:cubicBezTo>
                    <a:pt x="2447" y="828"/>
                    <a:pt x="2442" y="834"/>
                    <a:pt x="2442" y="841"/>
                  </a:cubicBezTo>
                  <a:cubicBezTo>
                    <a:pt x="2442" y="848"/>
                    <a:pt x="2447" y="853"/>
                    <a:pt x="2455" y="853"/>
                  </a:cubicBezTo>
                  <a:close/>
                  <a:moveTo>
                    <a:pt x="2494" y="853"/>
                  </a:moveTo>
                  <a:cubicBezTo>
                    <a:pt x="2501" y="853"/>
                    <a:pt x="2507" y="848"/>
                    <a:pt x="2507" y="841"/>
                  </a:cubicBezTo>
                  <a:cubicBezTo>
                    <a:pt x="2507" y="834"/>
                    <a:pt x="2501" y="828"/>
                    <a:pt x="2494" y="828"/>
                  </a:cubicBezTo>
                  <a:cubicBezTo>
                    <a:pt x="2487" y="828"/>
                    <a:pt x="2481" y="834"/>
                    <a:pt x="2481" y="841"/>
                  </a:cubicBezTo>
                  <a:cubicBezTo>
                    <a:pt x="2481" y="848"/>
                    <a:pt x="2487" y="853"/>
                    <a:pt x="2494" y="853"/>
                  </a:cubicBezTo>
                  <a:close/>
                  <a:moveTo>
                    <a:pt x="2533" y="853"/>
                  </a:moveTo>
                  <a:cubicBezTo>
                    <a:pt x="2540" y="853"/>
                    <a:pt x="2546" y="848"/>
                    <a:pt x="2546" y="841"/>
                  </a:cubicBezTo>
                  <a:cubicBezTo>
                    <a:pt x="2546" y="834"/>
                    <a:pt x="2540" y="828"/>
                    <a:pt x="2533" y="828"/>
                  </a:cubicBezTo>
                  <a:cubicBezTo>
                    <a:pt x="2526" y="828"/>
                    <a:pt x="2521" y="834"/>
                    <a:pt x="2521" y="841"/>
                  </a:cubicBezTo>
                  <a:cubicBezTo>
                    <a:pt x="2521" y="848"/>
                    <a:pt x="2526" y="853"/>
                    <a:pt x="2533" y="853"/>
                  </a:cubicBezTo>
                  <a:close/>
                  <a:moveTo>
                    <a:pt x="2573" y="853"/>
                  </a:moveTo>
                  <a:cubicBezTo>
                    <a:pt x="2580" y="853"/>
                    <a:pt x="2586" y="848"/>
                    <a:pt x="2586" y="841"/>
                  </a:cubicBezTo>
                  <a:cubicBezTo>
                    <a:pt x="2586" y="834"/>
                    <a:pt x="2580" y="828"/>
                    <a:pt x="2573" y="828"/>
                  </a:cubicBezTo>
                  <a:cubicBezTo>
                    <a:pt x="2566" y="828"/>
                    <a:pt x="2560" y="834"/>
                    <a:pt x="2560" y="841"/>
                  </a:cubicBezTo>
                  <a:cubicBezTo>
                    <a:pt x="2560" y="848"/>
                    <a:pt x="2566" y="853"/>
                    <a:pt x="2573" y="853"/>
                  </a:cubicBezTo>
                  <a:close/>
                  <a:moveTo>
                    <a:pt x="2612" y="853"/>
                  </a:moveTo>
                  <a:cubicBezTo>
                    <a:pt x="2619" y="853"/>
                    <a:pt x="2625" y="848"/>
                    <a:pt x="2625" y="841"/>
                  </a:cubicBezTo>
                  <a:cubicBezTo>
                    <a:pt x="2625" y="834"/>
                    <a:pt x="2619" y="828"/>
                    <a:pt x="2612" y="828"/>
                  </a:cubicBezTo>
                  <a:cubicBezTo>
                    <a:pt x="2605" y="828"/>
                    <a:pt x="2599" y="834"/>
                    <a:pt x="2599" y="841"/>
                  </a:cubicBezTo>
                  <a:cubicBezTo>
                    <a:pt x="2599" y="848"/>
                    <a:pt x="2605" y="853"/>
                    <a:pt x="2612" y="853"/>
                  </a:cubicBezTo>
                  <a:close/>
                  <a:moveTo>
                    <a:pt x="2652" y="853"/>
                  </a:moveTo>
                  <a:cubicBezTo>
                    <a:pt x="2659" y="853"/>
                    <a:pt x="2664" y="848"/>
                    <a:pt x="2664" y="841"/>
                  </a:cubicBezTo>
                  <a:cubicBezTo>
                    <a:pt x="2664" y="834"/>
                    <a:pt x="2659" y="828"/>
                    <a:pt x="2652" y="828"/>
                  </a:cubicBezTo>
                  <a:cubicBezTo>
                    <a:pt x="2645" y="828"/>
                    <a:pt x="2639" y="834"/>
                    <a:pt x="2639" y="841"/>
                  </a:cubicBezTo>
                  <a:cubicBezTo>
                    <a:pt x="2639" y="848"/>
                    <a:pt x="2645" y="853"/>
                    <a:pt x="2652" y="853"/>
                  </a:cubicBezTo>
                  <a:close/>
                  <a:moveTo>
                    <a:pt x="2691" y="853"/>
                  </a:moveTo>
                  <a:cubicBezTo>
                    <a:pt x="2698" y="853"/>
                    <a:pt x="2704" y="848"/>
                    <a:pt x="2704" y="841"/>
                  </a:cubicBezTo>
                  <a:cubicBezTo>
                    <a:pt x="2704" y="834"/>
                    <a:pt x="2698" y="828"/>
                    <a:pt x="2691" y="828"/>
                  </a:cubicBezTo>
                  <a:cubicBezTo>
                    <a:pt x="2684" y="828"/>
                    <a:pt x="2678" y="834"/>
                    <a:pt x="2678" y="841"/>
                  </a:cubicBezTo>
                  <a:cubicBezTo>
                    <a:pt x="2678" y="848"/>
                    <a:pt x="2684" y="853"/>
                    <a:pt x="2691" y="853"/>
                  </a:cubicBezTo>
                  <a:close/>
                  <a:moveTo>
                    <a:pt x="2730" y="853"/>
                  </a:moveTo>
                  <a:cubicBezTo>
                    <a:pt x="2738" y="853"/>
                    <a:pt x="2743" y="848"/>
                    <a:pt x="2743" y="841"/>
                  </a:cubicBezTo>
                  <a:cubicBezTo>
                    <a:pt x="2743" y="834"/>
                    <a:pt x="2738" y="828"/>
                    <a:pt x="2730" y="828"/>
                  </a:cubicBezTo>
                  <a:cubicBezTo>
                    <a:pt x="2723" y="828"/>
                    <a:pt x="2718" y="834"/>
                    <a:pt x="2718" y="841"/>
                  </a:cubicBezTo>
                  <a:cubicBezTo>
                    <a:pt x="2718" y="848"/>
                    <a:pt x="2723" y="853"/>
                    <a:pt x="2730" y="853"/>
                  </a:cubicBezTo>
                  <a:close/>
                  <a:moveTo>
                    <a:pt x="2770" y="853"/>
                  </a:moveTo>
                  <a:cubicBezTo>
                    <a:pt x="2777" y="853"/>
                    <a:pt x="2783" y="848"/>
                    <a:pt x="2783" y="841"/>
                  </a:cubicBezTo>
                  <a:cubicBezTo>
                    <a:pt x="2783" y="834"/>
                    <a:pt x="2777" y="828"/>
                    <a:pt x="2770" y="828"/>
                  </a:cubicBezTo>
                  <a:cubicBezTo>
                    <a:pt x="2763" y="828"/>
                    <a:pt x="2757" y="834"/>
                    <a:pt x="2757" y="841"/>
                  </a:cubicBezTo>
                  <a:cubicBezTo>
                    <a:pt x="2757" y="848"/>
                    <a:pt x="2763" y="853"/>
                    <a:pt x="2770" y="853"/>
                  </a:cubicBezTo>
                  <a:close/>
                  <a:moveTo>
                    <a:pt x="2809" y="853"/>
                  </a:moveTo>
                  <a:cubicBezTo>
                    <a:pt x="2816" y="853"/>
                    <a:pt x="2822" y="848"/>
                    <a:pt x="2822" y="841"/>
                  </a:cubicBezTo>
                  <a:cubicBezTo>
                    <a:pt x="2822" y="834"/>
                    <a:pt x="2816" y="828"/>
                    <a:pt x="2809" y="828"/>
                  </a:cubicBezTo>
                  <a:cubicBezTo>
                    <a:pt x="2802" y="828"/>
                    <a:pt x="2797" y="834"/>
                    <a:pt x="2797" y="841"/>
                  </a:cubicBezTo>
                  <a:cubicBezTo>
                    <a:pt x="2797" y="848"/>
                    <a:pt x="2802" y="853"/>
                    <a:pt x="2809" y="853"/>
                  </a:cubicBezTo>
                  <a:close/>
                  <a:moveTo>
                    <a:pt x="2849" y="853"/>
                  </a:moveTo>
                  <a:cubicBezTo>
                    <a:pt x="2856" y="853"/>
                    <a:pt x="2862" y="848"/>
                    <a:pt x="2862" y="841"/>
                  </a:cubicBezTo>
                  <a:cubicBezTo>
                    <a:pt x="2862" y="834"/>
                    <a:pt x="2856" y="828"/>
                    <a:pt x="2849" y="828"/>
                  </a:cubicBezTo>
                  <a:cubicBezTo>
                    <a:pt x="2842" y="828"/>
                    <a:pt x="2836" y="834"/>
                    <a:pt x="2836" y="841"/>
                  </a:cubicBezTo>
                  <a:cubicBezTo>
                    <a:pt x="2836" y="848"/>
                    <a:pt x="2842" y="853"/>
                    <a:pt x="2849" y="853"/>
                  </a:cubicBezTo>
                  <a:close/>
                  <a:moveTo>
                    <a:pt x="2888" y="853"/>
                  </a:moveTo>
                  <a:cubicBezTo>
                    <a:pt x="2895" y="853"/>
                    <a:pt x="2901" y="848"/>
                    <a:pt x="2901" y="841"/>
                  </a:cubicBezTo>
                  <a:cubicBezTo>
                    <a:pt x="2901" y="834"/>
                    <a:pt x="2895" y="828"/>
                    <a:pt x="2888" y="828"/>
                  </a:cubicBezTo>
                  <a:cubicBezTo>
                    <a:pt x="2881" y="828"/>
                    <a:pt x="2875" y="834"/>
                    <a:pt x="2875" y="841"/>
                  </a:cubicBezTo>
                  <a:cubicBezTo>
                    <a:pt x="2875" y="848"/>
                    <a:pt x="2881" y="853"/>
                    <a:pt x="2888" y="853"/>
                  </a:cubicBezTo>
                  <a:close/>
                  <a:moveTo>
                    <a:pt x="641" y="893"/>
                  </a:moveTo>
                  <a:cubicBezTo>
                    <a:pt x="648" y="893"/>
                    <a:pt x="654" y="887"/>
                    <a:pt x="654" y="880"/>
                  </a:cubicBezTo>
                  <a:cubicBezTo>
                    <a:pt x="654" y="873"/>
                    <a:pt x="648" y="867"/>
                    <a:pt x="641" y="867"/>
                  </a:cubicBezTo>
                  <a:cubicBezTo>
                    <a:pt x="634" y="867"/>
                    <a:pt x="628" y="873"/>
                    <a:pt x="628" y="880"/>
                  </a:cubicBezTo>
                  <a:cubicBezTo>
                    <a:pt x="628" y="887"/>
                    <a:pt x="634" y="893"/>
                    <a:pt x="641" y="893"/>
                  </a:cubicBezTo>
                  <a:close/>
                  <a:moveTo>
                    <a:pt x="680" y="893"/>
                  </a:moveTo>
                  <a:cubicBezTo>
                    <a:pt x="687" y="893"/>
                    <a:pt x="693" y="887"/>
                    <a:pt x="693" y="880"/>
                  </a:cubicBezTo>
                  <a:cubicBezTo>
                    <a:pt x="693" y="873"/>
                    <a:pt x="687" y="867"/>
                    <a:pt x="680" y="867"/>
                  </a:cubicBezTo>
                  <a:cubicBezTo>
                    <a:pt x="673" y="867"/>
                    <a:pt x="668" y="873"/>
                    <a:pt x="668" y="880"/>
                  </a:cubicBezTo>
                  <a:cubicBezTo>
                    <a:pt x="668" y="887"/>
                    <a:pt x="673" y="893"/>
                    <a:pt x="680" y="893"/>
                  </a:cubicBezTo>
                  <a:close/>
                  <a:moveTo>
                    <a:pt x="1548" y="893"/>
                  </a:moveTo>
                  <a:cubicBezTo>
                    <a:pt x="1555" y="893"/>
                    <a:pt x="1561" y="887"/>
                    <a:pt x="1561" y="880"/>
                  </a:cubicBezTo>
                  <a:cubicBezTo>
                    <a:pt x="1561" y="873"/>
                    <a:pt x="1555" y="867"/>
                    <a:pt x="1548" y="867"/>
                  </a:cubicBezTo>
                  <a:cubicBezTo>
                    <a:pt x="1541" y="867"/>
                    <a:pt x="1535" y="873"/>
                    <a:pt x="1535" y="880"/>
                  </a:cubicBezTo>
                  <a:cubicBezTo>
                    <a:pt x="1535" y="887"/>
                    <a:pt x="1541" y="893"/>
                    <a:pt x="1548" y="893"/>
                  </a:cubicBezTo>
                  <a:close/>
                  <a:moveTo>
                    <a:pt x="1587" y="893"/>
                  </a:moveTo>
                  <a:cubicBezTo>
                    <a:pt x="1594" y="893"/>
                    <a:pt x="1600" y="887"/>
                    <a:pt x="1600" y="880"/>
                  </a:cubicBezTo>
                  <a:cubicBezTo>
                    <a:pt x="1600" y="873"/>
                    <a:pt x="1594" y="867"/>
                    <a:pt x="1587" y="867"/>
                  </a:cubicBezTo>
                  <a:cubicBezTo>
                    <a:pt x="1580" y="867"/>
                    <a:pt x="1574" y="873"/>
                    <a:pt x="1574" y="880"/>
                  </a:cubicBezTo>
                  <a:cubicBezTo>
                    <a:pt x="1574" y="887"/>
                    <a:pt x="1580" y="893"/>
                    <a:pt x="1587" y="893"/>
                  </a:cubicBezTo>
                  <a:close/>
                  <a:moveTo>
                    <a:pt x="1627" y="893"/>
                  </a:moveTo>
                  <a:cubicBezTo>
                    <a:pt x="1634" y="893"/>
                    <a:pt x="1639" y="887"/>
                    <a:pt x="1639" y="880"/>
                  </a:cubicBezTo>
                  <a:cubicBezTo>
                    <a:pt x="1639" y="873"/>
                    <a:pt x="1634" y="867"/>
                    <a:pt x="1627" y="867"/>
                  </a:cubicBezTo>
                  <a:cubicBezTo>
                    <a:pt x="1620" y="867"/>
                    <a:pt x="1614" y="873"/>
                    <a:pt x="1614" y="880"/>
                  </a:cubicBezTo>
                  <a:cubicBezTo>
                    <a:pt x="1614" y="887"/>
                    <a:pt x="1620" y="893"/>
                    <a:pt x="1627" y="893"/>
                  </a:cubicBezTo>
                  <a:close/>
                  <a:moveTo>
                    <a:pt x="1666" y="893"/>
                  </a:moveTo>
                  <a:cubicBezTo>
                    <a:pt x="1673" y="893"/>
                    <a:pt x="1679" y="887"/>
                    <a:pt x="1679" y="880"/>
                  </a:cubicBezTo>
                  <a:cubicBezTo>
                    <a:pt x="1679" y="873"/>
                    <a:pt x="1673" y="867"/>
                    <a:pt x="1666" y="867"/>
                  </a:cubicBezTo>
                  <a:cubicBezTo>
                    <a:pt x="1659" y="867"/>
                    <a:pt x="1653" y="873"/>
                    <a:pt x="1653" y="880"/>
                  </a:cubicBezTo>
                  <a:cubicBezTo>
                    <a:pt x="1653" y="887"/>
                    <a:pt x="1659" y="893"/>
                    <a:pt x="1666" y="893"/>
                  </a:cubicBezTo>
                  <a:close/>
                  <a:moveTo>
                    <a:pt x="1705" y="893"/>
                  </a:moveTo>
                  <a:cubicBezTo>
                    <a:pt x="1713" y="893"/>
                    <a:pt x="1718" y="887"/>
                    <a:pt x="1718" y="880"/>
                  </a:cubicBezTo>
                  <a:cubicBezTo>
                    <a:pt x="1718" y="873"/>
                    <a:pt x="1713" y="867"/>
                    <a:pt x="1705" y="867"/>
                  </a:cubicBezTo>
                  <a:cubicBezTo>
                    <a:pt x="1698" y="867"/>
                    <a:pt x="1693" y="873"/>
                    <a:pt x="1693" y="880"/>
                  </a:cubicBezTo>
                  <a:cubicBezTo>
                    <a:pt x="1693" y="887"/>
                    <a:pt x="1698" y="893"/>
                    <a:pt x="1705" y="893"/>
                  </a:cubicBezTo>
                  <a:close/>
                  <a:moveTo>
                    <a:pt x="1745" y="893"/>
                  </a:moveTo>
                  <a:cubicBezTo>
                    <a:pt x="1752" y="893"/>
                    <a:pt x="1758" y="887"/>
                    <a:pt x="1758" y="880"/>
                  </a:cubicBezTo>
                  <a:cubicBezTo>
                    <a:pt x="1758" y="873"/>
                    <a:pt x="1752" y="867"/>
                    <a:pt x="1745" y="867"/>
                  </a:cubicBezTo>
                  <a:cubicBezTo>
                    <a:pt x="1738" y="867"/>
                    <a:pt x="1732" y="873"/>
                    <a:pt x="1732" y="880"/>
                  </a:cubicBezTo>
                  <a:cubicBezTo>
                    <a:pt x="1732" y="887"/>
                    <a:pt x="1738" y="893"/>
                    <a:pt x="1745" y="893"/>
                  </a:cubicBezTo>
                  <a:close/>
                  <a:moveTo>
                    <a:pt x="1784" y="893"/>
                  </a:moveTo>
                  <a:cubicBezTo>
                    <a:pt x="1791" y="893"/>
                    <a:pt x="1797" y="887"/>
                    <a:pt x="1797" y="880"/>
                  </a:cubicBezTo>
                  <a:cubicBezTo>
                    <a:pt x="1797" y="873"/>
                    <a:pt x="1791" y="867"/>
                    <a:pt x="1784" y="867"/>
                  </a:cubicBezTo>
                  <a:cubicBezTo>
                    <a:pt x="1777" y="867"/>
                    <a:pt x="1772" y="873"/>
                    <a:pt x="1772" y="880"/>
                  </a:cubicBezTo>
                  <a:cubicBezTo>
                    <a:pt x="1772" y="887"/>
                    <a:pt x="1777" y="893"/>
                    <a:pt x="1784" y="893"/>
                  </a:cubicBezTo>
                  <a:close/>
                  <a:moveTo>
                    <a:pt x="1824" y="893"/>
                  </a:moveTo>
                  <a:cubicBezTo>
                    <a:pt x="1831" y="893"/>
                    <a:pt x="1836" y="887"/>
                    <a:pt x="1836" y="880"/>
                  </a:cubicBezTo>
                  <a:cubicBezTo>
                    <a:pt x="1836" y="873"/>
                    <a:pt x="1831" y="867"/>
                    <a:pt x="1824" y="867"/>
                  </a:cubicBezTo>
                  <a:cubicBezTo>
                    <a:pt x="1817" y="867"/>
                    <a:pt x="1811" y="873"/>
                    <a:pt x="1811" y="880"/>
                  </a:cubicBezTo>
                  <a:cubicBezTo>
                    <a:pt x="1811" y="887"/>
                    <a:pt x="1817" y="893"/>
                    <a:pt x="1824" y="893"/>
                  </a:cubicBezTo>
                  <a:close/>
                  <a:moveTo>
                    <a:pt x="1863" y="893"/>
                  </a:moveTo>
                  <a:cubicBezTo>
                    <a:pt x="1870" y="893"/>
                    <a:pt x="1876" y="887"/>
                    <a:pt x="1876" y="880"/>
                  </a:cubicBezTo>
                  <a:cubicBezTo>
                    <a:pt x="1876" y="873"/>
                    <a:pt x="1870" y="867"/>
                    <a:pt x="1863" y="867"/>
                  </a:cubicBezTo>
                  <a:cubicBezTo>
                    <a:pt x="1856" y="867"/>
                    <a:pt x="1850" y="873"/>
                    <a:pt x="1850" y="880"/>
                  </a:cubicBezTo>
                  <a:cubicBezTo>
                    <a:pt x="1850" y="887"/>
                    <a:pt x="1856" y="893"/>
                    <a:pt x="1863" y="893"/>
                  </a:cubicBezTo>
                  <a:close/>
                  <a:moveTo>
                    <a:pt x="1903" y="893"/>
                  </a:moveTo>
                  <a:cubicBezTo>
                    <a:pt x="1910" y="893"/>
                    <a:pt x="1915" y="887"/>
                    <a:pt x="1915" y="880"/>
                  </a:cubicBezTo>
                  <a:cubicBezTo>
                    <a:pt x="1915" y="873"/>
                    <a:pt x="1910" y="867"/>
                    <a:pt x="1903" y="867"/>
                  </a:cubicBezTo>
                  <a:cubicBezTo>
                    <a:pt x="1896" y="867"/>
                    <a:pt x="1890" y="873"/>
                    <a:pt x="1890" y="880"/>
                  </a:cubicBezTo>
                  <a:cubicBezTo>
                    <a:pt x="1890" y="887"/>
                    <a:pt x="1896" y="893"/>
                    <a:pt x="1903" y="893"/>
                  </a:cubicBezTo>
                  <a:close/>
                  <a:moveTo>
                    <a:pt x="1942" y="893"/>
                  </a:moveTo>
                  <a:cubicBezTo>
                    <a:pt x="1949" y="893"/>
                    <a:pt x="1955" y="887"/>
                    <a:pt x="1955" y="880"/>
                  </a:cubicBezTo>
                  <a:cubicBezTo>
                    <a:pt x="1955" y="873"/>
                    <a:pt x="1949" y="867"/>
                    <a:pt x="1942" y="867"/>
                  </a:cubicBezTo>
                  <a:cubicBezTo>
                    <a:pt x="1935" y="867"/>
                    <a:pt x="1929" y="873"/>
                    <a:pt x="1929" y="880"/>
                  </a:cubicBezTo>
                  <a:cubicBezTo>
                    <a:pt x="1929" y="887"/>
                    <a:pt x="1935" y="893"/>
                    <a:pt x="1942" y="893"/>
                  </a:cubicBezTo>
                  <a:close/>
                  <a:moveTo>
                    <a:pt x="1981" y="893"/>
                  </a:moveTo>
                  <a:cubicBezTo>
                    <a:pt x="1988" y="893"/>
                    <a:pt x="1994" y="887"/>
                    <a:pt x="1994" y="880"/>
                  </a:cubicBezTo>
                  <a:cubicBezTo>
                    <a:pt x="1994" y="873"/>
                    <a:pt x="1988" y="867"/>
                    <a:pt x="1981" y="867"/>
                  </a:cubicBezTo>
                  <a:cubicBezTo>
                    <a:pt x="1974" y="867"/>
                    <a:pt x="1969" y="873"/>
                    <a:pt x="1969" y="880"/>
                  </a:cubicBezTo>
                  <a:cubicBezTo>
                    <a:pt x="1969" y="887"/>
                    <a:pt x="1974" y="893"/>
                    <a:pt x="1981" y="893"/>
                  </a:cubicBezTo>
                  <a:close/>
                  <a:moveTo>
                    <a:pt x="2021" y="893"/>
                  </a:moveTo>
                  <a:cubicBezTo>
                    <a:pt x="2028" y="893"/>
                    <a:pt x="2034" y="887"/>
                    <a:pt x="2034" y="880"/>
                  </a:cubicBezTo>
                  <a:cubicBezTo>
                    <a:pt x="2034" y="873"/>
                    <a:pt x="2028" y="867"/>
                    <a:pt x="2021" y="867"/>
                  </a:cubicBezTo>
                  <a:cubicBezTo>
                    <a:pt x="2014" y="867"/>
                    <a:pt x="2008" y="873"/>
                    <a:pt x="2008" y="880"/>
                  </a:cubicBezTo>
                  <a:cubicBezTo>
                    <a:pt x="2008" y="887"/>
                    <a:pt x="2014" y="893"/>
                    <a:pt x="2021" y="893"/>
                  </a:cubicBezTo>
                  <a:close/>
                  <a:moveTo>
                    <a:pt x="2100" y="893"/>
                  </a:moveTo>
                  <a:cubicBezTo>
                    <a:pt x="2107" y="893"/>
                    <a:pt x="2112" y="887"/>
                    <a:pt x="2112" y="880"/>
                  </a:cubicBezTo>
                  <a:cubicBezTo>
                    <a:pt x="2112" y="873"/>
                    <a:pt x="2107" y="867"/>
                    <a:pt x="2100" y="867"/>
                  </a:cubicBezTo>
                  <a:cubicBezTo>
                    <a:pt x="2093" y="867"/>
                    <a:pt x="2087" y="873"/>
                    <a:pt x="2087" y="880"/>
                  </a:cubicBezTo>
                  <a:cubicBezTo>
                    <a:pt x="2087" y="887"/>
                    <a:pt x="2093" y="893"/>
                    <a:pt x="2100" y="893"/>
                  </a:cubicBezTo>
                  <a:close/>
                  <a:moveTo>
                    <a:pt x="2139" y="893"/>
                  </a:moveTo>
                  <a:cubicBezTo>
                    <a:pt x="2146" y="893"/>
                    <a:pt x="2152" y="887"/>
                    <a:pt x="2152" y="880"/>
                  </a:cubicBezTo>
                  <a:cubicBezTo>
                    <a:pt x="2152" y="873"/>
                    <a:pt x="2146" y="867"/>
                    <a:pt x="2139" y="867"/>
                  </a:cubicBezTo>
                  <a:cubicBezTo>
                    <a:pt x="2132" y="867"/>
                    <a:pt x="2126" y="873"/>
                    <a:pt x="2126" y="880"/>
                  </a:cubicBezTo>
                  <a:cubicBezTo>
                    <a:pt x="2126" y="887"/>
                    <a:pt x="2132" y="893"/>
                    <a:pt x="2139" y="893"/>
                  </a:cubicBezTo>
                  <a:close/>
                  <a:moveTo>
                    <a:pt x="2179" y="893"/>
                  </a:moveTo>
                  <a:cubicBezTo>
                    <a:pt x="2186" y="893"/>
                    <a:pt x="2191" y="887"/>
                    <a:pt x="2191" y="880"/>
                  </a:cubicBezTo>
                  <a:cubicBezTo>
                    <a:pt x="2191" y="873"/>
                    <a:pt x="2186" y="867"/>
                    <a:pt x="2179" y="867"/>
                  </a:cubicBezTo>
                  <a:cubicBezTo>
                    <a:pt x="2172" y="867"/>
                    <a:pt x="2166" y="873"/>
                    <a:pt x="2166" y="880"/>
                  </a:cubicBezTo>
                  <a:cubicBezTo>
                    <a:pt x="2166" y="887"/>
                    <a:pt x="2172" y="893"/>
                    <a:pt x="2179" y="893"/>
                  </a:cubicBezTo>
                  <a:close/>
                  <a:moveTo>
                    <a:pt x="2218" y="893"/>
                  </a:moveTo>
                  <a:cubicBezTo>
                    <a:pt x="2225" y="893"/>
                    <a:pt x="2231" y="887"/>
                    <a:pt x="2231" y="880"/>
                  </a:cubicBezTo>
                  <a:cubicBezTo>
                    <a:pt x="2231" y="873"/>
                    <a:pt x="2225" y="867"/>
                    <a:pt x="2218" y="867"/>
                  </a:cubicBezTo>
                  <a:cubicBezTo>
                    <a:pt x="2211" y="867"/>
                    <a:pt x="2205" y="873"/>
                    <a:pt x="2205" y="880"/>
                  </a:cubicBezTo>
                  <a:cubicBezTo>
                    <a:pt x="2205" y="887"/>
                    <a:pt x="2211" y="893"/>
                    <a:pt x="2218" y="893"/>
                  </a:cubicBezTo>
                  <a:close/>
                  <a:moveTo>
                    <a:pt x="2257" y="867"/>
                  </a:moveTo>
                  <a:cubicBezTo>
                    <a:pt x="2250" y="867"/>
                    <a:pt x="2245" y="873"/>
                    <a:pt x="2245" y="880"/>
                  </a:cubicBezTo>
                  <a:cubicBezTo>
                    <a:pt x="2245" y="887"/>
                    <a:pt x="2250" y="893"/>
                    <a:pt x="2257" y="893"/>
                  </a:cubicBezTo>
                  <a:cubicBezTo>
                    <a:pt x="2264" y="893"/>
                    <a:pt x="2270" y="887"/>
                    <a:pt x="2270" y="880"/>
                  </a:cubicBezTo>
                  <a:cubicBezTo>
                    <a:pt x="2270" y="873"/>
                    <a:pt x="2264" y="867"/>
                    <a:pt x="2257" y="867"/>
                  </a:cubicBezTo>
                  <a:close/>
                  <a:moveTo>
                    <a:pt x="2415" y="867"/>
                  </a:moveTo>
                  <a:cubicBezTo>
                    <a:pt x="2408" y="867"/>
                    <a:pt x="2402" y="873"/>
                    <a:pt x="2402" y="880"/>
                  </a:cubicBezTo>
                  <a:cubicBezTo>
                    <a:pt x="2402" y="887"/>
                    <a:pt x="2408" y="893"/>
                    <a:pt x="2415" y="893"/>
                  </a:cubicBezTo>
                  <a:cubicBezTo>
                    <a:pt x="2422" y="893"/>
                    <a:pt x="2428" y="887"/>
                    <a:pt x="2428" y="880"/>
                  </a:cubicBezTo>
                  <a:cubicBezTo>
                    <a:pt x="2428" y="873"/>
                    <a:pt x="2422" y="867"/>
                    <a:pt x="2415" y="867"/>
                  </a:cubicBezTo>
                  <a:close/>
                  <a:moveTo>
                    <a:pt x="2455" y="893"/>
                  </a:moveTo>
                  <a:cubicBezTo>
                    <a:pt x="2462" y="893"/>
                    <a:pt x="2467" y="887"/>
                    <a:pt x="2467" y="880"/>
                  </a:cubicBezTo>
                  <a:cubicBezTo>
                    <a:pt x="2467" y="873"/>
                    <a:pt x="2462" y="867"/>
                    <a:pt x="2455" y="867"/>
                  </a:cubicBezTo>
                  <a:cubicBezTo>
                    <a:pt x="2447" y="867"/>
                    <a:pt x="2442" y="873"/>
                    <a:pt x="2442" y="880"/>
                  </a:cubicBezTo>
                  <a:cubicBezTo>
                    <a:pt x="2442" y="887"/>
                    <a:pt x="2447" y="893"/>
                    <a:pt x="2455" y="893"/>
                  </a:cubicBezTo>
                  <a:close/>
                  <a:moveTo>
                    <a:pt x="2494" y="893"/>
                  </a:moveTo>
                  <a:cubicBezTo>
                    <a:pt x="2501" y="893"/>
                    <a:pt x="2507" y="887"/>
                    <a:pt x="2507" y="880"/>
                  </a:cubicBezTo>
                  <a:cubicBezTo>
                    <a:pt x="2507" y="873"/>
                    <a:pt x="2501" y="867"/>
                    <a:pt x="2494" y="867"/>
                  </a:cubicBezTo>
                  <a:cubicBezTo>
                    <a:pt x="2487" y="867"/>
                    <a:pt x="2481" y="873"/>
                    <a:pt x="2481" y="880"/>
                  </a:cubicBezTo>
                  <a:cubicBezTo>
                    <a:pt x="2481" y="887"/>
                    <a:pt x="2487" y="893"/>
                    <a:pt x="2494" y="893"/>
                  </a:cubicBezTo>
                  <a:close/>
                  <a:moveTo>
                    <a:pt x="2533" y="893"/>
                  </a:moveTo>
                  <a:cubicBezTo>
                    <a:pt x="2540" y="893"/>
                    <a:pt x="2546" y="887"/>
                    <a:pt x="2546" y="880"/>
                  </a:cubicBezTo>
                  <a:cubicBezTo>
                    <a:pt x="2546" y="873"/>
                    <a:pt x="2540" y="867"/>
                    <a:pt x="2533" y="867"/>
                  </a:cubicBezTo>
                  <a:cubicBezTo>
                    <a:pt x="2526" y="867"/>
                    <a:pt x="2521" y="873"/>
                    <a:pt x="2521" y="880"/>
                  </a:cubicBezTo>
                  <a:cubicBezTo>
                    <a:pt x="2521" y="887"/>
                    <a:pt x="2526" y="893"/>
                    <a:pt x="2533" y="893"/>
                  </a:cubicBezTo>
                  <a:close/>
                  <a:moveTo>
                    <a:pt x="2573" y="893"/>
                  </a:moveTo>
                  <a:cubicBezTo>
                    <a:pt x="2580" y="893"/>
                    <a:pt x="2586" y="887"/>
                    <a:pt x="2586" y="880"/>
                  </a:cubicBezTo>
                  <a:cubicBezTo>
                    <a:pt x="2586" y="873"/>
                    <a:pt x="2580" y="867"/>
                    <a:pt x="2573" y="867"/>
                  </a:cubicBezTo>
                  <a:cubicBezTo>
                    <a:pt x="2566" y="867"/>
                    <a:pt x="2560" y="873"/>
                    <a:pt x="2560" y="880"/>
                  </a:cubicBezTo>
                  <a:cubicBezTo>
                    <a:pt x="2560" y="887"/>
                    <a:pt x="2566" y="893"/>
                    <a:pt x="2573" y="893"/>
                  </a:cubicBezTo>
                  <a:close/>
                  <a:moveTo>
                    <a:pt x="2612" y="867"/>
                  </a:moveTo>
                  <a:cubicBezTo>
                    <a:pt x="2605" y="867"/>
                    <a:pt x="2599" y="873"/>
                    <a:pt x="2599" y="880"/>
                  </a:cubicBezTo>
                  <a:cubicBezTo>
                    <a:pt x="2599" y="887"/>
                    <a:pt x="2605" y="893"/>
                    <a:pt x="2612" y="893"/>
                  </a:cubicBezTo>
                  <a:cubicBezTo>
                    <a:pt x="2619" y="893"/>
                    <a:pt x="2625" y="887"/>
                    <a:pt x="2625" y="880"/>
                  </a:cubicBezTo>
                  <a:cubicBezTo>
                    <a:pt x="2625" y="873"/>
                    <a:pt x="2619" y="867"/>
                    <a:pt x="2612" y="867"/>
                  </a:cubicBezTo>
                  <a:close/>
                  <a:moveTo>
                    <a:pt x="2652" y="893"/>
                  </a:moveTo>
                  <a:cubicBezTo>
                    <a:pt x="2659" y="893"/>
                    <a:pt x="2664" y="887"/>
                    <a:pt x="2664" y="880"/>
                  </a:cubicBezTo>
                  <a:cubicBezTo>
                    <a:pt x="2664" y="873"/>
                    <a:pt x="2659" y="867"/>
                    <a:pt x="2652" y="867"/>
                  </a:cubicBezTo>
                  <a:cubicBezTo>
                    <a:pt x="2645" y="867"/>
                    <a:pt x="2639" y="873"/>
                    <a:pt x="2639" y="880"/>
                  </a:cubicBezTo>
                  <a:cubicBezTo>
                    <a:pt x="2639" y="887"/>
                    <a:pt x="2645" y="893"/>
                    <a:pt x="2652" y="893"/>
                  </a:cubicBezTo>
                  <a:close/>
                  <a:moveTo>
                    <a:pt x="2691" y="893"/>
                  </a:moveTo>
                  <a:cubicBezTo>
                    <a:pt x="2698" y="893"/>
                    <a:pt x="2704" y="887"/>
                    <a:pt x="2704" y="880"/>
                  </a:cubicBezTo>
                  <a:cubicBezTo>
                    <a:pt x="2704" y="873"/>
                    <a:pt x="2698" y="867"/>
                    <a:pt x="2691" y="867"/>
                  </a:cubicBezTo>
                  <a:cubicBezTo>
                    <a:pt x="2684" y="867"/>
                    <a:pt x="2678" y="873"/>
                    <a:pt x="2678" y="880"/>
                  </a:cubicBezTo>
                  <a:cubicBezTo>
                    <a:pt x="2678" y="887"/>
                    <a:pt x="2684" y="893"/>
                    <a:pt x="2691" y="893"/>
                  </a:cubicBezTo>
                  <a:close/>
                  <a:moveTo>
                    <a:pt x="2730" y="893"/>
                  </a:moveTo>
                  <a:cubicBezTo>
                    <a:pt x="2738" y="893"/>
                    <a:pt x="2743" y="887"/>
                    <a:pt x="2743" y="880"/>
                  </a:cubicBezTo>
                  <a:cubicBezTo>
                    <a:pt x="2743" y="873"/>
                    <a:pt x="2738" y="867"/>
                    <a:pt x="2730" y="867"/>
                  </a:cubicBezTo>
                  <a:cubicBezTo>
                    <a:pt x="2723" y="867"/>
                    <a:pt x="2718" y="873"/>
                    <a:pt x="2718" y="880"/>
                  </a:cubicBezTo>
                  <a:cubicBezTo>
                    <a:pt x="2718" y="887"/>
                    <a:pt x="2723" y="893"/>
                    <a:pt x="2730" y="893"/>
                  </a:cubicBezTo>
                  <a:close/>
                  <a:moveTo>
                    <a:pt x="2770" y="893"/>
                  </a:moveTo>
                  <a:cubicBezTo>
                    <a:pt x="2777" y="893"/>
                    <a:pt x="2783" y="887"/>
                    <a:pt x="2783" y="880"/>
                  </a:cubicBezTo>
                  <a:cubicBezTo>
                    <a:pt x="2783" y="873"/>
                    <a:pt x="2777" y="867"/>
                    <a:pt x="2770" y="867"/>
                  </a:cubicBezTo>
                  <a:cubicBezTo>
                    <a:pt x="2763" y="867"/>
                    <a:pt x="2757" y="873"/>
                    <a:pt x="2757" y="880"/>
                  </a:cubicBezTo>
                  <a:cubicBezTo>
                    <a:pt x="2757" y="887"/>
                    <a:pt x="2763" y="893"/>
                    <a:pt x="2770" y="893"/>
                  </a:cubicBezTo>
                  <a:close/>
                  <a:moveTo>
                    <a:pt x="2809" y="893"/>
                  </a:moveTo>
                  <a:cubicBezTo>
                    <a:pt x="2816" y="893"/>
                    <a:pt x="2822" y="887"/>
                    <a:pt x="2822" y="880"/>
                  </a:cubicBezTo>
                  <a:cubicBezTo>
                    <a:pt x="2822" y="873"/>
                    <a:pt x="2816" y="867"/>
                    <a:pt x="2809" y="867"/>
                  </a:cubicBezTo>
                  <a:cubicBezTo>
                    <a:pt x="2802" y="867"/>
                    <a:pt x="2797" y="873"/>
                    <a:pt x="2797" y="880"/>
                  </a:cubicBezTo>
                  <a:cubicBezTo>
                    <a:pt x="2797" y="887"/>
                    <a:pt x="2802" y="893"/>
                    <a:pt x="2809" y="893"/>
                  </a:cubicBezTo>
                  <a:close/>
                  <a:moveTo>
                    <a:pt x="2849" y="893"/>
                  </a:moveTo>
                  <a:cubicBezTo>
                    <a:pt x="2856" y="893"/>
                    <a:pt x="2862" y="887"/>
                    <a:pt x="2862" y="880"/>
                  </a:cubicBezTo>
                  <a:cubicBezTo>
                    <a:pt x="2862" y="873"/>
                    <a:pt x="2856" y="867"/>
                    <a:pt x="2849" y="867"/>
                  </a:cubicBezTo>
                  <a:cubicBezTo>
                    <a:pt x="2842" y="867"/>
                    <a:pt x="2836" y="873"/>
                    <a:pt x="2836" y="880"/>
                  </a:cubicBezTo>
                  <a:cubicBezTo>
                    <a:pt x="2836" y="887"/>
                    <a:pt x="2842" y="893"/>
                    <a:pt x="2849" y="893"/>
                  </a:cubicBezTo>
                  <a:close/>
                  <a:moveTo>
                    <a:pt x="2888" y="893"/>
                  </a:moveTo>
                  <a:cubicBezTo>
                    <a:pt x="2895" y="893"/>
                    <a:pt x="2901" y="887"/>
                    <a:pt x="2901" y="880"/>
                  </a:cubicBezTo>
                  <a:cubicBezTo>
                    <a:pt x="2901" y="873"/>
                    <a:pt x="2895" y="867"/>
                    <a:pt x="2888" y="867"/>
                  </a:cubicBezTo>
                  <a:cubicBezTo>
                    <a:pt x="2881" y="867"/>
                    <a:pt x="2875" y="873"/>
                    <a:pt x="2875" y="880"/>
                  </a:cubicBezTo>
                  <a:cubicBezTo>
                    <a:pt x="2875" y="887"/>
                    <a:pt x="2881" y="893"/>
                    <a:pt x="2888" y="893"/>
                  </a:cubicBezTo>
                  <a:close/>
                  <a:moveTo>
                    <a:pt x="2928" y="893"/>
                  </a:moveTo>
                  <a:cubicBezTo>
                    <a:pt x="2935" y="893"/>
                    <a:pt x="2940" y="887"/>
                    <a:pt x="2940" y="880"/>
                  </a:cubicBezTo>
                  <a:cubicBezTo>
                    <a:pt x="2940" y="873"/>
                    <a:pt x="2935" y="867"/>
                    <a:pt x="2928" y="867"/>
                  </a:cubicBezTo>
                  <a:cubicBezTo>
                    <a:pt x="2921" y="867"/>
                    <a:pt x="2915" y="873"/>
                    <a:pt x="2915" y="880"/>
                  </a:cubicBezTo>
                  <a:cubicBezTo>
                    <a:pt x="2915" y="887"/>
                    <a:pt x="2921" y="893"/>
                    <a:pt x="2928" y="893"/>
                  </a:cubicBezTo>
                  <a:close/>
                  <a:moveTo>
                    <a:pt x="641" y="907"/>
                  </a:moveTo>
                  <a:cubicBezTo>
                    <a:pt x="634" y="907"/>
                    <a:pt x="628" y="912"/>
                    <a:pt x="628" y="919"/>
                  </a:cubicBezTo>
                  <a:cubicBezTo>
                    <a:pt x="628" y="926"/>
                    <a:pt x="634" y="932"/>
                    <a:pt x="641" y="932"/>
                  </a:cubicBezTo>
                  <a:cubicBezTo>
                    <a:pt x="648" y="932"/>
                    <a:pt x="654" y="926"/>
                    <a:pt x="654" y="919"/>
                  </a:cubicBezTo>
                  <a:cubicBezTo>
                    <a:pt x="654" y="912"/>
                    <a:pt x="648" y="907"/>
                    <a:pt x="641" y="907"/>
                  </a:cubicBezTo>
                  <a:close/>
                  <a:moveTo>
                    <a:pt x="680" y="907"/>
                  </a:moveTo>
                  <a:cubicBezTo>
                    <a:pt x="673" y="907"/>
                    <a:pt x="668" y="912"/>
                    <a:pt x="668" y="919"/>
                  </a:cubicBezTo>
                  <a:cubicBezTo>
                    <a:pt x="668" y="926"/>
                    <a:pt x="673" y="932"/>
                    <a:pt x="680" y="932"/>
                  </a:cubicBezTo>
                  <a:cubicBezTo>
                    <a:pt x="687" y="932"/>
                    <a:pt x="693" y="926"/>
                    <a:pt x="693" y="919"/>
                  </a:cubicBezTo>
                  <a:cubicBezTo>
                    <a:pt x="693" y="912"/>
                    <a:pt x="687" y="907"/>
                    <a:pt x="680" y="907"/>
                  </a:cubicBezTo>
                  <a:close/>
                  <a:moveTo>
                    <a:pt x="799" y="907"/>
                  </a:moveTo>
                  <a:cubicBezTo>
                    <a:pt x="792" y="907"/>
                    <a:pt x="786" y="912"/>
                    <a:pt x="786" y="919"/>
                  </a:cubicBezTo>
                  <a:cubicBezTo>
                    <a:pt x="786" y="926"/>
                    <a:pt x="792" y="932"/>
                    <a:pt x="799" y="932"/>
                  </a:cubicBezTo>
                  <a:cubicBezTo>
                    <a:pt x="806" y="932"/>
                    <a:pt x="811" y="926"/>
                    <a:pt x="811" y="919"/>
                  </a:cubicBezTo>
                  <a:cubicBezTo>
                    <a:pt x="811" y="912"/>
                    <a:pt x="806" y="907"/>
                    <a:pt x="799" y="907"/>
                  </a:cubicBezTo>
                  <a:close/>
                  <a:moveTo>
                    <a:pt x="930" y="919"/>
                  </a:moveTo>
                  <a:cubicBezTo>
                    <a:pt x="930" y="912"/>
                    <a:pt x="924" y="907"/>
                    <a:pt x="917" y="907"/>
                  </a:cubicBezTo>
                  <a:cubicBezTo>
                    <a:pt x="910" y="907"/>
                    <a:pt x="904" y="912"/>
                    <a:pt x="904" y="919"/>
                  </a:cubicBezTo>
                  <a:cubicBezTo>
                    <a:pt x="904" y="926"/>
                    <a:pt x="910" y="932"/>
                    <a:pt x="917" y="932"/>
                  </a:cubicBezTo>
                  <a:cubicBezTo>
                    <a:pt x="924" y="932"/>
                    <a:pt x="930" y="926"/>
                    <a:pt x="930" y="919"/>
                  </a:cubicBezTo>
                  <a:close/>
                  <a:moveTo>
                    <a:pt x="1548" y="932"/>
                  </a:moveTo>
                  <a:cubicBezTo>
                    <a:pt x="1555" y="932"/>
                    <a:pt x="1561" y="926"/>
                    <a:pt x="1561" y="919"/>
                  </a:cubicBezTo>
                  <a:cubicBezTo>
                    <a:pt x="1561" y="912"/>
                    <a:pt x="1555" y="907"/>
                    <a:pt x="1548" y="907"/>
                  </a:cubicBezTo>
                  <a:cubicBezTo>
                    <a:pt x="1541" y="907"/>
                    <a:pt x="1535" y="912"/>
                    <a:pt x="1535" y="919"/>
                  </a:cubicBezTo>
                  <a:cubicBezTo>
                    <a:pt x="1535" y="926"/>
                    <a:pt x="1541" y="932"/>
                    <a:pt x="1548" y="932"/>
                  </a:cubicBezTo>
                  <a:close/>
                  <a:moveTo>
                    <a:pt x="1587" y="932"/>
                  </a:moveTo>
                  <a:cubicBezTo>
                    <a:pt x="1594" y="932"/>
                    <a:pt x="1600" y="926"/>
                    <a:pt x="1600" y="919"/>
                  </a:cubicBezTo>
                  <a:cubicBezTo>
                    <a:pt x="1600" y="912"/>
                    <a:pt x="1594" y="907"/>
                    <a:pt x="1587" y="907"/>
                  </a:cubicBezTo>
                  <a:cubicBezTo>
                    <a:pt x="1580" y="907"/>
                    <a:pt x="1574" y="912"/>
                    <a:pt x="1574" y="919"/>
                  </a:cubicBezTo>
                  <a:cubicBezTo>
                    <a:pt x="1574" y="926"/>
                    <a:pt x="1580" y="932"/>
                    <a:pt x="1587" y="932"/>
                  </a:cubicBezTo>
                  <a:close/>
                  <a:moveTo>
                    <a:pt x="1627" y="932"/>
                  </a:moveTo>
                  <a:cubicBezTo>
                    <a:pt x="1634" y="932"/>
                    <a:pt x="1639" y="926"/>
                    <a:pt x="1639" y="919"/>
                  </a:cubicBezTo>
                  <a:cubicBezTo>
                    <a:pt x="1639" y="912"/>
                    <a:pt x="1634" y="907"/>
                    <a:pt x="1627" y="907"/>
                  </a:cubicBezTo>
                  <a:cubicBezTo>
                    <a:pt x="1620" y="907"/>
                    <a:pt x="1614" y="912"/>
                    <a:pt x="1614" y="919"/>
                  </a:cubicBezTo>
                  <a:cubicBezTo>
                    <a:pt x="1614" y="926"/>
                    <a:pt x="1620" y="932"/>
                    <a:pt x="1627" y="932"/>
                  </a:cubicBezTo>
                  <a:close/>
                  <a:moveTo>
                    <a:pt x="1666" y="932"/>
                  </a:moveTo>
                  <a:cubicBezTo>
                    <a:pt x="1673" y="932"/>
                    <a:pt x="1679" y="926"/>
                    <a:pt x="1679" y="919"/>
                  </a:cubicBezTo>
                  <a:cubicBezTo>
                    <a:pt x="1679" y="912"/>
                    <a:pt x="1673" y="907"/>
                    <a:pt x="1666" y="907"/>
                  </a:cubicBezTo>
                  <a:cubicBezTo>
                    <a:pt x="1659" y="907"/>
                    <a:pt x="1653" y="912"/>
                    <a:pt x="1653" y="919"/>
                  </a:cubicBezTo>
                  <a:cubicBezTo>
                    <a:pt x="1653" y="926"/>
                    <a:pt x="1659" y="932"/>
                    <a:pt x="1666" y="932"/>
                  </a:cubicBezTo>
                  <a:close/>
                  <a:moveTo>
                    <a:pt x="1705" y="932"/>
                  </a:moveTo>
                  <a:cubicBezTo>
                    <a:pt x="1713" y="932"/>
                    <a:pt x="1718" y="926"/>
                    <a:pt x="1718" y="919"/>
                  </a:cubicBezTo>
                  <a:cubicBezTo>
                    <a:pt x="1718" y="912"/>
                    <a:pt x="1713" y="907"/>
                    <a:pt x="1705" y="907"/>
                  </a:cubicBezTo>
                  <a:cubicBezTo>
                    <a:pt x="1698" y="907"/>
                    <a:pt x="1693" y="912"/>
                    <a:pt x="1693" y="919"/>
                  </a:cubicBezTo>
                  <a:cubicBezTo>
                    <a:pt x="1693" y="926"/>
                    <a:pt x="1698" y="932"/>
                    <a:pt x="1705" y="932"/>
                  </a:cubicBezTo>
                  <a:close/>
                  <a:moveTo>
                    <a:pt x="1745" y="932"/>
                  </a:moveTo>
                  <a:cubicBezTo>
                    <a:pt x="1752" y="932"/>
                    <a:pt x="1758" y="926"/>
                    <a:pt x="1758" y="919"/>
                  </a:cubicBezTo>
                  <a:cubicBezTo>
                    <a:pt x="1758" y="912"/>
                    <a:pt x="1752" y="907"/>
                    <a:pt x="1745" y="907"/>
                  </a:cubicBezTo>
                  <a:cubicBezTo>
                    <a:pt x="1738" y="907"/>
                    <a:pt x="1732" y="912"/>
                    <a:pt x="1732" y="919"/>
                  </a:cubicBezTo>
                  <a:cubicBezTo>
                    <a:pt x="1732" y="926"/>
                    <a:pt x="1738" y="932"/>
                    <a:pt x="1745" y="932"/>
                  </a:cubicBezTo>
                  <a:close/>
                  <a:moveTo>
                    <a:pt x="1784" y="932"/>
                  </a:moveTo>
                  <a:cubicBezTo>
                    <a:pt x="1791" y="932"/>
                    <a:pt x="1797" y="926"/>
                    <a:pt x="1797" y="919"/>
                  </a:cubicBezTo>
                  <a:cubicBezTo>
                    <a:pt x="1797" y="912"/>
                    <a:pt x="1791" y="907"/>
                    <a:pt x="1784" y="907"/>
                  </a:cubicBezTo>
                  <a:cubicBezTo>
                    <a:pt x="1777" y="907"/>
                    <a:pt x="1772" y="912"/>
                    <a:pt x="1772" y="919"/>
                  </a:cubicBezTo>
                  <a:cubicBezTo>
                    <a:pt x="1772" y="926"/>
                    <a:pt x="1777" y="932"/>
                    <a:pt x="1784" y="932"/>
                  </a:cubicBezTo>
                  <a:close/>
                  <a:moveTo>
                    <a:pt x="1824" y="932"/>
                  </a:moveTo>
                  <a:cubicBezTo>
                    <a:pt x="1831" y="932"/>
                    <a:pt x="1836" y="926"/>
                    <a:pt x="1836" y="919"/>
                  </a:cubicBezTo>
                  <a:cubicBezTo>
                    <a:pt x="1836" y="912"/>
                    <a:pt x="1831" y="907"/>
                    <a:pt x="1824" y="907"/>
                  </a:cubicBezTo>
                  <a:cubicBezTo>
                    <a:pt x="1817" y="907"/>
                    <a:pt x="1811" y="912"/>
                    <a:pt x="1811" y="919"/>
                  </a:cubicBezTo>
                  <a:cubicBezTo>
                    <a:pt x="1811" y="926"/>
                    <a:pt x="1817" y="932"/>
                    <a:pt x="1824" y="932"/>
                  </a:cubicBezTo>
                  <a:close/>
                  <a:moveTo>
                    <a:pt x="1863" y="932"/>
                  </a:moveTo>
                  <a:cubicBezTo>
                    <a:pt x="1870" y="932"/>
                    <a:pt x="1876" y="926"/>
                    <a:pt x="1876" y="919"/>
                  </a:cubicBezTo>
                  <a:cubicBezTo>
                    <a:pt x="1876" y="912"/>
                    <a:pt x="1870" y="907"/>
                    <a:pt x="1863" y="907"/>
                  </a:cubicBezTo>
                  <a:cubicBezTo>
                    <a:pt x="1856" y="907"/>
                    <a:pt x="1850" y="912"/>
                    <a:pt x="1850" y="919"/>
                  </a:cubicBezTo>
                  <a:cubicBezTo>
                    <a:pt x="1850" y="926"/>
                    <a:pt x="1856" y="932"/>
                    <a:pt x="1863" y="932"/>
                  </a:cubicBezTo>
                  <a:close/>
                  <a:moveTo>
                    <a:pt x="1903" y="932"/>
                  </a:moveTo>
                  <a:cubicBezTo>
                    <a:pt x="1910" y="932"/>
                    <a:pt x="1915" y="926"/>
                    <a:pt x="1915" y="919"/>
                  </a:cubicBezTo>
                  <a:cubicBezTo>
                    <a:pt x="1915" y="912"/>
                    <a:pt x="1910" y="907"/>
                    <a:pt x="1903" y="907"/>
                  </a:cubicBezTo>
                  <a:cubicBezTo>
                    <a:pt x="1896" y="907"/>
                    <a:pt x="1890" y="912"/>
                    <a:pt x="1890" y="919"/>
                  </a:cubicBezTo>
                  <a:cubicBezTo>
                    <a:pt x="1890" y="926"/>
                    <a:pt x="1896" y="932"/>
                    <a:pt x="1903" y="932"/>
                  </a:cubicBezTo>
                  <a:close/>
                  <a:moveTo>
                    <a:pt x="1942" y="932"/>
                  </a:moveTo>
                  <a:cubicBezTo>
                    <a:pt x="1949" y="932"/>
                    <a:pt x="1955" y="926"/>
                    <a:pt x="1955" y="919"/>
                  </a:cubicBezTo>
                  <a:cubicBezTo>
                    <a:pt x="1955" y="912"/>
                    <a:pt x="1949" y="907"/>
                    <a:pt x="1942" y="907"/>
                  </a:cubicBezTo>
                  <a:cubicBezTo>
                    <a:pt x="1935" y="907"/>
                    <a:pt x="1929" y="912"/>
                    <a:pt x="1929" y="919"/>
                  </a:cubicBezTo>
                  <a:cubicBezTo>
                    <a:pt x="1929" y="926"/>
                    <a:pt x="1935" y="932"/>
                    <a:pt x="1942" y="932"/>
                  </a:cubicBezTo>
                  <a:close/>
                  <a:moveTo>
                    <a:pt x="1981" y="932"/>
                  </a:moveTo>
                  <a:cubicBezTo>
                    <a:pt x="1988" y="932"/>
                    <a:pt x="1994" y="926"/>
                    <a:pt x="1994" y="919"/>
                  </a:cubicBezTo>
                  <a:cubicBezTo>
                    <a:pt x="1994" y="912"/>
                    <a:pt x="1988" y="907"/>
                    <a:pt x="1981" y="907"/>
                  </a:cubicBezTo>
                  <a:cubicBezTo>
                    <a:pt x="1974" y="907"/>
                    <a:pt x="1969" y="912"/>
                    <a:pt x="1969" y="919"/>
                  </a:cubicBezTo>
                  <a:cubicBezTo>
                    <a:pt x="1969" y="926"/>
                    <a:pt x="1974" y="932"/>
                    <a:pt x="1981" y="932"/>
                  </a:cubicBezTo>
                  <a:close/>
                  <a:moveTo>
                    <a:pt x="2021" y="932"/>
                  </a:moveTo>
                  <a:cubicBezTo>
                    <a:pt x="2028" y="932"/>
                    <a:pt x="2034" y="926"/>
                    <a:pt x="2034" y="919"/>
                  </a:cubicBezTo>
                  <a:cubicBezTo>
                    <a:pt x="2034" y="912"/>
                    <a:pt x="2028" y="907"/>
                    <a:pt x="2021" y="907"/>
                  </a:cubicBezTo>
                  <a:cubicBezTo>
                    <a:pt x="2014" y="907"/>
                    <a:pt x="2008" y="912"/>
                    <a:pt x="2008" y="919"/>
                  </a:cubicBezTo>
                  <a:cubicBezTo>
                    <a:pt x="2008" y="926"/>
                    <a:pt x="2014" y="932"/>
                    <a:pt x="2021" y="932"/>
                  </a:cubicBezTo>
                  <a:close/>
                  <a:moveTo>
                    <a:pt x="2060" y="932"/>
                  </a:moveTo>
                  <a:cubicBezTo>
                    <a:pt x="2067" y="932"/>
                    <a:pt x="2073" y="926"/>
                    <a:pt x="2073" y="919"/>
                  </a:cubicBezTo>
                  <a:cubicBezTo>
                    <a:pt x="2073" y="912"/>
                    <a:pt x="2067" y="907"/>
                    <a:pt x="2060" y="907"/>
                  </a:cubicBezTo>
                  <a:cubicBezTo>
                    <a:pt x="2053" y="907"/>
                    <a:pt x="2048" y="912"/>
                    <a:pt x="2048" y="919"/>
                  </a:cubicBezTo>
                  <a:cubicBezTo>
                    <a:pt x="2048" y="926"/>
                    <a:pt x="2053" y="932"/>
                    <a:pt x="2060" y="932"/>
                  </a:cubicBezTo>
                  <a:close/>
                  <a:moveTo>
                    <a:pt x="2100" y="932"/>
                  </a:moveTo>
                  <a:cubicBezTo>
                    <a:pt x="2107" y="932"/>
                    <a:pt x="2112" y="926"/>
                    <a:pt x="2112" y="919"/>
                  </a:cubicBezTo>
                  <a:cubicBezTo>
                    <a:pt x="2112" y="912"/>
                    <a:pt x="2107" y="907"/>
                    <a:pt x="2100" y="907"/>
                  </a:cubicBezTo>
                  <a:cubicBezTo>
                    <a:pt x="2093" y="907"/>
                    <a:pt x="2087" y="912"/>
                    <a:pt x="2087" y="919"/>
                  </a:cubicBezTo>
                  <a:cubicBezTo>
                    <a:pt x="2087" y="926"/>
                    <a:pt x="2093" y="932"/>
                    <a:pt x="2100" y="932"/>
                  </a:cubicBezTo>
                  <a:close/>
                  <a:moveTo>
                    <a:pt x="2139" y="932"/>
                  </a:moveTo>
                  <a:cubicBezTo>
                    <a:pt x="2146" y="932"/>
                    <a:pt x="2152" y="926"/>
                    <a:pt x="2152" y="919"/>
                  </a:cubicBezTo>
                  <a:cubicBezTo>
                    <a:pt x="2152" y="912"/>
                    <a:pt x="2146" y="907"/>
                    <a:pt x="2139" y="907"/>
                  </a:cubicBezTo>
                  <a:cubicBezTo>
                    <a:pt x="2132" y="907"/>
                    <a:pt x="2126" y="912"/>
                    <a:pt x="2126" y="919"/>
                  </a:cubicBezTo>
                  <a:cubicBezTo>
                    <a:pt x="2126" y="926"/>
                    <a:pt x="2132" y="932"/>
                    <a:pt x="2139" y="932"/>
                  </a:cubicBezTo>
                  <a:close/>
                  <a:moveTo>
                    <a:pt x="2179" y="932"/>
                  </a:moveTo>
                  <a:cubicBezTo>
                    <a:pt x="2186" y="932"/>
                    <a:pt x="2191" y="926"/>
                    <a:pt x="2191" y="919"/>
                  </a:cubicBezTo>
                  <a:cubicBezTo>
                    <a:pt x="2191" y="912"/>
                    <a:pt x="2186" y="907"/>
                    <a:pt x="2179" y="907"/>
                  </a:cubicBezTo>
                  <a:cubicBezTo>
                    <a:pt x="2172" y="907"/>
                    <a:pt x="2166" y="912"/>
                    <a:pt x="2166" y="919"/>
                  </a:cubicBezTo>
                  <a:cubicBezTo>
                    <a:pt x="2166" y="926"/>
                    <a:pt x="2172" y="932"/>
                    <a:pt x="2179" y="932"/>
                  </a:cubicBezTo>
                  <a:close/>
                  <a:moveTo>
                    <a:pt x="2218" y="932"/>
                  </a:moveTo>
                  <a:cubicBezTo>
                    <a:pt x="2225" y="932"/>
                    <a:pt x="2231" y="926"/>
                    <a:pt x="2231" y="919"/>
                  </a:cubicBezTo>
                  <a:cubicBezTo>
                    <a:pt x="2231" y="912"/>
                    <a:pt x="2225" y="907"/>
                    <a:pt x="2218" y="907"/>
                  </a:cubicBezTo>
                  <a:cubicBezTo>
                    <a:pt x="2211" y="907"/>
                    <a:pt x="2205" y="912"/>
                    <a:pt x="2205" y="919"/>
                  </a:cubicBezTo>
                  <a:cubicBezTo>
                    <a:pt x="2205" y="926"/>
                    <a:pt x="2211" y="932"/>
                    <a:pt x="2218" y="932"/>
                  </a:cubicBezTo>
                  <a:close/>
                  <a:moveTo>
                    <a:pt x="2257" y="907"/>
                  </a:moveTo>
                  <a:cubicBezTo>
                    <a:pt x="2250" y="907"/>
                    <a:pt x="2245" y="912"/>
                    <a:pt x="2245" y="919"/>
                  </a:cubicBezTo>
                  <a:cubicBezTo>
                    <a:pt x="2245" y="926"/>
                    <a:pt x="2250" y="932"/>
                    <a:pt x="2257" y="932"/>
                  </a:cubicBezTo>
                  <a:cubicBezTo>
                    <a:pt x="2264" y="932"/>
                    <a:pt x="2270" y="926"/>
                    <a:pt x="2270" y="919"/>
                  </a:cubicBezTo>
                  <a:cubicBezTo>
                    <a:pt x="2270" y="912"/>
                    <a:pt x="2264" y="907"/>
                    <a:pt x="2257" y="907"/>
                  </a:cubicBezTo>
                  <a:close/>
                  <a:moveTo>
                    <a:pt x="2455" y="932"/>
                  </a:moveTo>
                  <a:cubicBezTo>
                    <a:pt x="2462" y="932"/>
                    <a:pt x="2467" y="926"/>
                    <a:pt x="2467" y="919"/>
                  </a:cubicBezTo>
                  <a:cubicBezTo>
                    <a:pt x="2467" y="912"/>
                    <a:pt x="2462" y="907"/>
                    <a:pt x="2455" y="907"/>
                  </a:cubicBezTo>
                  <a:cubicBezTo>
                    <a:pt x="2447" y="907"/>
                    <a:pt x="2442" y="912"/>
                    <a:pt x="2442" y="919"/>
                  </a:cubicBezTo>
                  <a:cubicBezTo>
                    <a:pt x="2442" y="926"/>
                    <a:pt x="2447" y="932"/>
                    <a:pt x="2455" y="932"/>
                  </a:cubicBezTo>
                  <a:close/>
                  <a:moveTo>
                    <a:pt x="2494" y="932"/>
                  </a:moveTo>
                  <a:cubicBezTo>
                    <a:pt x="2501" y="932"/>
                    <a:pt x="2507" y="926"/>
                    <a:pt x="2507" y="919"/>
                  </a:cubicBezTo>
                  <a:cubicBezTo>
                    <a:pt x="2507" y="912"/>
                    <a:pt x="2501" y="907"/>
                    <a:pt x="2494" y="907"/>
                  </a:cubicBezTo>
                  <a:cubicBezTo>
                    <a:pt x="2487" y="907"/>
                    <a:pt x="2481" y="912"/>
                    <a:pt x="2481" y="919"/>
                  </a:cubicBezTo>
                  <a:cubicBezTo>
                    <a:pt x="2481" y="926"/>
                    <a:pt x="2487" y="932"/>
                    <a:pt x="2494" y="932"/>
                  </a:cubicBezTo>
                  <a:close/>
                  <a:moveTo>
                    <a:pt x="2533" y="907"/>
                  </a:moveTo>
                  <a:cubicBezTo>
                    <a:pt x="2526" y="907"/>
                    <a:pt x="2521" y="912"/>
                    <a:pt x="2521" y="919"/>
                  </a:cubicBezTo>
                  <a:cubicBezTo>
                    <a:pt x="2521" y="926"/>
                    <a:pt x="2526" y="932"/>
                    <a:pt x="2533" y="932"/>
                  </a:cubicBezTo>
                  <a:cubicBezTo>
                    <a:pt x="2540" y="932"/>
                    <a:pt x="2546" y="926"/>
                    <a:pt x="2546" y="919"/>
                  </a:cubicBezTo>
                  <a:cubicBezTo>
                    <a:pt x="2546" y="912"/>
                    <a:pt x="2540" y="907"/>
                    <a:pt x="2533" y="907"/>
                  </a:cubicBezTo>
                  <a:close/>
                  <a:moveTo>
                    <a:pt x="2573" y="907"/>
                  </a:moveTo>
                  <a:cubicBezTo>
                    <a:pt x="2566" y="907"/>
                    <a:pt x="2560" y="912"/>
                    <a:pt x="2560" y="919"/>
                  </a:cubicBezTo>
                  <a:cubicBezTo>
                    <a:pt x="2560" y="926"/>
                    <a:pt x="2566" y="932"/>
                    <a:pt x="2573" y="932"/>
                  </a:cubicBezTo>
                  <a:cubicBezTo>
                    <a:pt x="2580" y="932"/>
                    <a:pt x="2586" y="926"/>
                    <a:pt x="2586" y="919"/>
                  </a:cubicBezTo>
                  <a:cubicBezTo>
                    <a:pt x="2586" y="912"/>
                    <a:pt x="2580" y="907"/>
                    <a:pt x="2573" y="907"/>
                  </a:cubicBezTo>
                  <a:close/>
                  <a:moveTo>
                    <a:pt x="2652" y="907"/>
                  </a:moveTo>
                  <a:cubicBezTo>
                    <a:pt x="2645" y="907"/>
                    <a:pt x="2639" y="912"/>
                    <a:pt x="2639" y="919"/>
                  </a:cubicBezTo>
                  <a:cubicBezTo>
                    <a:pt x="2639" y="926"/>
                    <a:pt x="2645" y="932"/>
                    <a:pt x="2652" y="932"/>
                  </a:cubicBezTo>
                  <a:cubicBezTo>
                    <a:pt x="2659" y="932"/>
                    <a:pt x="2664" y="926"/>
                    <a:pt x="2664" y="919"/>
                  </a:cubicBezTo>
                  <a:cubicBezTo>
                    <a:pt x="2664" y="912"/>
                    <a:pt x="2659" y="907"/>
                    <a:pt x="2652" y="907"/>
                  </a:cubicBezTo>
                  <a:close/>
                  <a:moveTo>
                    <a:pt x="2691" y="932"/>
                  </a:moveTo>
                  <a:cubicBezTo>
                    <a:pt x="2698" y="932"/>
                    <a:pt x="2704" y="926"/>
                    <a:pt x="2704" y="919"/>
                  </a:cubicBezTo>
                  <a:cubicBezTo>
                    <a:pt x="2704" y="912"/>
                    <a:pt x="2698" y="907"/>
                    <a:pt x="2691" y="907"/>
                  </a:cubicBezTo>
                  <a:cubicBezTo>
                    <a:pt x="2684" y="907"/>
                    <a:pt x="2678" y="912"/>
                    <a:pt x="2678" y="919"/>
                  </a:cubicBezTo>
                  <a:cubicBezTo>
                    <a:pt x="2678" y="926"/>
                    <a:pt x="2684" y="932"/>
                    <a:pt x="2691" y="932"/>
                  </a:cubicBezTo>
                  <a:close/>
                  <a:moveTo>
                    <a:pt x="2730" y="907"/>
                  </a:moveTo>
                  <a:cubicBezTo>
                    <a:pt x="2723" y="907"/>
                    <a:pt x="2718" y="912"/>
                    <a:pt x="2718" y="919"/>
                  </a:cubicBezTo>
                  <a:cubicBezTo>
                    <a:pt x="2718" y="926"/>
                    <a:pt x="2723" y="932"/>
                    <a:pt x="2730" y="932"/>
                  </a:cubicBezTo>
                  <a:cubicBezTo>
                    <a:pt x="2738" y="932"/>
                    <a:pt x="2743" y="926"/>
                    <a:pt x="2743" y="919"/>
                  </a:cubicBezTo>
                  <a:cubicBezTo>
                    <a:pt x="2743" y="912"/>
                    <a:pt x="2738" y="907"/>
                    <a:pt x="2730" y="907"/>
                  </a:cubicBezTo>
                  <a:close/>
                  <a:moveTo>
                    <a:pt x="2770" y="932"/>
                  </a:moveTo>
                  <a:cubicBezTo>
                    <a:pt x="2777" y="932"/>
                    <a:pt x="2783" y="926"/>
                    <a:pt x="2783" y="919"/>
                  </a:cubicBezTo>
                  <a:cubicBezTo>
                    <a:pt x="2783" y="912"/>
                    <a:pt x="2777" y="907"/>
                    <a:pt x="2770" y="907"/>
                  </a:cubicBezTo>
                  <a:cubicBezTo>
                    <a:pt x="2763" y="907"/>
                    <a:pt x="2757" y="912"/>
                    <a:pt x="2757" y="919"/>
                  </a:cubicBezTo>
                  <a:cubicBezTo>
                    <a:pt x="2757" y="926"/>
                    <a:pt x="2763" y="932"/>
                    <a:pt x="2770" y="932"/>
                  </a:cubicBezTo>
                  <a:close/>
                  <a:moveTo>
                    <a:pt x="720" y="946"/>
                  </a:moveTo>
                  <a:cubicBezTo>
                    <a:pt x="713" y="946"/>
                    <a:pt x="707" y="952"/>
                    <a:pt x="707" y="959"/>
                  </a:cubicBezTo>
                  <a:cubicBezTo>
                    <a:pt x="707" y="966"/>
                    <a:pt x="713" y="972"/>
                    <a:pt x="720" y="972"/>
                  </a:cubicBezTo>
                  <a:cubicBezTo>
                    <a:pt x="727" y="972"/>
                    <a:pt x="733" y="966"/>
                    <a:pt x="733" y="959"/>
                  </a:cubicBezTo>
                  <a:cubicBezTo>
                    <a:pt x="733" y="952"/>
                    <a:pt x="727" y="946"/>
                    <a:pt x="720" y="946"/>
                  </a:cubicBezTo>
                  <a:close/>
                  <a:moveTo>
                    <a:pt x="759" y="946"/>
                  </a:moveTo>
                  <a:cubicBezTo>
                    <a:pt x="752" y="946"/>
                    <a:pt x="747" y="952"/>
                    <a:pt x="747" y="959"/>
                  </a:cubicBezTo>
                  <a:cubicBezTo>
                    <a:pt x="747" y="966"/>
                    <a:pt x="752" y="972"/>
                    <a:pt x="759" y="972"/>
                  </a:cubicBezTo>
                  <a:cubicBezTo>
                    <a:pt x="766" y="972"/>
                    <a:pt x="772" y="966"/>
                    <a:pt x="772" y="959"/>
                  </a:cubicBezTo>
                  <a:cubicBezTo>
                    <a:pt x="772" y="952"/>
                    <a:pt x="766" y="946"/>
                    <a:pt x="759" y="946"/>
                  </a:cubicBezTo>
                  <a:close/>
                  <a:moveTo>
                    <a:pt x="799" y="952"/>
                  </a:moveTo>
                  <a:cubicBezTo>
                    <a:pt x="795" y="952"/>
                    <a:pt x="791" y="955"/>
                    <a:pt x="791" y="959"/>
                  </a:cubicBezTo>
                  <a:cubicBezTo>
                    <a:pt x="791" y="963"/>
                    <a:pt x="795" y="966"/>
                    <a:pt x="799" y="966"/>
                  </a:cubicBezTo>
                  <a:cubicBezTo>
                    <a:pt x="803" y="966"/>
                    <a:pt x="806" y="963"/>
                    <a:pt x="806" y="959"/>
                  </a:cubicBezTo>
                  <a:cubicBezTo>
                    <a:pt x="806" y="955"/>
                    <a:pt x="803" y="952"/>
                    <a:pt x="799" y="952"/>
                  </a:cubicBezTo>
                  <a:close/>
                  <a:moveTo>
                    <a:pt x="1548" y="972"/>
                  </a:moveTo>
                  <a:cubicBezTo>
                    <a:pt x="1555" y="972"/>
                    <a:pt x="1561" y="966"/>
                    <a:pt x="1561" y="959"/>
                  </a:cubicBezTo>
                  <a:cubicBezTo>
                    <a:pt x="1561" y="952"/>
                    <a:pt x="1555" y="946"/>
                    <a:pt x="1548" y="946"/>
                  </a:cubicBezTo>
                  <a:cubicBezTo>
                    <a:pt x="1541" y="946"/>
                    <a:pt x="1535" y="952"/>
                    <a:pt x="1535" y="959"/>
                  </a:cubicBezTo>
                  <a:cubicBezTo>
                    <a:pt x="1535" y="966"/>
                    <a:pt x="1541" y="972"/>
                    <a:pt x="1548" y="972"/>
                  </a:cubicBezTo>
                  <a:close/>
                  <a:moveTo>
                    <a:pt x="1587" y="946"/>
                  </a:moveTo>
                  <a:cubicBezTo>
                    <a:pt x="1580" y="946"/>
                    <a:pt x="1574" y="952"/>
                    <a:pt x="1574" y="959"/>
                  </a:cubicBezTo>
                  <a:cubicBezTo>
                    <a:pt x="1574" y="966"/>
                    <a:pt x="1580" y="972"/>
                    <a:pt x="1587" y="972"/>
                  </a:cubicBezTo>
                  <a:cubicBezTo>
                    <a:pt x="1594" y="972"/>
                    <a:pt x="1600" y="966"/>
                    <a:pt x="1600" y="959"/>
                  </a:cubicBezTo>
                  <a:cubicBezTo>
                    <a:pt x="1600" y="952"/>
                    <a:pt x="1594" y="946"/>
                    <a:pt x="1587" y="946"/>
                  </a:cubicBezTo>
                  <a:close/>
                  <a:moveTo>
                    <a:pt x="1627" y="946"/>
                  </a:moveTo>
                  <a:cubicBezTo>
                    <a:pt x="1620" y="946"/>
                    <a:pt x="1614" y="952"/>
                    <a:pt x="1614" y="959"/>
                  </a:cubicBezTo>
                  <a:cubicBezTo>
                    <a:pt x="1614" y="966"/>
                    <a:pt x="1620" y="972"/>
                    <a:pt x="1627" y="972"/>
                  </a:cubicBezTo>
                  <a:cubicBezTo>
                    <a:pt x="1634" y="972"/>
                    <a:pt x="1639" y="966"/>
                    <a:pt x="1639" y="959"/>
                  </a:cubicBezTo>
                  <a:cubicBezTo>
                    <a:pt x="1639" y="952"/>
                    <a:pt x="1634" y="946"/>
                    <a:pt x="1627" y="946"/>
                  </a:cubicBezTo>
                  <a:close/>
                  <a:moveTo>
                    <a:pt x="1666" y="972"/>
                  </a:moveTo>
                  <a:cubicBezTo>
                    <a:pt x="1673" y="972"/>
                    <a:pt x="1679" y="966"/>
                    <a:pt x="1679" y="959"/>
                  </a:cubicBezTo>
                  <a:cubicBezTo>
                    <a:pt x="1679" y="952"/>
                    <a:pt x="1673" y="946"/>
                    <a:pt x="1666" y="946"/>
                  </a:cubicBezTo>
                  <a:cubicBezTo>
                    <a:pt x="1659" y="946"/>
                    <a:pt x="1653" y="952"/>
                    <a:pt x="1653" y="959"/>
                  </a:cubicBezTo>
                  <a:cubicBezTo>
                    <a:pt x="1653" y="966"/>
                    <a:pt x="1659" y="972"/>
                    <a:pt x="1666" y="972"/>
                  </a:cubicBezTo>
                  <a:close/>
                  <a:moveTo>
                    <a:pt x="1705" y="972"/>
                  </a:moveTo>
                  <a:cubicBezTo>
                    <a:pt x="1713" y="972"/>
                    <a:pt x="1718" y="966"/>
                    <a:pt x="1718" y="959"/>
                  </a:cubicBezTo>
                  <a:cubicBezTo>
                    <a:pt x="1718" y="952"/>
                    <a:pt x="1713" y="946"/>
                    <a:pt x="1705" y="946"/>
                  </a:cubicBezTo>
                  <a:cubicBezTo>
                    <a:pt x="1698" y="946"/>
                    <a:pt x="1693" y="952"/>
                    <a:pt x="1693" y="959"/>
                  </a:cubicBezTo>
                  <a:cubicBezTo>
                    <a:pt x="1693" y="966"/>
                    <a:pt x="1698" y="972"/>
                    <a:pt x="1705" y="972"/>
                  </a:cubicBezTo>
                  <a:close/>
                  <a:moveTo>
                    <a:pt x="1745" y="972"/>
                  </a:moveTo>
                  <a:cubicBezTo>
                    <a:pt x="1752" y="972"/>
                    <a:pt x="1758" y="966"/>
                    <a:pt x="1758" y="959"/>
                  </a:cubicBezTo>
                  <a:cubicBezTo>
                    <a:pt x="1758" y="952"/>
                    <a:pt x="1752" y="946"/>
                    <a:pt x="1745" y="946"/>
                  </a:cubicBezTo>
                  <a:cubicBezTo>
                    <a:pt x="1738" y="946"/>
                    <a:pt x="1732" y="952"/>
                    <a:pt x="1732" y="959"/>
                  </a:cubicBezTo>
                  <a:cubicBezTo>
                    <a:pt x="1732" y="966"/>
                    <a:pt x="1738" y="972"/>
                    <a:pt x="1745" y="972"/>
                  </a:cubicBezTo>
                  <a:close/>
                  <a:moveTo>
                    <a:pt x="1784" y="972"/>
                  </a:moveTo>
                  <a:cubicBezTo>
                    <a:pt x="1791" y="972"/>
                    <a:pt x="1797" y="966"/>
                    <a:pt x="1797" y="959"/>
                  </a:cubicBezTo>
                  <a:cubicBezTo>
                    <a:pt x="1797" y="952"/>
                    <a:pt x="1791" y="946"/>
                    <a:pt x="1784" y="946"/>
                  </a:cubicBezTo>
                  <a:cubicBezTo>
                    <a:pt x="1777" y="946"/>
                    <a:pt x="1772" y="952"/>
                    <a:pt x="1772" y="959"/>
                  </a:cubicBezTo>
                  <a:cubicBezTo>
                    <a:pt x="1772" y="966"/>
                    <a:pt x="1777" y="972"/>
                    <a:pt x="1784" y="972"/>
                  </a:cubicBezTo>
                  <a:close/>
                  <a:moveTo>
                    <a:pt x="1824" y="972"/>
                  </a:moveTo>
                  <a:cubicBezTo>
                    <a:pt x="1831" y="972"/>
                    <a:pt x="1836" y="966"/>
                    <a:pt x="1836" y="959"/>
                  </a:cubicBezTo>
                  <a:cubicBezTo>
                    <a:pt x="1836" y="952"/>
                    <a:pt x="1831" y="946"/>
                    <a:pt x="1824" y="946"/>
                  </a:cubicBezTo>
                  <a:cubicBezTo>
                    <a:pt x="1817" y="946"/>
                    <a:pt x="1811" y="952"/>
                    <a:pt x="1811" y="959"/>
                  </a:cubicBezTo>
                  <a:cubicBezTo>
                    <a:pt x="1811" y="966"/>
                    <a:pt x="1817" y="972"/>
                    <a:pt x="1824" y="972"/>
                  </a:cubicBezTo>
                  <a:close/>
                  <a:moveTo>
                    <a:pt x="1863" y="946"/>
                  </a:moveTo>
                  <a:cubicBezTo>
                    <a:pt x="1856" y="946"/>
                    <a:pt x="1850" y="952"/>
                    <a:pt x="1850" y="959"/>
                  </a:cubicBezTo>
                  <a:cubicBezTo>
                    <a:pt x="1850" y="966"/>
                    <a:pt x="1856" y="972"/>
                    <a:pt x="1863" y="972"/>
                  </a:cubicBezTo>
                  <a:cubicBezTo>
                    <a:pt x="1870" y="972"/>
                    <a:pt x="1876" y="966"/>
                    <a:pt x="1876" y="959"/>
                  </a:cubicBezTo>
                  <a:cubicBezTo>
                    <a:pt x="1876" y="952"/>
                    <a:pt x="1870" y="946"/>
                    <a:pt x="1863" y="946"/>
                  </a:cubicBezTo>
                  <a:close/>
                  <a:moveTo>
                    <a:pt x="1903" y="972"/>
                  </a:moveTo>
                  <a:cubicBezTo>
                    <a:pt x="1910" y="972"/>
                    <a:pt x="1915" y="966"/>
                    <a:pt x="1915" y="959"/>
                  </a:cubicBezTo>
                  <a:cubicBezTo>
                    <a:pt x="1915" y="952"/>
                    <a:pt x="1910" y="946"/>
                    <a:pt x="1903" y="946"/>
                  </a:cubicBezTo>
                  <a:cubicBezTo>
                    <a:pt x="1896" y="946"/>
                    <a:pt x="1890" y="952"/>
                    <a:pt x="1890" y="959"/>
                  </a:cubicBezTo>
                  <a:cubicBezTo>
                    <a:pt x="1890" y="966"/>
                    <a:pt x="1896" y="972"/>
                    <a:pt x="1903" y="972"/>
                  </a:cubicBezTo>
                  <a:close/>
                  <a:moveTo>
                    <a:pt x="1942" y="972"/>
                  </a:moveTo>
                  <a:cubicBezTo>
                    <a:pt x="1949" y="972"/>
                    <a:pt x="1955" y="966"/>
                    <a:pt x="1955" y="959"/>
                  </a:cubicBezTo>
                  <a:cubicBezTo>
                    <a:pt x="1955" y="952"/>
                    <a:pt x="1949" y="946"/>
                    <a:pt x="1942" y="946"/>
                  </a:cubicBezTo>
                  <a:cubicBezTo>
                    <a:pt x="1935" y="946"/>
                    <a:pt x="1929" y="952"/>
                    <a:pt x="1929" y="959"/>
                  </a:cubicBezTo>
                  <a:cubicBezTo>
                    <a:pt x="1929" y="966"/>
                    <a:pt x="1935" y="972"/>
                    <a:pt x="1942" y="972"/>
                  </a:cubicBezTo>
                  <a:close/>
                  <a:moveTo>
                    <a:pt x="1981" y="972"/>
                  </a:moveTo>
                  <a:cubicBezTo>
                    <a:pt x="1988" y="972"/>
                    <a:pt x="1994" y="966"/>
                    <a:pt x="1994" y="959"/>
                  </a:cubicBezTo>
                  <a:cubicBezTo>
                    <a:pt x="1994" y="952"/>
                    <a:pt x="1988" y="946"/>
                    <a:pt x="1981" y="946"/>
                  </a:cubicBezTo>
                  <a:cubicBezTo>
                    <a:pt x="1974" y="946"/>
                    <a:pt x="1969" y="952"/>
                    <a:pt x="1969" y="959"/>
                  </a:cubicBezTo>
                  <a:cubicBezTo>
                    <a:pt x="1969" y="966"/>
                    <a:pt x="1974" y="972"/>
                    <a:pt x="1981" y="972"/>
                  </a:cubicBezTo>
                  <a:close/>
                  <a:moveTo>
                    <a:pt x="2021" y="972"/>
                  </a:moveTo>
                  <a:cubicBezTo>
                    <a:pt x="2028" y="972"/>
                    <a:pt x="2034" y="966"/>
                    <a:pt x="2034" y="959"/>
                  </a:cubicBezTo>
                  <a:cubicBezTo>
                    <a:pt x="2034" y="952"/>
                    <a:pt x="2028" y="946"/>
                    <a:pt x="2021" y="946"/>
                  </a:cubicBezTo>
                  <a:cubicBezTo>
                    <a:pt x="2014" y="946"/>
                    <a:pt x="2008" y="952"/>
                    <a:pt x="2008" y="959"/>
                  </a:cubicBezTo>
                  <a:cubicBezTo>
                    <a:pt x="2008" y="966"/>
                    <a:pt x="2014" y="972"/>
                    <a:pt x="2021" y="972"/>
                  </a:cubicBezTo>
                  <a:close/>
                  <a:moveTo>
                    <a:pt x="2060" y="972"/>
                  </a:moveTo>
                  <a:cubicBezTo>
                    <a:pt x="2067" y="972"/>
                    <a:pt x="2073" y="966"/>
                    <a:pt x="2073" y="959"/>
                  </a:cubicBezTo>
                  <a:cubicBezTo>
                    <a:pt x="2073" y="952"/>
                    <a:pt x="2067" y="946"/>
                    <a:pt x="2060" y="946"/>
                  </a:cubicBezTo>
                  <a:cubicBezTo>
                    <a:pt x="2053" y="946"/>
                    <a:pt x="2048" y="952"/>
                    <a:pt x="2048" y="959"/>
                  </a:cubicBezTo>
                  <a:cubicBezTo>
                    <a:pt x="2048" y="966"/>
                    <a:pt x="2053" y="972"/>
                    <a:pt x="2060" y="972"/>
                  </a:cubicBezTo>
                  <a:close/>
                  <a:moveTo>
                    <a:pt x="2139" y="972"/>
                  </a:moveTo>
                  <a:cubicBezTo>
                    <a:pt x="2146" y="972"/>
                    <a:pt x="2152" y="966"/>
                    <a:pt x="2152" y="959"/>
                  </a:cubicBezTo>
                  <a:cubicBezTo>
                    <a:pt x="2152" y="952"/>
                    <a:pt x="2146" y="946"/>
                    <a:pt x="2139" y="946"/>
                  </a:cubicBezTo>
                  <a:cubicBezTo>
                    <a:pt x="2132" y="946"/>
                    <a:pt x="2126" y="952"/>
                    <a:pt x="2126" y="959"/>
                  </a:cubicBezTo>
                  <a:cubicBezTo>
                    <a:pt x="2126" y="966"/>
                    <a:pt x="2132" y="972"/>
                    <a:pt x="2139" y="972"/>
                  </a:cubicBezTo>
                  <a:close/>
                  <a:moveTo>
                    <a:pt x="2179" y="972"/>
                  </a:moveTo>
                  <a:cubicBezTo>
                    <a:pt x="2186" y="972"/>
                    <a:pt x="2191" y="966"/>
                    <a:pt x="2191" y="959"/>
                  </a:cubicBezTo>
                  <a:cubicBezTo>
                    <a:pt x="2191" y="952"/>
                    <a:pt x="2186" y="946"/>
                    <a:pt x="2179" y="946"/>
                  </a:cubicBezTo>
                  <a:cubicBezTo>
                    <a:pt x="2172" y="946"/>
                    <a:pt x="2166" y="952"/>
                    <a:pt x="2166" y="959"/>
                  </a:cubicBezTo>
                  <a:cubicBezTo>
                    <a:pt x="2166" y="966"/>
                    <a:pt x="2172" y="972"/>
                    <a:pt x="2179" y="972"/>
                  </a:cubicBezTo>
                  <a:close/>
                  <a:moveTo>
                    <a:pt x="2218" y="946"/>
                  </a:moveTo>
                  <a:cubicBezTo>
                    <a:pt x="2211" y="946"/>
                    <a:pt x="2205" y="952"/>
                    <a:pt x="2205" y="959"/>
                  </a:cubicBezTo>
                  <a:cubicBezTo>
                    <a:pt x="2205" y="966"/>
                    <a:pt x="2211" y="972"/>
                    <a:pt x="2218" y="972"/>
                  </a:cubicBezTo>
                  <a:cubicBezTo>
                    <a:pt x="2225" y="972"/>
                    <a:pt x="2231" y="966"/>
                    <a:pt x="2231" y="959"/>
                  </a:cubicBezTo>
                  <a:cubicBezTo>
                    <a:pt x="2231" y="952"/>
                    <a:pt x="2225" y="946"/>
                    <a:pt x="2218" y="946"/>
                  </a:cubicBezTo>
                  <a:close/>
                  <a:moveTo>
                    <a:pt x="2455" y="946"/>
                  </a:moveTo>
                  <a:cubicBezTo>
                    <a:pt x="2447" y="946"/>
                    <a:pt x="2442" y="952"/>
                    <a:pt x="2442" y="959"/>
                  </a:cubicBezTo>
                  <a:cubicBezTo>
                    <a:pt x="2442" y="966"/>
                    <a:pt x="2447" y="972"/>
                    <a:pt x="2455" y="972"/>
                  </a:cubicBezTo>
                  <a:cubicBezTo>
                    <a:pt x="2462" y="972"/>
                    <a:pt x="2467" y="966"/>
                    <a:pt x="2467" y="959"/>
                  </a:cubicBezTo>
                  <a:cubicBezTo>
                    <a:pt x="2467" y="952"/>
                    <a:pt x="2462" y="946"/>
                    <a:pt x="2455" y="946"/>
                  </a:cubicBezTo>
                  <a:close/>
                  <a:moveTo>
                    <a:pt x="2494" y="946"/>
                  </a:moveTo>
                  <a:cubicBezTo>
                    <a:pt x="2487" y="946"/>
                    <a:pt x="2481" y="952"/>
                    <a:pt x="2481" y="959"/>
                  </a:cubicBezTo>
                  <a:cubicBezTo>
                    <a:pt x="2481" y="966"/>
                    <a:pt x="2487" y="972"/>
                    <a:pt x="2494" y="972"/>
                  </a:cubicBezTo>
                  <a:cubicBezTo>
                    <a:pt x="2501" y="972"/>
                    <a:pt x="2507" y="966"/>
                    <a:pt x="2507" y="959"/>
                  </a:cubicBezTo>
                  <a:cubicBezTo>
                    <a:pt x="2507" y="952"/>
                    <a:pt x="2501" y="946"/>
                    <a:pt x="2494" y="946"/>
                  </a:cubicBezTo>
                  <a:close/>
                  <a:moveTo>
                    <a:pt x="2691" y="946"/>
                  </a:moveTo>
                  <a:cubicBezTo>
                    <a:pt x="2684" y="946"/>
                    <a:pt x="2678" y="952"/>
                    <a:pt x="2678" y="959"/>
                  </a:cubicBezTo>
                  <a:cubicBezTo>
                    <a:pt x="2678" y="966"/>
                    <a:pt x="2684" y="972"/>
                    <a:pt x="2691" y="972"/>
                  </a:cubicBezTo>
                  <a:cubicBezTo>
                    <a:pt x="2698" y="972"/>
                    <a:pt x="2704" y="966"/>
                    <a:pt x="2704" y="959"/>
                  </a:cubicBezTo>
                  <a:cubicBezTo>
                    <a:pt x="2704" y="952"/>
                    <a:pt x="2698" y="946"/>
                    <a:pt x="2691" y="946"/>
                  </a:cubicBezTo>
                  <a:close/>
                  <a:moveTo>
                    <a:pt x="2730" y="972"/>
                  </a:moveTo>
                  <a:cubicBezTo>
                    <a:pt x="2738" y="972"/>
                    <a:pt x="2743" y="966"/>
                    <a:pt x="2743" y="959"/>
                  </a:cubicBezTo>
                  <a:cubicBezTo>
                    <a:pt x="2743" y="952"/>
                    <a:pt x="2738" y="946"/>
                    <a:pt x="2730" y="946"/>
                  </a:cubicBezTo>
                  <a:cubicBezTo>
                    <a:pt x="2723" y="946"/>
                    <a:pt x="2718" y="952"/>
                    <a:pt x="2718" y="959"/>
                  </a:cubicBezTo>
                  <a:cubicBezTo>
                    <a:pt x="2718" y="966"/>
                    <a:pt x="2723" y="972"/>
                    <a:pt x="2730" y="972"/>
                  </a:cubicBezTo>
                  <a:close/>
                  <a:moveTo>
                    <a:pt x="2770" y="972"/>
                  </a:moveTo>
                  <a:cubicBezTo>
                    <a:pt x="2777" y="972"/>
                    <a:pt x="2783" y="966"/>
                    <a:pt x="2783" y="959"/>
                  </a:cubicBezTo>
                  <a:cubicBezTo>
                    <a:pt x="2783" y="952"/>
                    <a:pt x="2777" y="946"/>
                    <a:pt x="2770" y="946"/>
                  </a:cubicBezTo>
                  <a:cubicBezTo>
                    <a:pt x="2763" y="946"/>
                    <a:pt x="2757" y="952"/>
                    <a:pt x="2757" y="959"/>
                  </a:cubicBezTo>
                  <a:cubicBezTo>
                    <a:pt x="2757" y="966"/>
                    <a:pt x="2763" y="972"/>
                    <a:pt x="2770" y="972"/>
                  </a:cubicBezTo>
                  <a:close/>
                  <a:moveTo>
                    <a:pt x="2928" y="972"/>
                  </a:moveTo>
                  <a:cubicBezTo>
                    <a:pt x="2935" y="972"/>
                    <a:pt x="2940" y="966"/>
                    <a:pt x="2940" y="959"/>
                  </a:cubicBezTo>
                  <a:cubicBezTo>
                    <a:pt x="2940" y="952"/>
                    <a:pt x="2935" y="946"/>
                    <a:pt x="2928" y="946"/>
                  </a:cubicBezTo>
                  <a:cubicBezTo>
                    <a:pt x="2921" y="946"/>
                    <a:pt x="2915" y="952"/>
                    <a:pt x="2915" y="959"/>
                  </a:cubicBezTo>
                  <a:cubicBezTo>
                    <a:pt x="2915" y="966"/>
                    <a:pt x="2921" y="972"/>
                    <a:pt x="2928" y="972"/>
                  </a:cubicBezTo>
                  <a:close/>
                  <a:moveTo>
                    <a:pt x="838" y="986"/>
                  </a:moveTo>
                  <a:cubicBezTo>
                    <a:pt x="831" y="986"/>
                    <a:pt x="825" y="991"/>
                    <a:pt x="825" y="998"/>
                  </a:cubicBezTo>
                  <a:cubicBezTo>
                    <a:pt x="825" y="1005"/>
                    <a:pt x="831" y="1011"/>
                    <a:pt x="838" y="1011"/>
                  </a:cubicBezTo>
                  <a:cubicBezTo>
                    <a:pt x="845" y="1011"/>
                    <a:pt x="851" y="1005"/>
                    <a:pt x="851" y="998"/>
                  </a:cubicBezTo>
                  <a:cubicBezTo>
                    <a:pt x="851" y="991"/>
                    <a:pt x="845" y="986"/>
                    <a:pt x="838" y="986"/>
                  </a:cubicBezTo>
                  <a:close/>
                  <a:moveTo>
                    <a:pt x="1548" y="986"/>
                  </a:moveTo>
                  <a:cubicBezTo>
                    <a:pt x="1541" y="986"/>
                    <a:pt x="1535" y="991"/>
                    <a:pt x="1535" y="998"/>
                  </a:cubicBezTo>
                  <a:cubicBezTo>
                    <a:pt x="1535" y="1005"/>
                    <a:pt x="1541" y="1011"/>
                    <a:pt x="1548" y="1011"/>
                  </a:cubicBezTo>
                  <a:cubicBezTo>
                    <a:pt x="1555" y="1011"/>
                    <a:pt x="1561" y="1005"/>
                    <a:pt x="1561" y="998"/>
                  </a:cubicBezTo>
                  <a:cubicBezTo>
                    <a:pt x="1561" y="991"/>
                    <a:pt x="1555" y="986"/>
                    <a:pt x="1548" y="986"/>
                  </a:cubicBezTo>
                  <a:close/>
                  <a:moveTo>
                    <a:pt x="1587" y="1011"/>
                  </a:moveTo>
                  <a:cubicBezTo>
                    <a:pt x="1594" y="1011"/>
                    <a:pt x="1600" y="1005"/>
                    <a:pt x="1600" y="998"/>
                  </a:cubicBezTo>
                  <a:cubicBezTo>
                    <a:pt x="1600" y="991"/>
                    <a:pt x="1594" y="986"/>
                    <a:pt x="1587" y="986"/>
                  </a:cubicBezTo>
                  <a:cubicBezTo>
                    <a:pt x="1580" y="986"/>
                    <a:pt x="1574" y="991"/>
                    <a:pt x="1574" y="998"/>
                  </a:cubicBezTo>
                  <a:cubicBezTo>
                    <a:pt x="1574" y="1005"/>
                    <a:pt x="1580" y="1011"/>
                    <a:pt x="1587" y="1011"/>
                  </a:cubicBezTo>
                  <a:close/>
                  <a:moveTo>
                    <a:pt x="1627" y="1011"/>
                  </a:moveTo>
                  <a:cubicBezTo>
                    <a:pt x="1634" y="1011"/>
                    <a:pt x="1639" y="1005"/>
                    <a:pt x="1639" y="998"/>
                  </a:cubicBezTo>
                  <a:cubicBezTo>
                    <a:pt x="1639" y="991"/>
                    <a:pt x="1634" y="986"/>
                    <a:pt x="1627" y="986"/>
                  </a:cubicBezTo>
                  <a:cubicBezTo>
                    <a:pt x="1620" y="986"/>
                    <a:pt x="1614" y="991"/>
                    <a:pt x="1614" y="998"/>
                  </a:cubicBezTo>
                  <a:cubicBezTo>
                    <a:pt x="1614" y="1005"/>
                    <a:pt x="1620" y="1011"/>
                    <a:pt x="1627" y="1011"/>
                  </a:cubicBezTo>
                  <a:close/>
                  <a:moveTo>
                    <a:pt x="1666" y="1011"/>
                  </a:moveTo>
                  <a:cubicBezTo>
                    <a:pt x="1673" y="1011"/>
                    <a:pt x="1679" y="1005"/>
                    <a:pt x="1679" y="998"/>
                  </a:cubicBezTo>
                  <a:cubicBezTo>
                    <a:pt x="1679" y="991"/>
                    <a:pt x="1673" y="986"/>
                    <a:pt x="1666" y="986"/>
                  </a:cubicBezTo>
                  <a:cubicBezTo>
                    <a:pt x="1659" y="986"/>
                    <a:pt x="1653" y="991"/>
                    <a:pt x="1653" y="998"/>
                  </a:cubicBezTo>
                  <a:cubicBezTo>
                    <a:pt x="1653" y="1005"/>
                    <a:pt x="1659" y="1011"/>
                    <a:pt x="1666" y="1011"/>
                  </a:cubicBezTo>
                  <a:close/>
                  <a:moveTo>
                    <a:pt x="1705" y="1011"/>
                  </a:moveTo>
                  <a:cubicBezTo>
                    <a:pt x="1713" y="1011"/>
                    <a:pt x="1718" y="1005"/>
                    <a:pt x="1718" y="998"/>
                  </a:cubicBezTo>
                  <a:cubicBezTo>
                    <a:pt x="1718" y="991"/>
                    <a:pt x="1713" y="986"/>
                    <a:pt x="1705" y="986"/>
                  </a:cubicBezTo>
                  <a:cubicBezTo>
                    <a:pt x="1698" y="986"/>
                    <a:pt x="1693" y="991"/>
                    <a:pt x="1693" y="998"/>
                  </a:cubicBezTo>
                  <a:cubicBezTo>
                    <a:pt x="1693" y="1005"/>
                    <a:pt x="1698" y="1011"/>
                    <a:pt x="1705" y="1011"/>
                  </a:cubicBezTo>
                  <a:close/>
                  <a:moveTo>
                    <a:pt x="1745" y="1011"/>
                  </a:moveTo>
                  <a:cubicBezTo>
                    <a:pt x="1752" y="1011"/>
                    <a:pt x="1758" y="1005"/>
                    <a:pt x="1758" y="998"/>
                  </a:cubicBezTo>
                  <a:cubicBezTo>
                    <a:pt x="1758" y="991"/>
                    <a:pt x="1752" y="986"/>
                    <a:pt x="1745" y="986"/>
                  </a:cubicBezTo>
                  <a:cubicBezTo>
                    <a:pt x="1738" y="986"/>
                    <a:pt x="1732" y="991"/>
                    <a:pt x="1732" y="998"/>
                  </a:cubicBezTo>
                  <a:cubicBezTo>
                    <a:pt x="1732" y="1005"/>
                    <a:pt x="1738" y="1011"/>
                    <a:pt x="1745" y="1011"/>
                  </a:cubicBezTo>
                  <a:close/>
                  <a:moveTo>
                    <a:pt x="1784" y="1011"/>
                  </a:moveTo>
                  <a:cubicBezTo>
                    <a:pt x="1791" y="1011"/>
                    <a:pt x="1797" y="1005"/>
                    <a:pt x="1797" y="998"/>
                  </a:cubicBezTo>
                  <a:cubicBezTo>
                    <a:pt x="1797" y="991"/>
                    <a:pt x="1791" y="986"/>
                    <a:pt x="1784" y="986"/>
                  </a:cubicBezTo>
                  <a:cubicBezTo>
                    <a:pt x="1777" y="986"/>
                    <a:pt x="1772" y="991"/>
                    <a:pt x="1772" y="998"/>
                  </a:cubicBezTo>
                  <a:cubicBezTo>
                    <a:pt x="1772" y="1005"/>
                    <a:pt x="1777" y="1011"/>
                    <a:pt x="1784" y="1011"/>
                  </a:cubicBezTo>
                  <a:close/>
                  <a:moveTo>
                    <a:pt x="1824" y="1011"/>
                  </a:moveTo>
                  <a:cubicBezTo>
                    <a:pt x="1831" y="1011"/>
                    <a:pt x="1836" y="1005"/>
                    <a:pt x="1836" y="998"/>
                  </a:cubicBezTo>
                  <a:cubicBezTo>
                    <a:pt x="1836" y="991"/>
                    <a:pt x="1831" y="986"/>
                    <a:pt x="1824" y="986"/>
                  </a:cubicBezTo>
                  <a:cubicBezTo>
                    <a:pt x="1817" y="986"/>
                    <a:pt x="1811" y="991"/>
                    <a:pt x="1811" y="998"/>
                  </a:cubicBezTo>
                  <a:cubicBezTo>
                    <a:pt x="1811" y="1005"/>
                    <a:pt x="1817" y="1011"/>
                    <a:pt x="1824" y="1011"/>
                  </a:cubicBezTo>
                  <a:close/>
                  <a:moveTo>
                    <a:pt x="1863" y="1011"/>
                  </a:moveTo>
                  <a:cubicBezTo>
                    <a:pt x="1870" y="1011"/>
                    <a:pt x="1876" y="1005"/>
                    <a:pt x="1876" y="998"/>
                  </a:cubicBezTo>
                  <a:cubicBezTo>
                    <a:pt x="1876" y="991"/>
                    <a:pt x="1870" y="986"/>
                    <a:pt x="1863" y="986"/>
                  </a:cubicBezTo>
                  <a:cubicBezTo>
                    <a:pt x="1856" y="986"/>
                    <a:pt x="1850" y="991"/>
                    <a:pt x="1850" y="998"/>
                  </a:cubicBezTo>
                  <a:cubicBezTo>
                    <a:pt x="1850" y="1005"/>
                    <a:pt x="1856" y="1011"/>
                    <a:pt x="1863" y="1011"/>
                  </a:cubicBezTo>
                  <a:close/>
                  <a:moveTo>
                    <a:pt x="1903" y="986"/>
                  </a:moveTo>
                  <a:cubicBezTo>
                    <a:pt x="1896" y="986"/>
                    <a:pt x="1890" y="991"/>
                    <a:pt x="1890" y="998"/>
                  </a:cubicBezTo>
                  <a:cubicBezTo>
                    <a:pt x="1890" y="1005"/>
                    <a:pt x="1896" y="1011"/>
                    <a:pt x="1903" y="1011"/>
                  </a:cubicBezTo>
                  <a:cubicBezTo>
                    <a:pt x="1910" y="1011"/>
                    <a:pt x="1915" y="1005"/>
                    <a:pt x="1915" y="998"/>
                  </a:cubicBezTo>
                  <a:cubicBezTo>
                    <a:pt x="1915" y="991"/>
                    <a:pt x="1910" y="986"/>
                    <a:pt x="1903" y="986"/>
                  </a:cubicBezTo>
                  <a:close/>
                  <a:moveTo>
                    <a:pt x="1942" y="1011"/>
                  </a:moveTo>
                  <a:cubicBezTo>
                    <a:pt x="1949" y="1011"/>
                    <a:pt x="1955" y="1005"/>
                    <a:pt x="1955" y="998"/>
                  </a:cubicBezTo>
                  <a:cubicBezTo>
                    <a:pt x="1955" y="991"/>
                    <a:pt x="1949" y="986"/>
                    <a:pt x="1942" y="986"/>
                  </a:cubicBezTo>
                  <a:cubicBezTo>
                    <a:pt x="1935" y="986"/>
                    <a:pt x="1929" y="991"/>
                    <a:pt x="1929" y="998"/>
                  </a:cubicBezTo>
                  <a:cubicBezTo>
                    <a:pt x="1929" y="1005"/>
                    <a:pt x="1935" y="1011"/>
                    <a:pt x="1942" y="1011"/>
                  </a:cubicBezTo>
                  <a:close/>
                  <a:moveTo>
                    <a:pt x="1981" y="1011"/>
                  </a:moveTo>
                  <a:cubicBezTo>
                    <a:pt x="1988" y="1011"/>
                    <a:pt x="1994" y="1005"/>
                    <a:pt x="1994" y="998"/>
                  </a:cubicBezTo>
                  <a:cubicBezTo>
                    <a:pt x="1994" y="991"/>
                    <a:pt x="1988" y="986"/>
                    <a:pt x="1981" y="986"/>
                  </a:cubicBezTo>
                  <a:cubicBezTo>
                    <a:pt x="1974" y="986"/>
                    <a:pt x="1969" y="991"/>
                    <a:pt x="1969" y="998"/>
                  </a:cubicBezTo>
                  <a:cubicBezTo>
                    <a:pt x="1969" y="1005"/>
                    <a:pt x="1974" y="1011"/>
                    <a:pt x="1981" y="1011"/>
                  </a:cubicBezTo>
                  <a:close/>
                  <a:moveTo>
                    <a:pt x="2008" y="998"/>
                  </a:moveTo>
                  <a:cubicBezTo>
                    <a:pt x="2008" y="1005"/>
                    <a:pt x="2014" y="1011"/>
                    <a:pt x="2021" y="1011"/>
                  </a:cubicBezTo>
                  <a:cubicBezTo>
                    <a:pt x="2028" y="1011"/>
                    <a:pt x="2034" y="1005"/>
                    <a:pt x="2034" y="998"/>
                  </a:cubicBezTo>
                  <a:cubicBezTo>
                    <a:pt x="2034" y="991"/>
                    <a:pt x="2028" y="986"/>
                    <a:pt x="2021" y="986"/>
                  </a:cubicBezTo>
                  <a:cubicBezTo>
                    <a:pt x="2014" y="986"/>
                    <a:pt x="2008" y="991"/>
                    <a:pt x="2008" y="998"/>
                  </a:cubicBezTo>
                  <a:close/>
                  <a:moveTo>
                    <a:pt x="2060" y="1011"/>
                  </a:moveTo>
                  <a:cubicBezTo>
                    <a:pt x="2067" y="1011"/>
                    <a:pt x="2073" y="1005"/>
                    <a:pt x="2073" y="998"/>
                  </a:cubicBezTo>
                  <a:cubicBezTo>
                    <a:pt x="2073" y="991"/>
                    <a:pt x="2067" y="986"/>
                    <a:pt x="2060" y="986"/>
                  </a:cubicBezTo>
                  <a:cubicBezTo>
                    <a:pt x="2053" y="986"/>
                    <a:pt x="2048" y="991"/>
                    <a:pt x="2048" y="998"/>
                  </a:cubicBezTo>
                  <a:cubicBezTo>
                    <a:pt x="2048" y="1005"/>
                    <a:pt x="2053" y="1011"/>
                    <a:pt x="2060" y="1011"/>
                  </a:cubicBezTo>
                  <a:close/>
                  <a:moveTo>
                    <a:pt x="2100" y="1011"/>
                  </a:moveTo>
                  <a:cubicBezTo>
                    <a:pt x="2107" y="1011"/>
                    <a:pt x="2112" y="1005"/>
                    <a:pt x="2112" y="998"/>
                  </a:cubicBezTo>
                  <a:cubicBezTo>
                    <a:pt x="2112" y="991"/>
                    <a:pt x="2107" y="986"/>
                    <a:pt x="2100" y="986"/>
                  </a:cubicBezTo>
                  <a:cubicBezTo>
                    <a:pt x="2093" y="986"/>
                    <a:pt x="2087" y="991"/>
                    <a:pt x="2087" y="998"/>
                  </a:cubicBezTo>
                  <a:cubicBezTo>
                    <a:pt x="2087" y="1005"/>
                    <a:pt x="2093" y="1011"/>
                    <a:pt x="2100" y="1011"/>
                  </a:cubicBezTo>
                  <a:close/>
                  <a:moveTo>
                    <a:pt x="2139" y="1011"/>
                  </a:moveTo>
                  <a:cubicBezTo>
                    <a:pt x="2146" y="1011"/>
                    <a:pt x="2152" y="1005"/>
                    <a:pt x="2152" y="998"/>
                  </a:cubicBezTo>
                  <a:cubicBezTo>
                    <a:pt x="2152" y="991"/>
                    <a:pt x="2146" y="986"/>
                    <a:pt x="2139" y="986"/>
                  </a:cubicBezTo>
                  <a:cubicBezTo>
                    <a:pt x="2132" y="986"/>
                    <a:pt x="2126" y="991"/>
                    <a:pt x="2126" y="998"/>
                  </a:cubicBezTo>
                  <a:cubicBezTo>
                    <a:pt x="2126" y="1005"/>
                    <a:pt x="2132" y="1011"/>
                    <a:pt x="2139" y="1011"/>
                  </a:cubicBezTo>
                  <a:close/>
                  <a:moveTo>
                    <a:pt x="2455" y="993"/>
                  </a:moveTo>
                  <a:cubicBezTo>
                    <a:pt x="2452" y="993"/>
                    <a:pt x="2449" y="995"/>
                    <a:pt x="2449" y="998"/>
                  </a:cubicBezTo>
                  <a:cubicBezTo>
                    <a:pt x="2449" y="1001"/>
                    <a:pt x="2452" y="1003"/>
                    <a:pt x="2455" y="1003"/>
                  </a:cubicBezTo>
                  <a:cubicBezTo>
                    <a:pt x="2457" y="1003"/>
                    <a:pt x="2460" y="1001"/>
                    <a:pt x="2460" y="998"/>
                  </a:cubicBezTo>
                  <a:cubicBezTo>
                    <a:pt x="2460" y="995"/>
                    <a:pt x="2457" y="993"/>
                    <a:pt x="2455" y="993"/>
                  </a:cubicBezTo>
                  <a:close/>
                  <a:moveTo>
                    <a:pt x="2494" y="986"/>
                  </a:moveTo>
                  <a:cubicBezTo>
                    <a:pt x="2487" y="986"/>
                    <a:pt x="2481" y="991"/>
                    <a:pt x="2481" y="998"/>
                  </a:cubicBezTo>
                  <a:cubicBezTo>
                    <a:pt x="2481" y="1005"/>
                    <a:pt x="2487" y="1011"/>
                    <a:pt x="2494" y="1011"/>
                  </a:cubicBezTo>
                  <a:cubicBezTo>
                    <a:pt x="2501" y="1011"/>
                    <a:pt x="2507" y="1005"/>
                    <a:pt x="2507" y="998"/>
                  </a:cubicBezTo>
                  <a:cubicBezTo>
                    <a:pt x="2507" y="991"/>
                    <a:pt x="2501" y="986"/>
                    <a:pt x="2494" y="986"/>
                  </a:cubicBezTo>
                  <a:close/>
                  <a:moveTo>
                    <a:pt x="2730" y="1011"/>
                  </a:moveTo>
                  <a:cubicBezTo>
                    <a:pt x="2738" y="1011"/>
                    <a:pt x="2743" y="1005"/>
                    <a:pt x="2743" y="998"/>
                  </a:cubicBezTo>
                  <a:cubicBezTo>
                    <a:pt x="2743" y="991"/>
                    <a:pt x="2738" y="986"/>
                    <a:pt x="2730" y="986"/>
                  </a:cubicBezTo>
                  <a:cubicBezTo>
                    <a:pt x="2723" y="986"/>
                    <a:pt x="2718" y="991"/>
                    <a:pt x="2718" y="998"/>
                  </a:cubicBezTo>
                  <a:cubicBezTo>
                    <a:pt x="2718" y="1005"/>
                    <a:pt x="2723" y="1011"/>
                    <a:pt x="2730" y="1011"/>
                  </a:cubicBezTo>
                  <a:close/>
                  <a:moveTo>
                    <a:pt x="2770" y="1011"/>
                  </a:moveTo>
                  <a:cubicBezTo>
                    <a:pt x="2777" y="1011"/>
                    <a:pt x="2783" y="1005"/>
                    <a:pt x="2783" y="998"/>
                  </a:cubicBezTo>
                  <a:cubicBezTo>
                    <a:pt x="2783" y="991"/>
                    <a:pt x="2777" y="986"/>
                    <a:pt x="2770" y="986"/>
                  </a:cubicBezTo>
                  <a:cubicBezTo>
                    <a:pt x="2763" y="986"/>
                    <a:pt x="2757" y="991"/>
                    <a:pt x="2757" y="998"/>
                  </a:cubicBezTo>
                  <a:cubicBezTo>
                    <a:pt x="2757" y="1005"/>
                    <a:pt x="2763" y="1011"/>
                    <a:pt x="2770" y="1011"/>
                  </a:cubicBezTo>
                  <a:close/>
                  <a:moveTo>
                    <a:pt x="2940" y="998"/>
                  </a:moveTo>
                  <a:cubicBezTo>
                    <a:pt x="2940" y="991"/>
                    <a:pt x="2935" y="986"/>
                    <a:pt x="2928" y="986"/>
                  </a:cubicBezTo>
                  <a:cubicBezTo>
                    <a:pt x="2921" y="986"/>
                    <a:pt x="2915" y="991"/>
                    <a:pt x="2915" y="998"/>
                  </a:cubicBezTo>
                  <a:cubicBezTo>
                    <a:pt x="2915" y="1005"/>
                    <a:pt x="2921" y="1011"/>
                    <a:pt x="2928" y="1011"/>
                  </a:cubicBezTo>
                  <a:cubicBezTo>
                    <a:pt x="2935" y="1011"/>
                    <a:pt x="2940" y="1005"/>
                    <a:pt x="2940" y="998"/>
                  </a:cubicBezTo>
                  <a:close/>
                  <a:moveTo>
                    <a:pt x="878" y="1029"/>
                  </a:moveTo>
                  <a:cubicBezTo>
                    <a:pt x="873" y="1029"/>
                    <a:pt x="869" y="1033"/>
                    <a:pt x="869" y="1038"/>
                  </a:cubicBezTo>
                  <a:cubicBezTo>
                    <a:pt x="869" y="1042"/>
                    <a:pt x="873" y="1046"/>
                    <a:pt x="878" y="1046"/>
                  </a:cubicBezTo>
                  <a:cubicBezTo>
                    <a:pt x="882" y="1046"/>
                    <a:pt x="886" y="1042"/>
                    <a:pt x="886" y="1038"/>
                  </a:cubicBezTo>
                  <a:cubicBezTo>
                    <a:pt x="886" y="1033"/>
                    <a:pt x="882" y="1029"/>
                    <a:pt x="878" y="1029"/>
                  </a:cubicBezTo>
                  <a:close/>
                  <a:moveTo>
                    <a:pt x="944" y="1038"/>
                  </a:moveTo>
                  <a:cubicBezTo>
                    <a:pt x="944" y="1045"/>
                    <a:pt x="949" y="1050"/>
                    <a:pt x="956" y="1050"/>
                  </a:cubicBezTo>
                  <a:cubicBezTo>
                    <a:pt x="963" y="1050"/>
                    <a:pt x="969" y="1045"/>
                    <a:pt x="969" y="1038"/>
                  </a:cubicBezTo>
                  <a:cubicBezTo>
                    <a:pt x="969" y="1031"/>
                    <a:pt x="963" y="1025"/>
                    <a:pt x="956" y="1025"/>
                  </a:cubicBezTo>
                  <a:cubicBezTo>
                    <a:pt x="949" y="1025"/>
                    <a:pt x="944" y="1031"/>
                    <a:pt x="944" y="1038"/>
                  </a:cubicBezTo>
                  <a:close/>
                  <a:moveTo>
                    <a:pt x="996" y="1025"/>
                  </a:moveTo>
                  <a:cubicBezTo>
                    <a:pt x="989" y="1025"/>
                    <a:pt x="983" y="1031"/>
                    <a:pt x="983" y="1038"/>
                  </a:cubicBezTo>
                  <a:cubicBezTo>
                    <a:pt x="983" y="1045"/>
                    <a:pt x="989" y="1050"/>
                    <a:pt x="996" y="1050"/>
                  </a:cubicBezTo>
                  <a:cubicBezTo>
                    <a:pt x="1003" y="1050"/>
                    <a:pt x="1009" y="1045"/>
                    <a:pt x="1009" y="1038"/>
                  </a:cubicBezTo>
                  <a:cubicBezTo>
                    <a:pt x="1009" y="1031"/>
                    <a:pt x="1003" y="1025"/>
                    <a:pt x="996" y="1025"/>
                  </a:cubicBezTo>
                  <a:close/>
                  <a:moveTo>
                    <a:pt x="1035" y="1025"/>
                  </a:moveTo>
                  <a:cubicBezTo>
                    <a:pt x="1028" y="1025"/>
                    <a:pt x="1023" y="1031"/>
                    <a:pt x="1023" y="1038"/>
                  </a:cubicBezTo>
                  <a:cubicBezTo>
                    <a:pt x="1023" y="1045"/>
                    <a:pt x="1028" y="1050"/>
                    <a:pt x="1035" y="1050"/>
                  </a:cubicBezTo>
                  <a:cubicBezTo>
                    <a:pt x="1042" y="1050"/>
                    <a:pt x="1048" y="1045"/>
                    <a:pt x="1048" y="1038"/>
                  </a:cubicBezTo>
                  <a:cubicBezTo>
                    <a:pt x="1048" y="1031"/>
                    <a:pt x="1042" y="1025"/>
                    <a:pt x="1035" y="1025"/>
                  </a:cubicBezTo>
                  <a:close/>
                  <a:moveTo>
                    <a:pt x="1075" y="1050"/>
                  </a:moveTo>
                  <a:cubicBezTo>
                    <a:pt x="1082" y="1050"/>
                    <a:pt x="1087" y="1045"/>
                    <a:pt x="1087" y="1038"/>
                  </a:cubicBezTo>
                  <a:cubicBezTo>
                    <a:pt x="1087" y="1031"/>
                    <a:pt x="1082" y="1025"/>
                    <a:pt x="1075" y="1025"/>
                  </a:cubicBezTo>
                  <a:cubicBezTo>
                    <a:pt x="1068" y="1025"/>
                    <a:pt x="1062" y="1031"/>
                    <a:pt x="1062" y="1038"/>
                  </a:cubicBezTo>
                  <a:cubicBezTo>
                    <a:pt x="1062" y="1045"/>
                    <a:pt x="1068" y="1050"/>
                    <a:pt x="1075" y="1050"/>
                  </a:cubicBezTo>
                  <a:close/>
                  <a:moveTo>
                    <a:pt x="1587" y="1025"/>
                  </a:moveTo>
                  <a:cubicBezTo>
                    <a:pt x="1580" y="1025"/>
                    <a:pt x="1574" y="1031"/>
                    <a:pt x="1574" y="1038"/>
                  </a:cubicBezTo>
                  <a:cubicBezTo>
                    <a:pt x="1574" y="1045"/>
                    <a:pt x="1580" y="1050"/>
                    <a:pt x="1587" y="1050"/>
                  </a:cubicBezTo>
                  <a:cubicBezTo>
                    <a:pt x="1594" y="1050"/>
                    <a:pt x="1600" y="1045"/>
                    <a:pt x="1600" y="1038"/>
                  </a:cubicBezTo>
                  <a:cubicBezTo>
                    <a:pt x="1600" y="1031"/>
                    <a:pt x="1594" y="1025"/>
                    <a:pt x="1587" y="1025"/>
                  </a:cubicBezTo>
                  <a:close/>
                  <a:moveTo>
                    <a:pt x="1627" y="1025"/>
                  </a:moveTo>
                  <a:cubicBezTo>
                    <a:pt x="1620" y="1025"/>
                    <a:pt x="1614" y="1031"/>
                    <a:pt x="1614" y="1038"/>
                  </a:cubicBezTo>
                  <a:cubicBezTo>
                    <a:pt x="1614" y="1045"/>
                    <a:pt x="1620" y="1050"/>
                    <a:pt x="1627" y="1050"/>
                  </a:cubicBezTo>
                  <a:cubicBezTo>
                    <a:pt x="1634" y="1050"/>
                    <a:pt x="1639" y="1045"/>
                    <a:pt x="1639" y="1038"/>
                  </a:cubicBezTo>
                  <a:cubicBezTo>
                    <a:pt x="1639" y="1031"/>
                    <a:pt x="1634" y="1025"/>
                    <a:pt x="1627" y="1025"/>
                  </a:cubicBezTo>
                  <a:close/>
                  <a:moveTo>
                    <a:pt x="1666" y="1025"/>
                  </a:moveTo>
                  <a:cubicBezTo>
                    <a:pt x="1659" y="1025"/>
                    <a:pt x="1653" y="1031"/>
                    <a:pt x="1653" y="1038"/>
                  </a:cubicBezTo>
                  <a:cubicBezTo>
                    <a:pt x="1653" y="1045"/>
                    <a:pt x="1659" y="1050"/>
                    <a:pt x="1666" y="1050"/>
                  </a:cubicBezTo>
                  <a:cubicBezTo>
                    <a:pt x="1673" y="1050"/>
                    <a:pt x="1679" y="1045"/>
                    <a:pt x="1679" y="1038"/>
                  </a:cubicBezTo>
                  <a:cubicBezTo>
                    <a:pt x="1679" y="1031"/>
                    <a:pt x="1673" y="1025"/>
                    <a:pt x="1666" y="1025"/>
                  </a:cubicBezTo>
                  <a:close/>
                  <a:moveTo>
                    <a:pt x="1705" y="1025"/>
                  </a:moveTo>
                  <a:cubicBezTo>
                    <a:pt x="1698" y="1025"/>
                    <a:pt x="1693" y="1031"/>
                    <a:pt x="1693" y="1038"/>
                  </a:cubicBezTo>
                  <a:cubicBezTo>
                    <a:pt x="1693" y="1045"/>
                    <a:pt x="1698" y="1050"/>
                    <a:pt x="1705" y="1050"/>
                  </a:cubicBezTo>
                  <a:cubicBezTo>
                    <a:pt x="1713" y="1050"/>
                    <a:pt x="1718" y="1045"/>
                    <a:pt x="1718" y="1038"/>
                  </a:cubicBezTo>
                  <a:cubicBezTo>
                    <a:pt x="1718" y="1031"/>
                    <a:pt x="1713" y="1025"/>
                    <a:pt x="1705" y="1025"/>
                  </a:cubicBezTo>
                  <a:close/>
                  <a:moveTo>
                    <a:pt x="1745" y="1025"/>
                  </a:moveTo>
                  <a:cubicBezTo>
                    <a:pt x="1738" y="1025"/>
                    <a:pt x="1732" y="1031"/>
                    <a:pt x="1732" y="1038"/>
                  </a:cubicBezTo>
                  <a:cubicBezTo>
                    <a:pt x="1732" y="1045"/>
                    <a:pt x="1738" y="1050"/>
                    <a:pt x="1745" y="1050"/>
                  </a:cubicBezTo>
                  <a:cubicBezTo>
                    <a:pt x="1752" y="1050"/>
                    <a:pt x="1758" y="1045"/>
                    <a:pt x="1758" y="1038"/>
                  </a:cubicBezTo>
                  <a:cubicBezTo>
                    <a:pt x="1758" y="1031"/>
                    <a:pt x="1752" y="1025"/>
                    <a:pt x="1745" y="1025"/>
                  </a:cubicBezTo>
                  <a:close/>
                  <a:moveTo>
                    <a:pt x="1784" y="1025"/>
                  </a:moveTo>
                  <a:cubicBezTo>
                    <a:pt x="1777" y="1025"/>
                    <a:pt x="1772" y="1031"/>
                    <a:pt x="1772" y="1038"/>
                  </a:cubicBezTo>
                  <a:cubicBezTo>
                    <a:pt x="1772" y="1045"/>
                    <a:pt x="1777" y="1050"/>
                    <a:pt x="1784" y="1050"/>
                  </a:cubicBezTo>
                  <a:cubicBezTo>
                    <a:pt x="1791" y="1050"/>
                    <a:pt x="1797" y="1045"/>
                    <a:pt x="1797" y="1038"/>
                  </a:cubicBezTo>
                  <a:cubicBezTo>
                    <a:pt x="1797" y="1031"/>
                    <a:pt x="1791" y="1025"/>
                    <a:pt x="1784" y="1025"/>
                  </a:cubicBezTo>
                  <a:close/>
                  <a:moveTo>
                    <a:pt x="1824" y="1050"/>
                  </a:moveTo>
                  <a:cubicBezTo>
                    <a:pt x="1831" y="1050"/>
                    <a:pt x="1836" y="1045"/>
                    <a:pt x="1836" y="1038"/>
                  </a:cubicBezTo>
                  <a:cubicBezTo>
                    <a:pt x="1836" y="1031"/>
                    <a:pt x="1831" y="1025"/>
                    <a:pt x="1824" y="1025"/>
                  </a:cubicBezTo>
                  <a:cubicBezTo>
                    <a:pt x="1817" y="1025"/>
                    <a:pt x="1811" y="1031"/>
                    <a:pt x="1811" y="1038"/>
                  </a:cubicBezTo>
                  <a:cubicBezTo>
                    <a:pt x="1811" y="1045"/>
                    <a:pt x="1817" y="1050"/>
                    <a:pt x="1824" y="1050"/>
                  </a:cubicBezTo>
                  <a:close/>
                  <a:moveTo>
                    <a:pt x="1863" y="1025"/>
                  </a:moveTo>
                  <a:cubicBezTo>
                    <a:pt x="1856" y="1025"/>
                    <a:pt x="1850" y="1031"/>
                    <a:pt x="1850" y="1038"/>
                  </a:cubicBezTo>
                  <a:cubicBezTo>
                    <a:pt x="1850" y="1045"/>
                    <a:pt x="1856" y="1050"/>
                    <a:pt x="1863" y="1050"/>
                  </a:cubicBezTo>
                  <a:cubicBezTo>
                    <a:pt x="1870" y="1050"/>
                    <a:pt x="1876" y="1045"/>
                    <a:pt x="1876" y="1038"/>
                  </a:cubicBezTo>
                  <a:cubicBezTo>
                    <a:pt x="1876" y="1031"/>
                    <a:pt x="1870" y="1025"/>
                    <a:pt x="1863" y="1025"/>
                  </a:cubicBezTo>
                  <a:close/>
                  <a:moveTo>
                    <a:pt x="1903" y="1025"/>
                  </a:moveTo>
                  <a:cubicBezTo>
                    <a:pt x="1896" y="1025"/>
                    <a:pt x="1890" y="1031"/>
                    <a:pt x="1890" y="1038"/>
                  </a:cubicBezTo>
                  <a:cubicBezTo>
                    <a:pt x="1890" y="1045"/>
                    <a:pt x="1896" y="1050"/>
                    <a:pt x="1903" y="1050"/>
                  </a:cubicBezTo>
                  <a:cubicBezTo>
                    <a:pt x="1910" y="1050"/>
                    <a:pt x="1915" y="1045"/>
                    <a:pt x="1915" y="1038"/>
                  </a:cubicBezTo>
                  <a:cubicBezTo>
                    <a:pt x="1915" y="1031"/>
                    <a:pt x="1910" y="1025"/>
                    <a:pt x="1903" y="1025"/>
                  </a:cubicBezTo>
                  <a:close/>
                  <a:moveTo>
                    <a:pt x="1942" y="1050"/>
                  </a:moveTo>
                  <a:cubicBezTo>
                    <a:pt x="1949" y="1050"/>
                    <a:pt x="1955" y="1045"/>
                    <a:pt x="1955" y="1038"/>
                  </a:cubicBezTo>
                  <a:cubicBezTo>
                    <a:pt x="1955" y="1031"/>
                    <a:pt x="1949" y="1025"/>
                    <a:pt x="1942" y="1025"/>
                  </a:cubicBezTo>
                  <a:cubicBezTo>
                    <a:pt x="1935" y="1025"/>
                    <a:pt x="1929" y="1031"/>
                    <a:pt x="1929" y="1038"/>
                  </a:cubicBezTo>
                  <a:cubicBezTo>
                    <a:pt x="1929" y="1045"/>
                    <a:pt x="1935" y="1050"/>
                    <a:pt x="1942" y="1050"/>
                  </a:cubicBezTo>
                  <a:close/>
                  <a:moveTo>
                    <a:pt x="1981" y="1025"/>
                  </a:moveTo>
                  <a:cubicBezTo>
                    <a:pt x="1974" y="1025"/>
                    <a:pt x="1969" y="1031"/>
                    <a:pt x="1969" y="1038"/>
                  </a:cubicBezTo>
                  <a:cubicBezTo>
                    <a:pt x="1969" y="1045"/>
                    <a:pt x="1974" y="1050"/>
                    <a:pt x="1981" y="1050"/>
                  </a:cubicBezTo>
                  <a:cubicBezTo>
                    <a:pt x="1988" y="1050"/>
                    <a:pt x="1994" y="1045"/>
                    <a:pt x="1994" y="1038"/>
                  </a:cubicBezTo>
                  <a:cubicBezTo>
                    <a:pt x="1994" y="1031"/>
                    <a:pt x="1988" y="1025"/>
                    <a:pt x="1981" y="1025"/>
                  </a:cubicBezTo>
                  <a:close/>
                  <a:moveTo>
                    <a:pt x="2021" y="1050"/>
                  </a:moveTo>
                  <a:cubicBezTo>
                    <a:pt x="2028" y="1050"/>
                    <a:pt x="2034" y="1045"/>
                    <a:pt x="2034" y="1038"/>
                  </a:cubicBezTo>
                  <a:cubicBezTo>
                    <a:pt x="2034" y="1031"/>
                    <a:pt x="2028" y="1025"/>
                    <a:pt x="2021" y="1025"/>
                  </a:cubicBezTo>
                  <a:cubicBezTo>
                    <a:pt x="2014" y="1025"/>
                    <a:pt x="2008" y="1031"/>
                    <a:pt x="2008" y="1038"/>
                  </a:cubicBezTo>
                  <a:cubicBezTo>
                    <a:pt x="2008" y="1045"/>
                    <a:pt x="2014" y="1050"/>
                    <a:pt x="2021" y="1050"/>
                  </a:cubicBezTo>
                  <a:close/>
                  <a:moveTo>
                    <a:pt x="2060" y="1050"/>
                  </a:moveTo>
                  <a:cubicBezTo>
                    <a:pt x="2067" y="1050"/>
                    <a:pt x="2073" y="1045"/>
                    <a:pt x="2073" y="1038"/>
                  </a:cubicBezTo>
                  <a:cubicBezTo>
                    <a:pt x="2073" y="1031"/>
                    <a:pt x="2067" y="1025"/>
                    <a:pt x="2060" y="1025"/>
                  </a:cubicBezTo>
                  <a:cubicBezTo>
                    <a:pt x="2053" y="1025"/>
                    <a:pt x="2048" y="1031"/>
                    <a:pt x="2048" y="1038"/>
                  </a:cubicBezTo>
                  <a:cubicBezTo>
                    <a:pt x="2048" y="1045"/>
                    <a:pt x="2053" y="1050"/>
                    <a:pt x="2060" y="1050"/>
                  </a:cubicBezTo>
                  <a:close/>
                  <a:moveTo>
                    <a:pt x="2100" y="1025"/>
                  </a:moveTo>
                  <a:cubicBezTo>
                    <a:pt x="2093" y="1025"/>
                    <a:pt x="2087" y="1031"/>
                    <a:pt x="2087" y="1038"/>
                  </a:cubicBezTo>
                  <a:cubicBezTo>
                    <a:pt x="2087" y="1045"/>
                    <a:pt x="2093" y="1050"/>
                    <a:pt x="2100" y="1050"/>
                  </a:cubicBezTo>
                  <a:cubicBezTo>
                    <a:pt x="2107" y="1050"/>
                    <a:pt x="2112" y="1045"/>
                    <a:pt x="2112" y="1038"/>
                  </a:cubicBezTo>
                  <a:cubicBezTo>
                    <a:pt x="2112" y="1031"/>
                    <a:pt x="2107" y="1025"/>
                    <a:pt x="2100" y="1025"/>
                  </a:cubicBezTo>
                  <a:close/>
                  <a:moveTo>
                    <a:pt x="2139" y="1050"/>
                  </a:moveTo>
                  <a:cubicBezTo>
                    <a:pt x="2146" y="1050"/>
                    <a:pt x="2152" y="1045"/>
                    <a:pt x="2152" y="1038"/>
                  </a:cubicBezTo>
                  <a:cubicBezTo>
                    <a:pt x="2152" y="1031"/>
                    <a:pt x="2146" y="1025"/>
                    <a:pt x="2139" y="1025"/>
                  </a:cubicBezTo>
                  <a:cubicBezTo>
                    <a:pt x="2132" y="1025"/>
                    <a:pt x="2126" y="1031"/>
                    <a:pt x="2126" y="1038"/>
                  </a:cubicBezTo>
                  <a:cubicBezTo>
                    <a:pt x="2126" y="1045"/>
                    <a:pt x="2132" y="1050"/>
                    <a:pt x="2139" y="1050"/>
                  </a:cubicBezTo>
                  <a:close/>
                  <a:moveTo>
                    <a:pt x="2179" y="1050"/>
                  </a:moveTo>
                  <a:cubicBezTo>
                    <a:pt x="2186" y="1050"/>
                    <a:pt x="2191" y="1045"/>
                    <a:pt x="2191" y="1038"/>
                  </a:cubicBezTo>
                  <a:cubicBezTo>
                    <a:pt x="2191" y="1031"/>
                    <a:pt x="2186" y="1025"/>
                    <a:pt x="2179" y="1025"/>
                  </a:cubicBezTo>
                  <a:cubicBezTo>
                    <a:pt x="2172" y="1025"/>
                    <a:pt x="2166" y="1031"/>
                    <a:pt x="2166" y="1038"/>
                  </a:cubicBezTo>
                  <a:cubicBezTo>
                    <a:pt x="2166" y="1045"/>
                    <a:pt x="2172" y="1050"/>
                    <a:pt x="2179" y="1050"/>
                  </a:cubicBezTo>
                  <a:close/>
                  <a:moveTo>
                    <a:pt x="2977" y="1038"/>
                  </a:moveTo>
                  <a:cubicBezTo>
                    <a:pt x="2977" y="1032"/>
                    <a:pt x="2973" y="1028"/>
                    <a:pt x="2967" y="1028"/>
                  </a:cubicBezTo>
                  <a:cubicBezTo>
                    <a:pt x="2962" y="1028"/>
                    <a:pt x="2957" y="1032"/>
                    <a:pt x="2957" y="1038"/>
                  </a:cubicBezTo>
                  <a:cubicBezTo>
                    <a:pt x="2957" y="1043"/>
                    <a:pt x="2962" y="1048"/>
                    <a:pt x="2967" y="1048"/>
                  </a:cubicBezTo>
                  <a:cubicBezTo>
                    <a:pt x="2973" y="1048"/>
                    <a:pt x="2977" y="1043"/>
                    <a:pt x="2977" y="1038"/>
                  </a:cubicBezTo>
                  <a:close/>
                  <a:moveTo>
                    <a:pt x="917" y="1090"/>
                  </a:moveTo>
                  <a:cubicBezTo>
                    <a:pt x="924" y="1090"/>
                    <a:pt x="930" y="1084"/>
                    <a:pt x="930" y="1077"/>
                  </a:cubicBezTo>
                  <a:cubicBezTo>
                    <a:pt x="930" y="1070"/>
                    <a:pt x="924" y="1064"/>
                    <a:pt x="917" y="1064"/>
                  </a:cubicBezTo>
                  <a:cubicBezTo>
                    <a:pt x="910" y="1064"/>
                    <a:pt x="904" y="1070"/>
                    <a:pt x="904" y="1077"/>
                  </a:cubicBezTo>
                  <a:cubicBezTo>
                    <a:pt x="904" y="1084"/>
                    <a:pt x="910" y="1090"/>
                    <a:pt x="917" y="1090"/>
                  </a:cubicBezTo>
                  <a:close/>
                  <a:moveTo>
                    <a:pt x="956" y="1090"/>
                  </a:moveTo>
                  <a:cubicBezTo>
                    <a:pt x="963" y="1090"/>
                    <a:pt x="969" y="1084"/>
                    <a:pt x="969" y="1077"/>
                  </a:cubicBezTo>
                  <a:cubicBezTo>
                    <a:pt x="969" y="1070"/>
                    <a:pt x="963" y="1064"/>
                    <a:pt x="956" y="1064"/>
                  </a:cubicBezTo>
                  <a:cubicBezTo>
                    <a:pt x="949" y="1064"/>
                    <a:pt x="944" y="1070"/>
                    <a:pt x="944" y="1077"/>
                  </a:cubicBezTo>
                  <a:cubicBezTo>
                    <a:pt x="944" y="1084"/>
                    <a:pt x="949" y="1090"/>
                    <a:pt x="956" y="1090"/>
                  </a:cubicBezTo>
                  <a:close/>
                  <a:moveTo>
                    <a:pt x="996" y="1090"/>
                  </a:moveTo>
                  <a:cubicBezTo>
                    <a:pt x="1003" y="1090"/>
                    <a:pt x="1009" y="1084"/>
                    <a:pt x="1009" y="1077"/>
                  </a:cubicBezTo>
                  <a:cubicBezTo>
                    <a:pt x="1009" y="1070"/>
                    <a:pt x="1003" y="1064"/>
                    <a:pt x="996" y="1064"/>
                  </a:cubicBezTo>
                  <a:cubicBezTo>
                    <a:pt x="989" y="1064"/>
                    <a:pt x="983" y="1070"/>
                    <a:pt x="983" y="1077"/>
                  </a:cubicBezTo>
                  <a:cubicBezTo>
                    <a:pt x="983" y="1084"/>
                    <a:pt x="989" y="1090"/>
                    <a:pt x="996" y="1090"/>
                  </a:cubicBezTo>
                  <a:close/>
                  <a:moveTo>
                    <a:pt x="1035" y="1090"/>
                  </a:moveTo>
                  <a:cubicBezTo>
                    <a:pt x="1042" y="1090"/>
                    <a:pt x="1048" y="1084"/>
                    <a:pt x="1048" y="1077"/>
                  </a:cubicBezTo>
                  <a:cubicBezTo>
                    <a:pt x="1048" y="1070"/>
                    <a:pt x="1042" y="1064"/>
                    <a:pt x="1035" y="1064"/>
                  </a:cubicBezTo>
                  <a:cubicBezTo>
                    <a:pt x="1028" y="1064"/>
                    <a:pt x="1023" y="1070"/>
                    <a:pt x="1023" y="1077"/>
                  </a:cubicBezTo>
                  <a:cubicBezTo>
                    <a:pt x="1023" y="1084"/>
                    <a:pt x="1028" y="1090"/>
                    <a:pt x="1035" y="1090"/>
                  </a:cubicBezTo>
                  <a:close/>
                  <a:moveTo>
                    <a:pt x="1075" y="1090"/>
                  </a:moveTo>
                  <a:cubicBezTo>
                    <a:pt x="1082" y="1090"/>
                    <a:pt x="1087" y="1084"/>
                    <a:pt x="1087" y="1077"/>
                  </a:cubicBezTo>
                  <a:cubicBezTo>
                    <a:pt x="1087" y="1070"/>
                    <a:pt x="1082" y="1064"/>
                    <a:pt x="1075" y="1064"/>
                  </a:cubicBezTo>
                  <a:cubicBezTo>
                    <a:pt x="1068" y="1064"/>
                    <a:pt x="1062" y="1070"/>
                    <a:pt x="1062" y="1077"/>
                  </a:cubicBezTo>
                  <a:cubicBezTo>
                    <a:pt x="1062" y="1084"/>
                    <a:pt x="1068" y="1090"/>
                    <a:pt x="1075" y="1090"/>
                  </a:cubicBezTo>
                  <a:close/>
                  <a:moveTo>
                    <a:pt x="1114" y="1090"/>
                  </a:moveTo>
                  <a:cubicBezTo>
                    <a:pt x="1121" y="1090"/>
                    <a:pt x="1127" y="1084"/>
                    <a:pt x="1127" y="1077"/>
                  </a:cubicBezTo>
                  <a:cubicBezTo>
                    <a:pt x="1127" y="1070"/>
                    <a:pt x="1121" y="1064"/>
                    <a:pt x="1114" y="1064"/>
                  </a:cubicBezTo>
                  <a:cubicBezTo>
                    <a:pt x="1107" y="1064"/>
                    <a:pt x="1101" y="1070"/>
                    <a:pt x="1101" y="1077"/>
                  </a:cubicBezTo>
                  <a:cubicBezTo>
                    <a:pt x="1101" y="1084"/>
                    <a:pt x="1107" y="1090"/>
                    <a:pt x="1114" y="1090"/>
                  </a:cubicBezTo>
                  <a:close/>
                  <a:moveTo>
                    <a:pt x="1154" y="1090"/>
                  </a:moveTo>
                  <a:cubicBezTo>
                    <a:pt x="1161" y="1090"/>
                    <a:pt x="1166" y="1084"/>
                    <a:pt x="1166" y="1077"/>
                  </a:cubicBezTo>
                  <a:cubicBezTo>
                    <a:pt x="1166" y="1070"/>
                    <a:pt x="1161" y="1064"/>
                    <a:pt x="1154" y="1064"/>
                  </a:cubicBezTo>
                  <a:cubicBezTo>
                    <a:pt x="1147" y="1064"/>
                    <a:pt x="1141" y="1070"/>
                    <a:pt x="1141" y="1077"/>
                  </a:cubicBezTo>
                  <a:cubicBezTo>
                    <a:pt x="1141" y="1084"/>
                    <a:pt x="1147" y="1090"/>
                    <a:pt x="1154" y="1090"/>
                  </a:cubicBezTo>
                  <a:close/>
                  <a:moveTo>
                    <a:pt x="1627" y="1064"/>
                  </a:moveTo>
                  <a:cubicBezTo>
                    <a:pt x="1620" y="1064"/>
                    <a:pt x="1614" y="1070"/>
                    <a:pt x="1614" y="1077"/>
                  </a:cubicBezTo>
                  <a:cubicBezTo>
                    <a:pt x="1614" y="1084"/>
                    <a:pt x="1620" y="1090"/>
                    <a:pt x="1627" y="1090"/>
                  </a:cubicBezTo>
                  <a:cubicBezTo>
                    <a:pt x="1634" y="1090"/>
                    <a:pt x="1639" y="1084"/>
                    <a:pt x="1639" y="1077"/>
                  </a:cubicBezTo>
                  <a:cubicBezTo>
                    <a:pt x="1639" y="1070"/>
                    <a:pt x="1634" y="1064"/>
                    <a:pt x="1627" y="1064"/>
                  </a:cubicBezTo>
                  <a:close/>
                  <a:moveTo>
                    <a:pt x="1666" y="1064"/>
                  </a:moveTo>
                  <a:cubicBezTo>
                    <a:pt x="1659" y="1064"/>
                    <a:pt x="1653" y="1070"/>
                    <a:pt x="1653" y="1077"/>
                  </a:cubicBezTo>
                  <a:cubicBezTo>
                    <a:pt x="1653" y="1084"/>
                    <a:pt x="1659" y="1090"/>
                    <a:pt x="1666" y="1090"/>
                  </a:cubicBezTo>
                  <a:cubicBezTo>
                    <a:pt x="1673" y="1090"/>
                    <a:pt x="1679" y="1084"/>
                    <a:pt x="1679" y="1077"/>
                  </a:cubicBezTo>
                  <a:cubicBezTo>
                    <a:pt x="1679" y="1070"/>
                    <a:pt x="1673" y="1064"/>
                    <a:pt x="1666" y="1064"/>
                  </a:cubicBezTo>
                  <a:close/>
                  <a:moveTo>
                    <a:pt x="1784" y="1064"/>
                  </a:moveTo>
                  <a:cubicBezTo>
                    <a:pt x="1777" y="1064"/>
                    <a:pt x="1772" y="1070"/>
                    <a:pt x="1772" y="1077"/>
                  </a:cubicBezTo>
                  <a:cubicBezTo>
                    <a:pt x="1772" y="1084"/>
                    <a:pt x="1777" y="1090"/>
                    <a:pt x="1784" y="1090"/>
                  </a:cubicBezTo>
                  <a:cubicBezTo>
                    <a:pt x="1791" y="1090"/>
                    <a:pt x="1797" y="1084"/>
                    <a:pt x="1797" y="1077"/>
                  </a:cubicBezTo>
                  <a:cubicBezTo>
                    <a:pt x="1797" y="1070"/>
                    <a:pt x="1791" y="1064"/>
                    <a:pt x="1784" y="1064"/>
                  </a:cubicBezTo>
                  <a:close/>
                  <a:moveTo>
                    <a:pt x="1824" y="1090"/>
                  </a:moveTo>
                  <a:cubicBezTo>
                    <a:pt x="1831" y="1090"/>
                    <a:pt x="1836" y="1084"/>
                    <a:pt x="1836" y="1077"/>
                  </a:cubicBezTo>
                  <a:cubicBezTo>
                    <a:pt x="1836" y="1070"/>
                    <a:pt x="1831" y="1064"/>
                    <a:pt x="1824" y="1064"/>
                  </a:cubicBezTo>
                  <a:cubicBezTo>
                    <a:pt x="1817" y="1064"/>
                    <a:pt x="1811" y="1070"/>
                    <a:pt x="1811" y="1077"/>
                  </a:cubicBezTo>
                  <a:cubicBezTo>
                    <a:pt x="1811" y="1084"/>
                    <a:pt x="1817" y="1090"/>
                    <a:pt x="1824" y="1090"/>
                  </a:cubicBezTo>
                  <a:close/>
                  <a:moveTo>
                    <a:pt x="1863" y="1090"/>
                  </a:moveTo>
                  <a:cubicBezTo>
                    <a:pt x="1870" y="1090"/>
                    <a:pt x="1876" y="1084"/>
                    <a:pt x="1876" y="1077"/>
                  </a:cubicBezTo>
                  <a:cubicBezTo>
                    <a:pt x="1876" y="1070"/>
                    <a:pt x="1870" y="1064"/>
                    <a:pt x="1863" y="1064"/>
                  </a:cubicBezTo>
                  <a:cubicBezTo>
                    <a:pt x="1856" y="1064"/>
                    <a:pt x="1850" y="1070"/>
                    <a:pt x="1850" y="1077"/>
                  </a:cubicBezTo>
                  <a:cubicBezTo>
                    <a:pt x="1850" y="1084"/>
                    <a:pt x="1856" y="1090"/>
                    <a:pt x="1863" y="1090"/>
                  </a:cubicBezTo>
                  <a:close/>
                  <a:moveTo>
                    <a:pt x="1903" y="1090"/>
                  </a:moveTo>
                  <a:cubicBezTo>
                    <a:pt x="1910" y="1090"/>
                    <a:pt x="1915" y="1084"/>
                    <a:pt x="1915" y="1077"/>
                  </a:cubicBezTo>
                  <a:cubicBezTo>
                    <a:pt x="1915" y="1070"/>
                    <a:pt x="1910" y="1064"/>
                    <a:pt x="1903" y="1064"/>
                  </a:cubicBezTo>
                  <a:cubicBezTo>
                    <a:pt x="1896" y="1064"/>
                    <a:pt x="1890" y="1070"/>
                    <a:pt x="1890" y="1077"/>
                  </a:cubicBezTo>
                  <a:cubicBezTo>
                    <a:pt x="1890" y="1084"/>
                    <a:pt x="1896" y="1090"/>
                    <a:pt x="1903" y="1090"/>
                  </a:cubicBezTo>
                  <a:close/>
                  <a:moveTo>
                    <a:pt x="1942" y="1090"/>
                  </a:moveTo>
                  <a:cubicBezTo>
                    <a:pt x="1949" y="1090"/>
                    <a:pt x="1955" y="1084"/>
                    <a:pt x="1955" y="1077"/>
                  </a:cubicBezTo>
                  <a:cubicBezTo>
                    <a:pt x="1955" y="1070"/>
                    <a:pt x="1949" y="1064"/>
                    <a:pt x="1942" y="1064"/>
                  </a:cubicBezTo>
                  <a:cubicBezTo>
                    <a:pt x="1935" y="1064"/>
                    <a:pt x="1929" y="1070"/>
                    <a:pt x="1929" y="1077"/>
                  </a:cubicBezTo>
                  <a:cubicBezTo>
                    <a:pt x="1929" y="1084"/>
                    <a:pt x="1935" y="1090"/>
                    <a:pt x="1942" y="1090"/>
                  </a:cubicBezTo>
                  <a:close/>
                  <a:moveTo>
                    <a:pt x="1981" y="1090"/>
                  </a:moveTo>
                  <a:cubicBezTo>
                    <a:pt x="1988" y="1090"/>
                    <a:pt x="1994" y="1084"/>
                    <a:pt x="1994" y="1077"/>
                  </a:cubicBezTo>
                  <a:cubicBezTo>
                    <a:pt x="1994" y="1070"/>
                    <a:pt x="1988" y="1064"/>
                    <a:pt x="1981" y="1064"/>
                  </a:cubicBezTo>
                  <a:cubicBezTo>
                    <a:pt x="1974" y="1064"/>
                    <a:pt x="1969" y="1070"/>
                    <a:pt x="1969" y="1077"/>
                  </a:cubicBezTo>
                  <a:cubicBezTo>
                    <a:pt x="1969" y="1084"/>
                    <a:pt x="1974" y="1090"/>
                    <a:pt x="1981" y="1090"/>
                  </a:cubicBezTo>
                  <a:close/>
                  <a:moveTo>
                    <a:pt x="2008" y="1077"/>
                  </a:moveTo>
                  <a:cubicBezTo>
                    <a:pt x="2008" y="1084"/>
                    <a:pt x="2014" y="1090"/>
                    <a:pt x="2021" y="1090"/>
                  </a:cubicBezTo>
                  <a:cubicBezTo>
                    <a:pt x="2028" y="1090"/>
                    <a:pt x="2034" y="1084"/>
                    <a:pt x="2034" y="1077"/>
                  </a:cubicBezTo>
                  <a:cubicBezTo>
                    <a:pt x="2034" y="1070"/>
                    <a:pt x="2028" y="1064"/>
                    <a:pt x="2021" y="1064"/>
                  </a:cubicBezTo>
                  <a:cubicBezTo>
                    <a:pt x="2014" y="1064"/>
                    <a:pt x="2008" y="1070"/>
                    <a:pt x="2008" y="1077"/>
                  </a:cubicBezTo>
                  <a:close/>
                  <a:moveTo>
                    <a:pt x="2060" y="1090"/>
                  </a:moveTo>
                  <a:cubicBezTo>
                    <a:pt x="2067" y="1090"/>
                    <a:pt x="2073" y="1084"/>
                    <a:pt x="2073" y="1077"/>
                  </a:cubicBezTo>
                  <a:cubicBezTo>
                    <a:pt x="2073" y="1070"/>
                    <a:pt x="2067" y="1064"/>
                    <a:pt x="2060" y="1064"/>
                  </a:cubicBezTo>
                  <a:cubicBezTo>
                    <a:pt x="2053" y="1064"/>
                    <a:pt x="2048" y="1070"/>
                    <a:pt x="2048" y="1077"/>
                  </a:cubicBezTo>
                  <a:cubicBezTo>
                    <a:pt x="2048" y="1084"/>
                    <a:pt x="2053" y="1090"/>
                    <a:pt x="2060" y="1090"/>
                  </a:cubicBezTo>
                  <a:close/>
                  <a:moveTo>
                    <a:pt x="2100" y="1090"/>
                  </a:moveTo>
                  <a:cubicBezTo>
                    <a:pt x="2107" y="1090"/>
                    <a:pt x="2112" y="1084"/>
                    <a:pt x="2112" y="1077"/>
                  </a:cubicBezTo>
                  <a:cubicBezTo>
                    <a:pt x="2112" y="1070"/>
                    <a:pt x="2107" y="1064"/>
                    <a:pt x="2100" y="1064"/>
                  </a:cubicBezTo>
                  <a:cubicBezTo>
                    <a:pt x="2093" y="1064"/>
                    <a:pt x="2087" y="1070"/>
                    <a:pt x="2087" y="1077"/>
                  </a:cubicBezTo>
                  <a:cubicBezTo>
                    <a:pt x="2087" y="1084"/>
                    <a:pt x="2093" y="1090"/>
                    <a:pt x="2100" y="1090"/>
                  </a:cubicBezTo>
                  <a:close/>
                  <a:moveTo>
                    <a:pt x="2139" y="1090"/>
                  </a:moveTo>
                  <a:cubicBezTo>
                    <a:pt x="2146" y="1090"/>
                    <a:pt x="2152" y="1084"/>
                    <a:pt x="2152" y="1077"/>
                  </a:cubicBezTo>
                  <a:cubicBezTo>
                    <a:pt x="2152" y="1070"/>
                    <a:pt x="2146" y="1064"/>
                    <a:pt x="2139" y="1064"/>
                  </a:cubicBezTo>
                  <a:cubicBezTo>
                    <a:pt x="2132" y="1064"/>
                    <a:pt x="2126" y="1070"/>
                    <a:pt x="2126" y="1077"/>
                  </a:cubicBezTo>
                  <a:cubicBezTo>
                    <a:pt x="2126" y="1084"/>
                    <a:pt x="2132" y="1090"/>
                    <a:pt x="2139" y="1090"/>
                  </a:cubicBezTo>
                  <a:close/>
                  <a:moveTo>
                    <a:pt x="2179" y="1064"/>
                  </a:moveTo>
                  <a:cubicBezTo>
                    <a:pt x="2172" y="1064"/>
                    <a:pt x="2166" y="1070"/>
                    <a:pt x="2166" y="1077"/>
                  </a:cubicBezTo>
                  <a:cubicBezTo>
                    <a:pt x="2166" y="1084"/>
                    <a:pt x="2172" y="1090"/>
                    <a:pt x="2179" y="1090"/>
                  </a:cubicBezTo>
                  <a:cubicBezTo>
                    <a:pt x="2186" y="1090"/>
                    <a:pt x="2191" y="1084"/>
                    <a:pt x="2191" y="1077"/>
                  </a:cubicBezTo>
                  <a:cubicBezTo>
                    <a:pt x="2191" y="1070"/>
                    <a:pt x="2186" y="1064"/>
                    <a:pt x="2179" y="1064"/>
                  </a:cubicBezTo>
                  <a:close/>
                  <a:moveTo>
                    <a:pt x="2730" y="1064"/>
                  </a:moveTo>
                  <a:cubicBezTo>
                    <a:pt x="2723" y="1064"/>
                    <a:pt x="2718" y="1070"/>
                    <a:pt x="2718" y="1077"/>
                  </a:cubicBezTo>
                  <a:cubicBezTo>
                    <a:pt x="2718" y="1084"/>
                    <a:pt x="2723" y="1090"/>
                    <a:pt x="2730" y="1090"/>
                  </a:cubicBezTo>
                  <a:cubicBezTo>
                    <a:pt x="2738" y="1090"/>
                    <a:pt x="2743" y="1084"/>
                    <a:pt x="2743" y="1077"/>
                  </a:cubicBezTo>
                  <a:cubicBezTo>
                    <a:pt x="2743" y="1070"/>
                    <a:pt x="2738" y="1064"/>
                    <a:pt x="2730" y="1064"/>
                  </a:cubicBezTo>
                  <a:close/>
                  <a:moveTo>
                    <a:pt x="2888" y="1090"/>
                  </a:moveTo>
                  <a:cubicBezTo>
                    <a:pt x="2895" y="1090"/>
                    <a:pt x="2901" y="1084"/>
                    <a:pt x="2901" y="1077"/>
                  </a:cubicBezTo>
                  <a:cubicBezTo>
                    <a:pt x="2901" y="1070"/>
                    <a:pt x="2895" y="1064"/>
                    <a:pt x="2888" y="1064"/>
                  </a:cubicBezTo>
                  <a:cubicBezTo>
                    <a:pt x="2881" y="1064"/>
                    <a:pt x="2875" y="1070"/>
                    <a:pt x="2875" y="1077"/>
                  </a:cubicBezTo>
                  <a:cubicBezTo>
                    <a:pt x="2875" y="1084"/>
                    <a:pt x="2881" y="1090"/>
                    <a:pt x="2888" y="1090"/>
                  </a:cubicBezTo>
                  <a:close/>
                  <a:moveTo>
                    <a:pt x="917" y="1129"/>
                  </a:moveTo>
                  <a:cubicBezTo>
                    <a:pt x="924" y="1129"/>
                    <a:pt x="930" y="1124"/>
                    <a:pt x="930" y="1117"/>
                  </a:cubicBezTo>
                  <a:cubicBezTo>
                    <a:pt x="930" y="1110"/>
                    <a:pt x="924" y="1104"/>
                    <a:pt x="917" y="1104"/>
                  </a:cubicBezTo>
                  <a:cubicBezTo>
                    <a:pt x="910" y="1104"/>
                    <a:pt x="904" y="1110"/>
                    <a:pt x="904" y="1117"/>
                  </a:cubicBezTo>
                  <a:cubicBezTo>
                    <a:pt x="904" y="1124"/>
                    <a:pt x="910" y="1129"/>
                    <a:pt x="917" y="1129"/>
                  </a:cubicBezTo>
                  <a:close/>
                  <a:moveTo>
                    <a:pt x="956" y="1129"/>
                  </a:moveTo>
                  <a:cubicBezTo>
                    <a:pt x="963" y="1129"/>
                    <a:pt x="969" y="1124"/>
                    <a:pt x="969" y="1117"/>
                  </a:cubicBezTo>
                  <a:cubicBezTo>
                    <a:pt x="969" y="1110"/>
                    <a:pt x="963" y="1104"/>
                    <a:pt x="956" y="1104"/>
                  </a:cubicBezTo>
                  <a:cubicBezTo>
                    <a:pt x="949" y="1104"/>
                    <a:pt x="944" y="1110"/>
                    <a:pt x="944" y="1117"/>
                  </a:cubicBezTo>
                  <a:cubicBezTo>
                    <a:pt x="944" y="1124"/>
                    <a:pt x="949" y="1129"/>
                    <a:pt x="956" y="1129"/>
                  </a:cubicBezTo>
                  <a:close/>
                  <a:moveTo>
                    <a:pt x="996" y="1129"/>
                  </a:moveTo>
                  <a:cubicBezTo>
                    <a:pt x="1003" y="1129"/>
                    <a:pt x="1009" y="1124"/>
                    <a:pt x="1009" y="1117"/>
                  </a:cubicBezTo>
                  <a:cubicBezTo>
                    <a:pt x="1009" y="1110"/>
                    <a:pt x="1003" y="1104"/>
                    <a:pt x="996" y="1104"/>
                  </a:cubicBezTo>
                  <a:cubicBezTo>
                    <a:pt x="989" y="1104"/>
                    <a:pt x="983" y="1110"/>
                    <a:pt x="983" y="1117"/>
                  </a:cubicBezTo>
                  <a:cubicBezTo>
                    <a:pt x="983" y="1124"/>
                    <a:pt x="989" y="1129"/>
                    <a:pt x="996" y="1129"/>
                  </a:cubicBezTo>
                  <a:close/>
                  <a:moveTo>
                    <a:pt x="1035" y="1129"/>
                  </a:moveTo>
                  <a:cubicBezTo>
                    <a:pt x="1042" y="1129"/>
                    <a:pt x="1048" y="1124"/>
                    <a:pt x="1048" y="1117"/>
                  </a:cubicBezTo>
                  <a:cubicBezTo>
                    <a:pt x="1048" y="1110"/>
                    <a:pt x="1042" y="1104"/>
                    <a:pt x="1035" y="1104"/>
                  </a:cubicBezTo>
                  <a:cubicBezTo>
                    <a:pt x="1028" y="1104"/>
                    <a:pt x="1023" y="1110"/>
                    <a:pt x="1023" y="1117"/>
                  </a:cubicBezTo>
                  <a:cubicBezTo>
                    <a:pt x="1023" y="1124"/>
                    <a:pt x="1028" y="1129"/>
                    <a:pt x="1035" y="1129"/>
                  </a:cubicBezTo>
                  <a:close/>
                  <a:moveTo>
                    <a:pt x="1075" y="1129"/>
                  </a:moveTo>
                  <a:cubicBezTo>
                    <a:pt x="1082" y="1129"/>
                    <a:pt x="1087" y="1124"/>
                    <a:pt x="1087" y="1117"/>
                  </a:cubicBezTo>
                  <a:cubicBezTo>
                    <a:pt x="1087" y="1110"/>
                    <a:pt x="1082" y="1104"/>
                    <a:pt x="1075" y="1104"/>
                  </a:cubicBezTo>
                  <a:cubicBezTo>
                    <a:pt x="1068" y="1104"/>
                    <a:pt x="1062" y="1110"/>
                    <a:pt x="1062" y="1117"/>
                  </a:cubicBezTo>
                  <a:cubicBezTo>
                    <a:pt x="1062" y="1124"/>
                    <a:pt x="1068" y="1129"/>
                    <a:pt x="1075" y="1129"/>
                  </a:cubicBezTo>
                  <a:close/>
                  <a:moveTo>
                    <a:pt x="1114" y="1129"/>
                  </a:moveTo>
                  <a:cubicBezTo>
                    <a:pt x="1121" y="1129"/>
                    <a:pt x="1127" y="1124"/>
                    <a:pt x="1127" y="1117"/>
                  </a:cubicBezTo>
                  <a:cubicBezTo>
                    <a:pt x="1127" y="1110"/>
                    <a:pt x="1121" y="1104"/>
                    <a:pt x="1114" y="1104"/>
                  </a:cubicBezTo>
                  <a:cubicBezTo>
                    <a:pt x="1107" y="1104"/>
                    <a:pt x="1101" y="1110"/>
                    <a:pt x="1101" y="1117"/>
                  </a:cubicBezTo>
                  <a:cubicBezTo>
                    <a:pt x="1101" y="1124"/>
                    <a:pt x="1107" y="1129"/>
                    <a:pt x="1114" y="1129"/>
                  </a:cubicBezTo>
                  <a:close/>
                  <a:moveTo>
                    <a:pt x="1154" y="1129"/>
                  </a:moveTo>
                  <a:cubicBezTo>
                    <a:pt x="1161" y="1129"/>
                    <a:pt x="1166" y="1124"/>
                    <a:pt x="1166" y="1117"/>
                  </a:cubicBezTo>
                  <a:cubicBezTo>
                    <a:pt x="1166" y="1110"/>
                    <a:pt x="1161" y="1104"/>
                    <a:pt x="1154" y="1104"/>
                  </a:cubicBezTo>
                  <a:cubicBezTo>
                    <a:pt x="1146" y="1104"/>
                    <a:pt x="1141" y="1110"/>
                    <a:pt x="1141" y="1117"/>
                  </a:cubicBezTo>
                  <a:cubicBezTo>
                    <a:pt x="1141" y="1124"/>
                    <a:pt x="1146" y="1129"/>
                    <a:pt x="1154" y="1129"/>
                  </a:cubicBezTo>
                  <a:close/>
                  <a:moveTo>
                    <a:pt x="1824" y="1104"/>
                  </a:moveTo>
                  <a:cubicBezTo>
                    <a:pt x="1817" y="1104"/>
                    <a:pt x="1811" y="1110"/>
                    <a:pt x="1811" y="1117"/>
                  </a:cubicBezTo>
                  <a:cubicBezTo>
                    <a:pt x="1811" y="1124"/>
                    <a:pt x="1817" y="1129"/>
                    <a:pt x="1824" y="1129"/>
                  </a:cubicBezTo>
                  <a:cubicBezTo>
                    <a:pt x="1831" y="1129"/>
                    <a:pt x="1836" y="1124"/>
                    <a:pt x="1836" y="1117"/>
                  </a:cubicBezTo>
                  <a:cubicBezTo>
                    <a:pt x="1836" y="1110"/>
                    <a:pt x="1831" y="1104"/>
                    <a:pt x="1824" y="1104"/>
                  </a:cubicBezTo>
                  <a:close/>
                  <a:moveTo>
                    <a:pt x="1863" y="1104"/>
                  </a:moveTo>
                  <a:cubicBezTo>
                    <a:pt x="1856" y="1104"/>
                    <a:pt x="1850" y="1110"/>
                    <a:pt x="1850" y="1117"/>
                  </a:cubicBezTo>
                  <a:cubicBezTo>
                    <a:pt x="1850" y="1124"/>
                    <a:pt x="1856" y="1129"/>
                    <a:pt x="1863" y="1129"/>
                  </a:cubicBezTo>
                  <a:cubicBezTo>
                    <a:pt x="1870" y="1129"/>
                    <a:pt x="1876" y="1124"/>
                    <a:pt x="1876" y="1117"/>
                  </a:cubicBezTo>
                  <a:cubicBezTo>
                    <a:pt x="1876" y="1110"/>
                    <a:pt x="1870" y="1104"/>
                    <a:pt x="1863" y="1104"/>
                  </a:cubicBezTo>
                  <a:close/>
                  <a:moveTo>
                    <a:pt x="1903" y="1104"/>
                  </a:moveTo>
                  <a:cubicBezTo>
                    <a:pt x="1896" y="1104"/>
                    <a:pt x="1890" y="1110"/>
                    <a:pt x="1890" y="1117"/>
                  </a:cubicBezTo>
                  <a:cubicBezTo>
                    <a:pt x="1890" y="1124"/>
                    <a:pt x="1896" y="1129"/>
                    <a:pt x="1903" y="1129"/>
                  </a:cubicBezTo>
                  <a:cubicBezTo>
                    <a:pt x="1910" y="1129"/>
                    <a:pt x="1915" y="1124"/>
                    <a:pt x="1915" y="1117"/>
                  </a:cubicBezTo>
                  <a:cubicBezTo>
                    <a:pt x="1915" y="1110"/>
                    <a:pt x="1910" y="1104"/>
                    <a:pt x="1903" y="1104"/>
                  </a:cubicBezTo>
                  <a:close/>
                  <a:moveTo>
                    <a:pt x="1942" y="1129"/>
                  </a:moveTo>
                  <a:cubicBezTo>
                    <a:pt x="1949" y="1129"/>
                    <a:pt x="1955" y="1124"/>
                    <a:pt x="1955" y="1117"/>
                  </a:cubicBezTo>
                  <a:cubicBezTo>
                    <a:pt x="1955" y="1110"/>
                    <a:pt x="1949" y="1104"/>
                    <a:pt x="1942" y="1104"/>
                  </a:cubicBezTo>
                  <a:cubicBezTo>
                    <a:pt x="1935" y="1104"/>
                    <a:pt x="1929" y="1110"/>
                    <a:pt x="1929" y="1117"/>
                  </a:cubicBezTo>
                  <a:cubicBezTo>
                    <a:pt x="1929" y="1124"/>
                    <a:pt x="1935" y="1129"/>
                    <a:pt x="1942" y="1129"/>
                  </a:cubicBezTo>
                  <a:close/>
                  <a:moveTo>
                    <a:pt x="1981" y="1104"/>
                  </a:moveTo>
                  <a:cubicBezTo>
                    <a:pt x="1974" y="1104"/>
                    <a:pt x="1969" y="1110"/>
                    <a:pt x="1969" y="1117"/>
                  </a:cubicBezTo>
                  <a:cubicBezTo>
                    <a:pt x="1969" y="1124"/>
                    <a:pt x="1974" y="1129"/>
                    <a:pt x="1981" y="1129"/>
                  </a:cubicBezTo>
                  <a:cubicBezTo>
                    <a:pt x="1988" y="1129"/>
                    <a:pt x="1994" y="1124"/>
                    <a:pt x="1994" y="1117"/>
                  </a:cubicBezTo>
                  <a:cubicBezTo>
                    <a:pt x="1994" y="1110"/>
                    <a:pt x="1988" y="1104"/>
                    <a:pt x="1981" y="1104"/>
                  </a:cubicBezTo>
                  <a:close/>
                  <a:moveTo>
                    <a:pt x="2021" y="1129"/>
                  </a:moveTo>
                  <a:cubicBezTo>
                    <a:pt x="2028" y="1129"/>
                    <a:pt x="2034" y="1124"/>
                    <a:pt x="2034" y="1117"/>
                  </a:cubicBezTo>
                  <a:cubicBezTo>
                    <a:pt x="2034" y="1110"/>
                    <a:pt x="2028" y="1104"/>
                    <a:pt x="2021" y="1104"/>
                  </a:cubicBezTo>
                  <a:cubicBezTo>
                    <a:pt x="2014" y="1104"/>
                    <a:pt x="2008" y="1110"/>
                    <a:pt x="2008" y="1117"/>
                  </a:cubicBezTo>
                  <a:cubicBezTo>
                    <a:pt x="2008" y="1124"/>
                    <a:pt x="2014" y="1129"/>
                    <a:pt x="2021" y="1129"/>
                  </a:cubicBezTo>
                  <a:close/>
                  <a:moveTo>
                    <a:pt x="2060" y="1129"/>
                  </a:moveTo>
                  <a:cubicBezTo>
                    <a:pt x="2067" y="1129"/>
                    <a:pt x="2073" y="1124"/>
                    <a:pt x="2073" y="1117"/>
                  </a:cubicBezTo>
                  <a:cubicBezTo>
                    <a:pt x="2073" y="1110"/>
                    <a:pt x="2067" y="1104"/>
                    <a:pt x="2060" y="1104"/>
                  </a:cubicBezTo>
                  <a:cubicBezTo>
                    <a:pt x="2053" y="1104"/>
                    <a:pt x="2048" y="1110"/>
                    <a:pt x="2048" y="1117"/>
                  </a:cubicBezTo>
                  <a:cubicBezTo>
                    <a:pt x="2048" y="1124"/>
                    <a:pt x="2053" y="1129"/>
                    <a:pt x="2060" y="1129"/>
                  </a:cubicBezTo>
                  <a:close/>
                  <a:moveTo>
                    <a:pt x="2100" y="1129"/>
                  </a:moveTo>
                  <a:cubicBezTo>
                    <a:pt x="2107" y="1129"/>
                    <a:pt x="2112" y="1124"/>
                    <a:pt x="2112" y="1117"/>
                  </a:cubicBezTo>
                  <a:cubicBezTo>
                    <a:pt x="2112" y="1110"/>
                    <a:pt x="2107" y="1104"/>
                    <a:pt x="2100" y="1104"/>
                  </a:cubicBezTo>
                  <a:cubicBezTo>
                    <a:pt x="2093" y="1104"/>
                    <a:pt x="2087" y="1110"/>
                    <a:pt x="2087" y="1117"/>
                  </a:cubicBezTo>
                  <a:cubicBezTo>
                    <a:pt x="2087" y="1124"/>
                    <a:pt x="2093" y="1129"/>
                    <a:pt x="2100" y="1129"/>
                  </a:cubicBezTo>
                  <a:close/>
                  <a:moveTo>
                    <a:pt x="2139" y="1129"/>
                  </a:moveTo>
                  <a:cubicBezTo>
                    <a:pt x="2146" y="1129"/>
                    <a:pt x="2152" y="1124"/>
                    <a:pt x="2152" y="1117"/>
                  </a:cubicBezTo>
                  <a:cubicBezTo>
                    <a:pt x="2152" y="1110"/>
                    <a:pt x="2146" y="1104"/>
                    <a:pt x="2139" y="1104"/>
                  </a:cubicBezTo>
                  <a:cubicBezTo>
                    <a:pt x="2132" y="1104"/>
                    <a:pt x="2126" y="1110"/>
                    <a:pt x="2126" y="1117"/>
                  </a:cubicBezTo>
                  <a:cubicBezTo>
                    <a:pt x="2126" y="1124"/>
                    <a:pt x="2132" y="1129"/>
                    <a:pt x="2139" y="1129"/>
                  </a:cubicBezTo>
                  <a:close/>
                  <a:moveTo>
                    <a:pt x="2730" y="1104"/>
                  </a:moveTo>
                  <a:cubicBezTo>
                    <a:pt x="2723" y="1104"/>
                    <a:pt x="2718" y="1110"/>
                    <a:pt x="2718" y="1117"/>
                  </a:cubicBezTo>
                  <a:cubicBezTo>
                    <a:pt x="2718" y="1124"/>
                    <a:pt x="2723" y="1129"/>
                    <a:pt x="2730" y="1129"/>
                  </a:cubicBezTo>
                  <a:cubicBezTo>
                    <a:pt x="2738" y="1129"/>
                    <a:pt x="2743" y="1124"/>
                    <a:pt x="2743" y="1117"/>
                  </a:cubicBezTo>
                  <a:cubicBezTo>
                    <a:pt x="2743" y="1110"/>
                    <a:pt x="2738" y="1104"/>
                    <a:pt x="2730" y="1104"/>
                  </a:cubicBezTo>
                  <a:close/>
                  <a:moveTo>
                    <a:pt x="2809" y="1104"/>
                  </a:moveTo>
                  <a:cubicBezTo>
                    <a:pt x="2802" y="1104"/>
                    <a:pt x="2797" y="1110"/>
                    <a:pt x="2797" y="1117"/>
                  </a:cubicBezTo>
                  <a:cubicBezTo>
                    <a:pt x="2797" y="1124"/>
                    <a:pt x="2802" y="1129"/>
                    <a:pt x="2809" y="1129"/>
                  </a:cubicBezTo>
                  <a:cubicBezTo>
                    <a:pt x="2816" y="1129"/>
                    <a:pt x="2822" y="1124"/>
                    <a:pt x="2822" y="1117"/>
                  </a:cubicBezTo>
                  <a:cubicBezTo>
                    <a:pt x="2822" y="1110"/>
                    <a:pt x="2816" y="1104"/>
                    <a:pt x="2809" y="1104"/>
                  </a:cubicBezTo>
                  <a:close/>
                  <a:moveTo>
                    <a:pt x="2849" y="1104"/>
                  </a:moveTo>
                  <a:cubicBezTo>
                    <a:pt x="2842" y="1104"/>
                    <a:pt x="2836" y="1110"/>
                    <a:pt x="2836" y="1117"/>
                  </a:cubicBezTo>
                  <a:cubicBezTo>
                    <a:pt x="2836" y="1124"/>
                    <a:pt x="2842" y="1129"/>
                    <a:pt x="2849" y="1129"/>
                  </a:cubicBezTo>
                  <a:cubicBezTo>
                    <a:pt x="2856" y="1129"/>
                    <a:pt x="2862" y="1124"/>
                    <a:pt x="2862" y="1117"/>
                  </a:cubicBezTo>
                  <a:cubicBezTo>
                    <a:pt x="2862" y="1110"/>
                    <a:pt x="2856" y="1104"/>
                    <a:pt x="2849" y="1104"/>
                  </a:cubicBezTo>
                  <a:close/>
                  <a:moveTo>
                    <a:pt x="2888" y="1129"/>
                  </a:moveTo>
                  <a:cubicBezTo>
                    <a:pt x="2895" y="1129"/>
                    <a:pt x="2901" y="1124"/>
                    <a:pt x="2901" y="1117"/>
                  </a:cubicBezTo>
                  <a:cubicBezTo>
                    <a:pt x="2901" y="1110"/>
                    <a:pt x="2895" y="1104"/>
                    <a:pt x="2888" y="1104"/>
                  </a:cubicBezTo>
                  <a:cubicBezTo>
                    <a:pt x="2881" y="1104"/>
                    <a:pt x="2875" y="1110"/>
                    <a:pt x="2875" y="1117"/>
                  </a:cubicBezTo>
                  <a:cubicBezTo>
                    <a:pt x="2875" y="1124"/>
                    <a:pt x="2881" y="1129"/>
                    <a:pt x="2888" y="1129"/>
                  </a:cubicBezTo>
                  <a:close/>
                  <a:moveTo>
                    <a:pt x="2919" y="1117"/>
                  </a:moveTo>
                  <a:cubicBezTo>
                    <a:pt x="2919" y="1121"/>
                    <a:pt x="2923" y="1125"/>
                    <a:pt x="2928" y="1125"/>
                  </a:cubicBezTo>
                  <a:cubicBezTo>
                    <a:pt x="2932" y="1125"/>
                    <a:pt x="2936" y="1121"/>
                    <a:pt x="2936" y="1117"/>
                  </a:cubicBezTo>
                  <a:cubicBezTo>
                    <a:pt x="2936" y="1112"/>
                    <a:pt x="2932" y="1108"/>
                    <a:pt x="2928" y="1108"/>
                  </a:cubicBezTo>
                  <a:cubicBezTo>
                    <a:pt x="2923" y="1108"/>
                    <a:pt x="2919" y="1112"/>
                    <a:pt x="2919" y="1117"/>
                  </a:cubicBezTo>
                  <a:close/>
                  <a:moveTo>
                    <a:pt x="882" y="1156"/>
                  </a:moveTo>
                  <a:cubicBezTo>
                    <a:pt x="882" y="1154"/>
                    <a:pt x="880" y="1152"/>
                    <a:pt x="878" y="1152"/>
                  </a:cubicBezTo>
                  <a:cubicBezTo>
                    <a:pt x="875" y="1152"/>
                    <a:pt x="873" y="1154"/>
                    <a:pt x="873" y="1156"/>
                  </a:cubicBezTo>
                  <a:cubicBezTo>
                    <a:pt x="873" y="1158"/>
                    <a:pt x="875" y="1160"/>
                    <a:pt x="878" y="1160"/>
                  </a:cubicBezTo>
                  <a:cubicBezTo>
                    <a:pt x="880" y="1160"/>
                    <a:pt x="882" y="1158"/>
                    <a:pt x="882" y="1156"/>
                  </a:cubicBezTo>
                  <a:close/>
                  <a:moveTo>
                    <a:pt x="917" y="1169"/>
                  </a:moveTo>
                  <a:cubicBezTo>
                    <a:pt x="924" y="1169"/>
                    <a:pt x="930" y="1163"/>
                    <a:pt x="930" y="1156"/>
                  </a:cubicBezTo>
                  <a:cubicBezTo>
                    <a:pt x="930" y="1149"/>
                    <a:pt x="924" y="1143"/>
                    <a:pt x="917" y="1143"/>
                  </a:cubicBezTo>
                  <a:cubicBezTo>
                    <a:pt x="910" y="1143"/>
                    <a:pt x="904" y="1149"/>
                    <a:pt x="904" y="1156"/>
                  </a:cubicBezTo>
                  <a:cubicBezTo>
                    <a:pt x="904" y="1163"/>
                    <a:pt x="910" y="1169"/>
                    <a:pt x="917" y="1169"/>
                  </a:cubicBezTo>
                  <a:close/>
                  <a:moveTo>
                    <a:pt x="956" y="1169"/>
                  </a:moveTo>
                  <a:cubicBezTo>
                    <a:pt x="963" y="1169"/>
                    <a:pt x="969" y="1163"/>
                    <a:pt x="969" y="1156"/>
                  </a:cubicBezTo>
                  <a:cubicBezTo>
                    <a:pt x="969" y="1149"/>
                    <a:pt x="963" y="1143"/>
                    <a:pt x="956" y="1143"/>
                  </a:cubicBezTo>
                  <a:cubicBezTo>
                    <a:pt x="949" y="1143"/>
                    <a:pt x="944" y="1149"/>
                    <a:pt x="944" y="1156"/>
                  </a:cubicBezTo>
                  <a:cubicBezTo>
                    <a:pt x="944" y="1163"/>
                    <a:pt x="949" y="1169"/>
                    <a:pt x="956" y="1169"/>
                  </a:cubicBezTo>
                  <a:close/>
                  <a:moveTo>
                    <a:pt x="996" y="1169"/>
                  </a:moveTo>
                  <a:cubicBezTo>
                    <a:pt x="1003" y="1169"/>
                    <a:pt x="1009" y="1163"/>
                    <a:pt x="1009" y="1156"/>
                  </a:cubicBezTo>
                  <a:cubicBezTo>
                    <a:pt x="1009" y="1149"/>
                    <a:pt x="1003" y="1143"/>
                    <a:pt x="996" y="1143"/>
                  </a:cubicBezTo>
                  <a:cubicBezTo>
                    <a:pt x="989" y="1143"/>
                    <a:pt x="983" y="1149"/>
                    <a:pt x="983" y="1156"/>
                  </a:cubicBezTo>
                  <a:cubicBezTo>
                    <a:pt x="983" y="1163"/>
                    <a:pt x="989" y="1169"/>
                    <a:pt x="996" y="1169"/>
                  </a:cubicBezTo>
                  <a:close/>
                  <a:moveTo>
                    <a:pt x="1035" y="1169"/>
                  </a:moveTo>
                  <a:cubicBezTo>
                    <a:pt x="1042" y="1169"/>
                    <a:pt x="1048" y="1163"/>
                    <a:pt x="1048" y="1156"/>
                  </a:cubicBezTo>
                  <a:cubicBezTo>
                    <a:pt x="1048" y="1149"/>
                    <a:pt x="1042" y="1143"/>
                    <a:pt x="1035" y="1143"/>
                  </a:cubicBezTo>
                  <a:cubicBezTo>
                    <a:pt x="1028" y="1143"/>
                    <a:pt x="1023" y="1149"/>
                    <a:pt x="1023" y="1156"/>
                  </a:cubicBezTo>
                  <a:cubicBezTo>
                    <a:pt x="1023" y="1163"/>
                    <a:pt x="1028" y="1169"/>
                    <a:pt x="1035" y="1169"/>
                  </a:cubicBezTo>
                  <a:close/>
                  <a:moveTo>
                    <a:pt x="1075" y="1169"/>
                  </a:moveTo>
                  <a:cubicBezTo>
                    <a:pt x="1082" y="1169"/>
                    <a:pt x="1087" y="1163"/>
                    <a:pt x="1087" y="1156"/>
                  </a:cubicBezTo>
                  <a:cubicBezTo>
                    <a:pt x="1087" y="1149"/>
                    <a:pt x="1082" y="1143"/>
                    <a:pt x="1075" y="1143"/>
                  </a:cubicBezTo>
                  <a:cubicBezTo>
                    <a:pt x="1068" y="1143"/>
                    <a:pt x="1062" y="1149"/>
                    <a:pt x="1062" y="1156"/>
                  </a:cubicBezTo>
                  <a:cubicBezTo>
                    <a:pt x="1062" y="1163"/>
                    <a:pt x="1068" y="1169"/>
                    <a:pt x="1075" y="1169"/>
                  </a:cubicBezTo>
                  <a:close/>
                  <a:moveTo>
                    <a:pt x="1114" y="1169"/>
                  </a:moveTo>
                  <a:cubicBezTo>
                    <a:pt x="1121" y="1169"/>
                    <a:pt x="1127" y="1163"/>
                    <a:pt x="1127" y="1156"/>
                  </a:cubicBezTo>
                  <a:cubicBezTo>
                    <a:pt x="1127" y="1149"/>
                    <a:pt x="1121" y="1143"/>
                    <a:pt x="1114" y="1143"/>
                  </a:cubicBezTo>
                  <a:cubicBezTo>
                    <a:pt x="1107" y="1143"/>
                    <a:pt x="1101" y="1149"/>
                    <a:pt x="1101" y="1156"/>
                  </a:cubicBezTo>
                  <a:cubicBezTo>
                    <a:pt x="1101" y="1163"/>
                    <a:pt x="1107" y="1169"/>
                    <a:pt x="1114" y="1169"/>
                  </a:cubicBezTo>
                  <a:close/>
                  <a:moveTo>
                    <a:pt x="1154" y="1169"/>
                  </a:moveTo>
                  <a:cubicBezTo>
                    <a:pt x="1161" y="1169"/>
                    <a:pt x="1166" y="1163"/>
                    <a:pt x="1166" y="1156"/>
                  </a:cubicBezTo>
                  <a:cubicBezTo>
                    <a:pt x="1166" y="1149"/>
                    <a:pt x="1161" y="1143"/>
                    <a:pt x="1154" y="1143"/>
                  </a:cubicBezTo>
                  <a:cubicBezTo>
                    <a:pt x="1146" y="1143"/>
                    <a:pt x="1141" y="1149"/>
                    <a:pt x="1141" y="1156"/>
                  </a:cubicBezTo>
                  <a:cubicBezTo>
                    <a:pt x="1141" y="1163"/>
                    <a:pt x="1146" y="1169"/>
                    <a:pt x="1154" y="1169"/>
                  </a:cubicBezTo>
                  <a:close/>
                  <a:moveTo>
                    <a:pt x="1193" y="1169"/>
                  </a:moveTo>
                  <a:cubicBezTo>
                    <a:pt x="1200" y="1169"/>
                    <a:pt x="1206" y="1163"/>
                    <a:pt x="1206" y="1156"/>
                  </a:cubicBezTo>
                  <a:cubicBezTo>
                    <a:pt x="1206" y="1149"/>
                    <a:pt x="1200" y="1143"/>
                    <a:pt x="1193" y="1143"/>
                  </a:cubicBezTo>
                  <a:cubicBezTo>
                    <a:pt x="1186" y="1143"/>
                    <a:pt x="1180" y="1149"/>
                    <a:pt x="1180" y="1156"/>
                  </a:cubicBezTo>
                  <a:cubicBezTo>
                    <a:pt x="1180" y="1163"/>
                    <a:pt x="1186" y="1169"/>
                    <a:pt x="1193" y="1169"/>
                  </a:cubicBezTo>
                  <a:close/>
                  <a:moveTo>
                    <a:pt x="1232" y="1169"/>
                  </a:moveTo>
                  <a:cubicBezTo>
                    <a:pt x="1239" y="1169"/>
                    <a:pt x="1245" y="1163"/>
                    <a:pt x="1245" y="1156"/>
                  </a:cubicBezTo>
                  <a:cubicBezTo>
                    <a:pt x="1245" y="1149"/>
                    <a:pt x="1239" y="1143"/>
                    <a:pt x="1232" y="1143"/>
                  </a:cubicBezTo>
                  <a:cubicBezTo>
                    <a:pt x="1225" y="1143"/>
                    <a:pt x="1220" y="1149"/>
                    <a:pt x="1220" y="1156"/>
                  </a:cubicBezTo>
                  <a:cubicBezTo>
                    <a:pt x="1220" y="1163"/>
                    <a:pt x="1225" y="1169"/>
                    <a:pt x="1232" y="1169"/>
                  </a:cubicBezTo>
                  <a:close/>
                  <a:moveTo>
                    <a:pt x="1824" y="1169"/>
                  </a:moveTo>
                  <a:cubicBezTo>
                    <a:pt x="1831" y="1169"/>
                    <a:pt x="1836" y="1163"/>
                    <a:pt x="1836" y="1156"/>
                  </a:cubicBezTo>
                  <a:cubicBezTo>
                    <a:pt x="1836" y="1149"/>
                    <a:pt x="1831" y="1143"/>
                    <a:pt x="1824" y="1143"/>
                  </a:cubicBezTo>
                  <a:cubicBezTo>
                    <a:pt x="1817" y="1143"/>
                    <a:pt x="1811" y="1149"/>
                    <a:pt x="1811" y="1156"/>
                  </a:cubicBezTo>
                  <a:cubicBezTo>
                    <a:pt x="1811" y="1163"/>
                    <a:pt x="1817" y="1169"/>
                    <a:pt x="1824" y="1169"/>
                  </a:cubicBezTo>
                  <a:close/>
                  <a:moveTo>
                    <a:pt x="1863" y="1169"/>
                  </a:moveTo>
                  <a:cubicBezTo>
                    <a:pt x="1870" y="1169"/>
                    <a:pt x="1876" y="1163"/>
                    <a:pt x="1876" y="1156"/>
                  </a:cubicBezTo>
                  <a:cubicBezTo>
                    <a:pt x="1876" y="1149"/>
                    <a:pt x="1870" y="1143"/>
                    <a:pt x="1863" y="1143"/>
                  </a:cubicBezTo>
                  <a:cubicBezTo>
                    <a:pt x="1856" y="1143"/>
                    <a:pt x="1850" y="1149"/>
                    <a:pt x="1850" y="1156"/>
                  </a:cubicBezTo>
                  <a:cubicBezTo>
                    <a:pt x="1850" y="1163"/>
                    <a:pt x="1856" y="1169"/>
                    <a:pt x="1863" y="1169"/>
                  </a:cubicBezTo>
                  <a:close/>
                  <a:moveTo>
                    <a:pt x="1903" y="1169"/>
                  </a:moveTo>
                  <a:cubicBezTo>
                    <a:pt x="1910" y="1169"/>
                    <a:pt x="1915" y="1163"/>
                    <a:pt x="1915" y="1156"/>
                  </a:cubicBezTo>
                  <a:cubicBezTo>
                    <a:pt x="1915" y="1149"/>
                    <a:pt x="1910" y="1143"/>
                    <a:pt x="1903" y="1143"/>
                  </a:cubicBezTo>
                  <a:cubicBezTo>
                    <a:pt x="1896" y="1143"/>
                    <a:pt x="1890" y="1149"/>
                    <a:pt x="1890" y="1156"/>
                  </a:cubicBezTo>
                  <a:cubicBezTo>
                    <a:pt x="1890" y="1163"/>
                    <a:pt x="1896" y="1169"/>
                    <a:pt x="1903" y="1169"/>
                  </a:cubicBezTo>
                  <a:close/>
                  <a:moveTo>
                    <a:pt x="1942" y="1169"/>
                  </a:moveTo>
                  <a:cubicBezTo>
                    <a:pt x="1949" y="1169"/>
                    <a:pt x="1955" y="1163"/>
                    <a:pt x="1955" y="1156"/>
                  </a:cubicBezTo>
                  <a:cubicBezTo>
                    <a:pt x="1955" y="1149"/>
                    <a:pt x="1949" y="1143"/>
                    <a:pt x="1942" y="1143"/>
                  </a:cubicBezTo>
                  <a:cubicBezTo>
                    <a:pt x="1935" y="1143"/>
                    <a:pt x="1929" y="1149"/>
                    <a:pt x="1929" y="1156"/>
                  </a:cubicBezTo>
                  <a:cubicBezTo>
                    <a:pt x="1929" y="1163"/>
                    <a:pt x="1935" y="1169"/>
                    <a:pt x="1942" y="1169"/>
                  </a:cubicBezTo>
                  <a:close/>
                  <a:moveTo>
                    <a:pt x="1981" y="1169"/>
                  </a:moveTo>
                  <a:cubicBezTo>
                    <a:pt x="1988" y="1169"/>
                    <a:pt x="1994" y="1163"/>
                    <a:pt x="1994" y="1156"/>
                  </a:cubicBezTo>
                  <a:cubicBezTo>
                    <a:pt x="1994" y="1149"/>
                    <a:pt x="1988" y="1143"/>
                    <a:pt x="1981" y="1143"/>
                  </a:cubicBezTo>
                  <a:cubicBezTo>
                    <a:pt x="1974" y="1143"/>
                    <a:pt x="1969" y="1149"/>
                    <a:pt x="1969" y="1156"/>
                  </a:cubicBezTo>
                  <a:cubicBezTo>
                    <a:pt x="1969" y="1163"/>
                    <a:pt x="1974" y="1169"/>
                    <a:pt x="1981" y="1169"/>
                  </a:cubicBezTo>
                  <a:close/>
                  <a:moveTo>
                    <a:pt x="2021" y="1169"/>
                  </a:moveTo>
                  <a:cubicBezTo>
                    <a:pt x="2028" y="1169"/>
                    <a:pt x="2034" y="1163"/>
                    <a:pt x="2034" y="1156"/>
                  </a:cubicBezTo>
                  <a:cubicBezTo>
                    <a:pt x="2034" y="1149"/>
                    <a:pt x="2028" y="1143"/>
                    <a:pt x="2021" y="1143"/>
                  </a:cubicBezTo>
                  <a:cubicBezTo>
                    <a:pt x="2014" y="1143"/>
                    <a:pt x="2008" y="1149"/>
                    <a:pt x="2008" y="1156"/>
                  </a:cubicBezTo>
                  <a:cubicBezTo>
                    <a:pt x="2008" y="1163"/>
                    <a:pt x="2014" y="1169"/>
                    <a:pt x="2021" y="1169"/>
                  </a:cubicBezTo>
                  <a:close/>
                  <a:moveTo>
                    <a:pt x="2060" y="1169"/>
                  </a:moveTo>
                  <a:cubicBezTo>
                    <a:pt x="2067" y="1169"/>
                    <a:pt x="2073" y="1163"/>
                    <a:pt x="2073" y="1156"/>
                  </a:cubicBezTo>
                  <a:cubicBezTo>
                    <a:pt x="2073" y="1149"/>
                    <a:pt x="2067" y="1143"/>
                    <a:pt x="2060" y="1143"/>
                  </a:cubicBezTo>
                  <a:cubicBezTo>
                    <a:pt x="2053" y="1143"/>
                    <a:pt x="2048" y="1149"/>
                    <a:pt x="2048" y="1156"/>
                  </a:cubicBezTo>
                  <a:cubicBezTo>
                    <a:pt x="2048" y="1163"/>
                    <a:pt x="2053" y="1169"/>
                    <a:pt x="2060" y="1169"/>
                  </a:cubicBezTo>
                  <a:close/>
                  <a:moveTo>
                    <a:pt x="2100" y="1143"/>
                  </a:moveTo>
                  <a:cubicBezTo>
                    <a:pt x="2093" y="1143"/>
                    <a:pt x="2087" y="1149"/>
                    <a:pt x="2087" y="1156"/>
                  </a:cubicBezTo>
                  <a:cubicBezTo>
                    <a:pt x="2087" y="1163"/>
                    <a:pt x="2093" y="1169"/>
                    <a:pt x="2100" y="1169"/>
                  </a:cubicBezTo>
                  <a:cubicBezTo>
                    <a:pt x="2107" y="1169"/>
                    <a:pt x="2112" y="1163"/>
                    <a:pt x="2112" y="1156"/>
                  </a:cubicBezTo>
                  <a:cubicBezTo>
                    <a:pt x="2112" y="1149"/>
                    <a:pt x="2107" y="1143"/>
                    <a:pt x="2100" y="1143"/>
                  </a:cubicBezTo>
                  <a:close/>
                  <a:moveTo>
                    <a:pt x="2730" y="1143"/>
                  </a:moveTo>
                  <a:cubicBezTo>
                    <a:pt x="2723" y="1143"/>
                    <a:pt x="2718" y="1149"/>
                    <a:pt x="2718" y="1156"/>
                  </a:cubicBezTo>
                  <a:cubicBezTo>
                    <a:pt x="2718" y="1163"/>
                    <a:pt x="2723" y="1169"/>
                    <a:pt x="2730" y="1169"/>
                  </a:cubicBezTo>
                  <a:cubicBezTo>
                    <a:pt x="2738" y="1169"/>
                    <a:pt x="2743" y="1163"/>
                    <a:pt x="2743" y="1156"/>
                  </a:cubicBezTo>
                  <a:cubicBezTo>
                    <a:pt x="2743" y="1149"/>
                    <a:pt x="2738" y="1143"/>
                    <a:pt x="2730" y="1143"/>
                  </a:cubicBezTo>
                  <a:close/>
                  <a:moveTo>
                    <a:pt x="2849" y="1143"/>
                  </a:moveTo>
                  <a:cubicBezTo>
                    <a:pt x="2842" y="1143"/>
                    <a:pt x="2836" y="1149"/>
                    <a:pt x="2836" y="1156"/>
                  </a:cubicBezTo>
                  <a:cubicBezTo>
                    <a:pt x="2836" y="1163"/>
                    <a:pt x="2842" y="1169"/>
                    <a:pt x="2849" y="1169"/>
                  </a:cubicBezTo>
                  <a:cubicBezTo>
                    <a:pt x="2856" y="1169"/>
                    <a:pt x="2862" y="1163"/>
                    <a:pt x="2862" y="1156"/>
                  </a:cubicBezTo>
                  <a:cubicBezTo>
                    <a:pt x="2862" y="1149"/>
                    <a:pt x="2856" y="1143"/>
                    <a:pt x="2849" y="1143"/>
                  </a:cubicBezTo>
                  <a:close/>
                  <a:moveTo>
                    <a:pt x="2928" y="1169"/>
                  </a:moveTo>
                  <a:cubicBezTo>
                    <a:pt x="2935" y="1169"/>
                    <a:pt x="2940" y="1163"/>
                    <a:pt x="2940" y="1156"/>
                  </a:cubicBezTo>
                  <a:cubicBezTo>
                    <a:pt x="2940" y="1149"/>
                    <a:pt x="2935" y="1143"/>
                    <a:pt x="2928" y="1143"/>
                  </a:cubicBezTo>
                  <a:cubicBezTo>
                    <a:pt x="2921" y="1143"/>
                    <a:pt x="2915" y="1149"/>
                    <a:pt x="2915" y="1156"/>
                  </a:cubicBezTo>
                  <a:cubicBezTo>
                    <a:pt x="2915" y="1163"/>
                    <a:pt x="2921" y="1169"/>
                    <a:pt x="2928" y="1169"/>
                  </a:cubicBezTo>
                  <a:close/>
                  <a:moveTo>
                    <a:pt x="3046" y="1144"/>
                  </a:moveTo>
                  <a:cubicBezTo>
                    <a:pt x="3039" y="1144"/>
                    <a:pt x="3034" y="1149"/>
                    <a:pt x="3034" y="1156"/>
                  </a:cubicBezTo>
                  <a:cubicBezTo>
                    <a:pt x="3034" y="1163"/>
                    <a:pt x="3039" y="1168"/>
                    <a:pt x="3046" y="1168"/>
                  </a:cubicBezTo>
                  <a:cubicBezTo>
                    <a:pt x="3053" y="1168"/>
                    <a:pt x="3058" y="1163"/>
                    <a:pt x="3058" y="1156"/>
                  </a:cubicBezTo>
                  <a:cubicBezTo>
                    <a:pt x="3058" y="1149"/>
                    <a:pt x="3053" y="1144"/>
                    <a:pt x="3046" y="1144"/>
                  </a:cubicBezTo>
                  <a:close/>
                  <a:moveTo>
                    <a:pt x="3085" y="1169"/>
                  </a:moveTo>
                  <a:cubicBezTo>
                    <a:pt x="3092" y="1169"/>
                    <a:pt x="3098" y="1163"/>
                    <a:pt x="3098" y="1156"/>
                  </a:cubicBezTo>
                  <a:cubicBezTo>
                    <a:pt x="3098" y="1149"/>
                    <a:pt x="3092" y="1143"/>
                    <a:pt x="3085" y="1143"/>
                  </a:cubicBezTo>
                  <a:cubicBezTo>
                    <a:pt x="3078" y="1143"/>
                    <a:pt x="3073" y="1149"/>
                    <a:pt x="3073" y="1156"/>
                  </a:cubicBezTo>
                  <a:cubicBezTo>
                    <a:pt x="3073" y="1163"/>
                    <a:pt x="3078" y="1169"/>
                    <a:pt x="3085" y="1169"/>
                  </a:cubicBezTo>
                  <a:close/>
                  <a:moveTo>
                    <a:pt x="3125" y="1167"/>
                  </a:moveTo>
                  <a:cubicBezTo>
                    <a:pt x="3131" y="1167"/>
                    <a:pt x="3136" y="1162"/>
                    <a:pt x="3136" y="1156"/>
                  </a:cubicBezTo>
                  <a:cubicBezTo>
                    <a:pt x="3136" y="1150"/>
                    <a:pt x="3131" y="1145"/>
                    <a:pt x="3125" y="1145"/>
                  </a:cubicBezTo>
                  <a:cubicBezTo>
                    <a:pt x="3118" y="1145"/>
                    <a:pt x="3113" y="1150"/>
                    <a:pt x="3113" y="1156"/>
                  </a:cubicBezTo>
                  <a:cubicBezTo>
                    <a:pt x="3113" y="1162"/>
                    <a:pt x="3118" y="1167"/>
                    <a:pt x="3125" y="1167"/>
                  </a:cubicBezTo>
                  <a:close/>
                  <a:moveTo>
                    <a:pt x="878" y="1188"/>
                  </a:moveTo>
                  <a:cubicBezTo>
                    <a:pt x="873" y="1188"/>
                    <a:pt x="870" y="1191"/>
                    <a:pt x="870" y="1195"/>
                  </a:cubicBezTo>
                  <a:cubicBezTo>
                    <a:pt x="870" y="1199"/>
                    <a:pt x="873" y="1203"/>
                    <a:pt x="878" y="1203"/>
                  </a:cubicBezTo>
                  <a:cubicBezTo>
                    <a:pt x="882" y="1203"/>
                    <a:pt x="885" y="1199"/>
                    <a:pt x="885" y="1195"/>
                  </a:cubicBezTo>
                  <a:cubicBezTo>
                    <a:pt x="885" y="1191"/>
                    <a:pt x="882" y="1188"/>
                    <a:pt x="878" y="1188"/>
                  </a:cubicBezTo>
                  <a:close/>
                  <a:moveTo>
                    <a:pt x="917" y="1183"/>
                  </a:moveTo>
                  <a:cubicBezTo>
                    <a:pt x="910" y="1183"/>
                    <a:pt x="904" y="1188"/>
                    <a:pt x="904" y="1195"/>
                  </a:cubicBezTo>
                  <a:cubicBezTo>
                    <a:pt x="904" y="1202"/>
                    <a:pt x="910" y="1208"/>
                    <a:pt x="917" y="1208"/>
                  </a:cubicBezTo>
                  <a:cubicBezTo>
                    <a:pt x="924" y="1208"/>
                    <a:pt x="930" y="1202"/>
                    <a:pt x="930" y="1195"/>
                  </a:cubicBezTo>
                  <a:cubicBezTo>
                    <a:pt x="930" y="1188"/>
                    <a:pt x="924" y="1183"/>
                    <a:pt x="917" y="1183"/>
                  </a:cubicBezTo>
                  <a:close/>
                  <a:moveTo>
                    <a:pt x="956" y="1183"/>
                  </a:moveTo>
                  <a:cubicBezTo>
                    <a:pt x="949" y="1183"/>
                    <a:pt x="944" y="1188"/>
                    <a:pt x="944" y="1195"/>
                  </a:cubicBezTo>
                  <a:cubicBezTo>
                    <a:pt x="944" y="1202"/>
                    <a:pt x="949" y="1208"/>
                    <a:pt x="956" y="1208"/>
                  </a:cubicBezTo>
                  <a:cubicBezTo>
                    <a:pt x="963" y="1208"/>
                    <a:pt x="969" y="1202"/>
                    <a:pt x="969" y="1195"/>
                  </a:cubicBezTo>
                  <a:cubicBezTo>
                    <a:pt x="969" y="1188"/>
                    <a:pt x="963" y="1183"/>
                    <a:pt x="956" y="1183"/>
                  </a:cubicBezTo>
                  <a:close/>
                  <a:moveTo>
                    <a:pt x="996" y="1208"/>
                  </a:moveTo>
                  <a:cubicBezTo>
                    <a:pt x="1003" y="1208"/>
                    <a:pt x="1009" y="1202"/>
                    <a:pt x="1009" y="1195"/>
                  </a:cubicBezTo>
                  <a:cubicBezTo>
                    <a:pt x="1009" y="1188"/>
                    <a:pt x="1003" y="1183"/>
                    <a:pt x="996" y="1183"/>
                  </a:cubicBezTo>
                  <a:cubicBezTo>
                    <a:pt x="989" y="1183"/>
                    <a:pt x="983" y="1188"/>
                    <a:pt x="983" y="1195"/>
                  </a:cubicBezTo>
                  <a:cubicBezTo>
                    <a:pt x="983" y="1202"/>
                    <a:pt x="989" y="1208"/>
                    <a:pt x="996" y="1208"/>
                  </a:cubicBezTo>
                  <a:close/>
                  <a:moveTo>
                    <a:pt x="1035" y="1208"/>
                  </a:moveTo>
                  <a:cubicBezTo>
                    <a:pt x="1042" y="1208"/>
                    <a:pt x="1048" y="1202"/>
                    <a:pt x="1048" y="1195"/>
                  </a:cubicBezTo>
                  <a:cubicBezTo>
                    <a:pt x="1048" y="1188"/>
                    <a:pt x="1042" y="1183"/>
                    <a:pt x="1035" y="1183"/>
                  </a:cubicBezTo>
                  <a:cubicBezTo>
                    <a:pt x="1028" y="1183"/>
                    <a:pt x="1023" y="1188"/>
                    <a:pt x="1023" y="1195"/>
                  </a:cubicBezTo>
                  <a:cubicBezTo>
                    <a:pt x="1023" y="1202"/>
                    <a:pt x="1028" y="1208"/>
                    <a:pt x="1035" y="1208"/>
                  </a:cubicBezTo>
                  <a:close/>
                  <a:moveTo>
                    <a:pt x="1075" y="1208"/>
                  </a:moveTo>
                  <a:cubicBezTo>
                    <a:pt x="1082" y="1208"/>
                    <a:pt x="1087" y="1202"/>
                    <a:pt x="1087" y="1195"/>
                  </a:cubicBezTo>
                  <a:cubicBezTo>
                    <a:pt x="1087" y="1188"/>
                    <a:pt x="1082" y="1183"/>
                    <a:pt x="1075" y="1183"/>
                  </a:cubicBezTo>
                  <a:cubicBezTo>
                    <a:pt x="1068" y="1183"/>
                    <a:pt x="1062" y="1188"/>
                    <a:pt x="1062" y="1195"/>
                  </a:cubicBezTo>
                  <a:cubicBezTo>
                    <a:pt x="1062" y="1202"/>
                    <a:pt x="1068" y="1208"/>
                    <a:pt x="1075" y="1208"/>
                  </a:cubicBezTo>
                  <a:close/>
                  <a:moveTo>
                    <a:pt x="1114" y="1183"/>
                  </a:moveTo>
                  <a:cubicBezTo>
                    <a:pt x="1107" y="1183"/>
                    <a:pt x="1101" y="1188"/>
                    <a:pt x="1101" y="1195"/>
                  </a:cubicBezTo>
                  <a:cubicBezTo>
                    <a:pt x="1101" y="1202"/>
                    <a:pt x="1107" y="1208"/>
                    <a:pt x="1114" y="1208"/>
                  </a:cubicBezTo>
                  <a:cubicBezTo>
                    <a:pt x="1121" y="1208"/>
                    <a:pt x="1127" y="1202"/>
                    <a:pt x="1127" y="1195"/>
                  </a:cubicBezTo>
                  <a:cubicBezTo>
                    <a:pt x="1127" y="1188"/>
                    <a:pt x="1121" y="1183"/>
                    <a:pt x="1114" y="1183"/>
                  </a:cubicBezTo>
                  <a:close/>
                  <a:moveTo>
                    <a:pt x="1154" y="1183"/>
                  </a:moveTo>
                  <a:cubicBezTo>
                    <a:pt x="1146" y="1183"/>
                    <a:pt x="1141" y="1188"/>
                    <a:pt x="1141" y="1195"/>
                  </a:cubicBezTo>
                  <a:cubicBezTo>
                    <a:pt x="1141" y="1202"/>
                    <a:pt x="1146" y="1208"/>
                    <a:pt x="1154" y="1208"/>
                  </a:cubicBezTo>
                  <a:cubicBezTo>
                    <a:pt x="1161" y="1208"/>
                    <a:pt x="1166" y="1202"/>
                    <a:pt x="1166" y="1195"/>
                  </a:cubicBezTo>
                  <a:cubicBezTo>
                    <a:pt x="1166" y="1188"/>
                    <a:pt x="1161" y="1183"/>
                    <a:pt x="1154" y="1183"/>
                  </a:cubicBezTo>
                  <a:close/>
                  <a:moveTo>
                    <a:pt x="1193" y="1183"/>
                  </a:moveTo>
                  <a:cubicBezTo>
                    <a:pt x="1186" y="1183"/>
                    <a:pt x="1180" y="1188"/>
                    <a:pt x="1180" y="1195"/>
                  </a:cubicBezTo>
                  <a:cubicBezTo>
                    <a:pt x="1180" y="1202"/>
                    <a:pt x="1186" y="1208"/>
                    <a:pt x="1193" y="1208"/>
                  </a:cubicBezTo>
                  <a:cubicBezTo>
                    <a:pt x="1200" y="1208"/>
                    <a:pt x="1206" y="1202"/>
                    <a:pt x="1206" y="1195"/>
                  </a:cubicBezTo>
                  <a:cubicBezTo>
                    <a:pt x="1206" y="1188"/>
                    <a:pt x="1200" y="1183"/>
                    <a:pt x="1193" y="1183"/>
                  </a:cubicBezTo>
                  <a:close/>
                  <a:moveTo>
                    <a:pt x="1232" y="1183"/>
                  </a:moveTo>
                  <a:cubicBezTo>
                    <a:pt x="1225" y="1183"/>
                    <a:pt x="1220" y="1188"/>
                    <a:pt x="1220" y="1195"/>
                  </a:cubicBezTo>
                  <a:cubicBezTo>
                    <a:pt x="1220" y="1202"/>
                    <a:pt x="1225" y="1208"/>
                    <a:pt x="1232" y="1208"/>
                  </a:cubicBezTo>
                  <a:cubicBezTo>
                    <a:pt x="1239" y="1208"/>
                    <a:pt x="1245" y="1202"/>
                    <a:pt x="1245" y="1195"/>
                  </a:cubicBezTo>
                  <a:cubicBezTo>
                    <a:pt x="1245" y="1188"/>
                    <a:pt x="1239" y="1183"/>
                    <a:pt x="1232" y="1183"/>
                  </a:cubicBezTo>
                  <a:close/>
                  <a:moveTo>
                    <a:pt x="1272" y="1208"/>
                  </a:moveTo>
                  <a:cubicBezTo>
                    <a:pt x="1279" y="1208"/>
                    <a:pt x="1285" y="1202"/>
                    <a:pt x="1285" y="1195"/>
                  </a:cubicBezTo>
                  <a:cubicBezTo>
                    <a:pt x="1285" y="1188"/>
                    <a:pt x="1279" y="1183"/>
                    <a:pt x="1272" y="1183"/>
                  </a:cubicBezTo>
                  <a:cubicBezTo>
                    <a:pt x="1265" y="1183"/>
                    <a:pt x="1259" y="1188"/>
                    <a:pt x="1259" y="1195"/>
                  </a:cubicBezTo>
                  <a:cubicBezTo>
                    <a:pt x="1259" y="1202"/>
                    <a:pt x="1265" y="1208"/>
                    <a:pt x="1272" y="1208"/>
                  </a:cubicBezTo>
                  <a:close/>
                  <a:moveTo>
                    <a:pt x="1311" y="1183"/>
                  </a:moveTo>
                  <a:cubicBezTo>
                    <a:pt x="1304" y="1183"/>
                    <a:pt x="1298" y="1188"/>
                    <a:pt x="1298" y="1195"/>
                  </a:cubicBezTo>
                  <a:cubicBezTo>
                    <a:pt x="1298" y="1202"/>
                    <a:pt x="1304" y="1208"/>
                    <a:pt x="1311" y="1208"/>
                  </a:cubicBezTo>
                  <a:cubicBezTo>
                    <a:pt x="1318" y="1208"/>
                    <a:pt x="1324" y="1202"/>
                    <a:pt x="1324" y="1195"/>
                  </a:cubicBezTo>
                  <a:cubicBezTo>
                    <a:pt x="1324" y="1188"/>
                    <a:pt x="1318" y="1183"/>
                    <a:pt x="1311" y="1183"/>
                  </a:cubicBezTo>
                  <a:close/>
                  <a:moveTo>
                    <a:pt x="1824" y="1183"/>
                  </a:moveTo>
                  <a:cubicBezTo>
                    <a:pt x="1817" y="1183"/>
                    <a:pt x="1811" y="1188"/>
                    <a:pt x="1811" y="1195"/>
                  </a:cubicBezTo>
                  <a:cubicBezTo>
                    <a:pt x="1811" y="1202"/>
                    <a:pt x="1817" y="1208"/>
                    <a:pt x="1824" y="1208"/>
                  </a:cubicBezTo>
                  <a:cubicBezTo>
                    <a:pt x="1831" y="1208"/>
                    <a:pt x="1836" y="1202"/>
                    <a:pt x="1836" y="1195"/>
                  </a:cubicBezTo>
                  <a:cubicBezTo>
                    <a:pt x="1836" y="1188"/>
                    <a:pt x="1831" y="1183"/>
                    <a:pt x="1824" y="1183"/>
                  </a:cubicBezTo>
                  <a:close/>
                  <a:moveTo>
                    <a:pt x="1863" y="1208"/>
                  </a:moveTo>
                  <a:cubicBezTo>
                    <a:pt x="1870" y="1208"/>
                    <a:pt x="1876" y="1202"/>
                    <a:pt x="1876" y="1195"/>
                  </a:cubicBezTo>
                  <a:cubicBezTo>
                    <a:pt x="1876" y="1188"/>
                    <a:pt x="1870" y="1183"/>
                    <a:pt x="1863" y="1183"/>
                  </a:cubicBezTo>
                  <a:cubicBezTo>
                    <a:pt x="1856" y="1183"/>
                    <a:pt x="1850" y="1188"/>
                    <a:pt x="1850" y="1195"/>
                  </a:cubicBezTo>
                  <a:cubicBezTo>
                    <a:pt x="1850" y="1202"/>
                    <a:pt x="1856" y="1208"/>
                    <a:pt x="1863" y="1208"/>
                  </a:cubicBezTo>
                  <a:close/>
                  <a:moveTo>
                    <a:pt x="1903" y="1183"/>
                  </a:moveTo>
                  <a:cubicBezTo>
                    <a:pt x="1896" y="1183"/>
                    <a:pt x="1890" y="1188"/>
                    <a:pt x="1890" y="1195"/>
                  </a:cubicBezTo>
                  <a:cubicBezTo>
                    <a:pt x="1890" y="1202"/>
                    <a:pt x="1896" y="1208"/>
                    <a:pt x="1903" y="1208"/>
                  </a:cubicBezTo>
                  <a:cubicBezTo>
                    <a:pt x="1910" y="1208"/>
                    <a:pt x="1915" y="1202"/>
                    <a:pt x="1915" y="1195"/>
                  </a:cubicBezTo>
                  <a:cubicBezTo>
                    <a:pt x="1915" y="1188"/>
                    <a:pt x="1910" y="1183"/>
                    <a:pt x="1903" y="1183"/>
                  </a:cubicBezTo>
                  <a:close/>
                  <a:moveTo>
                    <a:pt x="1942" y="1183"/>
                  </a:moveTo>
                  <a:cubicBezTo>
                    <a:pt x="1935" y="1183"/>
                    <a:pt x="1929" y="1188"/>
                    <a:pt x="1929" y="1195"/>
                  </a:cubicBezTo>
                  <a:cubicBezTo>
                    <a:pt x="1929" y="1202"/>
                    <a:pt x="1935" y="1208"/>
                    <a:pt x="1942" y="1208"/>
                  </a:cubicBezTo>
                  <a:cubicBezTo>
                    <a:pt x="1949" y="1208"/>
                    <a:pt x="1955" y="1202"/>
                    <a:pt x="1955" y="1195"/>
                  </a:cubicBezTo>
                  <a:cubicBezTo>
                    <a:pt x="1955" y="1188"/>
                    <a:pt x="1949" y="1183"/>
                    <a:pt x="1942" y="1183"/>
                  </a:cubicBezTo>
                  <a:close/>
                  <a:moveTo>
                    <a:pt x="1981" y="1183"/>
                  </a:moveTo>
                  <a:cubicBezTo>
                    <a:pt x="1974" y="1183"/>
                    <a:pt x="1969" y="1188"/>
                    <a:pt x="1969" y="1195"/>
                  </a:cubicBezTo>
                  <a:cubicBezTo>
                    <a:pt x="1969" y="1202"/>
                    <a:pt x="1974" y="1208"/>
                    <a:pt x="1981" y="1208"/>
                  </a:cubicBezTo>
                  <a:cubicBezTo>
                    <a:pt x="1988" y="1208"/>
                    <a:pt x="1994" y="1202"/>
                    <a:pt x="1994" y="1195"/>
                  </a:cubicBezTo>
                  <a:cubicBezTo>
                    <a:pt x="1994" y="1188"/>
                    <a:pt x="1988" y="1183"/>
                    <a:pt x="1981" y="1183"/>
                  </a:cubicBezTo>
                  <a:close/>
                  <a:moveTo>
                    <a:pt x="2021" y="1183"/>
                  </a:moveTo>
                  <a:cubicBezTo>
                    <a:pt x="2014" y="1183"/>
                    <a:pt x="2008" y="1188"/>
                    <a:pt x="2008" y="1195"/>
                  </a:cubicBezTo>
                  <a:cubicBezTo>
                    <a:pt x="2008" y="1202"/>
                    <a:pt x="2014" y="1208"/>
                    <a:pt x="2021" y="1208"/>
                  </a:cubicBezTo>
                  <a:cubicBezTo>
                    <a:pt x="2028" y="1208"/>
                    <a:pt x="2034" y="1202"/>
                    <a:pt x="2034" y="1195"/>
                  </a:cubicBezTo>
                  <a:cubicBezTo>
                    <a:pt x="2034" y="1188"/>
                    <a:pt x="2028" y="1183"/>
                    <a:pt x="2021" y="1183"/>
                  </a:cubicBezTo>
                  <a:close/>
                  <a:moveTo>
                    <a:pt x="2060" y="1183"/>
                  </a:moveTo>
                  <a:cubicBezTo>
                    <a:pt x="2053" y="1183"/>
                    <a:pt x="2048" y="1188"/>
                    <a:pt x="2048" y="1195"/>
                  </a:cubicBezTo>
                  <a:cubicBezTo>
                    <a:pt x="2048" y="1202"/>
                    <a:pt x="2053" y="1208"/>
                    <a:pt x="2060" y="1208"/>
                  </a:cubicBezTo>
                  <a:cubicBezTo>
                    <a:pt x="2067" y="1208"/>
                    <a:pt x="2073" y="1202"/>
                    <a:pt x="2073" y="1195"/>
                  </a:cubicBezTo>
                  <a:cubicBezTo>
                    <a:pt x="2073" y="1188"/>
                    <a:pt x="2067" y="1183"/>
                    <a:pt x="2060" y="1183"/>
                  </a:cubicBezTo>
                  <a:close/>
                  <a:moveTo>
                    <a:pt x="2770" y="1183"/>
                  </a:moveTo>
                  <a:cubicBezTo>
                    <a:pt x="2763" y="1183"/>
                    <a:pt x="2757" y="1188"/>
                    <a:pt x="2757" y="1195"/>
                  </a:cubicBezTo>
                  <a:cubicBezTo>
                    <a:pt x="2757" y="1202"/>
                    <a:pt x="2763" y="1208"/>
                    <a:pt x="2770" y="1208"/>
                  </a:cubicBezTo>
                  <a:cubicBezTo>
                    <a:pt x="2777" y="1208"/>
                    <a:pt x="2783" y="1202"/>
                    <a:pt x="2783" y="1195"/>
                  </a:cubicBezTo>
                  <a:cubicBezTo>
                    <a:pt x="2783" y="1188"/>
                    <a:pt x="2777" y="1183"/>
                    <a:pt x="2770" y="1183"/>
                  </a:cubicBezTo>
                  <a:close/>
                  <a:moveTo>
                    <a:pt x="3125" y="1208"/>
                  </a:moveTo>
                  <a:cubicBezTo>
                    <a:pt x="3132" y="1208"/>
                    <a:pt x="3137" y="1202"/>
                    <a:pt x="3137" y="1195"/>
                  </a:cubicBezTo>
                  <a:cubicBezTo>
                    <a:pt x="3137" y="1188"/>
                    <a:pt x="3132" y="1183"/>
                    <a:pt x="3125" y="1183"/>
                  </a:cubicBezTo>
                  <a:cubicBezTo>
                    <a:pt x="3118" y="1183"/>
                    <a:pt x="3112" y="1188"/>
                    <a:pt x="3112" y="1195"/>
                  </a:cubicBezTo>
                  <a:cubicBezTo>
                    <a:pt x="3112" y="1202"/>
                    <a:pt x="3118" y="1208"/>
                    <a:pt x="3125" y="1208"/>
                  </a:cubicBezTo>
                  <a:close/>
                  <a:moveTo>
                    <a:pt x="3164" y="1208"/>
                  </a:moveTo>
                  <a:cubicBezTo>
                    <a:pt x="3171" y="1208"/>
                    <a:pt x="3177" y="1202"/>
                    <a:pt x="3177" y="1195"/>
                  </a:cubicBezTo>
                  <a:cubicBezTo>
                    <a:pt x="3177" y="1188"/>
                    <a:pt x="3171" y="1183"/>
                    <a:pt x="3164" y="1183"/>
                  </a:cubicBezTo>
                  <a:cubicBezTo>
                    <a:pt x="3157" y="1183"/>
                    <a:pt x="3151" y="1188"/>
                    <a:pt x="3151" y="1195"/>
                  </a:cubicBezTo>
                  <a:cubicBezTo>
                    <a:pt x="3151" y="1202"/>
                    <a:pt x="3157" y="1208"/>
                    <a:pt x="3164" y="1208"/>
                  </a:cubicBezTo>
                  <a:close/>
                  <a:moveTo>
                    <a:pt x="917" y="1222"/>
                  </a:moveTo>
                  <a:cubicBezTo>
                    <a:pt x="910" y="1222"/>
                    <a:pt x="904" y="1228"/>
                    <a:pt x="904" y="1235"/>
                  </a:cubicBezTo>
                  <a:cubicBezTo>
                    <a:pt x="904" y="1242"/>
                    <a:pt x="910" y="1248"/>
                    <a:pt x="917" y="1248"/>
                  </a:cubicBezTo>
                  <a:cubicBezTo>
                    <a:pt x="924" y="1248"/>
                    <a:pt x="930" y="1242"/>
                    <a:pt x="930" y="1235"/>
                  </a:cubicBezTo>
                  <a:cubicBezTo>
                    <a:pt x="930" y="1228"/>
                    <a:pt x="924" y="1222"/>
                    <a:pt x="917" y="1222"/>
                  </a:cubicBezTo>
                  <a:close/>
                  <a:moveTo>
                    <a:pt x="956" y="1222"/>
                  </a:moveTo>
                  <a:cubicBezTo>
                    <a:pt x="949" y="1222"/>
                    <a:pt x="944" y="1228"/>
                    <a:pt x="944" y="1235"/>
                  </a:cubicBezTo>
                  <a:cubicBezTo>
                    <a:pt x="944" y="1242"/>
                    <a:pt x="949" y="1248"/>
                    <a:pt x="956" y="1248"/>
                  </a:cubicBezTo>
                  <a:cubicBezTo>
                    <a:pt x="963" y="1248"/>
                    <a:pt x="969" y="1242"/>
                    <a:pt x="969" y="1235"/>
                  </a:cubicBezTo>
                  <a:cubicBezTo>
                    <a:pt x="969" y="1228"/>
                    <a:pt x="963" y="1222"/>
                    <a:pt x="956" y="1222"/>
                  </a:cubicBezTo>
                  <a:close/>
                  <a:moveTo>
                    <a:pt x="996" y="1222"/>
                  </a:moveTo>
                  <a:cubicBezTo>
                    <a:pt x="989" y="1222"/>
                    <a:pt x="983" y="1228"/>
                    <a:pt x="983" y="1235"/>
                  </a:cubicBezTo>
                  <a:cubicBezTo>
                    <a:pt x="983" y="1242"/>
                    <a:pt x="989" y="1248"/>
                    <a:pt x="996" y="1248"/>
                  </a:cubicBezTo>
                  <a:cubicBezTo>
                    <a:pt x="1003" y="1248"/>
                    <a:pt x="1009" y="1242"/>
                    <a:pt x="1009" y="1235"/>
                  </a:cubicBezTo>
                  <a:cubicBezTo>
                    <a:pt x="1009" y="1228"/>
                    <a:pt x="1003" y="1222"/>
                    <a:pt x="996" y="1222"/>
                  </a:cubicBezTo>
                  <a:close/>
                  <a:moveTo>
                    <a:pt x="1035" y="1222"/>
                  </a:moveTo>
                  <a:cubicBezTo>
                    <a:pt x="1028" y="1222"/>
                    <a:pt x="1023" y="1228"/>
                    <a:pt x="1023" y="1235"/>
                  </a:cubicBezTo>
                  <a:cubicBezTo>
                    <a:pt x="1023" y="1242"/>
                    <a:pt x="1028" y="1248"/>
                    <a:pt x="1035" y="1248"/>
                  </a:cubicBezTo>
                  <a:cubicBezTo>
                    <a:pt x="1042" y="1248"/>
                    <a:pt x="1048" y="1242"/>
                    <a:pt x="1048" y="1235"/>
                  </a:cubicBezTo>
                  <a:cubicBezTo>
                    <a:pt x="1048" y="1228"/>
                    <a:pt x="1042" y="1222"/>
                    <a:pt x="1035" y="1222"/>
                  </a:cubicBezTo>
                  <a:close/>
                  <a:moveTo>
                    <a:pt x="1075" y="1222"/>
                  </a:moveTo>
                  <a:cubicBezTo>
                    <a:pt x="1068" y="1222"/>
                    <a:pt x="1062" y="1228"/>
                    <a:pt x="1062" y="1235"/>
                  </a:cubicBezTo>
                  <a:cubicBezTo>
                    <a:pt x="1062" y="1242"/>
                    <a:pt x="1068" y="1248"/>
                    <a:pt x="1075" y="1248"/>
                  </a:cubicBezTo>
                  <a:cubicBezTo>
                    <a:pt x="1082" y="1248"/>
                    <a:pt x="1087" y="1242"/>
                    <a:pt x="1087" y="1235"/>
                  </a:cubicBezTo>
                  <a:cubicBezTo>
                    <a:pt x="1087" y="1228"/>
                    <a:pt x="1082" y="1222"/>
                    <a:pt x="1075" y="1222"/>
                  </a:cubicBezTo>
                  <a:close/>
                  <a:moveTo>
                    <a:pt x="1114" y="1248"/>
                  </a:moveTo>
                  <a:cubicBezTo>
                    <a:pt x="1121" y="1248"/>
                    <a:pt x="1127" y="1242"/>
                    <a:pt x="1127" y="1235"/>
                  </a:cubicBezTo>
                  <a:cubicBezTo>
                    <a:pt x="1127" y="1228"/>
                    <a:pt x="1121" y="1222"/>
                    <a:pt x="1114" y="1222"/>
                  </a:cubicBezTo>
                  <a:cubicBezTo>
                    <a:pt x="1107" y="1222"/>
                    <a:pt x="1101" y="1228"/>
                    <a:pt x="1101" y="1235"/>
                  </a:cubicBezTo>
                  <a:cubicBezTo>
                    <a:pt x="1101" y="1242"/>
                    <a:pt x="1107" y="1248"/>
                    <a:pt x="1114" y="1248"/>
                  </a:cubicBezTo>
                  <a:close/>
                  <a:moveTo>
                    <a:pt x="1154" y="1248"/>
                  </a:moveTo>
                  <a:cubicBezTo>
                    <a:pt x="1161" y="1248"/>
                    <a:pt x="1166" y="1242"/>
                    <a:pt x="1166" y="1235"/>
                  </a:cubicBezTo>
                  <a:cubicBezTo>
                    <a:pt x="1166" y="1228"/>
                    <a:pt x="1161" y="1222"/>
                    <a:pt x="1154" y="1222"/>
                  </a:cubicBezTo>
                  <a:cubicBezTo>
                    <a:pt x="1146" y="1222"/>
                    <a:pt x="1141" y="1228"/>
                    <a:pt x="1141" y="1235"/>
                  </a:cubicBezTo>
                  <a:cubicBezTo>
                    <a:pt x="1141" y="1242"/>
                    <a:pt x="1146" y="1248"/>
                    <a:pt x="1154" y="1248"/>
                  </a:cubicBezTo>
                  <a:close/>
                  <a:moveTo>
                    <a:pt x="1193" y="1222"/>
                  </a:moveTo>
                  <a:cubicBezTo>
                    <a:pt x="1186" y="1222"/>
                    <a:pt x="1180" y="1228"/>
                    <a:pt x="1180" y="1235"/>
                  </a:cubicBezTo>
                  <a:cubicBezTo>
                    <a:pt x="1180" y="1242"/>
                    <a:pt x="1186" y="1248"/>
                    <a:pt x="1193" y="1248"/>
                  </a:cubicBezTo>
                  <a:cubicBezTo>
                    <a:pt x="1200" y="1248"/>
                    <a:pt x="1206" y="1242"/>
                    <a:pt x="1206" y="1235"/>
                  </a:cubicBezTo>
                  <a:cubicBezTo>
                    <a:pt x="1206" y="1228"/>
                    <a:pt x="1200" y="1222"/>
                    <a:pt x="1193" y="1222"/>
                  </a:cubicBezTo>
                  <a:close/>
                  <a:moveTo>
                    <a:pt x="1232" y="1248"/>
                  </a:moveTo>
                  <a:cubicBezTo>
                    <a:pt x="1239" y="1248"/>
                    <a:pt x="1245" y="1242"/>
                    <a:pt x="1245" y="1235"/>
                  </a:cubicBezTo>
                  <a:cubicBezTo>
                    <a:pt x="1245" y="1228"/>
                    <a:pt x="1239" y="1222"/>
                    <a:pt x="1232" y="1222"/>
                  </a:cubicBezTo>
                  <a:cubicBezTo>
                    <a:pt x="1225" y="1222"/>
                    <a:pt x="1220" y="1228"/>
                    <a:pt x="1220" y="1235"/>
                  </a:cubicBezTo>
                  <a:cubicBezTo>
                    <a:pt x="1220" y="1242"/>
                    <a:pt x="1225" y="1248"/>
                    <a:pt x="1232" y="1248"/>
                  </a:cubicBezTo>
                  <a:close/>
                  <a:moveTo>
                    <a:pt x="1272" y="1222"/>
                  </a:moveTo>
                  <a:cubicBezTo>
                    <a:pt x="1265" y="1222"/>
                    <a:pt x="1259" y="1228"/>
                    <a:pt x="1259" y="1235"/>
                  </a:cubicBezTo>
                  <a:cubicBezTo>
                    <a:pt x="1259" y="1242"/>
                    <a:pt x="1265" y="1248"/>
                    <a:pt x="1272" y="1248"/>
                  </a:cubicBezTo>
                  <a:cubicBezTo>
                    <a:pt x="1279" y="1248"/>
                    <a:pt x="1285" y="1242"/>
                    <a:pt x="1285" y="1235"/>
                  </a:cubicBezTo>
                  <a:cubicBezTo>
                    <a:pt x="1285" y="1228"/>
                    <a:pt x="1279" y="1222"/>
                    <a:pt x="1272" y="1222"/>
                  </a:cubicBezTo>
                  <a:close/>
                  <a:moveTo>
                    <a:pt x="1311" y="1222"/>
                  </a:moveTo>
                  <a:cubicBezTo>
                    <a:pt x="1304" y="1222"/>
                    <a:pt x="1298" y="1228"/>
                    <a:pt x="1298" y="1235"/>
                  </a:cubicBezTo>
                  <a:cubicBezTo>
                    <a:pt x="1298" y="1242"/>
                    <a:pt x="1304" y="1248"/>
                    <a:pt x="1311" y="1248"/>
                  </a:cubicBezTo>
                  <a:cubicBezTo>
                    <a:pt x="1318" y="1248"/>
                    <a:pt x="1324" y="1242"/>
                    <a:pt x="1324" y="1235"/>
                  </a:cubicBezTo>
                  <a:cubicBezTo>
                    <a:pt x="1324" y="1228"/>
                    <a:pt x="1318" y="1222"/>
                    <a:pt x="1311" y="1222"/>
                  </a:cubicBezTo>
                  <a:close/>
                  <a:moveTo>
                    <a:pt x="1863" y="1248"/>
                  </a:moveTo>
                  <a:cubicBezTo>
                    <a:pt x="1870" y="1248"/>
                    <a:pt x="1876" y="1242"/>
                    <a:pt x="1876" y="1235"/>
                  </a:cubicBezTo>
                  <a:cubicBezTo>
                    <a:pt x="1876" y="1228"/>
                    <a:pt x="1870" y="1222"/>
                    <a:pt x="1863" y="1222"/>
                  </a:cubicBezTo>
                  <a:cubicBezTo>
                    <a:pt x="1856" y="1222"/>
                    <a:pt x="1850" y="1228"/>
                    <a:pt x="1850" y="1235"/>
                  </a:cubicBezTo>
                  <a:cubicBezTo>
                    <a:pt x="1850" y="1242"/>
                    <a:pt x="1856" y="1248"/>
                    <a:pt x="1863" y="1248"/>
                  </a:cubicBezTo>
                  <a:close/>
                  <a:moveTo>
                    <a:pt x="1903" y="1222"/>
                  </a:moveTo>
                  <a:cubicBezTo>
                    <a:pt x="1896" y="1222"/>
                    <a:pt x="1890" y="1228"/>
                    <a:pt x="1890" y="1235"/>
                  </a:cubicBezTo>
                  <a:cubicBezTo>
                    <a:pt x="1890" y="1242"/>
                    <a:pt x="1896" y="1248"/>
                    <a:pt x="1903" y="1248"/>
                  </a:cubicBezTo>
                  <a:cubicBezTo>
                    <a:pt x="1910" y="1248"/>
                    <a:pt x="1915" y="1242"/>
                    <a:pt x="1915" y="1235"/>
                  </a:cubicBezTo>
                  <a:cubicBezTo>
                    <a:pt x="1915" y="1228"/>
                    <a:pt x="1910" y="1222"/>
                    <a:pt x="1903" y="1222"/>
                  </a:cubicBezTo>
                  <a:close/>
                  <a:moveTo>
                    <a:pt x="1942" y="1222"/>
                  </a:moveTo>
                  <a:cubicBezTo>
                    <a:pt x="1935" y="1222"/>
                    <a:pt x="1929" y="1228"/>
                    <a:pt x="1929" y="1235"/>
                  </a:cubicBezTo>
                  <a:cubicBezTo>
                    <a:pt x="1929" y="1242"/>
                    <a:pt x="1935" y="1248"/>
                    <a:pt x="1942" y="1248"/>
                  </a:cubicBezTo>
                  <a:cubicBezTo>
                    <a:pt x="1949" y="1248"/>
                    <a:pt x="1955" y="1242"/>
                    <a:pt x="1955" y="1235"/>
                  </a:cubicBezTo>
                  <a:cubicBezTo>
                    <a:pt x="1955" y="1228"/>
                    <a:pt x="1949" y="1222"/>
                    <a:pt x="1942" y="1222"/>
                  </a:cubicBezTo>
                  <a:close/>
                  <a:moveTo>
                    <a:pt x="1981" y="1222"/>
                  </a:moveTo>
                  <a:cubicBezTo>
                    <a:pt x="1974" y="1222"/>
                    <a:pt x="1969" y="1228"/>
                    <a:pt x="1969" y="1235"/>
                  </a:cubicBezTo>
                  <a:cubicBezTo>
                    <a:pt x="1969" y="1242"/>
                    <a:pt x="1974" y="1248"/>
                    <a:pt x="1981" y="1248"/>
                  </a:cubicBezTo>
                  <a:cubicBezTo>
                    <a:pt x="1988" y="1248"/>
                    <a:pt x="1994" y="1242"/>
                    <a:pt x="1994" y="1235"/>
                  </a:cubicBezTo>
                  <a:cubicBezTo>
                    <a:pt x="1994" y="1228"/>
                    <a:pt x="1988" y="1222"/>
                    <a:pt x="1981" y="1222"/>
                  </a:cubicBezTo>
                  <a:close/>
                  <a:moveTo>
                    <a:pt x="2021" y="1222"/>
                  </a:moveTo>
                  <a:cubicBezTo>
                    <a:pt x="2014" y="1222"/>
                    <a:pt x="2008" y="1228"/>
                    <a:pt x="2008" y="1235"/>
                  </a:cubicBezTo>
                  <a:cubicBezTo>
                    <a:pt x="2008" y="1242"/>
                    <a:pt x="2014" y="1248"/>
                    <a:pt x="2021" y="1248"/>
                  </a:cubicBezTo>
                  <a:cubicBezTo>
                    <a:pt x="2028" y="1248"/>
                    <a:pt x="2034" y="1242"/>
                    <a:pt x="2034" y="1235"/>
                  </a:cubicBezTo>
                  <a:cubicBezTo>
                    <a:pt x="2034" y="1228"/>
                    <a:pt x="2028" y="1222"/>
                    <a:pt x="2021" y="1222"/>
                  </a:cubicBezTo>
                  <a:close/>
                  <a:moveTo>
                    <a:pt x="2060" y="1222"/>
                  </a:moveTo>
                  <a:cubicBezTo>
                    <a:pt x="2053" y="1222"/>
                    <a:pt x="2048" y="1228"/>
                    <a:pt x="2048" y="1235"/>
                  </a:cubicBezTo>
                  <a:cubicBezTo>
                    <a:pt x="2048" y="1242"/>
                    <a:pt x="2053" y="1248"/>
                    <a:pt x="2060" y="1248"/>
                  </a:cubicBezTo>
                  <a:cubicBezTo>
                    <a:pt x="2067" y="1248"/>
                    <a:pt x="2073" y="1242"/>
                    <a:pt x="2073" y="1235"/>
                  </a:cubicBezTo>
                  <a:cubicBezTo>
                    <a:pt x="2073" y="1228"/>
                    <a:pt x="2067" y="1222"/>
                    <a:pt x="2060" y="1222"/>
                  </a:cubicBezTo>
                  <a:close/>
                  <a:moveTo>
                    <a:pt x="2100" y="1222"/>
                  </a:moveTo>
                  <a:cubicBezTo>
                    <a:pt x="2093" y="1222"/>
                    <a:pt x="2087" y="1228"/>
                    <a:pt x="2087" y="1235"/>
                  </a:cubicBezTo>
                  <a:cubicBezTo>
                    <a:pt x="2087" y="1242"/>
                    <a:pt x="2093" y="1248"/>
                    <a:pt x="2100" y="1248"/>
                  </a:cubicBezTo>
                  <a:cubicBezTo>
                    <a:pt x="2107" y="1248"/>
                    <a:pt x="2112" y="1242"/>
                    <a:pt x="2112" y="1235"/>
                  </a:cubicBezTo>
                  <a:cubicBezTo>
                    <a:pt x="2112" y="1228"/>
                    <a:pt x="2107" y="1222"/>
                    <a:pt x="2100" y="1222"/>
                  </a:cubicBezTo>
                  <a:close/>
                  <a:moveTo>
                    <a:pt x="956" y="1287"/>
                  </a:moveTo>
                  <a:cubicBezTo>
                    <a:pt x="963" y="1287"/>
                    <a:pt x="969" y="1281"/>
                    <a:pt x="969" y="1274"/>
                  </a:cubicBezTo>
                  <a:cubicBezTo>
                    <a:pt x="969" y="1267"/>
                    <a:pt x="963" y="1261"/>
                    <a:pt x="956" y="1261"/>
                  </a:cubicBezTo>
                  <a:cubicBezTo>
                    <a:pt x="949" y="1261"/>
                    <a:pt x="944" y="1267"/>
                    <a:pt x="944" y="1274"/>
                  </a:cubicBezTo>
                  <a:cubicBezTo>
                    <a:pt x="944" y="1281"/>
                    <a:pt x="949" y="1287"/>
                    <a:pt x="956" y="1287"/>
                  </a:cubicBezTo>
                  <a:close/>
                  <a:moveTo>
                    <a:pt x="996" y="1261"/>
                  </a:moveTo>
                  <a:cubicBezTo>
                    <a:pt x="989" y="1261"/>
                    <a:pt x="983" y="1267"/>
                    <a:pt x="983" y="1274"/>
                  </a:cubicBezTo>
                  <a:cubicBezTo>
                    <a:pt x="983" y="1281"/>
                    <a:pt x="989" y="1287"/>
                    <a:pt x="996" y="1287"/>
                  </a:cubicBezTo>
                  <a:cubicBezTo>
                    <a:pt x="1003" y="1287"/>
                    <a:pt x="1009" y="1281"/>
                    <a:pt x="1009" y="1274"/>
                  </a:cubicBezTo>
                  <a:cubicBezTo>
                    <a:pt x="1009" y="1267"/>
                    <a:pt x="1003" y="1261"/>
                    <a:pt x="996" y="1261"/>
                  </a:cubicBezTo>
                  <a:close/>
                  <a:moveTo>
                    <a:pt x="1035" y="1261"/>
                  </a:moveTo>
                  <a:cubicBezTo>
                    <a:pt x="1028" y="1261"/>
                    <a:pt x="1023" y="1267"/>
                    <a:pt x="1023" y="1274"/>
                  </a:cubicBezTo>
                  <a:cubicBezTo>
                    <a:pt x="1023" y="1281"/>
                    <a:pt x="1028" y="1287"/>
                    <a:pt x="1035" y="1287"/>
                  </a:cubicBezTo>
                  <a:cubicBezTo>
                    <a:pt x="1042" y="1287"/>
                    <a:pt x="1048" y="1281"/>
                    <a:pt x="1048" y="1274"/>
                  </a:cubicBezTo>
                  <a:cubicBezTo>
                    <a:pt x="1048" y="1267"/>
                    <a:pt x="1042" y="1261"/>
                    <a:pt x="1035" y="1261"/>
                  </a:cubicBezTo>
                  <a:close/>
                  <a:moveTo>
                    <a:pt x="1075" y="1261"/>
                  </a:moveTo>
                  <a:cubicBezTo>
                    <a:pt x="1068" y="1261"/>
                    <a:pt x="1062" y="1267"/>
                    <a:pt x="1062" y="1274"/>
                  </a:cubicBezTo>
                  <a:cubicBezTo>
                    <a:pt x="1062" y="1281"/>
                    <a:pt x="1068" y="1287"/>
                    <a:pt x="1075" y="1287"/>
                  </a:cubicBezTo>
                  <a:cubicBezTo>
                    <a:pt x="1082" y="1287"/>
                    <a:pt x="1087" y="1281"/>
                    <a:pt x="1087" y="1274"/>
                  </a:cubicBezTo>
                  <a:cubicBezTo>
                    <a:pt x="1087" y="1267"/>
                    <a:pt x="1082" y="1261"/>
                    <a:pt x="1075" y="1261"/>
                  </a:cubicBezTo>
                  <a:close/>
                  <a:moveTo>
                    <a:pt x="1114" y="1261"/>
                  </a:moveTo>
                  <a:cubicBezTo>
                    <a:pt x="1107" y="1261"/>
                    <a:pt x="1101" y="1267"/>
                    <a:pt x="1101" y="1274"/>
                  </a:cubicBezTo>
                  <a:cubicBezTo>
                    <a:pt x="1101" y="1281"/>
                    <a:pt x="1107" y="1287"/>
                    <a:pt x="1114" y="1287"/>
                  </a:cubicBezTo>
                  <a:cubicBezTo>
                    <a:pt x="1121" y="1287"/>
                    <a:pt x="1127" y="1281"/>
                    <a:pt x="1127" y="1274"/>
                  </a:cubicBezTo>
                  <a:cubicBezTo>
                    <a:pt x="1127" y="1267"/>
                    <a:pt x="1121" y="1261"/>
                    <a:pt x="1114" y="1261"/>
                  </a:cubicBezTo>
                  <a:close/>
                  <a:moveTo>
                    <a:pt x="1141" y="1274"/>
                  </a:moveTo>
                  <a:cubicBezTo>
                    <a:pt x="1141" y="1281"/>
                    <a:pt x="1146" y="1287"/>
                    <a:pt x="1154" y="1287"/>
                  </a:cubicBezTo>
                  <a:cubicBezTo>
                    <a:pt x="1161" y="1287"/>
                    <a:pt x="1166" y="1281"/>
                    <a:pt x="1166" y="1274"/>
                  </a:cubicBezTo>
                  <a:cubicBezTo>
                    <a:pt x="1166" y="1267"/>
                    <a:pt x="1161" y="1261"/>
                    <a:pt x="1154" y="1261"/>
                  </a:cubicBezTo>
                  <a:cubicBezTo>
                    <a:pt x="1146" y="1261"/>
                    <a:pt x="1141" y="1267"/>
                    <a:pt x="1141" y="1274"/>
                  </a:cubicBezTo>
                  <a:close/>
                  <a:moveTo>
                    <a:pt x="1180" y="1274"/>
                  </a:moveTo>
                  <a:cubicBezTo>
                    <a:pt x="1180" y="1281"/>
                    <a:pt x="1186" y="1287"/>
                    <a:pt x="1193" y="1287"/>
                  </a:cubicBezTo>
                  <a:cubicBezTo>
                    <a:pt x="1200" y="1287"/>
                    <a:pt x="1206" y="1281"/>
                    <a:pt x="1206" y="1274"/>
                  </a:cubicBezTo>
                  <a:cubicBezTo>
                    <a:pt x="1206" y="1267"/>
                    <a:pt x="1200" y="1261"/>
                    <a:pt x="1193" y="1261"/>
                  </a:cubicBezTo>
                  <a:cubicBezTo>
                    <a:pt x="1186" y="1261"/>
                    <a:pt x="1180" y="1267"/>
                    <a:pt x="1180" y="1274"/>
                  </a:cubicBezTo>
                  <a:close/>
                  <a:moveTo>
                    <a:pt x="1232" y="1287"/>
                  </a:moveTo>
                  <a:cubicBezTo>
                    <a:pt x="1239" y="1287"/>
                    <a:pt x="1245" y="1281"/>
                    <a:pt x="1245" y="1274"/>
                  </a:cubicBezTo>
                  <a:cubicBezTo>
                    <a:pt x="1245" y="1267"/>
                    <a:pt x="1239" y="1261"/>
                    <a:pt x="1232" y="1261"/>
                  </a:cubicBezTo>
                  <a:cubicBezTo>
                    <a:pt x="1225" y="1261"/>
                    <a:pt x="1220" y="1267"/>
                    <a:pt x="1220" y="1274"/>
                  </a:cubicBezTo>
                  <a:cubicBezTo>
                    <a:pt x="1220" y="1281"/>
                    <a:pt x="1225" y="1287"/>
                    <a:pt x="1232" y="1287"/>
                  </a:cubicBezTo>
                  <a:close/>
                  <a:moveTo>
                    <a:pt x="1272" y="1261"/>
                  </a:moveTo>
                  <a:cubicBezTo>
                    <a:pt x="1265" y="1261"/>
                    <a:pt x="1259" y="1267"/>
                    <a:pt x="1259" y="1274"/>
                  </a:cubicBezTo>
                  <a:cubicBezTo>
                    <a:pt x="1259" y="1281"/>
                    <a:pt x="1265" y="1287"/>
                    <a:pt x="1272" y="1287"/>
                  </a:cubicBezTo>
                  <a:cubicBezTo>
                    <a:pt x="1279" y="1287"/>
                    <a:pt x="1285" y="1281"/>
                    <a:pt x="1285" y="1274"/>
                  </a:cubicBezTo>
                  <a:cubicBezTo>
                    <a:pt x="1285" y="1267"/>
                    <a:pt x="1279" y="1261"/>
                    <a:pt x="1272" y="1261"/>
                  </a:cubicBezTo>
                  <a:close/>
                  <a:moveTo>
                    <a:pt x="1824" y="1261"/>
                  </a:moveTo>
                  <a:cubicBezTo>
                    <a:pt x="1817" y="1261"/>
                    <a:pt x="1811" y="1267"/>
                    <a:pt x="1811" y="1274"/>
                  </a:cubicBezTo>
                  <a:cubicBezTo>
                    <a:pt x="1811" y="1281"/>
                    <a:pt x="1817" y="1287"/>
                    <a:pt x="1824" y="1287"/>
                  </a:cubicBezTo>
                  <a:cubicBezTo>
                    <a:pt x="1831" y="1287"/>
                    <a:pt x="1837" y="1281"/>
                    <a:pt x="1837" y="1274"/>
                  </a:cubicBezTo>
                  <a:cubicBezTo>
                    <a:pt x="1837" y="1267"/>
                    <a:pt x="1831" y="1261"/>
                    <a:pt x="1824" y="1261"/>
                  </a:cubicBezTo>
                  <a:close/>
                  <a:moveTo>
                    <a:pt x="1863" y="1287"/>
                  </a:moveTo>
                  <a:cubicBezTo>
                    <a:pt x="1870" y="1287"/>
                    <a:pt x="1876" y="1281"/>
                    <a:pt x="1876" y="1274"/>
                  </a:cubicBezTo>
                  <a:cubicBezTo>
                    <a:pt x="1876" y="1267"/>
                    <a:pt x="1870" y="1261"/>
                    <a:pt x="1863" y="1261"/>
                  </a:cubicBezTo>
                  <a:cubicBezTo>
                    <a:pt x="1856" y="1261"/>
                    <a:pt x="1850" y="1267"/>
                    <a:pt x="1850" y="1274"/>
                  </a:cubicBezTo>
                  <a:cubicBezTo>
                    <a:pt x="1850" y="1281"/>
                    <a:pt x="1856" y="1287"/>
                    <a:pt x="1863" y="1287"/>
                  </a:cubicBezTo>
                  <a:close/>
                  <a:moveTo>
                    <a:pt x="1903" y="1261"/>
                  </a:moveTo>
                  <a:cubicBezTo>
                    <a:pt x="1896" y="1261"/>
                    <a:pt x="1890" y="1267"/>
                    <a:pt x="1890" y="1274"/>
                  </a:cubicBezTo>
                  <a:cubicBezTo>
                    <a:pt x="1890" y="1281"/>
                    <a:pt x="1896" y="1287"/>
                    <a:pt x="1903" y="1287"/>
                  </a:cubicBezTo>
                  <a:cubicBezTo>
                    <a:pt x="1910" y="1287"/>
                    <a:pt x="1915" y="1281"/>
                    <a:pt x="1915" y="1274"/>
                  </a:cubicBezTo>
                  <a:cubicBezTo>
                    <a:pt x="1915" y="1267"/>
                    <a:pt x="1910" y="1261"/>
                    <a:pt x="1903" y="1261"/>
                  </a:cubicBezTo>
                  <a:close/>
                  <a:moveTo>
                    <a:pt x="1942" y="1261"/>
                  </a:moveTo>
                  <a:cubicBezTo>
                    <a:pt x="1935" y="1261"/>
                    <a:pt x="1929" y="1267"/>
                    <a:pt x="1929" y="1274"/>
                  </a:cubicBezTo>
                  <a:cubicBezTo>
                    <a:pt x="1929" y="1281"/>
                    <a:pt x="1935" y="1287"/>
                    <a:pt x="1942" y="1287"/>
                  </a:cubicBezTo>
                  <a:cubicBezTo>
                    <a:pt x="1949" y="1287"/>
                    <a:pt x="1955" y="1281"/>
                    <a:pt x="1955" y="1274"/>
                  </a:cubicBezTo>
                  <a:cubicBezTo>
                    <a:pt x="1955" y="1267"/>
                    <a:pt x="1949" y="1261"/>
                    <a:pt x="1942" y="1261"/>
                  </a:cubicBezTo>
                  <a:close/>
                  <a:moveTo>
                    <a:pt x="1981" y="1261"/>
                  </a:moveTo>
                  <a:cubicBezTo>
                    <a:pt x="1974" y="1261"/>
                    <a:pt x="1969" y="1267"/>
                    <a:pt x="1969" y="1274"/>
                  </a:cubicBezTo>
                  <a:cubicBezTo>
                    <a:pt x="1969" y="1281"/>
                    <a:pt x="1974" y="1287"/>
                    <a:pt x="1981" y="1287"/>
                  </a:cubicBezTo>
                  <a:cubicBezTo>
                    <a:pt x="1988" y="1287"/>
                    <a:pt x="1994" y="1281"/>
                    <a:pt x="1994" y="1274"/>
                  </a:cubicBezTo>
                  <a:cubicBezTo>
                    <a:pt x="1994" y="1267"/>
                    <a:pt x="1988" y="1261"/>
                    <a:pt x="1981" y="1261"/>
                  </a:cubicBezTo>
                  <a:close/>
                  <a:moveTo>
                    <a:pt x="2021" y="1261"/>
                  </a:moveTo>
                  <a:cubicBezTo>
                    <a:pt x="2014" y="1261"/>
                    <a:pt x="2008" y="1267"/>
                    <a:pt x="2008" y="1274"/>
                  </a:cubicBezTo>
                  <a:cubicBezTo>
                    <a:pt x="2008" y="1281"/>
                    <a:pt x="2014" y="1287"/>
                    <a:pt x="2021" y="1287"/>
                  </a:cubicBezTo>
                  <a:cubicBezTo>
                    <a:pt x="2028" y="1287"/>
                    <a:pt x="2034" y="1281"/>
                    <a:pt x="2034" y="1274"/>
                  </a:cubicBezTo>
                  <a:cubicBezTo>
                    <a:pt x="2034" y="1267"/>
                    <a:pt x="2028" y="1261"/>
                    <a:pt x="2021" y="1261"/>
                  </a:cubicBezTo>
                  <a:close/>
                  <a:moveTo>
                    <a:pt x="2060" y="1287"/>
                  </a:moveTo>
                  <a:cubicBezTo>
                    <a:pt x="2067" y="1287"/>
                    <a:pt x="2073" y="1281"/>
                    <a:pt x="2073" y="1274"/>
                  </a:cubicBezTo>
                  <a:cubicBezTo>
                    <a:pt x="2073" y="1267"/>
                    <a:pt x="2067" y="1262"/>
                    <a:pt x="2060" y="1262"/>
                  </a:cubicBezTo>
                  <a:cubicBezTo>
                    <a:pt x="2053" y="1262"/>
                    <a:pt x="2048" y="1267"/>
                    <a:pt x="2048" y="1274"/>
                  </a:cubicBezTo>
                  <a:cubicBezTo>
                    <a:pt x="2048" y="1281"/>
                    <a:pt x="2053" y="1287"/>
                    <a:pt x="2060" y="1287"/>
                  </a:cubicBezTo>
                  <a:close/>
                  <a:moveTo>
                    <a:pt x="2100" y="1261"/>
                  </a:moveTo>
                  <a:cubicBezTo>
                    <a:pt x="2093" y="1261"/>
                    <a:pt x="2087" y="1267"/>
                    <a:pt x="2087" y="1274"/>
                  </a:cubicBezTo>
                  <a:cubicBezTo>
                    <a:pt x="2087" y="1281"/>
                    <a:pt x="2093" y="1287"/>
                    <a:pt x="2100" y="1287"/>
                  </a:cubicBezTo>
                  <a:cubicBezTo>
                    <a:pt x="2107" y="1287"/>
                    <a:pt x="2112" y="1281"/>
                    <a:pt x="2112" y="1274"/>
                  </a:cubicBezTo>
                  <a:cubicBezTo>
                    <a:pt x="2112" y="1267"/>
                    <a:pt x="2107" y="1261"/>
                    <a:pt x="2100" y="1261"/>
                  </a:cubicBezTo>
                  <a:close/>
                  <a:moveTo>
                    <a:pt x="3046" y="1287"/>
                  </a:moveTo>
                  <a:cubicBezTo>
                    <a:pt x="3053" y="1287"/>
                    <a:pt x="3059" y="1281"/>
                    <a:pt x="3059" y="1274"/>
                  </a:cubicBezTo>
                  <a:cubicBezTo>
                    <a:pt x="3059" y="1267"/>
                    <a:pt x="3053" y="1261"/>
                    <a:pt x="3046" y="1261"/>
                  </a:cubicBezTo>
                  <a:cubicBezTo>
                    <a:pt x="3039" y="1261"/>
                    <a:pt x="3033" y="1267"/>
                    <a:pt x="3033" y="1274"/>
                  </a:cubicBezTo>
                  <a:cubicBezTo>
                    <a:pt x="3033" y="1281"/>
                    <a:pt x="3039" y="1287"/>
                    <a:pt x="3046" y="1287"/>
                  </a:cubicBezTo>
                  <a:close/>
                  <a:moveTo>
                    <a:pt x="996" y="1326"/>
                  </a:moveTo>
                  <a:cubicBezTo>
                    <a:pt x="1003" y="1326"/>
                    <a:pt x="1009" y="1321"/>
                    <a:pt x="1009" y="1314"/>
                  </a:cubicBezTo>
                  <a:cubicBezTo>
                    <a:pt x="1009" y="1307"/>
                    <a:pt x="1003" y="1301"/>
                    <a:pt x="996" y="1301"/>
                  </a:cubicBezTo>
                  <a:cubicBezTo>
                    <a:pt x="989" y="1301"/>
                    <a:pt x="983" y="1307"/>
                    <a:pt x="983" y="1314"/>
                  </a:cubicBezTo>
                  <a:cubicBezTo>
                    <a:pt x="983" y="1321"/>
                    <a:pt x="989" y="1326"/>
                    <a:pt x="996" y="1326"/>
                  </a:cubicBezTo>
                  <a:close/>
                  <a:moveTo>
                    <a:pt x="1035" y="1326"/>
                  </a:moveTo>
                  <a:cubicBezTo>
                    <a:pt x="1042" y="1326"/>
                    <a:pt x="1048" y="1321"/>
                    <a:pt x="1048" y="1314"/>
                  </a:cubicBezTo>
                  <a:cubicBezTo>
                    <a:pt x="1048" y="1307"/>
                    <a:pt x="1042" y="1301"/>
                    <a:pt x="1035" y="1301"/>
                  </a:cubicBezTo>
                  <a:cubicBezTo>
                    <a:pt x="1028" y="1301"/>
                    <a:pt x="1023" y="1307"/>
                    <a:pt x="1023" y="1314"/>
                  </a:cubicBezTo>
                  <a:cubicBezTo>
                    <a:pt x="1023" y="1321"/>
                    <a:pt x="1028" y="1326"/>
                    <a:pt x="1035" y="1326"/>
                  </a:cubicBezTo>
                  <a:close/>
                  <a:moveTo>
                    <a:pt x="1075" y="1326"/>
                  </a:moveTo>
                  <a:cubicBezTo>
                    <a:pt x="1082" y="1326"/>
                    <a:pt x="1087" y="1321"/>
                    <a:pt x="1087" y="1314"/>
                  </a:cubicBezTo>
                  <a:cubicBezTo>
                    <a:pt x="1087" y="1307"/>
                    <a:pt x="1082" y="1301"/>
                    <a:pt x="1075" y="1301"/>
                  </a:cubicBezTo>
                  <a:cubicBezTo>
                    <a:pt x="1068" y="1301"/>
                    <a:pt x="1062" y="1307"/>
                    <a:pt x="1062" y="1314"/>
                  </a:cubicBezTo>
                  <a:cubicBezTo>
                    <a:pt x="1062" y="1321"/>
                    <a:pt x="1068" y="1326"/>
                    <a:pt x="1075" y="1326"/>
                  </a:cubicBezTo>
                  <a:close/>
                  <a:moveTo>
                    <a:pt x="1114" y="1326"/>
                  </a:moveTo>
                  <a:cubicBezTo>
                    <a:pt x="1121" y="1326"/>
                    <a:pt x="1127" y="1321"/>
                    <a:pt x="1127" y="1314"/>
                  </a:cubicBezTo>
                  <a:cubicBezTo>
                    <a:pt x="1127" y="1307"/>
                    <a:pt x="1121" y="1301"/>
                    <a:pt x="1114" y="1301"/>
                  </a:cubicBezTo>
                  <a:cubicBezTo>
                    <a:pt x="1107" y="1301"/>
                    <a:pt x="1101" y="1307"/>
                    <a:pt x="1101" y="1314"/>
                  </a:cubicBezTo>
                  <a:cubicBezTo>
                    <a:pt x="1101" y="1321"/>
                    <a:pt x="1107" y="1326"/>
                    <a:pt x="1114" y="1326"/>
                  </a:cubicBezTo>
                  <a:close/>
                  <a:moveTo>
                    <a:pt x="1154" y="1326"/>
                  </a:moveTo>
                  <a:cubicBezTo>
                    <a:pt x="1161" y="1326"/>
                    <a:pt x="1166" y="1321"/>
                    <a:pt x="1166" y="1314"/>
                  </a:cubicBezTo>
                  <a:cubicBezTo>
                    <a:pt x="1166" y="1307"/>
                    <a:pt x="1161" y="1301"/>
                    <a:pt x="1154" y="1301"/>
                  </a:cubicBezTo>
                  <a:cubicBezTo>
                    <a:pt x="1146" y="1301"/>
                    <a:pt x="1141" y="1307"/>
                    <a:pt x="1141" y="1314"/>
                  </a:cubicBezTo>
                  <a:cubicBezTo>
                    <a:pt x="1141" y="1321"/>
                    <a:pt x="1146" y="1326"/>
                    <a:pt x="1154" y="1326"/>
                  </a:cubicBezTo>
                  <a:close/>
                  <a:moveTo>
                    <a:pt x="1193" y="1326"/>
                  </a:moveTo>
                  <a:cubicBezTo>
                    <a:pt x="1200" y="1326"/>
                    <a:pt x="1206" y="1321"/>
                    <a:pt x="1206" y="1314"/>
                  </a:cubicBezTo>
                  <a:cubicBezTo>
                    <a:pt x="1206" y="1307"/>
                    <a:pt x="1200" y="1301"/>
                    <a:pt x="1193" y="1301"/>
                  </a:cubicBezTo>
                  <a:cubicBezTo>
                    <a:pt x="1186" y="1301"/>
                    <a:pt x="1180" y="1307"/>
                    <a:pt x="1180" y="1314"/>
                  </a:cubicBezTo>
                  <a:cubicBezTo>
                    <a:pt x="1180" y="1321"/>
                    <a:pt x="1186" y="1326"/>
                    <a:pt x="1193" y="1326"/>
                  </a:cubicBezTo>
                  <a:close/>
                  <a:moveTo>
                    <a:pt x="1232" y="1326"/>
                  </a:moveTo>
                  <a:cubicBezTo>
                    <a:pt x="1239" y="1326"/>
                    <a:pt x="1245" y="1321"/>
                    <a:pt x="1245" y="1314"/>
                  </a:cubicBezTo>
                  <a:cubicBezTo>
                    <a:pt x="1245" y="1307"/>
                    <a:pt x="1239" y="1301"/>
                    <a:pt x="1232" y="1301"/>
                  </a:cubicBezTo>
                  <a:cubicBezTo>
                    <a:pt x="1225" y="1301"/>
                    <a:pt x="1220" y="1307"/>
                    <a:pt x="1220" y="1314"/>
                  </a:cubicBezTo>
                  <a:cubicBezTo>
                    <a:pt x="1220" y="1321"/>
                    <a:pt x="1225" y="1326"/>
                    <a:pt x="1232" y="1326"/>
                  </a:cubicBezTo>
                  <a:close/>
                  <a:moveTo>
                    <a:pt x="1272" y="1301"/>
                  </a:moveTo>
                  <a:cubicBezTo>
                    <a:pt x="1265" y="1301"/>
                    <a:pt x="1259" y="1307"/>
                    <a:pt x="1259" y="1314"/>
                  </a:cubicBezTo>
                  <a:cubicBezTo>
                    <a:pt x="1259" y="1321"/>
                    <a:pt x="1265" y="1326"/>
                    <a:pt x="1272" y="1326"/>
                  </a:cubicBezTo>
                  <a:cubicBezTo>
                    <a:pt x="1279" y="1326"/>
                    <a:pt x="1285" y="1321"/>
                    <a:pt x="1285" y="1314"/>
                  </a:cubicBezTo>
                  <a:cubicBezTo>
                    <a:pt x="1285" y="1307"/>
                    <a:pt x="1279" y="1301"/>
                    <a:pt x="1272" y="1301"/>
                  </a:cubicBezTo>
                  <a:close/>
                  <a:moveTo>
                    <a:pt x="1824" y="1301"/>
                  </a:moveTo>
                  <a:cubicBezTo>
                    <a:pt x="1817" y="1301"/>
                    <a:pt x="1811" y="1307"/>
                    <a:pt x="1811" y="1314"/>
                  </a:cubicBezTo>
                  <a:cubicBezTo>
                    <a:pt x="1811" y="1321"/>
                    <a:pt x="1817" y="1326"/>
                    <a:pt x="1824" y="1326"/>
                  </a:cubicBezTo>
                  <a:cubicBezTo>
                    <a:pt x="1831" y="1326"/>
                    <a:pt x="1837" y="1321"/>
                    <a:pt x="1837" y="1314"/>
                  </a:cubicBezTo>
                  <a:cubicBezTo>
                    <a:pt x="1837" y="1307"/>
                    <a:pt x="1831" y="1301"/>
                    <a:pt x="1824" y="1301"/>
                  </a:cubicBezTo>
                  <a:close/>
                  <a:moveTo>
                    <a:pt x="1863" y="1326"/>
                  </a:moveTo>
                  <a:cubicBezTo>
                    <a:pt x="1870" y="1326"/>
                    <a:pt x="1876" y="1321"/>
                    <a:pt x="1876" y="1314"/>
                  </a:cubicBezTo>
                  <a:cubicBezTo>
                    <a:pt x="1876" y="1307"/>
                    <a:pt x="1870" y="1301"/>
                    <a:pt x="1863" y="1301"/>
                  </a:cubicBezTo>
                  <a:cubicBezTo>
                    <a:pt x="1856" y="1301"/>
                    <a:pt x="1850" y="1307"/>
                    <a:pt x="1850" y="1314"/>
                  </a:cubicBezTo>
                  <a:cubicBezTo>
                    <a:pt x="1850" y="1321"/>
                    <a:pt x="1856" y="1326"/>
                    <a:pt x="1863" y="1326"/>
                  </a:cubicBezTo>
                  <a:close/>
                  <a:moveTo>
                    <a:pt x="1903" y="1326"/>
                  </a:moveTo>
                  <a:cubicBezTo>
                    <a:pt x="1910" y="1326"/>
                    <a:pt x="1915" y="1321"/>
                    <a:pt x="1915" y="1314"/>
                  </a:cubicBezTo>
                  <a:cubicBezTo>
                    <a:pt x="1915" y="1307"/>
                    <a:pt x="1910" y="1301"/>
                    <a:pt x="1903" y="1301"/>
                  </a:cubicBezTo>
                  <a:cubicBezTo>
                    <a:pt x="1896" y="1301"/>
                    <a:pt x="1890" y="1307"/>
                    <a:pt x="1890" y="1314"/>
                  </a:cubicBezTo>
                  <a:cubicBezTo>
                    <a:pt x="1890" y="1321"/>
                    <a:pt x="1896" y="1326"/>
                    <a:pt x="1903" y="1326"/>
                  </a:cubicBezTo>
                  <a:close/>
                  <a:moveTo>
                    <a:pt x="1942" y="1326"/>
                  </a:moveTo>
                  <a:cubicBezTo>
                    <a:pt x="1949" y="1326"/>
                    <a:pt x="1955" y="1321"/>
                    <a:pt x="1955" y="1314"/>
                  </a:cubicBezTo>
                  <a:cubicBezTo>
                    <a:pt x="1955" y="1307"/>
                    <a:pt x="1949" y="1301"/>
                    <a:pt x="1942" y="1301"/>
                  </a:cubicBezTo>
                  <a:cubicBezTo>
                    <a:pt x="1935" y="1301"/>
                    <a:pt x="1929" y="1307"/>
                    <a:pt x="1929" y="1314"/>
                  </a:cubicBezTo>
                  <a:cubicBezTo>
                    <a:pt x="1929" y="1321"/>
                    <a:pt x="1935" y="1326"/>
                    <a:pt x="1942" y="1326"/>
                  </a:cubicBezTo>
                  <a:close/>
                  <a:moveTo>
                    <a:pt x="1981" y="1301"/>
                  </a:moveTo>
                  <a:cubicBezTo>
                    <a:pt x="1974" y="1301"/>
                    <a:pt x="1969" y="1307"/>
                    <a:pt x="1969" y="1314"/>
                  </a:cubicBezTo>
                  <a:cubicBezTo>
                    <a:pt x="1969" y="1321"/>
                    <a:pt x="1974" y="1326"/>
                    <a:pt x="1981" y="1326"/>
                  </a:cubicBezTo>
                  <a:cubicBezTo>
                    <a:pt x="1988" y="1326"/>
                    <a:pt x="1994" y="1321"/>
                    <a:pt x="1994" y="1314"/>
                  </a:cubicBezTo>
                  <a:cubicBezTo>
                    <a:pt x="1994" y="1307"/>
                    <a:pt x="1988" y="1301"/>
                    <a:pt x="1981" y="1301"/>
                  </a:cubicBezTo>
                  <a:close/>
                  <a:moveTo>
                    <a:pt x="2021" y="1326"/>
                  </a:moveTo>
                  <a:cubicBezTo>
                    <a:pt x="2028" y="1326"/>
                    <a:pt x="2034" y="1321"/>
                    <a:pt x="2034" y="1314"/>
                  </a:cubicBezTo>
                  <a:cubicBezTo>
                    <a:pt x="2034" y="1307"/>
                    <a:pt x="2028" y="1301"/>
                    <a:pt x="2021" y="1301"/>
                  </a:cubicBezTo>
                  <a:cubicBezTo>
                    <a:pt x="2014" y="1301"/>
                    <a:pt x="2008" y="1307"/>
                    <a:pt x="2008" y="1314"/>
                  </a:cubicBezTo>
                  <a:cubicBezTo>
                    <a:pt x="2008" y="1321"/>
                    <a:pt x="2014" y="1326"/>
                    <a:pt x="2021" y="1326"/>
                  </a:cubicBezTo>
                  <a:close/>
                  <a:moveTo>
                    <a:pt x="2060" y="1301"/>
                  </a:moveTo>
                  <a:cubicBezTo>
                    <a:pt x="2053" y="1301"/>
                    <a:pt x="2048" y="1307"/>
                    <a:pt x="2048" y="1314"/>
                  </a:cubicBezTo>
                  <a:cubicBezTo>
                    <a:pt x="2048" y="1321"/>
                    <a:pt x="2053" y="1326"/>
                    <a:pt x="2060" y="1326"/>
                  </a:cubicBezTo>
                  <a:cubicBezTo>
                    <a:pt x="2067" y="1326"/>
                    <a:pt x="2073" y="1321"/>
                    <a:pt x="2073" y="1314"/>
                  </a:cubicBezTo>
                  <a:cubicBezTo>
                    <a:pt x="2073" y="1307"/>
                    <a:pt x="2067" y="1301"/>
                    <a:pt x="2060" y="1301"/>
                  </a:cubicBezTo>
                  <a:close/>
                  <a:moveTo>
                    <a:pt x="2179" y="1301"/>
                  </a:moveTo>
                  <a:cubicBezTo>
                    <a:pt x="2172" y="1301"/>
                    <a:pt x="2166" y="1307"/>
                    <a:pt x="2166" y="1314"/>
                  </a:cubicBezTo>
                  <a:cubicBezTo>
                    <a:pt x="2166" y="1321"/>
                    <a:pt x="2172" y="1326"/>
                    <a:pt x="2179" y="1326"/>
                  </a:cubicBezTo>
                  <a:cubicBezTo>
                    <a:pt x="2186" y="1326"/>
                    <a:pt x="2191" y="1321"/>
                    <a:pt x="2191" y="1314"/>
                  </a:cubicBezTo>
                  <a:cubicBezTo>
                    <a:pt x="2191" y="1307"/>
                    <a:pt x="2186" y="1301"/>
                    <a:pt x="2179" y="1301"/>
                  </a:cubicBezTo>
                  <a:close/>
                  <a:moveTo>
                    <a:pt x="2967" y="1326"/>
                  </a:moveTo>
                  <a:cubicBezTo>
                    <a:pt x="2974" y="1326"/>
                    <a:pt x="2980" y="1321"/>
                    <a:pt x="2980" y="1314"/>
                  </a:cubicBezTo>
                  <a:cubicBezTo>
                    <a:pt x="2980" y="1307"/>
                    <a:pt x="2974" y="1301"/>
                    <a:pt x="2967" y="1301"/>
                  </a:cubicBezTo>
                  <a:cubicBezTo>
                    <a:pt x="2960" y="1301"/>
                    <a:pt x="2954" y="1307"/>
                    <a:pt x="2954" y="1314"/>
                  </a:cubicBezTo>
                  <a:cubicBezTo>
                    <a:pt x="2954" y="1321"/>
                    <a:pt x="2960" y="1326"/>
                    <a:pt x="2967" y="1326"/>
                  </a:cubicBezTo>
                  <a:close/>
                  <a:moveTo>
                    <a:pt x="3006" y="1326"/>
                  </a:moveTo>
                  <a:cubicBezTo>
                    <a:pt x="3014" y="1326"/>
                    <a:pt x="3019" y="1321"/>
                    <a:pt x="3019" y="1314"/>
                  </a:cubicBezTo>
                  <a:cubicBezTo>
                    <a:pt x="3019" y="1307"/>
                    <a:pt x="3014" y="1301"/>
                    <a:pt x="3006" y="1301"/>
                  </a:cubicBezTo>
                  <a:cubicBezTo>
                    <a:pt x="2999" y="1301"/>
                    <a:pt x="2994" y="1307"/>
                    <a:pt x="2994" y="1314"/>
                  </a:cubicBezTo>
                  <a:cubicBezTo>
                    <a:pt x="2994" y="1321"/>
                    <a:pt x="2999" y="1326"/>
                    <a:pt x="3006" y="1326"/>
                  </a:cubicBezTo>
                  <a:close/>
                  <a:moveTo>
                    <a:pt x="3046" y="1326"/>
                  </a:moveTo>
                  <a:cubicBezTo>
                    <a:pt x="3053" y="1326"/>
                    <a:pt x="3059" y="1321"/>
                    <a:pt x="3059" y="1314"/>
                  </a:cubicBezTo>
                  <a:cubicBezTo>
                    <a:pt x="3059" y="1307"/>
                    <a:pt x="3053" y="1301"/>
                    <a:pt x="3046" y="1301"/>
                  </a:cubicBezTo>
                  <a:cubicBezTo>
                    <a:pt x="3039" y="1301"/>
                    <a:pt x="3033" y="1307"/>
                    <a:pt x="3033" y="1314"/>
                  </a:cubicBezTo>
                  <a:cubicBezTo>
                    <a:pt x="3033" y="1321"/>
                    <a:pt x="3039" y="1326"/>
                    <a:pt x="3046" y="1326"/>
                  </a:cubicBezTo>
                  <a:close/>
                  <a:moveTo>
                    <a:pt x="3085" y="1326"/>
                  </a:moveTo>
                  <a:cubicBezTo>
                    <a:pt x="3092" y="1326"/>
                    <a:pt x="3098" y="1321"/>
                    <a:pt x="3098" y="1314"/>
                  </a:cubicBezTo>
                  <a:cubicBezTo>
                    <a:pt x="3098" y="1307"/>
                    <a:pt x="3092" y="1301"/>
                    <a:pt x="3085" y="1301"/>
                  </a:cubicBezTo>
                  <a:cubicBezTo>
                    <a:pt x="3078" y="1301"/>
                    <a:pt x="3073" y="1307"/>
                    <a:pt x="3073" y="1314"/>
                  </a:cubicBezTo>
                  <a:cubicBezTo>
                    <a:pt x="3073" y="1321"/>
                    <a:pt x="3078" y="1326"/>
                    <a:pt x="3085" y="1326"/>
                  </a:cubicBezTo>
                  <a:close/>
                  <a:moveTo>
                    <a:pt x="3125" y="1326"/>
                  </a:moveTo>
                  <a:cubicBezTo>
                    <a:pt x="3132" y="1326"/>
                    <a:pt x="3137" y="1321"/>
                    <a:pt x="3137" y="1314"/>
                  </a:cubicBezTo>
                  <a:cubicBezTo>
                    <a:pt x="3137" y="1307"/>
                    <a:pt x="3132" y="1301"/>
                    <a:pt x="3125" y="1301"/>
                  </a:cubicBezTo>
                  <a:cubicBezTo>
                    <a:pt x="3118" y="1301"/>
                    <a:pt x="3112" y="1307"/>
                    <a:pt x="3112" y="1314"/>
                  </a:cubicBezTo>
                  <a:cubicBezTo>
                    <a:pt x="3112" y="1321"/>
                    <a:pt x="3118" y="1326"/>
                    <a:pt x="3125" y="1326"/>
                  </a:cubicBezTo>
                  <a:close/>
                  <a:moveTo>
                    <a:pt x="3164" y="1326"/>
                  </a:moveTo>
                  <a:cubicBezTo>
                    <a:pt x="3171" y="1326"/>
                    <a:pt x="3177" y="1321"/>
                    <a:pt x="3177" y="1314"/>
                  </a:cubicBezTo>
                  <a:cubicBezTo>
                    <a:pt x="3177" y="1307"/>
                    <a:pt x="3171" y="1301"/>
                    <a:pt x="3164" y="1301"/>
                  </a:cubicBezTo>
                  <a:cubicBezTo>
                    <a:pt x="3157" y="1301"/>
                    <a:pt x="3151" y="1307"/>
                    <a:pt x="3151" y="1314"/>
                  </a:cubicBezTo>
                  <a:cubicBezTo>
                    <a:pt x="3151" y="1321"/>
                    <a:pt x="3157" y="1326"/>
                    <a:pt x="3164" y="1326"/>
                  </a:cubicBezTo>
                  <a:close/>
                  <a:moveTo>
                    <a:pt x="996" y="1366"/>
                  </a:moveTo>
                  <a:cubicBezTo>
                    <a:pt x="1003" y="1366"/>
                    <a:pt x="1009" y="1360"/>
                    <a:pt x="1009" y="1353"/>
                  </a:cubicBezTo>
                  <a:cubicBezTo>
                    <a:pt x="1009" y="1346"/>
                    <a:pt x="1003" y="1340"/>
                    <a:pt x="996" y="1340"/>
                  </a:cubicBezTo>
                  <a:cubicBezTo>
                    <a:pt x="989" y="1340"/>
                    <a:pt x="983" y="1346"/>
                    <a:pt x="983" y="1353"/>
                  </a:cubicBezTo>
                  <a:cubicBezTo>
                    <a:pt x="983" y="1360"/>
                    <a:pt x="989" y="1366"/>
                    <a:pt x="996" y="1366"/>
                  </a:cubicBezTo>
                  <a:close/>
                  <a:moveTo>
                    <a:pt x="1035" y="1366"/>
                  </a:moveTo>
                  <a:cubicBezTo>
                    <a:pt x="1042" y="1366"/>
                    <a:pt x="1048" y="1360"/>
                    <a:pt x="1048" y="1353"/>
                  </a:cubicBezTo>
                  <a:cubicBezTo>
                    <a:pt x="1048" y="1346"/>
                    <a:pt x="1042" y="1340"/>
                    <a:pt x="1035" y="1340"/>
                  </a:cubicBezTo>
                  <a:cubicBezTo>
                    <a:pt x="1028" y="1340"/>
                    <a:pt x="1023" y="1346"/>
                    <a:pt x="1023" y="1353"/>
                  </a:cubicBezTo>
                  <a:cubicBezTo>
                    <a:pt x="1023" y="1360"/>
                    <a:pt x="1028" y="1366"/>
                    <a:pt x="1035" y="1366"/>
                  </a:cubicBezTo>
                  <a:close/>
                  <a:moveTo>
                    <a:pt x="1075" y="1366"/>
                  </a:moveTo>
                  <a:cubicBezTo>
                    <a:pt x="1082" y="1366"/>
                    <a:pt x="1087" y="1360"/>
                    <a:pt x="1087" y="1353"/>
                  </a:cubicBezTo>
                  <a:cubicBezTo>
                    <a:pt x="1087" y="1346"/>
                    <a:pt x="1082" y="1340"/>
                    <a:pt x="1075" y="1340"/>
                  </a:cubicBezTo>
                  <a:cubicBezTo>
                    <a:pt x="1068" y="1340"/>
                    <a:pt x="1062" y="1346"/>
                    <a:pt x="1062" y="1353"/>
                  </a:cubicBezTo>
                  <a:cubicBezTo>
                    <a:pt x="1062" y="1360"/>
                    <a:pt x="1068" y="1366"/>
                    <a:pt x="1075" y="1366"/>
                  </a:cubicBezTo>
                  <a:close/>
                  <a:moveTo>
                    <a:pt x="1114" y="1366"/>
                  </a:moveTo>
                  <a:cubicBezTo>
                    <a:pt x="1121" y="1366"/>
                    <a:pt x="1127" y="1360"/>
                    <a:pt x="1127" y="1353"/>
                  </a:cubicBezTo>
                  <a:cubicBezTo>
                    <a:pt x="1127" y="1346"/>
                    <a:pt x="1121" y="1340"/>
                    <a:pt x="1114" y="1340"/>
                  </a:cubicBezTo>
                  <a:cubicBezTo>
                    <a:pt x="1107" y="1340"/>
                    <a:pt x="1101" y="1346"/>
                    <a:pt x="1101" y="1353"/>
                  </a:cubicBezTo>
                  <a:cubicBezTo>
                    <a:pt x="1101" y="1360"/>
                    <a:pt x="1107" y="1366"/>
                    <a:pt x="1114" y="1366"/>
                  </a:cubicBezTo>
                  <a:close/>
                  <a:moveTo>
                    <a:pt x="1154" y="1366"/>
                  </a:moveTo>
                  <a:cubicBezTo>
                    <a:pt x="1161" y="1366"/>
                    <a:pt x="1166" y="1360"/>
                    <a:pt x="1166" y="1353"/>
                  </a:cubicBezTo>
                  <a:cubicBezTo>
                    <a:pt x="1166" y="1346"/>
                    <a:pt x="1161" y="1340"/>
                    <a:pt x="1154" y="1340"/>
                  </a:cubicBezTo>
                  <a:cubicBezTo>
                    <a:pt x="1146" y="1340"/>
                    <a:pt x="1141" y="1346"/>
                    <a:pt x="1141" y="1353"/>
                  </a:cubicBezTo>
                  <a:cubicBezTo>
                    <a:pt x="1141" y="1360"/>
                    <a:pt x="1146" y="1366"/>
                    <a:pt x="1154" y="1366"/>
                  </a:cubicBezTo>
                  <a:close/>
                  <a:moveTo>
                    <a:pt x="1193" y="1366"/>
                  </a:moveTo>
                  <a:cubicBezTo>
                    <a:pt x="1200" y="1366"/>
                    <a:pt x="1206" y="1360"/>
                    <a:pt x="1206" y="1353"/>
                  </a:cubicBezTo>
                  <a:cubicBezTo>
                    <a:pt x="1206" y="1346"/>
                    <a:pt x="1200" y="1340"/>
                    <a:pt x="1193" y="1340"/>
                  </a:cubicBezTo>
                  <a:cubicBezTo>
                    <a:pt x="1186" y="1340"/>
                    <a:pt x="1180" y="1346"/>
                    <a:pt x="1180" y="1353"/>
                  </a:cubicBezTo>
                  <a:cubicBezTo>
                    <a:pt x="1180" y="1360"/>
                    <a:pt x="1186" y="1366"/>
                    <a:pt x="1193" y="1366"/>
                  </a:cubicBezTo>
                  <a:close/>
                  <a:moveTo>
                    <a:pt x="1232" y="1340"/>
                  </a:moveTo>
                  <a:cubicBezTo>
                    <a:pt x="1225" y="1340"/>
                    <a:pt x="1220" y="1346"/>
                    <a:pt x="1220" y="1353"/>
                  </a:cubicBezTo>
                  <a:cubicBezTo>
                    <a:pt x="1220" y="1360"/>
                    <a:pt x="1225" y="1366"/>
                    <a:pt x="1232" y="1366"/>
                  </a:cubicBezTo>
                  <a:cubicBezTo>
                    <a:pt x="1239" y="1366"/>
                    <a:pt x="1245" y="1360"/>
                    <a:pt x="1245" y="1353"/>
                  </a:cubicBezTo>
                  <a:cubicBezTo>
                    <a:pt x="1245" y="1346"/>
                    <a:pt x="1239" y="1340"/>
                    <a:pt x="1232" y="1340"/>
                  </a:cubicBezTo>
                  <a:close/>
                  <a:moveTo>
                    <a:pt x="1272" y="1340"/>
                  </a:moveTo>
                  <a:cubicBezTo>
                    <a:pt x="1265" y="1340"/>
                    <a:pt x="1259" y="1346"/>
                    <a:pt x="1259" y="1353"/>
                  </a:cubicBezTo>
                  <a:cubicBezTo>
                    <a:pt x="1259" y="1360"/>
                    <a:pt x="1265" y="1366"/>
                    <a:pt x="1272" y="1366"/>
                  </a:cubicBezTo>
                  <a:cubicBezTo>
                    <a:pt x="1279" y="1366"/>
                    <a:pt x="1285" y="1360"/>
                    <a:pt x="1285" y="1353"/>
                  </a:cubicBezTo>
                  <a:cubicBezTo>
                    <a:pt x="1285" y="1346"/>
                    <a:pt x="1279" y="1340"/>
                    <a:pt x="1272" y="1340"/>
                  </a:cubicBezTo>
                  <a:close/>
                  <a:moveTo>
                    <a:pt x="1863" y="1366"/>
                  </a:moveTo>
                  <a:cubicBezTo>
                    <a:pt x="1870" y="1366"/>
                    <a:pt x="1876" y="1360"/>
                    <a:pt x="1876" y="1353"/>
                  </a:cubicBezTo>
                  <a:cubicBezTo>
                    <a:pt x="1876" y="1346"/>
                    <a:pt x="1870" y="1340"/>
                    <a:pt x="1863" y="1340"/>
                  </a:cubicBezTo>
                  <a:cubicBezTo>
                    <a:pt x="1856" y="1340"/>
                    <a:pt x="1850" y="1346"/>
                    <a:pt x="1850" y="1353"/>
                  </a:cubicBezTo>
                  <a:cubicBezTo>
                    <a:pt x="1850" y="1360"/>
                    <a:pt x="1856" y="1366"/>
                    <a:pt x="1863" y="1366"/>
                  </a:cubicBezTo>
                  <a:close/>
                  <a:moveTo>
                    <a:pt x="1903" y="1366"/>
                  </a:moveTo>
                  <a:cubicBezTo>
                    <a:pt x="1910" y="1366"/>
                    <a:pt x="1915" y="1360"/>
                    <a:pt x="1915" y="1353"/>
                  </a:cubicBezTo>
                  <a:cubicBezTo>
                    <a:pt x="1915" y="1346"/>
                    <a:pt x="1910" y="1340"/>
                    <a:pt x="1903" y="1340"/>
                  </a:cubicBezTo>
                  <a:cubicBezTo>
                    <a:pt x="1896" y="1340"/>
                    <a:pt x="1890" y="1346"/>
                    <a:pt x="1890" y="1353"/>
                  </a:cubicBezTo>
                  <a:cubicBezTo>
                    <a:pt x="1890" y="1360"/>
                    <a:pt x="1896" y="1366"/>
                    <a:pt x="1903" y="1366"/>
                  </a:cubicBezTo>
                  <a:close/>
                  <a:moveTo>
                    <a:pt x="1942" y="1366"/>
                  </a:moveTo>
                  <a:cubicBezTo>
                    <a:pt x="1949" y="1366"/>
                    <a:pt x="1955" y="1360"/>
                    <a:pt x="1955" y="1353"/>
                  </a:cubicBezTo>
                  <a:cubicBezTo>
                    <a:pt x="1955" y="1346"/>
                    <a:pt x="1949" y="1340"/>
                    <a:pt x="1942" y="1340"/>
                  </a:cubicBezTo>
                  <a:cubicBezTo>
                    <a:pt x="1935" y="1340"/>
                    <a:pt x="1929" y="1346"/>
                    <a:pt x="1929" y="1353"/>
                  </a:cubicBezTo>
                  <a:cubicBezTo>
                    <a:pt x="1929" y="1360"/>
                    <a:pt x="1935" y="1366"/>
                    <a:pt x="1942" y="1366"/>
                  </a:cubicBezTo>
                  <a:close/>
                  <a:moveTo>
                    <a:pt x="1981" y="1366"/>
                  </a:moveTo>
                  <a:cubicBezTo>
                    <a:pt x="1988" y="1366"/>
                    <a:pt x="1994" y="1360"/>
                    <a:pt x="1994" y="1353"/>
                  </a:cubicBezTo>
                  <a:cubicBezTo>
                    <a:pt x="1994" y="1346"/>
                    <a:pt x="1988" y="1340"/>
                    <a:pt x="1981" y="1340"/>
                  </a:cubicBezTo>
                  <a:cubicBezTo>
                    <a:pt x="1974" y="1340"/>
                    <a:pt x="1969" y="1346"/>
                    <a:pt x="1969" y="1353"/>
                  </a:cubicBezTo>
                  <a:cubicBezTo>
                    <a:pt x="1969" y="1360"/>
                    <a:pt x="1974" y="1366"/>
                    <a:pt x="1981" y="1366"/>
                  </a:cubicBezTo>
                  <a:close/>
                  <a:moveTo>
                    <a:pt x="2021" y="1366"/>
                  </a:moveTo>
                  <a:cubicBezTo>
                    <a:pt x="2028" y="1366"/>
                    <a:pt x="2034" y="1360"/>
                    <a:pt x="2034" y="1353"/>
                  </a:cubicBezTo>
                  <a:cubicBezTo>
                    <a:pt x="2034" y="1346"/>
                    <a:pt x="2028" y="1340"/>
                    <a:pt x="2021" y="1340"/>
                  </a:cubicBezTo>
                  <a:cubicBezTo>
                    <a:pt x="2014" y="1340"/>
                    <a:pt x="2008" y="1346"/>
                    <a:pt x="2008" y="1353"/>
                  </a:cubicBezTo>
                  <a:cubicBezTo>
                    <a:pt x="2008" y="1360"/>
                    <a:pt x="2014" y="1366"/>
                    <a:pt x="2021" y="1366"/>
                  </a:cubicBezTo>
                  <a:close/>
                  <a:moveTo>
                    <a:pt x="2139" y="1340"/>
                  </a:moveTo>
                  <a:cubicBezTo>
                    <a:pt x="2132" y="1340"/>
                    <a:pt x="2126" y="1346"/>
                    <a:pt x="2126" y="1353"/>
                  </a:cubicBezTo>
                  <a:cubicBezTo>
                    <a:pt x="2126" y="1360"/>
                    <a:pt x="2132" y="1366"/>
                    <a:pt x="2139" y="1366"/>
                  </a:cubicBezTo>
                  <a:cubicBezTo>
                    <a:pt x="2146" y="1366"/>
                    <a:pt x="2152" y="1360"/>
                    <a:pt x="2152" y="1353"/>
                  </a:cubicBezTo>
                  <a:cubicBezTo>
                    <a:pt x="2152" y="1346"/>
                    <a:pt x="2146" y="1340"/>
                    <a:pt x="2139" y="1340"/>
                  </a:cubicBezTo>
                  <a:close/>
                  <a:moveTo>
                    <a:pt x="2179" y="1340"/>
                  </a:moveTo>
                  <a:cubicBezTo>
                    <a:pt x="2172" y="1340"/>
                    <a:pt x="2166" y="1346"/>
                    <a:pt x="2166" y="1353"/>
                  </a:cubicBezTo>
                  <a:cubicBezTo>
                    <a:pt x="2166" y="1360"/>
                    <a:pt x="2172" y="1366"/>
                    <a:pt x="2179" y="1366"/>
                  </a:cubicBezTo>
                  <a:cubicBezTo>
                    <a:pt x="2186" y="1366"/>
                    <a:pt x="2191" y="1360"/>
                    <a:pt x="2191" y="1353"/>
                  </a:cubicBezTo>
                  <a:cubicBezTo>
                    <a:pt x="2191" y="1346"/>
                    <a:pt x="2186" y="1340"/>
                    <a:pt x="2179" y="1340"/>
                  </a:cubicBezTo>
                  <a:close/>
                  <a:moveTo>
                    <a:pt x="2888" y="1366"/>
                  </a:moveTo>
                  <a:cubicBezTo>
                    <a:pt x="2895" y="1366"/>
                    <a:pt x="2901" y="1360"/>
                    <a:pt x="2901" y="1353"/>
                  </a:cubicBezTo>
                  <a:cubicBezTo>
                    <a:pt x="2901" y="1346"/>
                    <a:pt x="2895" y="1340"/>
                    <a:pt x="2888" y="1340"/>
                  </a:cubicBezTo>
                  <a:cubicBezTo>
                    <a:pt x="2881" y="1340"/>
                    <a:pt x="2875" y="1346"/>
                    <a:pt x="2875" y="1353"/>
                  </a:cubicBezTo>
                  <a:cubicBezTo>
                    <a:pt x="2875" y="1360"/>
                    <a:pt x="2881" y="1366"/>
                    <a:pt x="2888" y="1366"/>
                  </a:cubicBezTo>
                  <a:close/>
                  <a:moveTo>
                    <a:pt x="2928" y="1366"/>
                  </a:moveTo>
                  <a:cubicBezTo>
                    <a:pt x="2935" y="1366"/>
                    <a:pt x="2940" y="1360"/>
                    <a:pt x="2940" y="1353"/>
                  </a:cubicBezTo>
                  <a:cubicBezTo>
                    <a:pt x="2940" y="1346"/>
                    <a:pt x="2935" y="1340"/>
                    <a:pt x="2928" y="1340"/>
                  </a:cubicBezTo>
                  <a:cubicBezTo>
                    <a:pt x="2921" y="1340"/>
                    <a:pt x="2915" y="1346"/>
                    <a:pt x="2915" y="1353"/>
                  </a:cubicBezTo>
                  <a:cubicBezTo>
                    <a:pt x="2915" y="1360"/>
                    <a:pt x="2921" y="1366"/>
                    <a:pt x="2928" y="1366"/>
                  </a:cubicBezTo>
                  <a:close/>
                  <a:moveTo>
                    <a:pt x="2967" y="1366"/>
                  </a:moveTo>
                  <a:cubicBezTo>
                    <a:pt x="2974" y="1366"/>
                    <a:pt x="2980" y="1360"/>
                    <a:pt x="2980" y="1353"/>
                  </a:cubicBezTo>
                  <a:cubicBezTo>
                    <a:pt x="2980" y="1346"/>
                    <a:pt x="2974" y="1340"/>
                    <a:pt x="2967" y="1340"/>
                  </a:cubicBezTo>
                  <a:cubicBezTo>
                    <a:pt x="2960" y="1340"/>
                    <a:pt x="2954" y="1346"/>
                    <a:pt x="2954" y="1353"/>
                  </a:cubicBezTo>
                  <a:cubicBezTo>
                    <a:pt x="2954" y="1360"/>
                    <a:pt x="2960" y="1366"/>
                    <a:pt x="2967" y="1366"/>
                  </a:cubicBezTo>
                  <a:close/>
                  <a:moveTo>
                    <a:pt x="3006" y="1366"/>
                  </a:moveTo>
                  <a:cubicBezTo>
                    <a:pt x="3014" y="1366"/>
                    <a:pt x="3019" y="1360"/>
                    <a:pt x="3019" y="1353"/>
                  </a:cubicBezTo>
                  <a:cubicBezTo>
                    <a:pt x="3019" y="1346"/>
                    <a:pt x="3014" y="1340"/>
                    <a:pt x="3006" y="1340"/>
                  </a:cubicBezTo>
                  <a:cubicBezTo>
                    <a:pt x="2999" y="1340"/>
                    <a:pt x="2994" y="1346"/>
                    <a:pt x="2994" y="1353"/>
                  </a:cubicBezTo>
                  <a:cubicBezTo>
                    <a:pt x="2994" y="1360"/>
                    <a:pt x="2999" y="1366"/>
                    <a:pt x="3006" y="1366"/>
                  </a:cubicBezTo>
                  <a:close/>
                  <a:moveTo>
                    <a:pt x="3046" y="1366"/>
                  </a:moveTo>
                  <a:cubicBezTo>
                    <a:pt x="3053" y="1366"/>
                    <a:pt x="3059" y="1360"/>
                    <a:pt x="3059" y="1353"/>
                  </a:cubicBezTo>
                  <a:cubicBezTo>
                    <a:pt x="3059" y="1346"/>
                    <a:pt x="3053" y="1340"/>
                    <a:pt x="3046" y="1340"/>
                  </a:cubicBezTo>
                  <a:cubicBezTo>
                    <a:pt x="3039" y="1340"/>
                    <a:pt x="3033" y="1346"/>
                    <a:pt x="3033" y="1353"/>
                  </a:cubicBezTo>
                  <a:cubicBezTo>
                    <a:pt x="3033" y="1360"/>
                    <a:pt x="3039" y="1366"/>
                    <a:pt x="3046" y="1366"/>
                  </a:cubicBezTo>
                  <a:close/>
                  <a:moveTo>
                    <a:pt x="3085" y="1366"/>
                  </a:moveTo>
                  <a:cubicBezTo>
                    <a:pt x="3092" y="1366"/>
                    <a:pt x="3098" y="1360"/>
                    <a:pt x="3098" y="1353"/>
                  </a:cubicBezTo>
                  <a:cubicBezTo>
                    <a:pt x="3098" y="1346"/>
                    <a:pt x="3092" y="1340"/>
                    <a:pt x="3085" y="1340"/>
                  </a:cubicBezTo>
                  <a:cubicBezTo>
                    <a:pt x="3078" y="1340"/>
                    <a:pt x="3073" y="1346"/>
                    <a:pt x="3073" y="1353"/>
                  </a:cubicBezTo>
                  <a:cubicBezTo>
                    <a:pt x="3073" y="1360"/>
                    <a:pt x="3078" y="1366"/>
                    <a:pt x="3085" y="1366"/>
                  </a:cubicBezTo>
                  <a:close/>
                  <a:moveTo>
                    <a:pt x="3125" y="1366"/>
                  </a:moveTo>
                  <a:cubicBezTo>
                    <a:pt x="3132" y="1366"/>
                    <a:pt x="3137" y="1360"/>
                    <a:pt x="3137" y="1353"/>
                  </a:cubicBezTo>
                  <a:cubicBezTo>
                    <a:pt x="3137" y="1346"/>
                    <a:pt x="3132" y="1340"/>
                    <a:pt x="3125" y="1340"/>
                  </a:cubicBezTo>
                  <a:cubicBezTo>
                    <a:pt x="3118" y="1340"/>
                    <a:pt x="3112" y="1346"/>
                    <a:pt x="3112" y="1353"/>
                  </a:cubicBezTo>
                  <a:cubicBezTo>
                    <a:pt x="3112" y="1360"/>
                    <a:pt x="3118" y="1366"/>
                    <a:pt x="3125" y="1366"/>
                  </a:cubicBezTo>
                  <a:close/>
                  <a:moveTo>
                    <a:pt x="3164" y="1366"/>
                  </a:moveTo>
                  <a:cubicBezTo>
                    <a:pt x="3171" y="1366"/>
                    <a:pt x="3177" y="1360"/>
                    <a:pt x="3177" y="1353"/>
                  </a:cubicBezTo>
                  <a:cubicBezTo>
                    <a:pt x="3177" y="1346"/>
                    <a:pt x="3171" y="1340"/>
                    <a:pt x="3164" y="1340"/>
                  </a:cubicBezTo>
                  <a:cubicBezTo>
                    <a:pt x="3157" y="1340"/>
                    <a:pt x="3151" y="1346"/>
                    <a:pt x="3151" y="1353"/>
                  </a:cubicBezTo>
                  <a:cubicBezTo>
                    <a:pt x="3151" y="1360"/>
                    <a:pt x="3157" y="1366"/>
                    <a:pt x="3164" y="1366"/>
                  </a:cubicBezTo>
                  <a:close/>
                  <a:moveTo>
                    <a:pt x="3204" y="1366"/>
                  </a:moveTo>
                  <a:cubicBezTo>
                    <a:pt x="3211" y="1366"/>
                    <a:pt x="3216" y="1360"/>
                    <a:pt x="3216" y="1353"/>
                  </a:cubicBezTo>
                  <a:cubicBezTo>
                    <a:pt x="3216" y="1346"/>
                    <a:pt x="3211" y="1340"/>
                    <a:pt x="3204" y="1340"/>
                  </a:cubicBezTo>
                  <a:cubicBezTo>
                    <a:pt x="3197" y="1340"/>
                    <a:pt x="3191" y="1346"/>
                    <a:pt x="3191" y="1353"/>
                  </a:cubicBezTo>
                  <a:cubicBezTo>
                    <a:pt x="3191" y="1360"/>
                    <a:pt x="3197" y="1366"/>
                    <a:pt x="3204" y="1366"/>
                  </a:cubicBezTo>
                  <a:close/>
                  <a:moveTo>
                    <a:pt x="996" y="1405"/>
                  </a:moveTo>
                  <a:cubicBezTo>
                    <a:pt x="1003" y="1405"/>
                    <a:pt x="1009" y="1400"/>
                    <a:pt x="1009" y="1393"/>
                  </a:cubicBezTo>
                  <a:cubicBezTo>
                    <a:pt x="1009" y="1385"/>
                    <a:pt x="1003" y="1380"/>
                    <a:pt x="996" y="1380"/>
                  </a:cubicBezTo>
                  <a:cubicBezTo>
                    <a:pt x="989" y="1380"/>
                    <a:pt x="983" y="1385"/>
                    <a:pt x="983" y="1393"/>
                  </a:cubicBezTo>
                  <a:cubicBezTo>
                    <a:pt x="983" y="1400"/>
                    <a:pt x="989" y="1405"/>
                    <a:pt x="996" y="1405"/>
                  </a:cubicBezTo>
                  <a:close/>
                  <a:moveTo>
                    <a:pt x="1035" y="1405"/>
                  </a:moveTo>
                  <a:cubicBezTo>
                    <a:pt x="1042" y="1405"/>
                    <a:pt x="1048" y="1400"/>
                    <a:pt x="1048" y="1393"/>
                  </a:cubicBezTo>
                  <a:cubicBezTo>
                    <a:pt x="1048" y="1385"/>
                    <a:pt x="1042" y="1380"/>
                    <a:pt x="1035" y="1380"/>
                  </a:cubicBezTo>
                  <a:cubicBezTo>
                    <a:pt x="1028" y="1380"/>
                    <a:pt x="1023" y="1385"/>
                    <a:pt x="1023" y="1393"/>
                  </a:cubicBezTo>
                  <a:cubicBezTo>
                    <a:pt x="1023" y="1400"/>
                    <a:pt x="1028" y="1405"/>
                    <a:pt x="1035" y="1405"/>
                  </a:cubicBezTo>
                  <a:close/>
                  <a:moveTo>
                    <a:pt x="1075" y="1405"/>
                  </a:moveTo>
                  <a:cubicBezTo>
                    <a:pt x="1082" y="1405"/>
                    <a:pt x="1087" y="1400"/>
                    <a:pt x="1087" y="1393"/>
                  </a:cubicBezTo>
                  <a:cubicBezTo>
                    <a:pt x="1087" y="1385"/>
                    <a:pt x="1082" y="1380"/>
                    <a:pt x="1075" y="1380"/>
                  </a:cubicBezTo>
                  <a:cubicBezTo>
                    <a:pt x="1068" y="1380"/>
                    <a:pt x="1062" y="1385"/>
                    <a:pt x="1062" y="1393"/>
                  </a:cubicBezTo>
                  <a:cubicBezTo>
                    <a:pt x="1062" y="1400"/>
                    <a:pt x="1068" y="1405"/>
                    <a:pt x="1075" y="1405"/>
                  </a:cubicBezTo>
                  <a:close/>
                  <a:moveTo>
                    <a:pt x="1114" y="1405"/>
                  </a:moveTo>
                  <a:cubicBezTo>
                    <a:pt x="1121" y="1405"/>
                    <a:pt x="1127" y="1400"/>
                    <a:pt x="1127" y="1393"/>
                  </a:cubicBezTo>
                  <a:cubicBezTo>
                    <a:pt x="1127" y="1385"/>
                    <a:pt x="1121" y="1380"/>
                    <a:pt x="1114" y="1380"/>
                  </a:cubicBezTo>
                  <a:cubicBezTo>
                    <a:pt x="1107" y="1380"/>
                    <a:pt x="1101" y="1385"/>
                    <a:pt x="1101" y="1393"/>
                  </a:cubicBezTo>
                  <a:cubicBezTo>
                    <a:pt x="1101" y="1400"/>
                    <a:pt x="1107" y="1405"/>
                    <a:pt x="1114" y="1405"/>
                  </a:cubicBezTo>
                  <a:close/>
                  <a:moveTo>
                    <a:pt x="1154" y="1405"/>
                  </a:moveTo>
                  <a:cubicBezTo>
                    <a:pt x="1161" y="1405"/>
                    <a:pt x="1166" y="1400"/>
                    <a:pt x="1166" y="1393"/>
                  </a:cubicBezTo>
                  <a:cubicBezTo>
                    <a:pt x="1166" y="1385"/>
                    <a:pt x="1161" y="1380"/>
                    <a:pt x="1154" y="1380"/>
                  </a:cubicBezTo>
                  <a:cubicBezTo>
                    <a:pt x="1146" y="1380"/>
                    <a:pt x="1141" y="1385"/>
                    <a:pt x="1141" y="1393"/>
                  </a:cubicBezTo>
                  <a:cubicBezTo>
                    <a:pt x="1141" y="1400"/>
                    <a:pt x="1146" y="1405"/>
                    <a:pt x="1154" y="1405"/>
                  </a:cubicBezTo>
                  <a:close/>
                  <a:moveTo>
                    <a:pt x="1193" y="1380"/>
                  </a:moveTo>
                  <a:cubicBezTo>
                    <a:pt x="1186" y="1380"/>
                    <a:pt x="1180" y="1385"/>
                    <a:pt x="1180" y="1393"/>
                  </a:cubicBezTo>
                  <a:cubicBezTo>
                    <a:pt x="1180" y="1400"/>
                    <a:pt x="1186" y="1405"/>
                    <a:pt x="1193" y="1405"/>
                  </a:cubicBezTo>
                  <a:cubicBezTo>
                    <a:pt x="1200" y="1405"/>
                    <a:pt x="1206" y="1400"/>
                    <a:pt x="1206" y="1393"/>
                  </a:cubicBezTo>
                  <a:cubicBezTo>
                    <a:pt x="1206" y="1385"/>
                    <a:pt x="1200" y="1380"/>
                    <a:pt x="1193" y="1380"/>
                  </a:cubicBezTo>
                  <a:close/>
                  <a:moveTo>
                    <a:pt x="1863" y="1380"/>
                  </a:moveTo>
                  <a:cubicBezTo>
                    <a:pt x="1856" y="1380"/>
                    <a:pt x="1850" y="1385"/>
                    <a:pt x="1850" y="1393"/>
                  </a:cubicBezTo>
                  <a:cubicBezTo>
                    <a:pt x="1850" y="1400"/>
                    <a:pt x="1856" y="1405"/>
                    <a:pt x="1863" y="1405"/>
                  </a:cubicBezTo>
                  <a:cubicBezTo>
                    <a:pt x="1870" y="1405"/>
                    <a:pt x="1876" y="1400"/>
                    <a:pt x="1876" y="1393"/>
                  </a:cubicBezTo>
                  <a:cubicBezTo>
                    <a:pt x="1876" y="1385"/>
                    <a:pt x="1870" y="1380"/>
                    <a:pt x="1863" y="1380"/>
                  </a:cubicBezTo>
                  <a:close/>
                  <a:moveTo>
                    <a:pt x="1903" y="1405"/>
                  </a:moveTo>
                  <a:cubicBezTo>
                    <a:pt x="1910" y="1405"/>
                    <a:pt x="1915" y="1400"/>
                    <a:pt x="1915" y="1393"/>
                  </a:cubicBezTo>
                  <a:cubicBezTo>
                    <a:pt x="1915" y="1385"/>
                    <a:pt x="1910" y="1380"/>
                    <a:pt x="1903" y="1380"/>
                  </a:cubicBezTo>
                  <a:cubicBezTo>
                    <a:pt x="1896" y="1380"/>
                    <a:pt x="1890" y="1385"/>
                    <a:pt x="1890" y="1393"/>
                  </a:cubicBezTo>
                  <a:cubicBezTo>
                    <a:pt x="1890" y="1400"/>
                    <a:pt x="1896" y="1405"/>
                    <a:pt x="1903" y="1405"/>
                  </a:cubicBezTo>
                  <a:close/>
                  <a:moveTo>
                    <a:pt x="1942" y="1405"/>
                  </a:moveTo>
                  <a:cubicBezTo>
                    <a:pt x="1949" y="1405"/>
                    <a:pt x="1955" y="1400"/>
                    <a:pt x="1955" y="1393"/>
                  </a:cubicBezTo>
                  <a:cubicBezTo>
                    <a:pt x="1955" y="1385"/>
                    <a:pt x="1949" y="1380"/>
                    <a:pt x="1942" y="1380"/>
                  </a:cubicBezTo>
                  <a:cubicBezTo>
                    <a:pt x="1935" y="1380"/>
                    <a:pt x="1929" y="1385"/>
                    <a:pt x="1929" y="1393"/>
                  </a:cubicBezTo>
                  <a:cubicBezTo>
                    <a:pt x="1929" y="1400"/>
                    <a:pt x="1935" y="1405"/>
                    <a:pt x="1942" y="1405"/>
                  </a:cubicBezTo>
                  <a:close/>
                  <a:moveTo>
                    <a:pt x="1981" y="1405"/>
                  </a:moveTo>
                  <a:cubicBezTo>
                    <a:pt x="1988" y="1405"/>
                    <a:pt x="1994" y="1400"/>
                    <a:pt x="1994" y="1393"/>
                  </a:cubicBezTo>
                  <a:cubicBezTo>
                    <a:pt x="1994" y="1385"/>
                    <a:pt x="1988" y="1380"/>
                    <a:pt x="1981" y="1380"/>
                  </a:cubicBezTo>
                  <a:cubicBezTo>
                    <a:pt x="1974" y="1380"/>
                    <a:pt x="1969" y="1385"/>
                    <a:pt x="1969" y="1393"/>
                  </a:cubicBezTo>
                  <a:cubicBezTo>
                    <a:pt x="1969" y="1400"/>
                    <a:pt x="1974" y="1405"/>
                    <a:pt x="1981" y="1405"/>
                  </a:cubicBezTo>
                  <a:close/>
                  <a:moveTo>
                    <a:pt x="2021" y="1380"/>
                  </a:moveTo>
                  <a:cubicBezTo>
                    <a:pt x="2014" y="1380"/>
                    <a:pt x="2008" y="1385"/>
                    <a:pt x="2008" y="1393"/>
                  </a:cubicBezTo>
                  <a:cubicBezTo>
                    <a:pt x="2008" y="1400"/>
                    <a:pt x="2014" y="1405"/>
                    <a:pt x="2021" y="1405"/>
                  </a:cubicBezTo>
                  <a:cubicBezTo>
                    <a:pt x="2028" y="1405"/>
                    <a:pt x="2034" y="1400"/>
                    <a:pt x="2034" y="1393"/>
                  </a:cubicBezTo>
                  <a:cubicBezTo>
                    <a:pt x="2034" y="1385"/>
                    <a:pt x="2028" y="1380"/>
                    <a:pt x="2021" y="1380"/>
                  </a:cubicBezTo>
                  <a:close/>
                  <a:moveTo>
                    <a:pt x="2888" y="1405"/>
                  </a:moveTo>
                  <a:cubicBezTo>
                    <a:pt x="2895" y="1405"/>
                    <a:pt x="2901" y="1400"/>
                    <a:pt x="2901" y="1393"/>
                  </a:cubicBezTo>
                  <a:cubicBezTo>
                    <a:pt x="2901" y="1385"/>
                    <a:pt x="2895" y="1380"/>
                    <a:pt x="2888" y="1380"/>
                  </a:cubicBezTo>
                  <a:cubicBezTo>
                    <a:pt x="2881" y="1380"/>
                    <a:pt x="2875" y="1385"/>
                    <a:pt x="2875" y="1393"/>
                  </a:cubicBezTo>
                  <a:cubicBezTo>
                    <a:pt x="2875" y="1400"/>
                    <a:pt x="2881" y="1405"/>
                    <a:pt x="2888" y="1405"/>
                  </a:cubicBezTo>
                  <a:close/>
                  <a:moveTo>
                    <a:pt x="2928" y="1405"/>
                  </a:moveTo>
                  <a:cubicBezTo>
                    <a:pt x="2935" y="1405"/>
                    <a:pt x="2940" y="1400"/>
                    <a:pt x="2940" y="1393"/>
                  </a:cubicBezTo>
                  <a:cubicBezTo>
                    <a:pt x="2940" y="1385"/>
                    <a:pt x="2935" y="1380"/>
                    <a:pt x="2928" y="1380"/>
                  </a:cubicBezTo>
                  <a:cubicBezTo>
                    <a:pt x="2921" y="1380"/>
                    <a:pt x="2915" y="1385"/>
                    <a:pt x="2915" y="1393"/>
                  </a:cubicBezTo>
                  <a:cubicBezTo>
                    <a:pt x="2915" y="1400"/>
                    <a:pt x="2921" y="1405"/>
                    <a:pt x="2928" y="1405"/>
                  </a:cubicBezTo>
                  <a:close/>
                  <a:moveTo>
                    <a:pt x="2967" y="1405"/>
                  </a:moveTo>
                  <a:cubicBezTo>
                    <a:pt x="2974" y="1405"/>
                    <a:pt x="2980" y="1400"/>
                    <a:pt x="2980" y="1393"/>
                  </a:cubicBezTo>
                  <a:cubicBezTo>
                    <a:pt x="2980" y="1385"/>
                    <a:pt x="2974" y="1380"/>
                    <a:pt x="2967" y="1380"/>
                  </a:cubicBezTo>
                  <a:cubicBezTo>
                    <a:pt x="2960" y="1380"/>
                    <a:pt x="2954" y="1385"/>
                    <a:pt x="2954" y="1393"/>
                  </a:cubicBezTo>
                  <a:cubicBezTo>
                    <a:pt x="2954" y="1400"/>
                    <a:pt x="2960" y="1405"/>
                    <a:pt x="2967" y="1405"/>
                  </a:cubicBezTo>
                  <a:close/>
                  <a:moveTo>
                    <a:pt x="3006" y="1380"/>
                  </a:moveTo>
                  <a:cubicBezTo>
                    <a:pt x="2999" y="1380"/>
                    <a:pt x="2994" y="1385"/>
                    <a:pt x="2994" y="1393"/>
                  </a:cubicBezTo>
                  <a:cubicBezTo>
                    <a:pt x="2994" y="1400"/>
                    <a:pt x="2999" y="1405"/>
                    <a:pt x="3006" y="1405"/>
                  </a:cubicBezTo>
                  <a:cubicBezTo>
                    <a:pt x="3014" y="1405"/>
                    <a:pt x="3019" y="1400"/>
                    <a:pt x="3019" y="1393"/>
                  </a:cubicBezTo>
                  <a:cubicBezTo>
                    <a:pt x="3019" y="1385"/>
                    <a:pt x="3014" y="1380"/>
                    <a:pt x="3006" y="1380"/>
                  </a:cubicBezTo>
                  <a:close/>
                  <a:moveTo>
                    <a:pt x="3046" y="1405"/>
                  </a:moveTo>
                  <a:cubicBezTo>
                    <a:pt x="3053" y="1405"/>
                    <a:pt x="3059" y="1400"/>
                    <a:pt x="3059" y="1393"/>
                  </a:cubicBezTo>
                  <a:cubicBezTo>
                    <a:pt x="3059" y="1385"/>
                    <a:pt x="3053" y="1380"/>
                    <a:pt x="3046" y="1380"/>
                  </a:cubicBezTo>
                  <a:cubicBezTo>
                    <a:pt x="3039" y="1380"/>
                    <a:pt x="3033" y="1385"/>
                    <a:pt x="3033" y="1393"/>
                  </a:cubicBezTo>
                  <a:cubicBezTo>
                    <a:pt x="3033" y="1400"/>
                    <a:pt x="3039" y="1405"/>
                    <a:pt x="3046" y="1405"/>
                  </a:cubicBezTo>
                  <a:close/>
                  <a:moveTo>
                    <a:pt x="3085" y="1380"/>
                  </a:moveTo>
                  <a:cubicBezTo>
                    <a:pt x="3078" y="1380"/>
                    <a:pt x="3073" y="1385"/>
                    <a:pt x="3073" y="1393"/>
                  </a:cubicBezTo>
                  <a:cubicBezTo>
                    <a:pt x="3073" y="1400"/>
                    <a:pt x="3078" y="1405"/>
                    <a:pt x="3085" y="1405"/>
                  </a:cubicBezTo>
                  <a:cubicBezTo>
                    <a:pt x="3092" y="1405"/>
                    <a:pt x="3098" y="1400"/>
                    <a:pt x="3098" y="1393"/>
                  </a:cubicBezTo>
                  <a:cubicBezTo>
                    <a:pt x="3098" y="1385"/>
                    <a:pt x="3092" y="1380"/>
                    <a:pt x="3085" y="1380"/>
                  </a:cubicBezTo>
                  <a:close/>
                  <a:moveTo>
                    <a:pt x="3125" y="1405"/>
                  </a:moveTo>
                  <a:cubicBezTo>
                    <a:pt x="3132" y="1405"/>
                    <a:pt x="3137" y="1400"/>
                    <a:pt x="3137" y="1393"/>
                  </a:cubicBezTo>
                  <a:cubicBezTo>
                    <a:pt x="3137" y="1385"/>
                    <a:pt x="3132" y="1380"/>
                    <a:pt x="3125" y="1380"/>
                  </a:cubicBezTo>
                  <a:cubicBezTo>
                    <a:pt x="3118" y="1380"/>
                    <a:pt x="3112" y="1385"/>
                    <a:pt x="3112" y="1393"/>
                  </a:cubicBezTo>
                  <a:cubicBezTo>
                    <a:pt x="3112" y="1400"/>
                    <a:pt x="3118" y="1405"/>
                    <a:pt x="3125" y="1405"/>
                  </a:cubicBezTo>
                  <a:close/>
                  <a:moveTo>
                    <a:pt x="3164" y="1405"/>
                  </a:moveTo>
                  <a:cubicBezTo>
                    <a:pt x="3171" y="1405"/>
                    <a:pt x="3177" y="1400"/>
                    <a:pt x="3177" y="1393"/>
                  </a:cubicBezTo>
                  <a:cubicBezTo>
                    <a:pt x="3177" y="1385"/>
                    <a:pt x="3171" y="1380"/>
                    <a:pt x="3164" y="1380"/>
                  </a:cubicBezTo>
                  <a:cubicBezTo>
                    <a:pt x="3157" y="1380"/>
                    <a:pt x="3151" y="1385"/>
                    <a:pt x="3151" y="1393"/>
                  </a:cubicBezTo>
                  <a:cubicBezTo>
                    <a:pt x="3151" y="1400"/>
                    <a:pt x="3157" y="1405"/>
                    <a:pt x="3164" y="1405"/>
                  </a:cubicBezTo>
                  <a:close/>
                  <a:moveTo>
                    <a:pt x="3204" y="1380"/>
                  </a:moveTo>
                  <a:cubicBezTo>
                    <a:pt x="3197" y="1380"/>
                    <a:pt x="3191" y="1385"/>
                    <a:pt x="3191" y="1393"/>
                  </a:cubicBezTo>
                  <a:cubicBezTo>
                    <a:pt x="3191" y="1400"/>
                    <a:pt x="3197" y="1405"/>
                    <a:pt x="3204" y="1405"/>
                  </a:cubicBezTo>
                  <a:cubicBezTo>
                    <a:pt x="3211" y="1405"/>
                    <a:pt x="3216" y="1400"/>
                    <a:pt x="3216" y="1393"/>
                  </a:cubicBezTo>
                  <a:cubicBezTo>
                    <a:pt x="3216" y="1385"/>
                    <a:pt x="3211" y="1380"/>
                    <a:pt x="3204" y="1380"/>
                  </a:cubicBezTo>
                  <a:close/>
                  <a:moveTo>
                    <a:pt x="3243" y="1405"/>
                  </a:moveTo>
                  <a:cubicBezTo>
                    <a:pt x="3250" y="1405"/>
                    <a:pt x="3256" y="1400"/>
                    <a:pt x="3256" y="1393"/>
                  </a:cubicBezTo>
                  <a:cubicBezTo>
                    <a:pt x="3256" y="1385"/>
                    <a:pt x="3250" y="1380"/>
                    <a:pt x="3243" y="1380"/>
                  </a:cubicBezTo>
                  <a:cubicBezTo>
                    <a:pt x="3236" y="1380"/>
                    <a:pt x="3230" y="1385"/>
                    <a:pt x="3230" y="1393"/>
                  </a:cubicBezTo>
                  <a:cubicBezTo>
                    <a:pt x="3230" y="1400"/>
                    <a:pt x="3236" y="1405"/>
                    <a:pt x="3243" y="1405"/>
                  </a:cubicBezTo>
                  <a:close/>
                  <a:moveTo>
                    <a:pt x="996" y="1445"/>
                  </a:moveTo>
                  <a:cubicBezTo>
                    <a:pt x="1003" y="1445"/>
                    <a:pt x="1009" y="1439"/>
                    <a:pt x="1009" y="1432"/>
                  </a:cubicBezTo>
                  <a:cubicBezTo>
                    <a:pt x="1009" y="1425"/>
                    <a:pt x="1003" y="1419"/>
                    <a:pt x="996" y="1419"/>
                  </a:cubicBezTo>
                  <a:cubicBezTo>
                    <a:pt x="989" y="1419"/>
                    <a:pt x="983" y="1425"/>
                    <a:pt x="983" y="1432"/>
                  </a:cubicBezTo>
                  <a:cubicBezTo>
                    <a:pt x="983" y="1439"/>
                    <a:pt x="989" y="1445"/>
                    <a:pt x="996" y="1445"/>
                  </a:cubicBezTo>
                  <a:close/>
                  <a:moveTo>
                    <a:pt x="1035" y="1445"/>
                  </a:moveTo>
                  <a:cubicBezTo>
                    <a:pt x="1042" y="1445"/>
                    <a:pt x="1048" y="1439"/>
                    <a:pt x="1048" y="1432"/>
                  </a:cubicBezTo>
                  <a:cubicBezTo>
                    <a:pt x="1048" y="1425"/>
                    <a:pt x="1042" y="1419"/>
                    <a:pt x="1035" y="1419"/>
                  </a:cubicBezTo>
                  <a:cubicBezTo>
                    <a:pt x="1028" y="1419"/>
                    <a:pt x="1023" y="1425"/>
                    <a:pt x="1023" y="1432"/>
                  </a:cubicBezTo>
                  <a:cubicBezTo>
                    <a:pt x="1023" y="1439"/>
                    <a:pt x="1028" y="1445"/>
                    <a:pt x="1035" y="1445"/>
                  </a:cubicBezTo>
                  <a:close/>
                  <a:moveTo>
                    <a:pt x="1075" y="1445"/>
                  </a:moveTo>
                  <a:cubicBezTo>
                    <a:pt x="1082" y="1445"/>
                    <a:pt x="1087" y="1439"/>
                    <a:pt x="1087" y="1432"/>
                  </a:cubicBezTo>
                  <a:cubicBezTo>
                    <a:pt x="1087" y="1425"/>
                    <a:pt x="1082" y="1419"/>
                    <a:pt x="1075" y="1419"/>
                  </a:cubicBezTo>
                  <a:cubicBezTo>
                    <a:pt x="1068" y="1419"/>
                    <a:pt x="1062" y="1425"/>
                    <a:pt x="1062" y="1432"/>
                  </a:cubicBezTo>
                  <a:cubicBezTo>
                    <a:pt x="1062" y="1439"/>
                    <a:pt x="1068" y="1445"/>
                    <a:pt x="1075" y="1445"/>
                  </a:cubicBezTo>
                  <a:close/>
                  <a:moveTo>
                    <a:pt x="1114" y="1445"/>
                  </a:moveTo>
                  <a:cubicBezTo>
                    <a:pt x="1121" y="1445"/>
                    <a:pt x="1127" y="1439"/>
                    <a:pt x="1127" y="1432"/>
                  </a:cubicBezTo>
                  <a:cubicBezTo>
                    <a:pt x="1127" y="1425"/>
                    <a:pt x="1121" y="1419"/>
                    <a:pt x="1114" y="1419"/>
                  </a:cubicBezTo>
                  <a:cubicBezTo>
                    <a:pt x="1107" y="1419"/>
                    <a:pt x="1101" y="1425"/>
                    <a:pt x="1101" y="1432"/>
                  </a:cubicBezTo>
                  <a:cubicBezTo>
                    <a:pt x="1101" y="1439"/>
                    <a:pt x="1107" y="1445"/>
                    <a:pt x="1114" y="1445"/>
                  </a:cubicBezTo>
                  <a:close/>
                  <a:moveTo>
                    <a:pt x="1154" y="1445"/>
                  </a:moveTo>
                  <a:cubicBezTo>
                    <a:pt x="1161" y="1445"/>
                    <a:pt x="1166" y="1439"/>
                    <a:pt x="1166" y="1432"/>
                  </a:cubicBezTo>
                  <a:cubicBezTo>
                    <a:pt x="1166" y="1425"/>
                    <a:pt x="1161" y="1419"/>
                    <a:pt x="1154" y="1419"/>
                  </a:cubicBezTo>
                  <a:cubicBezTo>
                    <a:pt x="1146" y="1419"/>
                    <a:pt x="1141" y="1425"/>
                    <a:pt x="1141" y="1432"/>
                  </a:cubicBezTo>
                  <a:cubicBezTo>
                    <a:pt x="1141" y="1439"/>
                    <a:pt x="1146" y="1445"/>
                    <a:pt x="1154" y="1445"/>
                  </a:cubicBezTo>
                  <a:close/>
                  <a:moveTo>
                    <a:pt x="1193" y="1419"/>
                  </a:moveTo>
                  <a:cubicBezTo>
                    <a:pt x="1186" y="1419"/>
                    <a:pt x="1180" y="1425"/>
                    <a:pt x="1180" y="1432"/>
                  </a:cubicBezTo>
                  <a:cubicBezTo>
                    <a:pt x="1180" y="1439"/>
                    <a:pt x="1186" y="1445"/>
                    <a:pt x="1193" y="1445"/>
                  </a:cubicBezTo>
                  <a:cubicBezTo>
                    <a:pt x="1200" y="1445"/>
                    <a:pt x="1206" y="1439"/>
                    <a:pt x="1206" y="1432"/>
                  </a:cubicBezTo>
                  <a:cubicBezTo>
                    <a:pt x="1206" y="1425"/>
                    <a:pt x="1200" y="1419"/>
                    <a:pt x="1193" y="1419"/>
                  </a:cubicBezTo>
                  <a:close/>
                  <a:moveTo>
                    <a:pt x="1903" y="1419"/>
                  </a:moveTo>
                  <a:cubicBezTo>
                    <a:pt x="1896" y="1419"/>
                    <a:pt x="1890" y="1425"/>
                    <a:pt x="1890" y="1432"/>
                  </a:cubicBezTo>
                  <a:cubicBezTo>
                    <a:pt x="1890" y="1439"/>
                    <a:pt x="1896" y="1445"/>
                    <a:pt x="1903" y="1445"/>
                  </a:cubicBezTo>
                  <a:cubicBezTo>
                    <a:pt x="1910" y="1445"/>
                    <a:pt x="1915" y="1439"/>
                    <a:pt x="1915" y="1432"/>
                  </a:cubicBezTo>
                  <a:cubicBezTo>
                    <a:pt x="1915" y="1425"/>
                    <a:pt x="1910" y="1419"/>
                    <a:pt x="1903" y="1419"/>
                  </a:cubicBezTo>
                  <a:close/>
                  <a:moveTo>
                    <a:pt x="1942" y="1445"/>
                  </a:moveTo>
                  <a:cubicBezTo>
                    <a:pt x="1949" y="1445"/>
                    <a:pt x="1955" y="1439"/>
                    <a:pt x="1955" y="1432"/>
                  </a:cubicBezTo>
                  <a:cubicBezTo>
                    <a:pt x="1955" y="1425"/>
                    <a:pt x="1949" y="1419"/>
                    <a:pt x="1942" y="1419"/>
                  </a:cubicBezTo>
                  <a:cubicBezTo>
                    <a:pt x="1935" y="1419"/>
                    <a:pt x="1929" y="1425"/>
                    <a:pt x="1929" y="1432"/>
                  </a:cubicBezTo>
                  <a:cubicBezTo>
                    <a:pt x="1929" y="1439"/>
                    <a:pt x="1935" y="1445"/>
                    <a:pt x="1942" y="1445"/>
                  </a:cubicBezTo>
                  <a:close/>
                  <a:moveTo>
                    <a:pt x="1981" y="1445"/>
                  </a:moveTo>
                  <a:cubicBezTo>
                    <a:pt x="1988" y="1445"/>
                    <a:pt x="1994" y="1439"/>
                    <a:pt x="1994" y="1432"/>
                  </a:cubicBezTo>
                  <a:cubicBezTo>
                    <a:pt x="1994" y="1425"/>
                    <a:pt x="1988" y="1419"/>
                    <a:pt x="1981" y="1419"/>
                  </a:cubicBezTo>
                  <a:cubicBezTo>
                    <a:pt x="1974" y="1419"/>
                    <a:pt x="1969" y="1425"/>
                    <a:pt x="1969" y="1432"/>
                  </a:cubicBezTo>
                  <a:cubicBezTo>
                    <a:pt x="1969" y="1439"/>
                    <a:pt x="1974" y="1445"/>
                    <a:pt x="1981" y="1445"/>
                  </a:cubicBezTo>
                  <a:close/>
                  <a:moveTo>
                    <a:pt x="2888" y="1419"/>
                  </a:moveTo>
                  <a:cubicBezTo>
                    <a:pt x="2881" y="1419"/>
                    <a:pt x="2875" y="1425"/>
                    <a:pt x="2875" y="1432"/>
                  </a:cubicBezTo>
                  <a:cubicBezTo>
                    <a:pt x="2875" y="1439"/>
                    <a:pt x="2881" y="1445"/>
                    <a:pt x="2888" y="1445"/>
                  </a:cubicBezTo>
                  <a:cubicBezTo>
                    <a:pt x="2895" y="1445"/>
                    <a:pt x="2901" y="1439"/>
                    <a:pt x="2901" y="1432"/>
                  </a:cubicBezTo>
                  <a:cubicBezTo>
                    <a:pt x="2901" y="1425"/>
                    <a:pt x="2895" y="1419"/>
                    <a:pt x="2888" y="1419"/>
                  </a:cubicBezTo>
                  <a:close/>
                  <a:moveTo>
                    <a:pt x="2928" y="1419"/>
                  </a:moveTo>
                  <a:cubicBezTo>
                    <a:pt x="2921" y="1419"/>
                    <a:pt x="2915" y="1425"/>
                    <a:pt x="2915" y="1432"/>
                  </a:cubicBezTo>
                  <a:cubicBezTo>
                    <a:pt x="2915" y="1439"/>
                    <a:pt x="2921" y="1445"/>
                    <a:pt x="2928" y="1445"/>
                  </a:cubicBezTo>
                  <a:cubicBezTo>
                    <a:pt x="2935" y="1445"/>
                    <a:pt x="2940" y="1439"/>
                    <a:pt x="2940" y="1432"/>
                  </a:cubicBezTo>
                  <a:cubicBezTo>
                    <a:pt x="2940" y="1425"/>
                    <a:pt x="2935" y="1419"/>
                    <a:pt x="2928" y="1419"/>
                  </a:cubicBezTo>
                  <a:close/>
                  <a:moveTo>
                    <a:pt x="2967" y="1445"/>
                  </a:moveTo>
                  <a:cubicBezTo>
                    <a:pt x="2974" y="1445"/>
                    <a:pt x="2980" y="1439"/>
                    <a:pt x="2980" y="1432"/>
                  </a:cubicBezTo>
                  <a:cubicBezTo>
                    <a:pt x="2980" y="1425"/>
                    <a:pt x="2974" y="1419"/>
                    <a:pt x="2967" y="1419"/>
                  </a:cubicBezTo>
                  <a:cubicBezTo>
                    <a:pt x="2960" y="1419"/>
                    <a:pt x="2954" y="1425"/>
                    <a:pt x="2954" y="1432"/>
                  </a:cubicBezTo>
                  <a:cubicBezTo>
                    <a:pt x="2954" y="1439"/>
                    <a:pt x="2960" y="1445"/>
                    <a:pt x="2967" y="1445"/>
                  </a:cubicBezTo>
                  <a:close/>
                  <a:moveTo>
                    <a:pt x="3006" y="1419"/>
                  </a:moveTo>
                  <a:cubicBezTo>
                    <a:pt x="2999" y="1419"/>
                    <a:pt x="2994" y="1425"/>
                    <a:pt x="2994" y="1432"/>
                  </a:cubicBezTo>
                  <a:cubicBezTo>
                    <a:pt x="2994" y="1439"/>
                    <a:pt x="2999" y="1445"/>
                    <a:pt x="3006" y="1445"/>
                  </a:cubicBezTo>
                  <a:cubicBezTo>
                    <a:pt x="3014" y="1445"/>
                    <a:pt x="3019" y="1439"/>
                    <a:pt x="3019" y="1432"/>
                  </a:cubicBezTo>
                  <a:cubicBezTo>
                    <a:pt x="3019" y="1425"/>
                    <a:pt x="3014" y="1419"/>
                    <a:pt x="3006" y="1419"/>
                  </a:cubicBezTo>
                  <a:close/>
                  <a:moveTo>
                    <a:pt x="3046" y="1419"/>
                  </a:moveTo>
                  <a:cubicBezTo>
                    <a:pt x="3039" y="1419"/>
                    <a:pt x="3033" y="1425"/>
                    <a:pt x="3033" y="1432"/>
                  </a:cubicBezTo>
                  <a:cubicBezTo>
                    <a:pt x="3033" y="1439"/>
                    <a:pt x="3039" y="1445"/>
                    <a:pt x="3046" y="1445"/>
                  </a:cubicBezTo>
                  <a:cubicBezTo>
                    <a:pt x="3053" y="1445"/>
                    <a:pt x="3059" y="1439"/>
                    <a:pt x="3059" y="1432"/>
                  </a:cubicBezTo>
                  <a:cubicBezTo>
                    <a:pt x="3059" y="1425"/>
                    <a:pt x="3053" y="1419"/>
                    <a:pt x="3046" y="1419"/>
                  </a:cubicBezTo>
                  <a:close/>
                  <a:moveTo>
                    <a:pt x="3085" y="1445"/>
                  </a:moveTo>
                  <a:cubicBezTo>
                    <a:pt x="3092" y="1445"/>
                    <a:pt x="3098" y="1439"/>
                    <a:pt x="3098" y="1432"/>
                  </a:cubicBezTo>
                  <a:cubicBezTo>
                    <a:pt x="3098" y="1425"/>
                    <a:pt x="3092" y="1419"/>
                    <a:pt x="3085" y="1419"/>
                  </a:cubicBezTo>
                  <a:cubicBezTo>
                    <a:pt x="3078" y="1419"/>
                    <a:pt x="3073" y="1425"/>
                    <a:pt x="3073" y="1432"/>
                  </a:cubicBezTo>
                  <a:cubicBezTo>
                    <a:pt x="3073" y="1439"/>
                    <a:pt x="3078" y="1445"/>
                    <a:pt x="3085" y="1445"/>
                  </a:cubicBezTo>
                  <a:close/>
                  <a:moveTo>
                    <a:pt x="3125" y="1419"/>
                  </a:moveTo>
                  <a:cubicBezTo>
                    <a:pt x="3118" y="1419"/>
                    <a:pt x="3112" y="1425"/>
                    <a:pt x="3112" y="1432"/>
                  </a:cubicBezTo>
                  <a:cubicBezTo>
                    <a:pt x="3112" y="1439"/>
                    <a:pt x="3118" y="1445"/>
                    <a:pt x="3125" y="1445"/>
                  </a:cubicBezTo>
                  <a:cubicBezTo>
                    <a:pt x="3132" y="1445"/>
                    <a:pt x="3137" y="1439"/>
                    <a:pt x="3137" y="1432"/>
                  </a:cubicBezTo>
                  <a:cubicBezTo>
                    <a:pt x="3137" y="1425"/>
                    <a:pt x="3132" y="1419"/>
                    <a:pt x="3125" y="1419"/>
                  </a:cubicBezTo>
                  <a:close/>
                  <a:moveTo>
                    <a:pt x="3164" y="1445"/>
                  </a:moveTo>
                  <a:cubicBezTo>
                    <a:pt x="3171" y="1445"/>
                    <a:pt x="3177" y="1439"/>
                    <a:pt x="3177" y="1432"/>
                  </a:cubicBezTo>
                  <a:cubicBezTo>
                    <a:pt x="3177" y="1425"/>
                    <a:pt x="3171" y="1419"/>
                    <a:pt x="3164" y="1419"/>
                  </a:cubicBezTo>
                  <a:cubicBezTo>
                    <a:pt x="3157" y="1419"/>
                    <a:pt x="3151" y="1425"/>
                    <a:pt x="3151" y="1432"/>
                  </a:cubicBezTo>
                  <a:cubicBezTo>
                    <a:pt x="3151" y="1439"/>
                    <a:pt x="3157" y="1445"/>
                    <a:pt x="3164" y="1445"/>
                  </a:cubicBezTo>
                  <a:close/>
                  <a:moveTo>
                    <a:pt x="3204" y="1445"/>
                  </a:moveTo>
                  <a:cubicBezTo>
                    <a:pt x="3211" y="1445"/>
                    <a:pt x="3216" y="1439"/>
                    <a:pt x="3216" y="1432"/>
                  </a:cubicBezTo>
                  <a:cubicBezTo>
                    <a:pt x="3216" y="1425"/>
                    <a:pt x="3211" y="1419"/>
                    <a:pt x="3204" y="1419"/>
                  </a:cubicBezTo>
                  <a:cubicBezTo>
                    <a:pt x="3197" y="1419"/>
                    <a:pt x="3191" y="1425"/>
                    <a:pt x="3191" y="1432"/>
                  </a:cubicBezTo>
                  <a:cubicBezTo>
                    <a:pt x="3191" y="1439"/>
                    <a:pt x="3197" y="1445"/>
                    <a:pt x="3204" y="1445"/>
                  </a:cubicBezTo>
                  <a:close/>
                  <a:moveTo>
                    <a:pt x="3243" y="1419"/>
                  </a:moveTo>
                  <a:cubicBezTo>
                    <a:pt x="3236" y="1419"/>
                    <a:pt x="3230" y="1425"/>
                    <a:pt x="3230" y="1432"/>
                  </a:cubicBezTo>
                  <a:cubicBezTo>
                    <a:pt x="3230" y="1439"/>
                    <a:pt x="3236" y="1445"/>
                    <a:pt x="3243" y="1445"/>
                  </a:cubicBezTo>
                  <a:cubicBezTo>
                    <a:pt x="3250" y="1445"/>
                    <a:pt x="3256" y="1439"/>
                    <a:pt x="3256" y="1432"/>
                  </a:cubicBezTo>
                  <a:cubicBezTo>
                    <a:pt x="3256" y="1425"/>
                    <a:pt x="3250" y="1419"/>
                    <a:pt x="3243" y="1419"/>
                  </a:cubicBezTo>
                  <a:close/>
                  <a:moveTo>
                    <a:pt x="996" y="1484"/>
                  </a:moveTo>
                  <a:cubicBezTo>
                    <a:pt x="1003" y="1484"/>
                    <a:pt x="1009" y="1478"/>
                    <a:pt x="1009" y="1471"/>
                  </a:cubicBezTo>
                  <a:cubicBezTo>
                    <a:pt x="1009" y="1464"/>
                    <a:pt x="1003" y="1459"/>
                    <a:pt x="996" y="1459"/>
                  </a:cubicBezTo>
                  <a:cubicBezTo>
                    <a:pt x="989" y="1459"/>
                    <a:pt x="983" y="1464"/>
                    <a:pt x="983" y="1471"/>
                  </a:cubicBezTo>
                  <a:cubicBezTo>
                    <a:pt x="983" y="1478"/>
                    <a:pt x="989" y="1484"/>
                    <a:pt x="996" y="1484"/>
                  </a:cubicBezTo>
                  <a:close/>
                  <a:moveTo>
                    <a:pt x="1035" y="1484"/>
                  </a:moveTo>
                  <a:cubicBezTo>
                    <a:pt x="1042" y="1484"/>
                    <a:pt x="1048" y="1478"/>
                    <a:pt x="1048" y="1471"/>
                  </a:cubicBezTo>
                  <a:cubicBezTo>
                    <a:pt x="1048" y="1464"/>
                    <a:pt x="1042" y="1459"/>
                    <a:pt x="1035" y="1459"/>
                  </a:cubicBezTo>
                  <a:cubicBezTo>
                    <a:pt x="1028" y="1459"/>
                    <a:pt x="1023" y="1464"/>
                    <a:pt x="1023" y="1471"/>
                  </a:cubicBezTo>
                  <a:cubicBezTo>
                    <a:pt x="1023" y="1478"/>
                    <a:pt x="1028" y="1484"/>
                    <a:pt x="1035" y="1484"/>
                  </a:cubicBezTo>
                  <a:close/>
                  <a:moveTo>
                    <a:pt x="1075" y="1484"/>
                  </a:moveTo>
                  <a:cubicBezTo>
                    <a:pt x="1082" y="1484"/>
                    <a:pt x="1087" y="1478"/>
                    <a:pt x="1087" y="1471"/>
                  </a:cubicBezTo>
                  <a:cubicBezTo>
                    <a:pt x="1087" y="1464"/>
                    <a:pt x="1082" y="1459"/>
                    <a:pt x="1075" y="1459"/>
                  </a:cubicBezTo>
                  <a:cubicBezTo>
                    <a:pt x="1068" y="1459"/>
                    <a:pt x="1062" y="1464"/>
                    <a:pt x="1062" y="1471"/>
                  </a:cubicBezTo>
                  <a:cubicBezTo>
                    <a:pt x="1062" y="1478"/>
                    <a:pt x="1068" y="1484"/>
                    <a:pt x="1075" y="1484"/>
                  </a:cubicBezTo>
                  <a:close/>
                  <a:moveTo>
                    <a:pt x="1114" y="1459"/>
                  </a:moveTo>
                  <a:cubicBezTo>
                    <a:pt x="1107" y="1459"/>
                    <a:pt x="1101" y="1464"/>
                    <a:pt x="1101" y="1471"/>
                  </a:cubicBezTo>
                  <a:cubicBezTo>
                    <a:pt x="1101" y="1478"/>
                    <a:pt x="1107" y="1484"/>
                    <a:pt x="1114" y="1484"/>
                  </a:cubicBezTo>
                  <a:cubicBezTo>
                    <a:pt x="1121" y="1484"/>
                    <a:pt x="1127" y="1478"/>
                    <a:pt x="1127" y="1471"/>
                  </a:cubicBezTo>
                  <a:cubicBezTo>
                    <a:pt x="1127" y="1464"/>
                    <a:pt x="1121" y="1459"/>
                    <a:pt x="1114" y="1459"/>
                  </a:cubicBezTo>
                  <a:close/>
                  <a:moveTo>
                    <a:pt x="1154" y="1459"/>
                  </a:moveTo>
                  <a:cubicBezTo>
                    <a:pt x="1146" y="1459"/>
                    <a:pt x="1141" y="1464"/>
                    <a:pt x="1141" y="1471"/>
                  </a:cubicBezTo>
                  <a:cubicBezTo>
                    <a:pt x="1141" y="1478"/>
                    <a:pt x="1146" y="1484"/>
                    <a:pt x="1154" y="1484"/>
                  </a:cubicBezTo>
                  <a:cubicBezTo>
                    <a:pt x="1161" y="1484"/>
                    <a:pt x="1166" y="1478"/>
                    <a:pt x="1166" y="1471"/>
                  </a:cubicBezTo>
                  <a:cubicBezTo>
                    <a:pt x="1166" y="1464"/>
                    <a:pt x="1161" y="1459"/>
                    <a:pt x="1154" y="1459"/>
                  </a:cubicBezTo>
                  <a:close/>
                  <a:moveTo>
                    <a:pt x="1903" y="1459"/>
                  </a:moveTo>
                  <a:cubicBezTo>
                    <a:pt x="1896" y="1459"/>
                    <a:pt x="1890" y="1464"/>
                    <a:pt x="1890" y="1471"/>
                  </a:cubicBezTo>
                  <a:cubicBezTo>
                    <a:pt x="1890" y="1478"/>
                    <a:pt x="1896" y="1484"/>
                    <a:pt x="1903" y="1484"/>
                  </a:cubicBezTo>
                  <a:cubicBezTo>
                    <a:pt x="1910" y="1484"/>
                    <a:pt x="1915" y="1478"/>
                    <a:pt x="1915" y="1471"/>
                  </a:cubicBezTo>
                  <a:cubicBezTo>
                    <a:pt x="1915" y="1464"/>
                    <a:pt x="1910" y="1459"/>
                    <a:pt x="1903" y="1459"/>
                  </a:cubicBezTo>
                  <a:close/>
                  <a:moveTo>
                    <a:pt x="1942" y="1459"/>
                  </a:moveTo>
                  <a:cubicBezTo>
                    <a:pt x="1935" y="1459"/>
                    <a:pt x="1929" y="1464"/>
                    <a:pt x="1929" y="1471"/>
                  </a:cubicBezTo>
                  <a:cubicBezTo>
                    <a:pt x="1929" y="1478"/>
                    <a:pt x="1935" y="1484"/>
                    <a:pt x="1942" y="1484"/>
                  </a:cubicBezTo>
                  <a:cubicBezTo>
                    <a:pt x="1949" y="1484"/>
                    <a:pt x="1955" y="1478"/>
                    <a:pt x="1955" y="1471"/>
                  </a:cubicBezTo>
                  <a:cubicBezTo>
                    <a:pt x="1955" y="1464"/>
                    <a:pt x="1949" y="1459"/>
                    <a:pt x="1942" y="1459"/>
                  </a:cubicBezTo>
                  <a:close/>
                  <a:moveTo>
                    <a:pt x="1981" y="1459"/>
                  </a:moveTo>
                  <a:cubicBezTo>
                    <a:pt x="1974" y="1459"/>
                    <a:pt x="1969" y="1464"/>
                    <a:pt x="1969" y="1471"/>
                  </a:cubicBezTo>
                  <a:cubicBezTo>
                    <a:pt x="1969" y="1478"/>
                    <a:pt x="1974" y="1484"/>
                    <a:pt x="1981" y="1484"/>
                  </a:cubicBezTo>
                  <a:cubicBezTo>
                    <a:pt x="1988" y="1484"/>
                    <a:pt x="1994" y="1478"/>
                    <a:pt x="1994" y="1471"/>
                  </a:cubicBezTo>
                  <a:cubicBezTo>
                    <a:pt x="1994" y="1464"/>
                    <a:pt x="1988" y="1459"/>
                    <a:pt x="1981" y="1459"/>
                  </a:cubicBezTo>
                  <a:close/>
                  <a:moveTo>
                    <a:pt x="2888" y="1459"/>
                  </a:moveTo>
                  <a:cubicBezTo>
                    <a:pt x="2881" y="1459"/>
                    <a:pt x="2875" y="1464"/>
                    <a:pt x="2875" y="1471"/>
                  </a:cubicBezTo>
                  <a:cubicBezTo>
                    <a:pt x="2875" y="1478"/>
                    <a:pt x="2881" y="1484"/>
                    <a:pt x="2888" y="1484"/>
                  </a:cubicBezTo>
                  <a:cubicBezTo>
                    <a:pt x="2895" y="1484"/>
                    <a:pt x="2901" y="1478"/>
                    <a:pt x="2901" y="1471"/>
                  </a:cubicBezTo>
                  <a:cubicBezTo>
                    <a:pt x="2901" y="1464"/>
                    <a:pt x="2895" y="1459"/>
                    <a:pt x="2888" y="1459"/>
                  </a:cubicBezTo>
                  <a:close/>
                  <a:moveTo>
                    <a:pt x="2928" y="1459"/>
                  </a:moveTo>
                  <a:cubicBezTo>
                    <a:pt x="2921" y="1459"/>
                    <a:pt x="2915" y="1464"/>
                    <a:pt x="2915" y="1471"/>
                  </a:cubicBezTo>
                  <a:cubicBezTo>
                    <a:pt x="2915" y="1478"/>
                    <a:pt x="2921" y="1484"/>
                    <a:pt x="2928" y="1484"/>
                  </a:cubicBezTo>
                  <a:cubicBezTo>
                    <a:pt x="2935" y="1484"/>
                    <a:pt x="2940" y="1478"/>
                    <a:pt x="2940" y="1471"/>
                  </a:cubicBezTo>
                  <a:cubicBezTo>
                    <a:pt x="2940" y="1464"/>
                    <a:pt x="2935" y="1459"/>
                    <a:pt x="2928" y="1459"/>
                  </a:cubicBezTo>
                  <a:close/>
                  <a:moveTo>
                    <a:pt x="2967" y="1459"/>
                  </a:moveTo>
                  <a:cubicBezTo>
                    <a:pt x="2960" y="1459"/>
                    <a:pt x="2954" y="1464"/>
                    <a:pt x="2954" y="1471"/>
                  </a:cubicBezTo>
                  <a:cubicBezTo>
                    <a:pt x="2954" y="1478"/>
                    <a:pt x="2960" y="1484"/>
                    <a:pt x="2967" y="1484"/>
                  </a:cubicBezTo>
                  <a:cubicBezTo>
                    <a:pt x="2974" y="1484"/>
                    <a:pt x="2980" y="1478"/>
                    <a:pt x="2980" y="1471"/>
                  </a:cubicBezTo>
                  <a:cubicBezTo>
                    <a:pt x="2980" y="1464"/>
                    <a:pt x="2974" y="1459"/>
                    <a:pt x="2967" y="1459"/>
                  </a:cubicBezTo>
                  <a:close/>
                  <a:moveTo>
                    <a:pt x="3085" y="1459"/>
                  </a:moveTo>
                  <a:cubicBezTo>
                    <a:pt x="3078" y="1459"/>
                    <a:pt x="3073" y="1464"/>
                    <a:pt x="3073" y="1471"/>
                  </a:cubicBezTo>
                  <a:cubicBezTo>
                    <a:pt x="3073" y="1478"/>
                    <a:pt x="3078" y="1484"/>
                    <a:pt x="3085" y="1484"/>
                  </a:cubicBezTo>
                  <a:cubicBezTo>
                    <a:pt x="3092" y="1484"/>
                    <a:pt x="3098" y="1478"/>
                    <a:pt x="3098" y="1471"/>
                  </a:cubicBezTo>
                  <a:cubicBezTo>
                    <a:pt x="3098" y="1464"/>
                    <a:pt x="3092" y="1459"/>
                    <a:pt x="3085" y="1459"/>
                  </a:cubicBezTo>
                  <a:close/>
                  <a:moveTo>
                    <a:pt x="3125" y="1459"/>
                  </a:moveTo>
                  <a:cubicBezTo>
                    <a:pt x="3118" y="1459"/>
                    <a:pt x="3112" y="1464"/>
                    <a:pt x="3112" y="1471"/>
                  </a:cubicBezTo>
                  <a:cubicBezTo>
                    <a:pt x="3112" y="1478"/>
                    <a:pt x="3118" y="1484"/>
                    <a:pt x="3125" y="1484"/>
                  </a:cubicBezTo>
                  <a:cubicBezTo>
                    <a:pt x="3132" y="1484"/>
                    <a:pt x="3137" y="1478"/>
                    <a:pt x="3137" y="1471"/>
                  </a:cubicBezTo>
                  <a:cubicBezTo>
                    <a:pt x="3137" y="1464"/>
                    <a:pt x="3132" y="1459"/>
                    <a:pt x="3125" y="1459"/>
                  </a:cubicBezTo>
                  <a:close/>
                  <a:moveTo>
                    <a:pt x="3164" y="1459"/>
                  </a:moveTo>
                  <a:cubicBezTo>
                    <a:pt x="3157" y="1459"/>
                    <a:pt x="3151" y="1464"/>
                    <a:pt x="3151" y="1471"/>
                  </a:cubicBezTo>
                  <a:cubicBezTo>
                    <a:pt x="3151" y="1478"/>
                    <a:pt x="3157" y="1484"/>
                    <a:pt x="3164" y="1484"/>
                  </a:cubicBezTo>
                  <a:cubicBezTo>
                    <a:pt x="3171" y="1484"/>
                    <a:pt x="3177" y="1478"/>
                    <a:pt x="3177" y="1471"/>
                  </a:cubicBezTo>
                  <a:cubicBezTo>
                    <a:pt x="3177" y="1464"/>
                    <a:pt x="3171" y="1459"/>
                    <a:pt x="3164" y="1459"/>
                  </a:cubicBezTo>
                  <a:close/>
                  <a:moveTo>
                    <a:pt x="3204" y="1459"/>
                  </a:moveTo>
                  <a:cubicBezTo>
                    <a:pt x="3197" y="1459"/>
                    <a:pt x="3191" y="1464"/>
                    <a:pt x="3191" y="1471"/>
                  </a:cubicBezTo>
                  <a:cubicBezTo>
                    <a:pt x="3191" y="1478"/>
                    <a:pt x="3197" y="1484"/>
                    <a:pt x="3204" y="1484"/>
                  </a:cubicBezTo>
                  <a:cubicBezTo>
                    <a:pt x="3211" y="1484"/>
                    <a:pt x="3216" y="1478"/>
                    <a:pt x="3216" y="1471"/>
                  </a:cubicBezTo>
                  <a:cubicBezTo>
                    <a:pt x="3216" y="1464"/>
                    <a:pt x="3211" y="1459"/>
                    <a:pt x="3204" y="1459"/>
                  </a:cubicBezTo>
                  <a:close/>
                  <a:moveTo>
                    <a:pt x="3243" y="1466"/>
                  </a:moveTo>
                  <a:cubicBezTo>
                    <a:pt x="3240" y="1466"/>
                    <a:pt x="3238" y="1469"/>
                    <a:pt x="3238" y="1471"/>
                  </a:cubicBezTo>
                  <a:cubicBezTo>
                    <a:pt x="3238" y="1474"/>
                    <a:pt x="3240" y="1476"/>
                    <a:pt x="3243" y="1476"/>
                  </a:cubicBezTo>
                  <a:cubicBezTo>
                    <a:pt x="3246" y="1476"/>
                    <a:pt x="3248" y="1474"/>
                    <a:pt x="3248" y="1471"/>
                  </a:cubicBezTo>
                  <a:cubicBezTo>
                    <a:pt x="3248" y="1469"/>
                    <a:pt x="3246" y="1466"/>
                    <a:pt x="3243" y="1466"/>
                  </a:cubicBezTo>
                  <a:close/>
                  <a:moveTo>
                    <a:pt x="996" y="1498"/>
                  </a:moveTo>
                  <a:cubicBezTo>
                    <a:pt x="989" y="1498"/>
                    <a:pt x="983" y="1504"/>
                    <a:pt x="983" y="1511"/>
                  </a:cubicBezTo>
                  <a:cubicBezTo>
                    <a:pt x="983" y="1518"/>
                    <a:pt x="989" y="1524"/>
                    <a:pt x="996" y="1524"/>
                  </a:cubicBezTo>
                  <a:cubicBezTo>
                    <a:pt x="1003" y="1524"/>
                    <a:pt x="1009" y="1518"/>
                    <a:pt x="1009" y="1511"/>
                  </a:cubicBezTo>
                  <a:cubicBezTo>
                    <a:pt x="1009" y="1504"/>
                    <a:pt x="1003" y="1498"/>
                    <a:pt x="996" y="1498"/>
                  </a:cubicBezTo>
                  <a:close/>
                  <a:moveTo>
                    <a:pt x="1035" y="1498"/>
                  </a:moveTo>
                  <a:cubicBezTo>
                    <a:pt x="1028" y="1498"/>
                    <a:pt x="1023" y="1504"/>
                    <a:pt x="1023" y="1511"/>
                  </a:cubicBezTo>
                  <a:cubicBezTo>
                    <a:pt x="1023" y="1518"/>
                    <a:pt x="1028" y="1524"/>
                    <a:pt x="1035" y="1524"/>
                  </a:cubicBezTo>
                  <a:cubicBezTo>
                    <a:pt x="1042" y="1524"/>
                    <a:pt x="1048" y="1518"/>
                    <a:pt x="1048" y="1511"/>
                  </a:cubicBezTo>
                  <a:cubicBezTo>
                    <a:pt x="1048" y="1504"/>
                    <a:pt x="1042" y="1498"/>
                    <a:pt x="1035" y="1498"/>
                  </a:cubicBezTo>
                  <a:close/>
                  <a:moveTo>
                    <a:pt x="1075" y="1498"/>
                  </a:moveTo>
                  <a:cubicBezTo>
                    <a:pt x="1068" y="1498"/>
                    <a:pt x="1062" y="1504"/>
                    <a:pt x="1062" y="1511"/>
                  </a:cubicBezTo>
                  <a:cubicBezTo>
                    <a:pt x="1062" y="1518"/>
                    <a:pt x="1068" y="1524"/>
                    <a:pt x="1075" y="1524"/>
                  </a:cubicBezTo>
                  <a:cubicBezTo>
                    <a:pt x="1082" y="1524"/>
                    <a:pt x="1087" y="1518"/>
                    <a:pt x="1087" y="1511"/>
                  </a:cubicBezTo>
                  <a:cubicBezTo>
                    <a:pt x="1087" y="1504"/>
                    <a:pt x="1082" y="1498"/>
                    <a:pt x="1075" y="1498"/>
                  </a:cubicBezTo>
                  <a:close/>
                  <a:moveTo>
                    <a:pt x="3085" y="1498"/>
                  </a:moveTo>
                  <a:cubicBezTo>
                    <a:pt x="3078" y="1498"/>
                    <a:pt x="3073" y="1504"/>
                    <a:pt x="3073" y="1511"/>
                  </a:cubicBezTo>
                  <a:cubicBezTo>
                    <a:pt x="3073" y="1518"/>
                    <a:pt x="3078" y="1524"/>
                    <a:pt x="3085" y="1524"/>
                  </a:cubicBezTo>
                  <a:cubicBezTo>
                    <a:pt x="3092" y="1524"/>
                    <a:pt x="3098" y="1518"/>
                    <a:pt x="3098" y="1511"/>
                  </a:cubicBezTo>
                  <a:cubicBezTo>
                    <a:pt x="3098" y="1504"/>
                    <a:pt x="3092" y="1498"/>
                    <a:pt x="3085" y="1498"/>
                  </a:cubicBezTo>
                  <a:close/>
                  <a:moveTo>
                    <a:pt x="3125" y="1498"/>
                  </a:moveTo>
                  <a:cubicBezTo>
                    <a:pt x="3118" y="1498"/>
                    <a:pt x="3112" y="1504"/>
                    <a:pt x="3112" y="1511"/>
                  </a:cubicBezTo>
                  <a:cubicBezTo>
                    <a:pt x="3112" y="1518"/>
                    <a:pt x="3118" y="1524"/>
                    <a:pt x="3125" y="1524"/>
                  </a:cubicBezTo>
                  <a:cubicBezTo>
                    <a:pt x="3132" y="1524"/>
                    <a:pt x="3137" y="1518"/>
                    <a:pt x="3137" y="1511"/>
                  </a:cubicBezTo>
                  <a:cubicBezTo>
                    <a:pt x="3137" y="1504"/>
                    <a:pt x="3132" y="1498"/>
                    <a:pt x="3125" y="1498"/>
                  </a:cubicBezTo>
                  <a:close/>
                  <a:moveTo>
                    <a:pt x="3164" y="1498"/>
                  </a:moveTo>
                  <a:cubicBezTo>
                    <a:pt x="3157" y="1498"/>
                    <a:pt x="3151" y="1504"/>
                    <a:pt x="3151" y="1511"/>
                  </a:cubicBezTo>
                  <a:cubicBezTo>
                    <a:pt x="3151" y="1518"/>
                    <a:pt x="3157" y="1524"/>
                    <a:pt x="3164" y="1524"/>
                  </a:cubicBezTo>
                  <a:cubicBezTo>
                    <a:pt x="3171" y="1524"/>
                    <a:pt x="3177" y="1518"/>
                    <a:pt x="3177" y="1511"/>
                  </a:cubicBezTo>
                  <a:cubicBezTo>
                    <a:pt x="3177" y="1504"/>
                    <a:pt x="3171" y="1498"/>
                    <a:pt x="3164" y="1498"/>
                  </a:cubicBezTo>
                  <a:close/>
                  <a:moveTo>
                    <a:pt x="3204" y="1498"/>
                  </a:moveTo>
                  <a:cubicBezTo>
                    <a:pt x="3197" y="1498"/>
                    <a:pt x="3191" y="1504"/>
                    <a:pt x="3191" y="1511"/>
                  </a:cubicBezTo>
                  <a:cubicBezTo>
                    <a:pt x="3191" y="1518"/>
                    <a:pt x="3197" y="1524"/>
                    <a:pt x="3204" y="1524"/>
                  </a:cubicBezTo>
                  <a:cubicBezTo>
                    <a:pt x="3211" y="1524"/>
                    <a:pt x="3216" y="1518"/>
                    <a:pt x="3216" y="1511"/>
                  </a:cubicBezTo>
                  <a:cubicBezTo>
                    <a:pt x="3216" y="1504"/>
                    <a:pt x="3211" y="1498"/>
                    <a:pt x="3204" y="1498"/>
                  </a:cubicBezTo>
                  <a:close/>
                  <a:moveTo>
                    <a:pt x="956" y="1537"/>
                  </a:moveTo>
                  <a:cubicBezTo>
                    <a:pt x="949" y="1537"/>
                    <a:pt x="944" y="1543"/>
                    <a:pt x="944" y="1550"/>
                  </a:cubicBezTo>
                  <a:cubicBezTo>
                    <a:pt x="944" y="1557"/>
                    <a:pt x="949" y="1563"/>
                    <a:pt x="956" y="1563"/>
                  </a:cubicBezTo>
                  <a:cubicBezTo>
                    <a:pt x="963" y="1563"/>
                    <a:pt x="969" y="1557"/>
                    <a:pt x="969" y="1550"/>
                  </a:cubicBezTo>
                  <a:cubicBezTo>
                    <a:pt x="969" y="1543"/>
                    <a:pt x="963" y="1537"/>
                    <a:pt x="956" y="1537"/>
                  </a:cubicBezTo>
                  <a:close/>
                  <a:moveTo>
                    <a:pt x="996" y="1537"/>
                  </a:moveTo>
                  <a:cubicBezTo>
                    <a:pt x="989" y="1537"/>
                    <a:pt x="983" y="1543"/>
                    <a:pt x="983" y="1550"/>
                  </a:cubicBezTo>
                  <a:cubicBezTo>
                    <a:pt x="983" y="1557"/>
                    <a:pt x="989" y="1563"/>
                    <a:pt x="996" y="1563"/>
                  </a:cubicBezTo>
                  <a:cubicBezTo>
                    <a:pt x="1003" y="1563"/>
                    <a:pt x="1009" y="1557"/>
                    <a:pt x="1009" y="1550"/>
                  </a:cubicBezTo>
                  <a:cubicBezTo>
                    <a:pt x="1009" y="1543"/>
                    <a:pt x="1003" y="1537"/>
                    <a:pt x="996" y="1537"/>
                  </a:cubicBezTo>
                  <a:close/>
                  <a:moveTo>
                    <a:pt x="1035" y="1537"/>
                  </a:moveTo>
                  <a:cubicBezTo>
                    <a:pt x="1028" y="1537"/>
                    <a:pt x="1023" y="1543"/>
                    <a:pt x="1023" y="1550"/>
                  </a:cubicBezTo>
                  <a:cubicBezTo>
                    <a:pt x="1023" y="1557"/>
                    <a:pt x="1028" y="1563"/>
                    <a:pt x="1035" y="1563"/>
                  </a:cubicBezTo>
                  <a:cubicBezTo>
                    <a:pt x="1042" y="1563"/>
                    <a:pt x="1048" y="1557"/>
                    <a:pt x="1048" y="1550"/>
                  </a:cubicBezTo>
                  <a:cubicBezTo>
                    <a:pt x="1048" y="1543"/>
                    <a:pt x="1042" y="1537"/>
                    <a:pt x="1035" y="1537"/>
                  </a:cubicBezTo>
                  <a:close/>
                  <a:moveTo>
                    <a:pt x="3480" y="1537"/>
                  </a:moveTo>
                  <a:cubicBezTo>
                    <a:pt x="3473" y="1537"/>
                    <a:pt x="3467" y="1543"/>
                    <a:pt x="3467" y="1550"/>
                  </a:cubicBezTo>
                  <a:cubicBezTo>
                    <a:pt x="3467" y="1557"/>
                    <a:pt x="3473" y="1563"/>
                    <a:pt x="3480" y="1563"/>
                  </a:cubicBezTo>
                  <a:cubicBezTo>
                    <a:pt x="3487" y="1563"/>
                    <a:pt x="3492" y="1557"/>
                    <a:pt x="3492" y="1550"/>
                  </a:cubicBezTo>
                  <a:cubicBezTo>
                    <a:pt x="3492" y="1543"/>
                    <a:pt x="3487" y="1537"/>
                    <a:pt x="3480" y="1537"/>
                  </a:cubicBezTo>
                  <a:close/>
                  <a:moveTo>
                    <a:pt x="965" y="1590"/>
                  </a:moveTo>
                  <a:cubicBezTo>
                    <a:pt x="965" y="1585"/>
                    <a:pt x="961" y="1581"/>
                    <a:pt x="956" y="1581"/>
                  </a:cubicBezTo>
                  <a:cubicBezTo>
                    <a:pt x="952" y="1581"/>
                    <a:pt x="948" y="1585"/>
                    <a:pt x="948" y="1590"/>
                  </a:cubicBezTo>
                  <a:cubicBezTo>
                    <a:pt x="948" y="1594"/>
                    <a:pt x="952" y="1598"/>
                    <a:pt x="956" y="1598"/>
                  </a:cubicBezTo>
                  <a:cubicBezTo>
                    <a:pt x="961" y="1598"/>
                    <a:pt x="965" y="1594"/>
                    <a:pt x="965" y="1590"/>
                  </a:cubicBezTo>
                  <a:close/>
                  <a:moveTo>
                    <a:pt x="996" y="1577"/>
                  </a:moveTo>
                  <a:cubicBezTo>
                    <a:pt x="989" y="1577"/>
                    <a:pt x="983" y="1583"/>
                    <a:pt x="983" y="1590"/>
                  </a:cubicBezTo>
                  <a:cubicBezTo>
                    <a:pt x="983" y="1597"/>
                    <a:pt x="989" y="1602"/>
                    <a:pt x="996" y="1602"/>
                  </a:cubicBezTo>
                  <a:cubicBezTo>
                    <a:pt x="1003" y="1602"/>
                    <a:pt x="1009" y="1597"/>
                    <a:pt x="1009" y="1590"/>
                  </a:cubicBezTo>
                  <a:cubicBezTo>
                    <a:pt x="1009" y="1583"/>
                    <a:pt x="1003" y="1577"/>
                    <a:pt x="996" y="1577"/>
                  </a:cubicBezTo>
                  <a:close/>
                  <a:moveTo>
                    <a:pt x="1035" y="1577"/>
                  </a:moveTo>
                  <a:cubicBezTo>
                    <a:pt x="1028" y="1577"/>
                    <a:pt x="1023" y="1583"/>
                    <a:pt x="1023" y="1590"/>
                  </a:cubicBezTo>
                  <a:cubicBezTo>
                    <a:pt x="1023" y="1597"/>
                    <a:pt x="1028" y="1602"/>
                    <a:pt x="1035" y="1602"/>
                  </a:cubicBezTo>
                  <a:cubicBezTo>
                    <a:pt x="1042" y="1602"/>
                    <a:pt x="1048" y="1597"/>
                    <a:pt x="1048" y="1590"/>
                  </a:cubicBezTo>
                  <a:cubicBezTo>
                    <a:pt x="1048" y="1583"/>
                    <a:pt x="1042" y="1577"/>
                    <a:pt x="1035" y="1577"/>
                  </a:cubicBezTo>
                  <a:close/>
                  <a:moveTo>
                    <a:pt x="3440" y="1577"/>
                  </a:moveTo>
                  <a:cubicBezTo>
                    <a:pt x="3433" y="1577"/>
                    <a:pt x="3427" y="1583"/>
                    <a:pt x="3427" y="1590"/>
                  </a:cubicBezTo>
                  <a:cubicBezTo>
                    <a:pt x="3427" y="1597"/>
                    <a:pt x="3433" y="1602"/>
                    <a:pt x="3440" y="1602"/>
                  </a:cubicBezTo>
                  <a:cubicBezTo>
                    <a:pt x="3447" y="1602"/>
                    <a:pt x="3453" y="1597"/>
                    <a:pt x="3453" y="1590"/>
                  </a:cubicBezTo>
                  <a:cubicBezTo>
                    <a:pt x="3453" y="1583"/>
                    <a:pt x="3447" y="1577"/>
                    <a:pt x="3440" y="1577"/>
                  </a:cubicBezTo>
                  <a:close/>
                  <a:moveTo>
                    <a:pt x="944" y="1629"/>
                  </a:moveTo>
                  <a:cubicBezTo>
                    <a:pt x="944" y="1636"/>
                    <a:pt x="949" y="1642"/>
                    <a:pt x="956" y="1642"/>
                  </a:cubicBezTo>
                  <a:cubicBezTo>
                    <a:pt x="963" y="1642"/>
                    <a:pt x="969" y="1636"/>
                    <a:pt x="969" y="1629"/>
                  </a:cubicBezTo>
                  <a:cubicBezTo>
                    <a:pt x="969" y="1622"/>
                    <a:pt x="963" y="1616"/>
                    <a:pt x="956" y="1616"/>
                  </a:cubicBezTo>
                  <a:cubicBezTo>
                    <a:pt x="949" y="1616"/>
                    <a:pt x="944" y="1622"/>
                    <a:pt x="944" y="1629"/>
                  </a:cubicBezTo>
                  <a:close/>
                  <a:moveTo>
                    <a:pt x="996" y="1616"/>
                  </a:moveTo>
                  <a:cubicBezTo>
                    <a:pt x="989" y="1616"/>
                    <a:pt x="983" y="1622"/>
                    <a:pt x="983" y="1629"/>
                  </a:cubicBezTo>
                  <a:cubicBezTo>
                    <a:pt x="983" y="1636"/>
                    <a:pt x="989" y="1642"/>
                    <a:pt x="996" y="1642"/>
                  </a:cubicBezTo>
                  <a:cubicBezTo>
                    <a:pt x="1003" y="1642"/>
                    <a:pt x="1009" y="1636"/>
                    <a:pt x="1009" y="1629"/>
                  </a:cubicBezTo>
                  <a:cubicBezTo>
                    <a:pt x="1009" y="1622"/>
                    <a:pt x="1003" y="1616"/>
                    <a:pt x="996" y="1616"/>
                  </a:cubicBezTo>
                  <a:close/>
                  <a:moveTo>
                    <a:pt x="3401" y="1616"/>
                  </a:moveTo>
                  <a:cubicBezTo>
                    <a:pt x="3394" y="1616"/>
                    <a:pt x="3388" y="1622"/>
                    <a:pt x="3388" y="1629"/>
                  </a:cubicBezTo>
                  <a:cubicBezTo>
                    <a:pt x="3388" y="1636"/>
                    <a:pt x="3394" y="1642"/>
                    <a:pt x="3401" y="1642"/>
                  </a:cubicBezTo>
                  <a:cubicBezTo>
                    <a:pt x="3408" y="1642"/>
                    <a:pt x="3413" y="1636"/>
                    <a:pt x="3413" y="1629"/>
                  </a:cubicBezTo>
                  <a:cubicBezTo>
                    <a:pt x="3413" y="1622"/>
                    <a:pt x="3408" y="1616"/>
                    <a:pt x="3401" y="1616"/>
                  </a:cubicBezTo>
                  <a:close/>
                  <a:moveTo>
                    <a:pt x="956" y="1656"/>
                  </a:moveTo>
                  <a:cubicBezTo>
                    <a:pt x="949" y="1656"/>
                    <a:pt x="944" y="1661"/>
                    <a:pt x="944" y="1668"/>
                  </a:cubicBezTo>
                  <a:cubicBezTo>
                    <a:pt x="944" y="1676"/>
                    <a:pt x="949" y="1681"/>
                    <a:pt x="956" y="1681"/>
                  </a:cubicBezTo>
                  <a:cubicBezTo>
                    <a:pt x="963" y="1681"/>
                    <a:pt x="969" y="1676"/>
                    <a:pt x="969" y="1668"/>
                  </a:cubicBezTo>
                  <a:cubicBezTo>
                    <a:pt x="969" y="1661"/>
                    <a:pt x="963" y="1656"/>
                    <a:pt x="956" y="1656"/>
                  </a:cubicBezTo>
                  <a:close/>
                  <a:moveTo>
                    <a:pt x="996" y="1656"/>
                  </a:moveTo>
                  <a:cubicBezTo>
                    <a:pt x="989" y="1656"/>
                    <a:pt x="983" y="1661"/>
                    <a:pt x="983" y="1668"/>
                  </a:cubicBezTo>
                  <a:cubicBezTo>
                    <a:pt x="983" y="1676"/>
                    <a:pt x="989" y="1681"/>
                    <a:pt x="996" y="1681"/>
                  </a:cubicBezTo>
                  <a:cubicBezTo>
                    <a:pt x="1003" y="1681"/>
                    <a:pt x="1009" y="1676"/>
                    <a:pt x="1009" y="1668"/>
                  </a:cubicBezTo>
                  <a:cubicBezTo>
                    <a:pt x="1009" y="1661"/>
                    <a:pt x="1003" y="1656"/>
                    <a:pt x="996" y="1656"/>
                  </a:cubicBezTo>
                  <a:close/>
                  <a:moveTo>
                    <a:pt x="956" y="1696"/>
                  </a:moveTo>
                  <a:cubicBezTo>
                    <a:pt x="950" y="1696"/>
                    <a:pt x="945" y="1702"/>
                    <a:pt x="945" y="1708"/>
                  </a:cubicBezTo>
                  <a:cubicBezTo>
                    <a:pt x="945" y="1714"/>
                    <a:pt x="950" y="1719"/>
                    <a:pt x="956" y="1719"/>
                  </a:cubicBezTo>
                  <a:cubicBezTo>
                    <a:pt x="963" y="1719"/>
                    <a:pt x="968" y="1714"/>
                    <a:pt x="968" y="1708"/>
                  </a:cubicBezTo>
                  <a:cubicBezTo>
                    <a:pt x="968" y="1702"/>
                    <a:pt x="963" y="1696"/>
                    <a:pt x="956" y="1696"/>
                  </a:cubicBezTo>
                  <a:close/>
                  <a:moveTo>
                    <a:pt x="996" y="1719"/>
                  </a:moveTo>
                  <a:cubicBezTo>
                    <a:pt x="1002" y="1719"/>
                    <a:pt x="1007" y="1714"/>
                    <a:pt x="1007" y="1708"/>
                  </a:cubicBezTo>
                  <a:cubicBezTo>
                    <a:pt x="1007" y="1702"/>
                    <a:pt x="1002" y="1697"/>
                    <a:pt x="996" y="1697"/>
                  </a:cubicBezTo>
                  <a:cubicBezTo>
                    <a:pt x="990" y="1697"/>
                    <a:pt x="985" y="1702"/>
                    <a:pt x="985" y="1708"/>
                  </a:cubicBezTo>
                  <a:cubicBezTo>
                    <a:pt x="985" y="1714"/>
                    <a:pt x="990" y="1719"/>
                    <a:pt x="996" y="1719"/>
                  </a:cubicBezTo>
                  <a:close/>
                  <a:moveTo>
                    <a:pt x="996" y="1735"/>
                  </a:moveTo>
                  <a:cubicBezTo>
                    <a:pt x="989" y="1735"/>
                    <a:pt x="983" y="1740"/>
                    <a:pt x="983" y="1747"/>
                  </a:cubicBezTo>
                  <a:cubicBezTo>
                    <a:pt x="983" y="1754"/>
                    <a:pt x="989" y="1760"/>
                    <a:pt x="996" y="1760"/>
                  </a:cubicBezTo>
                  <a:cubicBezTo>
                    <a:pt x="1003" y="1760"/>
                    <a:pt x="1009" y="1754"/>
                    <a:pt x="1009" y="1747"/>
                  </a:cubicBezTo>
                  <a:cubicBezTo>
                    <a:pt x="1009" y="1740"/>
                    <a:pt x="1003" y="1735"/>
                    <a:pt x="996" y="1735"/>
                  </a:cubicBez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2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endParaRPr>
            </a:p>
          </p:txBody>
        </p:sp>
        <p:sp>
          <p:nvSpPr>
            <p:cNvPr id="7" name="ísḻïḍe"/>
            <p:cNvSpPr/>
            <p:nvPr/>
          </p:nvSpPr>
          <p:spPr>
            <a:xfrm>
              <a:off x="1356350" y="1130300"/>
              <a:ext cx="3185487" cy="838716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 lnSpcReduction="10000"/>
            </a:bodyPr>
            <a:lstStyle/>
            <a:p>
              <a:pPr algn="ctr"/>
              <a:r>
                <a:rPr lang="en-US" altLang="zh-CN" sz="5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rebuchet MS" panose="020B0603020202020204" pitchFamily="34" charset="0"/>
                  <a:ea typeface="微软雅黑" panose="020B0503020204020204" pitchFamily="34" charset="-122"/>
                  <a:sym typeface="Trebuchet MS" panose="020B0603020202020204" pitchFamily="34" charset="0"/>
                </a:rPr>
                <a:t>Agenda</a:t>
              </a:r>
              <a:endParaRPr lang="zh-CN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endParaRPr>
            </a:p>
          </p:txBody>
        </p:sp>
        <p:cxnSp>
          <p:nvCxnSpPr>
            <p:cNvPr id="8" name="直接连接符 4"/>
            <p:cNvCxnSpPr/>
            <p:nvPr/>
          </p:nvCxnSpPr>
          <p:spPr>
            <a:xfrm>
              <a:off x="1638300" y="1969016"/>
              <a:ext cx="3295650" cy="0"/>
            </a:xfrm>
            <a:prstGeom prst="line">
              <a:avLst/>
            </a:prstGeom>
            <a:ln w="3175" cap="rnd">
              <a:solidFill>
                <a:schemeClr val="lt2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7"/>
            <p:cNvCxnSpPr/>
            <p:nvPr/>
          </p:nvCxnSpPr>
          <p:spPr>
            <a:xfrm>
              <a:off x="4541837" y="1130300"/>
              <a:ext cx="0" cy="5003800"/>
            </a:xfrm>
            <a:prstGeom prst="line">
              <a:avLst/>
            </a:prstGeom>
            <a:ln w="3175" cap="rnd">
              <a:solidFill>
                <a:schemeClr val="lt2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íṥļïḓè"/>
            <p:cNvGrpSpPr/>
            <p:nvPr/>
          </p:nvGrpSpPr>
          <p:grpSpPr>
            <a:xfrm>
              <a:off x="3871848" y="2534552"/>
              <a:ext cx="4900814" cy="3163729"/>
              <a:chOff x="3871848" y="2223101"/>
              <a:chExt cx="4900814" cy="3163729"/>
            </a:xfrm>
          </p:grpSpPr>
          <p:grpSp>
            <p:nvGrpSpPr>
              <p:cNvPr id="11" name="îṣḷîḓê"/>
              <p:cNvGrpSpPr/>
              <p:nvPr/>
            </p:nvGrpSpPr>
            <p:grpSpPr>
              <a:xfrm>
                <a:off x="3871848" y="2223101"/>
                <a:ext cx="4900814" cy="542400"/>
                <a:chOff x="3871848" y="2711156"/>
                <a:chExt cx="4900814" cy="542400"/>
              </a:xfrm>
            </p:grpSpPr>
            <p:sp>
              <p:nvSpPr>
                <p:cNvPr id="24" name="iṥḻïḋê"/>
                <p:cNvSpPr txBox="1"/>
                <p:nvPr/>
              </p:nvSpPr>
              <p:spPr bwMode="auto">
                <a:xfrm>
                  <a:off x="3871848" y="2711156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0</a:t>
                  </a:r>
                  <a:r>
                    <a:rPr lang="en-US" altLang="zh-CN" sz="1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1</a:t>
                  </a:r>
                  <a:endParaRPr lang="en-US" altLang="zh-CN" sz="2000" dirty="0">
                    <a:solidFill>
                      <a:schemeClr val="accent2">
                        <a:lumMod val="100000"/>
                      </a:schemeClr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5" name="ísļiḑè"/>
                <p:cNvSpPr/>
                <p:nvPr/>
              </p:nvSpPr>
              <p:spPr bwMode="auto">
                <a:xfrm>
                  <a:off x="4656073" y="2754558"/>
                  <a:ext cx="4116589" cy="455597"/>
                </a:xfrm>
                <a:prstGeom prst="rect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DB Schenker, TSC, EDI, SWORD Introduction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  <p:grpSp>
            <p:nvGrpSpPr>
              <p:cNvPr id="12" name="iṡḻíḍé"/>
              <p:cNvGrpSpPr/>
              <p:nvPr/>
            </p:nvGrpSpPr>
            <p:grpSpPr>
              <a:xfrm>
                <a:off x="3881739" y="3519329"/>
                <a:ext cx="4890923" cy="542400"/>
                <a:chOff x="3881739" y="3384481"/>
                <a:chExt cx="4890923" cy="542400"/>
              </a:xfrm>
            </p:grpSpPr>
            <p:sp>
              <p:nvSpPr>
                <p:cNvPr id="22" name="îṡḻîḋè"/>
                <p:cNvSpPr txBox="1"/>
                <p:nvPr/>
              </p:nvSpPr>
              <p:spPr bwMode="auto">
                <a:xfrm>
                  <a:off x="3881739" y="3384481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de-DE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defRPr sz="200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en-US" altLang="zh-CN" dirty="0">
                      <a:sym typeface="Trebuchet MS" panose="020B0603020202020204" pitchFamily="34" charset="0"/>
                    </a:rPr>
                    <a:t>02</a:t>
                  </a:r>
                  <a:endParaRPr lang="en-US" altLang="zh-CN" dirty="0"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3" name="î$lídé"/>
                <p:cNvSpPr/>
                <p:nvPr/>
              </p:nvSpPr>
              <p:spPr bwMode="auto">
                <a:xfrm>
                  <a:off x="4656073" y="3448424"/>
                  <a:ext cx="4116589" cy="455597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SWORD Framework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  <p:grpSp>
            <p:nvGrpSpPr>
              <p:cNvPr id="13" name="í$lïḋê"/>
              <p:cNvGrpSpPr/>
              <p:nvPr/>
            </p:nvGrpSpPr>
            <p:grpSpPr>
              <a:xfrm>
                <a:off x="3881739" y="4844430"/>
                <a:ext cx="4890923" cy="542400"/>
                <a:chOff x="3881739" y="4086679"/>
                <a:chExt cx="4890923" cy="542400"/>
              </a:xfrm>
            </p:grpSpPr>
            <p:sp>
              <p:nvSpPr>
                <p:cNvPr id="20" name="íṧľïḑé"/>
                <p:cNvSpPr txBox="1"/>
                <p:nvPr/>
              </p:nvSpPr>
              <p:spPr bwMode="auto">
                <a:xfrm>
                  <a:off x="3881739" y="4086679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0</a:t>
                  </a:r>
                  <a:r>
                    <a:rPr lang="en-US" altLang="zh-CN" sz="1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3</a:t>
                  </a:r>
                  <a:endParaRPr lang="en-US" altLang="zh-CN" sz="2000" dirty="0">
                    <a:solidFill>
                      <a:schemeClr val="accent2">
                        <a:lumMod val="100000"/>
                      </a:schemeClr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1" name="ísḷïḑe"/>
                <p:cNvSpPr/>
                <p:nvPr/>
              </p:nvSpPr>
              <p:spPr bwMode="auto">
                <a:xfrm>
                  <a:off x="4656073" y="4173482"/>
                  <a:ext cx="4116589" cy="455597"/>
                </a:xfrm>
                <a:prstGeom prst="rect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File Types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</p:grpSp>
      </p:grpSp>
    </p:spTree>
    <p:custDataLst>
      <p:tags r:id="rId2"/>
    </p:custData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SWORD Framework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pic>
        <p:nvPicPr>
          <p:cNvPr id="5" name="Picture 22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368" y="1557605"/>
            <a:ext cx="9906000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SWORD Framework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sp>
        <p:nvSpPr>
          <p:cNvPr id="5" name="Slide Number Placeholder 3"/>
          <p:cNvSpPr txBox="1"/>
          <p:nvPr/>
        </p:nvSpPr>
        <p:spPr>
          <a:xfrm>
            <a:off x="3695700" y="6629400"/>
            <a:ext cx="1428750" cy="93663"/>
          </a:xfrm>
          <a:prstGeom prst="rect">
            <a:avLst/>
          </a:prstGeom>
          <a:noFill/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200" b="1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200" b="1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200" b="1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200" b="1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200" b="1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200" b="1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200" b="1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200" b="1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200" b="1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FCABA376-28A2-476A-A4F4-452760BE9B57}" type="slidenum">
              <a:rPr lang="zh-CN" altLang="de-DE" sz="900" b="0" i="0" smtClean="0"/>
            </a:fld>
            <a:endParaRPr lang="de-DE" altLang="zh-CN" sz="900" b="0" i="0"/>
          </a:p>
        </p:txBody>
      </p:sp>
      <p:sp>
        <p:nvSpPr>
          <p:cNvPr id="6" name="Abgerundetes Rechteck 11"/>
          <p:cNvSpPr/>
          <p:nvPr/>
        </p:nvSpPr>
        <p:spPr bwMode="auto">
          <a:xfrm>
            <a:off x="3975100" y="5483225"/>
            <a:ext cx="2474913" cy="3778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>
              <a:defRPr/>
            </a:pPr>
            <a:r>
              <a:rPr lang="de-DE" sz="1600" dirty="0" err="1">
                <a:latin typeface="DB Office" panose="020B0604020202020204" pitchFamily="34" charset="0"/>
              </a:rPr>
              <a:t>Websphere</a:t>
            </a:r>
            <a:r>
              <a:rPr lang="de-DE" sz="1600" dirty="0">
                <a:latin typeface="DB Office" panose="020B0604020202020204" pitchFamily="34" charset="0"/>
              </a:rPr>
              <a:t> MQ</a:t>
            </a:r>
            <a:endParaRPr lang="de-DE" sz="1600" b="0" i="0" dirty="0">
              <a:latin typeface="DB Office" panose="020B0604020202020204" pitchFamily="34" charset="0"/>
            </a:endParaRPr>
          </a:p>
        </p:txBody>
      </p:sp>
      <p:sp>
        <p:nvSpPr>
          <p:cNvPr id="7" name="Abgerundetes Rechteck 12"/>
          <p:cNvSpPr/>
          <p:nvPr/>
        </p:nvSpPr>
        <p:spPr bwMode="auto">
          <a:xfrm>
            <a:off x="5467350" y="3340100"/>
            <a:ext cx="982663" cy="376238"/>
          </a:xfrm>
          <a:prstGeom prst="roundRect">
            <a:avLst/>
          </a:prstGeom>
          <a:solidFill>
            <a:schemeClr val="accent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defRPr/>
            </a:pPr>
            <a:r>
              <a:rPr lang="de-DE" sz="1600" dirty="0" err="1">
                <a:latin typeface="DB Office" panose="020B0604020202020204" pitchFamily="34" charset="0"/>
              </a:rPr>
              <a:t>ComSys</a:t>
            </a:r>
            <a:endParaRPr lang="de-DE" sz="1600" b="0" i="0" dirty="0">
              <a:latin typeface="DB Office" panose="020B0604020202020204" pitchFamily="34" charset="0"/>
            </a:endParaRPr>
          </a:p>
        </p:txBody>
      </p:sp>
      <p:sp>
        <p:nvSpPr>
          <p:cNvPr id="8" name="Abgerundetes Rechteck 14"/>
          <p:cNvSpPr/>
          <p:nvPr/>
        </p:nvSpPr>
        <p:spPr bwMode="auto">
          <a:xfrm>
            <a:off x="931863" y="2835275"/>
            <a:ext cx="5518150" cy="377825"/>
          </a:xfrm>
          <a:prstGeom prst="roundRect">
            <a:avLst/>
          </a:prstGeom>
          <a:solidFill>
            <a:schemeClr val="accent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>
              <a:defRPr/>
            </a:pPr>
            <a:r>
              <a:rPr lang="de-DE" sz="1600" dirty="0">
                <a:latin typeface="DB Office" panose="020B0604020202020204" pitchFamily="34" charset="0"/>
              </a:rPr>
              <a:t>Framework Toolbox MBCs</a:t>
            </a:r>
            <a:r>
              <a:rPr lang="de-DE" sz="1600" baseline="30000" dirty="0">
                <a:latin typeface="DB Office" panose="020B0604020202020204" pitchFamily="34" charset="0"/>
              </a:rPr>
              <a:t>2)</a:t>
            </a:r>
            <a:endParaRPr lang="de-DE" sz="1600" b="0" i="0" baseline="30000" dirty="0">
              <a:latin typeface="DB Office" panose="020B0604020202020204" pitchFamily="34" charset="0"/>
            </a:endParaRPr>
          </a:p>
        </p:txBody>
      </p:sp>
      <p:sp>
        <p:nvSpPr>
          <p:cNvPr id="9" name="Gleichschenkliges Dreieck 15"/>
          <p:cNvSpPr>
            <a:spLocks noChangeArrowheads="1"/>
          </p:cNvSpPr>
          <p:nvPr/>
        </p:nvSpPr>
        <p:spPr bwMode="auto">
          <a:xfrm>
            <a:off x="931863" y="1557338"/>
            <a:ext cx="5518150" cy="676275"/>
          </a:xfrm>
          <a:prstGeom prst="triangle">
            <a:avLst>
              <a:gd name="adj" fmla="val 50000"/>
            </a:avLst>
          </a:prstGeom>
          <a:solidFill>
            <a:srgbClr val="000066"/>
          </a:solidFill>
          <a:ln w="12700" algn="ctr">
            <a:solidFill>
              <a:schemeClr val="tx1"/>
            </a:solidFill>
            <a:round/>
          </a:ln>
        </p:spPr>
        <p:txBody>
          <a:bodyPr lIns="90000" tIns="46800" rIns="90000" bIns="46800" anchor="ctr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de-DE" altLang="en-US" sz="1600" b="0" i="0">
                <a:solidFill>
                  <a:schemeClr val="bg1"/>
                </a:solidFill>
                <a:latin typeface="DB Office" panose="020B0604020202020204" pitchFamily="34" charset="0"/>
              </a:rPr>
              <a:t>SWORD Configurator GUI</a:t>
            </a:r>
            <a:endParaRPr lang="de-DE" altLang="en-US" sz="1600" b="0" i="0">
              <a:solidFill>
                <a:schemeClr val="bg1"/>
              </a:solidFill>
              <a:latin typeface="DB Office" panose="020B0604020202020204" pitchFamily="34" charset="0"/>
            </a:endParaRPr>
          </a:p>
        </p:txBody>
      </p:sp>
      <p:sp>
        <p:nvSpPr>
          <p:cNvPr id="10" name="Gleichschenkliges Dreieck 17"/>
          <p:cNvSpPr>
            <a:spLocks noChangeArrowheads="1"/>
          </p:cNvSpPr>
          <p:nvPr/>
        </p:nvSpPr>
        <p:spPr bwMode="auto">
          <a:xfrm rot="16200000">
            <a:off x="-1504156" y="3972719"/>
            <a:ext cx="3994150" cy="677862"/>
          </a:xfrm>
          <a:prstGeom prst="triangle">
            <a:avLst>
              <a:gd name="adj" fmla="val 50000"/>
            </a:avLst>
          </a:prstGeom>
          <a:solidFill>
            <a:srgbClr val="000066"/>
          </a:solidFill>
          <a:ln w="12700" algn="ctr">
            <a:solidFill>
              <a:schemeClr val="tx1"/>
            </a:solidFill>
            <a:round/>
          </a:ln>
        </p:spPr>
        <p:txBody>
          <a:bodyPr lIns="90000" tIns="46800" rIns="90000" bIns="46800" anchor="ctr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de-DE" altLang="en-US" sz="1600">
                <a:solidFill>
                  <a:schemeClr val="bg1"/>
                </a:solidFill>
                <a:latin typeface="DB Office" panose="020B0604020202020204" pitchFamily="34" charset="0"/>
              </a:rPr>
              <a:t>SWING Monitoring</a:t>
            </a:r>
            <a:endParaRPr lang="de-DE" altLang="en-US" sz="1600" b="0" i="0">
              <a:solidFill>
                <a:schemeClr val="bg1"/>
              </a:solidFill>
              <a:latin typeface="DB Office" panose="020B0604020202020204" pitchFamily="34" charset="0"/>
            </a:endParaRPr>
          </a:p>
        </p:txBody>
      </p:sp>
      <p:sp>
        <p:nvSpPr>
          <p:cNvPr id="11" name="Abgerundetes Rechteck 18"/>
          <p:cNvSpPr/>
          <p:nvPr/>
        </p:nvSpPr>
        <p:spPr bwMode="auto">
          <a:xfrm>
            <a:off x="931863" y="2349500"/>
            <a:ext cx="5518150" cy="376238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de-DE" sz="1600" dirty="0" err="1">
                <a:latin typeface="DB Office" panose="020B0604020202020204" pitchFamily="34" charset="0"/>
              </a:rPr>
              <a:t>Locally</a:t>
            </a:r>
            <a:r>
              <a:rPr lang="de-DE" sz="1600" dirty="0">
                <a:latin typeface="DB Office" panose="020B0604020202020204" pitchFamily="34" charset="0"/>
              </a:rPr>
              <a:t> </a:t>
            </a:r>
            <a:r>
              <a:rPr lang="de-DE" sz="1600" dirty="0" err="1">
                <a:latin typeface="DB Office" panose="020B0604020202020204" pitchFamily="34" charset="0"/>
              </a:rPr>
              <a:t>developed</a:t>
            </a:r>
            <a:r>
              <a:rPr lang="de-DE" sz="1600" dirty="0">
                <a:latin typeface="DB Office" panose="020B0604020202020204" pitchFamily="34" charset="0"/>
              </a:rPr>
              <a:t> MBCs</a:t>
            </a:r>
            <a:r>
              <a:rPr lang="de-DE" sz="1600" baseline="30000" dirty="0">
                <a:latin typeface="DB Office" panose="020B0604020202020204" pitchFamily="34" charset="0"/>
              </a:rPr>
              <a:t>2)</a:t>
            </a:r>
            <a:r>
              <a:rPr lang="de-DE" sz="1600" dirty="0">
                <a:latin typeface="DB Office" panose="020B0604020202020204" pitchFamily="34" charset="0"/>
              </a:rPr>
              <a:t> (</a:t>
            </a:r>
            <a:r>
              <a:rPr lang="de-DE" sz="1600" dirty="0" err="1">
                <a:latin typeface="DB Office" panose="020B0604020202020204" pitchFamily="34" charset="0"/>
              </a:rPr>
              <a:t>including</a:t>
            </a:r>
            <a:r>
              <a:rPr lang="de-DE" sz="1600" dirty="0">
                <a:latin typeface="DB Office" panose="020B0604020202020204" pitchFamily="34" charset="0"/>
              </a:rPr>
              <a:t> </a:t>
            </a:r>
            <a:r>
              <a:rPr lang="de-DE" sz="1600" dirty="0" err="1">
                <a:latin typeface="DB Office" panose="020B0604020202020204" pitchFamily="34" charset="0"/>
              </a:rPr>
              <a:t>mappings</a:t>
            </a:r>
            <a:r>
              <a:rPr lang="de-DE" sz="1600" dirty="0">
                <a:latin typeface="DB Office" panose="020B0604020202020204" pitchFamily="34" charset="0"/>
              </a:rPr>
              <a:t>)</a:t>
            </a:r>
            <a:endParaRPr lang="de-DE" sz="1600" b="0" i="0" dirty="0">
              <a:latin typeface="DB Office" panose="020B0604020202020204" pitchFamily="34" charset="0"/>
            </a:endParaRPr>
          </a:p>
        </p:txBody>
      </p:sp>
      <p:cxnSp>
        <p:nvCxnSpPr>
          <p:cNvPr id="12" name="Gerade Verbindung 20"/>
          <p:cNvCxnSpPr>
            <a:cxnSpLocks noChangeShapeType="1"/>
          </p:cNvCxnSpPr>
          <p:nvPr/>
        </p:nvCxnSpPr>
        <p:spPr bwMode="auto">
          <a:xfrm>
            <a:off x="931863" y="3843338"/>
            <a:ext cx="8078787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Gerade Verbindung 28"/>
          <p:cNvCxnSpPr>
            <a:cxnSpLocks noChangeShapeType="1"/>
          </p:cNvCxnSpPr>
          <p:nvPr/>
        </p:nvCxnSpPr>
        <p:spPr bwMode="auto">
          <a:xfrm>
            <a:off x="946150" y="5373688"/>
            <a:ext cx="807878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Rectangle 781"/>
          <p:cNvSpPr>
            <a:spLocks noChangeArrowheads="1"/>
          </p:cNvSpPr>
          <p:nvPr/>
        </p:nvSpPr>
        <p:spPr bwMode="auto">
          <a:xfrm>
            <a:off x="6562725" y="3922713"/>
            <a:ext cx="2447925" cy="33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66700" lvl="1" indent="-266700">
              <a:spcBef>
                <a:spcPct val="8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sz="1400" dirty="0">
                <a:latin typeface="+mn-lt"/>
              </a:rPr>
              <a:t>Axway</a:t>
            </a:r>
            <a:endParaRPr lang="en-US" sz="1400" dirty="0">
              <a:latin typeface="+mn-lt"/>
            </a:endParaRPr>
          </a:p>
        </p:txBody>
      </p:sp>
      <p:sp>
        <p:nvSpPr>
          <p:cNvPr id="15" name="Rectangle 781"/>
          <p:cNvSpPr>
            <a:spLocks noChangeArrowheads="1"/>
          </p:cNvSpPr>
          <p:nvPr/>
        </p:nvSpPr>
        <p:spPr bwMode="auto">
          <a:xfrm>
            <a:off x="6573838" y="5464175"/>
            <a:ext cx="2449512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66700" lvl="1" indent="-266700">
              <a:spcBef>
                <a:spcPct val="8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sz="1400" dirty="0">
                <a:latin typeface="+mn-lt"/>
              </a:rPr>
              <a:t>Oracle</a:t>
            </a:r>
            <a:endParaRPr lang="en-US" sz="1400" dirty="0">
              <a:latin typeface="+mn-lt"/>
            </a:endParaRPr>
          </a:p>
          <a:p>
            <a:pPr marL="266700" lvl="1" indent="-266700">
              <a:spcBef>
                <a:spcPct val="8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sz="1400" dirty="0">
                <a:latin typeface="+mn-lt"/>
              </a:rPr>
              <a:t>IBM</a:t>
            </a:r>
            <a:endParaRPr lang="en-US" sz="1400" dirty="0">
              <a:latin typeface="+mn-lt"/>
            </a:endParaRPr>
          </a:p>
        </p:txBody>
      </p:sp>
      <p:sp>
        <p:nvSpPr>
          <p:cNvPr id="16" name="Rectangle 781"/>
          <p:cNvSpPr>
            <a:spLocks noChangeArrowheads="1"/>
          </p:cNvSpPr>
          <p:nvPr/>
        </p:nvSpPr>
        <p:spPr bwMode="auto">
          <a:xfrm>
            <a:off x="6562725" y="1557338"/>
            <a:ext cx="2447925" cy="576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66700" lvl="1" indent="-266700">
              <a:spcBef>
                <a:spcPct val="8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sz="1400" dirty="0">
                <a:latin typeface="+mn-lt"/>
              </a:rPr>
              <a:t>Development by SWORD / SECC</a:t>
            </a:r>
            <a:r>
              <a:rPr lang="en-US" sz="1400" baseline="30000" dirty="0">
                <a:latin typeface="+mn-lt"/>
              </a:rPr>
              <a:t>1)</a:t>
            </a:r>
            <a:endParaRPr lang="en-US" sz="1400" baseline="30000" dirty="0">
              <a:latin typeface="+mn-lt"/>
            </a:endParaRPr>
          </a:p>
        </p:txBody>
      </p:sp>
      <p:sp>
        <p:nvSpPr>
          <p:cNvPr id="17" name="Rectangle 781"/>
          <p:cNvSpPr>
            <a:spLocks noChangeArrowheads="1"/>
          </p:cNvSpPr>
          <p:nvPr/>
        </p:nvSpPr>
        <p:spPr bwMode="auto">
          <a:xfrm>
            <a:off x="6562725" y="2060575"/>
            <a:ext cx="2720975" cy="576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66700" lvl="1" indent="-266700">
              <a:spcBef>
                <a:spcPct val="8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en-US" sz="1400" dirty="0">
                <a:latin typeface="+mn-lt"/>
              </a:rPr>
              <a:t>Local Development / </a:t>
            </a:r>
            <a:r>
              <a:rPr lang="en-US" sz="1400" dirty="0"/>
              <a:t>SECC</a:t>
            </a:r>
            <a:r>
              <a:rPr lang="en-US" sz="1400" baseline="30000" dirty="0"/>
              <a:t>1)</a:t>
            </a:r>
            <a:r>
              <a:rPr lang="en-US" sz="1400" dirty="0">
                <a:latin typeface="+mn-lt"/>
              </a:rPr>
              <a:t> </a:t>
            </a:r>
            <a:endParaRPr lang="en-US" sz="1400" baseline="30000" dirty="0">
              <a:latin typeface="+mn-lt"/>
            </a:endParaRPr>
          </a:p>
        </p:txBody>
      </p:sp>
      <p:sp>
        <p:nvSpPr>
          <p:cNvPr id="18" name="Abgerundetes Rechteck 29"/>
          <p:cNvSpPr/>
          <p:nvPr/>
        </p:nvSpPr>
        <p:spPr bwMode="auto">
          <a:xfrm>
            <a:off x="960438" y="5946775"/>
            <a:ext cx="5503862" cy="37782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>
              <a:defRPr/>
            </a:pPr>
            <a:r>
              <a:rPr lang="de-DE" sz="1600" dirty="0">
                <a:latin typeface="DB Office" panose="020B0604020202020204" pitchFamily="34" charset="0"/>
              </a:rPr>
              <a:t>Red Hat Enterprise Linux (Amazon Web Services)</a:t>
            </a:r>
            <a:endParaRPr lang="de-DE" sz="1600" b="0" i="0" dirty="0">
              <a:latin typeface="DB Office" panose="020B0604020202020204" pitchFamily="34" charset="0"/>
            </a:endParaRPr>
          </a:p>
        </p:txBody>
      </p:sp>
      <p:sp>
        <p:nvSpPr>
          <p:cNvPr id="19" name="Abgerundetes Rechteck 10"/>
          <p:cNvSpPr/>
          <p:nvPr/>
        </p:nvSpPr>
        <p:spPr bwMode="auto">
          <a:xfrm>
            <a:off x="955675" y="5491163"/>
            <a:ext cx="2901950" cy="3762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>
              <a:defRPr/>
            </a:pPr>
            <a:r>
              <a:rPr lang="de-DE" sz="1600" dirty="0">
                <a:latin typeface="DB Office" panose="020B0604020202020204" pitchFamily="34" charset="0"/>
              </a:rPr>
              <a:t>Oracle RDBMS 12c</a:t>
            </a:r>
            <a:endParaRPr lang="de-DE" sz="1600" b="0" i="0" dirty="0">
              <a:latin typeface="DB Office" panose="020B0604020202020204" pitchFamily="34" charset="0"/>
            </a:endParaRPr>
          </a:p>
        </p:txBody>
      </p:sp>
      <p:pic>
        <p:nvPicPr>
          <p:cNvPr id="20" name="Picture 4" descr="Bildergebnis fÃ¼r amazon web service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438" y="5673725"/>
            <a:ext cx="14462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Abgerundetes Rechteck 10"/>
          <p:cNvSpPr/>
          <p:nvPr/>
        </p:nvSpPr>
        <p:spPr bwMode="auto">
          <a:xfrm>
            <a:off x="931863" y="3943350"/>
            <a:ext cx="5518150" cy="130333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algn="ctr">
              <a:defRPr/>
            </a:pPr>
            <a:r>
              <a:rPr lang="de-DE" sz="2000" i="0" dirty="0">
                <a:latin typeface="DB Office" panose="020B0604020202020204" pitchFamily="34" charset="0"/>
              </a:rPr>
              <a:t>B2Bi</a:t>
            </a:r>
            <a:endParaRPr lang="de-DE" sz="2000" i="0" dirty="0">
              <a:latin typeface="DB Office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/>
      <p:bldP spid="15" grpId="0"/>
      <p:bldP spid="16" grpId="0"/>
      <p:bldP spid="17" grpId="0"/>
      <p:bldP spid="18" grpId="0" animBg="1"/>
      <p:bldP spid="19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SWORD DEV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pic>
        <p:nvPicPr>
          <p:cNvPr id="5" name="Picture 1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513" y="1555750"/>
            <a:ext cx="2720975" cy="433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SWORD TEST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1852613"/>
            <a:ext cx="7629525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SWROD PROD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143" y="1296577"/>
            <a:ext cx="764222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B2Bi Streams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07368" y="1325842"/>
          <a:ext cx="8127999" cy="405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Environment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  <a:endParaRPr lang="en-US" dirty="0"/>
                    </a:p>
                  </a:txBody>
                  <a:tcPr/>
                </a:tc>
              </a:tr>
              <a:tr h="3684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165C27"/>
                          </a:solidFill>
                        </a:rPr>
                        <a:t>DEV</a:t>
                      </a:r>
                      <a:endParaRPr lang="en-US" dirty="0">
                        <a:solidFill>
                          <a:srgbClr val="165C27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165C27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165C27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165C27"/>
                          </a:solidFill>
                        </a:rPr>
                        <a:t>1A</a:t>
                      </a:r>
                      <a:endParaRPr lang="en-US" dirty="0">
                        <a:solidFill>
                          <a:srgbClr val="165C27"/>
                        </a:solidFill>
                      </a:endParaRPr>
                    </a:p>
                  </a:txBody>
                  <a:tcPr/>
                </a:tc>
              </a:tr>
              <a:tr h="368424">
                <a:tc rowSpan="2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9B00"/>
                        </a:solidFill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rgbClr val="FF9B00"/>
                          </a:solidFill>
                        </a:rPr>
                        <a:t>TEST</a:t>
                      </a:r>
                      <a:endParaRPr lang="en-US" dirty="0">
                        <a:solidFill>
                          <a:srgbClr val="FF9B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B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9B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9B00"/>
                          </a:solidFill>
                        </a:rPr>
                        <a:t>1A</a:t>
                      </a:r>
                      <a:endParaRPr lang="en-US" dirty="0">
                        <a:solidFill>
                          <a:srgbClr val="FF9B00"/>
                        </a:solidFill>
                      </a:endParaRPr>
                    </a:p>
                  </a:txBody>
                  <a:tcPr/>
                </a:tc>
              </a:tr>
              <a:tr h="368424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B00"/>
                          </a:solidFill>
                        </a:rPr>
                        <a:t>2</a:t>
                      </a:r>
                      <a:endParaRPr lang="en-US" dirty="0">
                        <a:solidFill>
                          <a:srgbClr val="FF9B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9B00"/>
                          </a:solidFill>
                        </a:rPr>
                        <a:t>2A</a:t>
                      </a:r>
                      <a:endParaRPr lang="en-US" dirty="0">
                        <a:solidFill>
                          <a:srgbClr val="FF9B00"/>
                        </a:solidFill>
                      </a:endParaRPr>
                    </a:p>
                  </a:txBody>
                  <a:tcPr/>
                </a:tc>
              </a:tr>
              <a:tr h="368424">
                <a:tc rowSpan="7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PROD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1A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68424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1B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68424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1C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68424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1D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68424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1E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68424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1F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68424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2A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7368" y="5783856"/>
            <a:ext cx="29788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1600" dirty="0">
                <a:hlinkClick r:id="rId1"/>
              </a:rPr>
              <a:t>SystemOverviewB2BiStreams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rPr>
              <a:t>General </a:t>
            </a:r>
            <a:r>
              <a:rPr lang="en-US" altLang="zh-CN" dirty="0"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rPr>
              <a:t>Introduction</a:t>
            </a:r>
            <a:endParaRPr lang="en-US" dirty="0">
              <a:latin typeface="Trebuchet MS" panose="020B0603020202020204" pitchFamily="34" charset="0"/>
              <a:ea typeface="微软雅黑" panose="020B0503020204020204" pitchFamily="34" charset="-122"/>
              <a:sym typeface="Trebuchet MS" panose="020B0603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DD3DB80-B894-403A-B48E-6FDC1A72010E}" type="slidenum">
              <a:rPr lang="zh-CN" altLang="en-US" smtClean="0"/>
            </a:fld>
            <a:endParaRPr lang="zh-CN" altLang="en-US">
              <a:latin typeface="Trebuchet MS" panose="020B0603020202020204" pitchFamily="34" charset="0"/>
              <a:ea typeface="微软雅黑" panose="020B0503020204020204" pitchFamily="34" charset="-122"/>
              <a:sym typeface="Trebuchet MS" panose="020B0603020202020204" pitchFamily="34" charset="0"/>
            </a:endParaRPr>
          </a:p>
        </p:txBody>
      </p:sp>
      <p:grpSp>
        <p:nvGrpSpPr>
          <p:cNvPr id="5" name="#29314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56350" y="1130300"/>
            <a:ext cx="9396995" cy="5003800"/>
            <a:chOff x="1356350" y="1130300"/>
            <a:chExt cx="9396995" cy="5003800"/>
          </a:xfrm>
        </p:grpSpPr>
        <p:sp>
          <p:nvSpPr>
            <p:cNvPr id="6" name="ïšľiďé"/>
            <p:cNvSpPr/>
            <p:nvPr/>
          </p:nvSpPr>
          <p:spPr bwMode="auto">
            <a:xfrm>
              <a:off x="5068601" y="2838840"/>
              <a:ext cx="5684744" cy="2772856"/>
            </a:xfrm>
            <a:custGeom>
              <a:avLst/>
              <a:gdLst>
                <a:gd name="T0" fmla="*/ 1193 w 3611"/>
                <a:gd name="T1" fmla="*/ 65 h 1760"/>
                <a:gd name="T2" fmla="*/ 1206 w 3611"/>
                <a:gd name="T3" fmla="*/ 92 h 1760"/>
                <a:gd name="T4" fmla="*/ 1114 w 3611"/>
                <a:gd name="T5" fmla="*/ 118 h 1760"/>
                <a:gd name="T6" fmla="*/ 878 w 3611"/>
                <a:gd name="T7" fmla="*/ 183 h 1760"/>
                <a:gd name="T8" fmla="*/ 444 w 3611"/>
                <a:gd name="T9" fmla="*/ 223 h 1760"/>
                <a:gd name="T10" fmla="*/ 2612 w 3611"/>
                <a:gd name="T11" fmla="*/ 223 h 1760"/>
                <a:gd name="T12" fmla="*/ 1363 w 3611"/>
                <a:gd name="T13" fmla="*/ 249 h 1760"/>
                <a:gd name="T14" fmla="*/ 2928 w 3611"/>
                <a:gd name="T15" fmla="*/ 236 h 1760"/>
                <a:gd name="T16" fmla="*/ 431 w 3611"/>
                <a:gd name="T17" fmla="*/ 289 h 1760"/>
                <a:gd name="T18" fmla="*/ 1981 w 3611"/>
                <a:gd name="T19" fmla="*/ 301 h 1760"/>
                <a:gd name="T20" fmla="*/ 3125 w 3611"/>
                <a:gd name="T21" fmla="*/ 301 h 1760"/>
                <a:gd name="T22" fmla="*/ 496 w 3611"/>
                <a:gd name="T23" fmla="*/ 328 h 1760"/>
                <a:gd name="T24" fmla="*/ 1981 w 3611"/>
                <a:gd name="T25" fmla="*/ 315 h 1760"/>
                <a:gd name="T26" fmla="*/ 2836 w 3611"/>
                <a:gd name="T27" fmla="*/ 328 h 1760"/>
                <a:gd name="T28" fmla="*/ 128 w 3611"/>
                <a:gd name="T29" fmla="*/ 380 h 1760"/>
                <a:gd name="T30" fmla="*/ 1232 w 3611"/>
                <a:gd name="T31" fmla="*/ 380 h 1760"/>
                <a:gd name="T32" fmla="*/ 2546 w 3611"/>
                <a:gd name="T33" fmla="*/ 367 h 1760"/>
                <a:gd name="T34" fmla="*/ 3361 w 3611"/>
                <a:gd name="T35" fmla="*/ 355 h 1760"/>
                <a:gd name="T36" fmla="*/ 707 w 3611"/>
                <a:gd name="T37" fmla="*/ 407 h 1760"/>
                <a:gd name="T38" fmla="*/ 2494 w 3611"/>
                <a:gd name="T39" fmla="*/ 420 h 1760"/>
                <a:gd name="T40" fmla="*/ 3401 w 3611"/>
                <a:gd name="T41" fmla="*/ 420 h 1760"/>
                <a:gd name="T42" fmla="*/ 1955 w 3611"/>
                <a:gd name="T43" fmla="*/ 446 h 1760"/>
                <a:gd name="T44" fmla="*/ 2770 w 3611"/>
                <a:gd name="T45" fmla="*/ 434 h 1760"/>
                <a:gd name="T46" fmla="*/ 628 w 3611"/>
                <a:gd name="T47" fmla="*/ 486 h 1760"/>
                <a:gd name="T48" fmla="*/ 2336 w 3611"/>
                <a:gd name="T49" fmla="*/ 499 h 1760"/>
                <a:gd name="T50" fmla="*/ 404 w 3611"/>
                <a:gd name="T51" fmla="*/ 512 h 1760"/>
                <a:gd name="T52" fmla="*/ 1876 w 3611"/>
                <a:gd name="T53" fmla="*/ 525 h 1760"/>
                <a:gd name="T54" fmla="*/ 2691 w 3611"/>
                <a:gd name="T55" fmla="*/ 512 h 1760"/>
                <a:gd name="T56" fmla="*/ 786 w 3611"/>
                <a:gd name="T57" fmla="*/ 565 h 1760"/>
                <a:gd name="T58" fmla="*/ 2218 w 3611"/>
                <a:gd name="T59" fmla="*/ 577 h 1760"/>
                <a:gd name="T60" fmla="*/ 3085 w 3611"/>
                <a:gd name="T61" fmla="*/ 577 h 1760"/>
                <a:gd name="T62" fmla="*/ 1758 w 3611"/>
                <a:gd name="T63" fmla="*/ 604 h 1760"/>
                <a:gd name="T64" fmla="*/ 2573 w 3611"/>
                <a:gd name="T65" fmla="*/ 591 h 1760"/>
                <a:gd name="T66" fmla="*/ 707 w 3611"/>
                <a:gd name="T67" fmla="*/ 643 h 1760"/>
                <a:gd name="T68" fmla="*/ 2376 w 3611"/>
                <a:gd name="T69" fmla="*/ 656 h 1760"/>
                <a:gd name="T70" fmla="*/ 602 w 3611"/>
                <a:gd name="T71" fmla="*/ 696 h 1760"/>
                <a:gd name="T72" fmla="*/ 2270 w 3611"/>
                <a:gd name="T73" fmla="*/ 683 h 1760"/>
                <a:gd name="T74" fmla="*/ 523 w 3611"/>
                <a:gd name="T75" fmla="*/ 710 h 1760"/>
                <a:gd name="T76" fmla="*/ 2284 w 3611"/>
                <a:gd name="T77" fmla="*/ 722 h 1760"/>
                <a:gd name="T78" fmla="*/ 602 w 3611"/>
                <a:gd name="T79" fmla="*/ 774 h 1760"/>
                <a:gd name="T80" fmla="*/ 2415 w 3611"/>
                <a:gd name="T81" fmla="*/ 774 h 1760"/>
                <a:gd name="T82" fmla="*/ 772 w 3611"/>
                <a:gd name="T83" fmla="*/ 801 h 1760"/>
                <a:gd name="T84" fmla="*/ 2415 w 3611"/>
                <a:gd name="T85" fmla="*/ 788 h 1760"/>
                <a:gd name="T86" fmla="*/ 1693 w 3611"/>
                <a:gd name="T87" fmla="*/ 841 h 1760"/>
                <a:gd name="T88" fmla="*/ 2573 w 3611"/>
                <a:gd name="T89" fmla="*/ 853 h 1760"/>
                <a:gd name="T90" fmla="*/ 1981 w 3611"/>
                <a:gd name="T91" fmla="*/ 893 h 1760"/>
                <a:gd name="T92" fmla="*/ 628 w 3611"/>
                <a:gd name="T93" fmla="*/ 919 h 1760"/>
                <a:gd name="T94" fmla="*/ 2218 w 3611"/>
                <a:gd name="T95" fmla="*/ 907 h 1760"/>
                <a:gd name="T96" fmla="*/ 1876 w 3611"/>
                <a:gd name="T97" fmla="*/ 959 h 1760"/>
                <a:gd name="T98" fmla="*/ 1745 w 3611"/>
                <a:gd name="T99" fmla="*/ 1011 h 1760"/>
                <a:gd name="T100" fmla="*/ 1627 w 3611"/>
                <a:gd name="T101" fmla="*/ 1025 h 1760"/>
                <a:gd name="T102" fmla="*/ 1127 w 3611"/>
                <a:gd name="T103" fmla="*/ 1077 h 1760"/>
                <a:gd name="T104" fmla="*/ 1075 w 3611"/>
                <a:gd name="T105" fmla="*/ 1104 h 1760"/>
                <a:gd name="T106" fmla="*/ 1023 w 3611"/>
                <a:gd name="T107" fmla="*/ 1156 h 1760"/>
                <a:gd name="T108" fmla="*/ 917 w 3611"/>
                <a:gd name="T109" fmla="*/ 1183 h 1760"/>
                <a:gd name="T110" fmla="*/ 956 w 3611"/>
                <a:gd name="T111" fmla="*/ 1222 h 1760"/>
                <a:gd name="T112" fmla="*/ 1101 w 3611"/>
                <a:gd name="T113" fmla="*/ 1274 h 1760"/>
                <a:gd name="T114" fmla="*/ 1272 w 3611"/>
                <a:gd name="T115" fmla="*/ 1326 h 1760"/>
                <a:gd name="T116" fmla="*/ 1245 w 3611"/>
                <a:gd name="T117" fmla="*/ 1353 h 1760"/>
                <a:gd name="T118" fmla="*/ 1114 w 3611"/>
                <a:gd name="T119" fmla="*/ 1405 h 1760"/>
                <a:gd name="T120" fmla="*/ 1154 w 3611"/>
                <a:gd name="T121" fmla="*/ 1445 h 1760"/>
                <a:gd name="T122" fmla="*/ 1929 w 3611"/>
                <a:gd name="T123" fmla="*/ 1471 h 1760"/>
                <a:gd name="T124" fmla="*/ 948 w 3611"/>
                <a:gd name="T125" fmla="*/ 159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11" h="1760">
                  <a:moveTo>
                    <a:pt x="825" y="13"/>
                  </a:moveTo>
                  <a:cubicBezTo>
                    <a:pt x="825" y="6"/>
                    <a:pt x="831" y="0"/>
                    <a:pt x="838" y="0"/>
                  </a:cubicBezTo>
                  <a:cubicBezTo>
                    <a:pt x="845" y="0"/>
                    <a:pt x="851" y="6"/>
                    <a:pt x="851" y="13"/>
                  </a:cubicBezTo>
                  <a:cubicBezTo>
                    <a:pt x="851" y="20"/>
                    <a:pt x="845" y="25"/>
                    <a:pt x="838" y="25"/>
                  </a:cubicBezTo>
                  <a:cubicBezTo>
                    <a:pt x="831" y="25"/>
                    <a:pt x="825" y="20"/>
                    <a:pt x="825" y="13"/>
                  </a:cubicBezTo>
                  <a:close/>
                  <a:moveTo>
                    <a:pt x="878" y="25"/>
                  </a:moveTo>
                  <a:cubicBezTo>
                    <a:pt x="885" y="25"/>
                    <a:pt x="890" y="20"/>
                    <a:pt x="890" y="13"/>
                  </a:cubicBezTo>
                  <a:cubicBezTo>
                    <a:pt x="890" y="6"/>
                    <a:pt x="885" y="0"/>
                    <a:pt x="878" y="0"/>
                  </a:cubicBezTo>
                  <a:cubicBezTo>
                    <a:pt x="870" y="0"/>
                    <a:pt x="865" y="6"/>
                    <a:pt x="865" y="13"/>
                  </a:cubicBezTo>
                  <a:cubicBezTo>
                    <a:pt x="865" y="20"/>
                    <a:pt x="870" y="25"/>
                    <a:pt x="878" y="25"/>
                  </a:cubicBezTo>
                  <a:close/>
                  <a:moveTo>
                    <a:pt x="917" y="25"/>
                  </a:moveTo>
                  <a:cubicBezTo>
                    <a:pt x="924" y="25"/>
                    <a:pt x="930" y="20"/>
                    <a:pt x="930" y="13"/>
                  </a:cubicBezTo>
                  <a:cubicBezTo>
                    <a:pt x="930" y="6"/>
                    <a:pt x="924" y="0"/>
                    <a:pt x="917" y="0"/>
                  </a:cubicBezTo>
                  <a:cubicBezTo>
                    <a:pt x="910" y="0"/>
                    <a:pt x="904" y="6"/>
                    <a:pt x="904" y="13"/>
                  </a:cubicBezTo>
                  <a:cubicBezTo>
                    <a:pt x="904" y="20"/>
                    <a:pt x="910" y="25"/>
                    <a:pt x="917" y="25"/>
                  </a:cubicBezTo>
                  <a:close/>
                  <a:moveTo>
                    <a:pt x="956" y="25"/>
                  </a:moveTo>
                  <a:cubicBezTo>
                    <a:pt x="963" y="25"/>
                    <a:pt x="969" y="20"/>
                    <a:pt x="969" y="13"/>
                  </a:cubicBezTo>
                  <a:cubicBezTo>
                    <a:pt x="969" y="6"/>
                    <a:pt x="963" y="0"/>
                    <a:pt x="956" y="0"/>
                  </a:cubicBezTo>
                  <a:cubicBezTo>
                    <a:pt x="949" y="0"/>
                    <a:pt x="944" y="6"/>
                    <a:pt x="944" y="13"/>
                  </a:cubicBezTo>
                  <a:cubicBezTo>
                    <a:pt x="944" y="20"/>
                    <a:pt x="949" y="25"/>
                    <a:pt x="956" y="25"/>
                  </a:cubicBezTo>
                  <a:close/>
                  <a:moveTo>
                    <a:pt x="996" y="25"/>
                  </a:moveTo>
                  <a:cubicBezTo>
                    <a:pt x="1003" y="25"/>
                    <a:pt x="1009" y="20"/>
                    <a:pt x="1009" y="13"/>
                  </a:cubicBezTo>
                  <a:cubicBezTo>
                    <a:pt x="1009" y="6"/>
                    <a:pt x="1003" y="0"/>
                    <a:pt x="996" y="0"/>
                  </a:cubicBezTo>
                  <a:cubicBezTo>
                    <a:pt x="989" y="0"/>
                    <a:pt x="983" y="6"/>
                    <a:pt x="983" y="13"/>
                  </a:cubicBezTo>
                  <a:cubicBezTo>
                    <a:pt x="983" y="20"/>
                    <a:pt x="989" y="25"/>
                    <a:pt x="996" y="25"/>
                  </a:cubicBezTo>
                  <a:close/>
                  <a:moveTo>
                    <a:pt x="1035" y="25"/>
                  </a:moveTo>
                  <a:cubicBezTo>
                    <a:pt x="1042" y="25"/>
                    <a:pt x="1048" y="20"/>
                    <a:pt x="1048" y="13"/>
                  </a:cubicBezTo>
                  <a:cubicBezTo>
                    <a:pt x="1048" y="6"/>
                    <a:pt x="1042" y="0"/>
                    <a:pt x="1035" y="0"/>
                  </a:cubicBezTo>
                  <a:cubicBezTo>
                    <a:pt x="1028" y="0"/>
                    <a:pt x="1022" y="6"/>
                    <a:pt x="1022" y="13"/>
                  </a:cubicBezTo>
                  <a:cubicBezTo>
                    <a:pt x="1022" y="20"/>
                    <a:pt x="1028" y="25"/>
                    <a:pt x="1035" y="25"/>
                  </a:cubicBezTo>
                  <a:close/>
                  <a:moveTo>
                    <a:pt x="1114" y="25"/>
                  </a:moveTo>
                  <a:cubicBezTo>
                    <a:pt x="1121" y="25"/>
                    <a:pt x="1127" y="20"/>
                    <a:pt x="1127" y="13"/>
                  </a:cubicBezTo>
                  <a:cubicBezTo>
                    <a:pt x="1127" y="6"/>
                    <a:pt x="1121" y="0"/>
                    <a:pt x="1114" y="0"/>
                  </a:cubicBezTo>
                  <a:cubicBezTo>
                    <a:pt x="1107" y="0"/>
                    <a:pt x="1101" y="6"/>
                    <a:pt x="1101" y="13"/>
                  </a:cubicBezTo>
                  <a:cubicBezTo>
                    <a:pt x="1101" y="20"/>
                    <a:pt x="1107" y="25"/>
                    <a:pt x="1114" y="25"/>
                  </a:cubicBezTo>
                  <a:close/>
                  <a:moveTo>
                    <a:pt x="1193" y="25"/>
                  </a:moveTo>
                  <a:cubicBezTo>
                    <a:pt x="1200" y="25"/>
                    <a:pt x="1206" y="20"/>
                    <a:pt x="1206" y="13"/>
                  </a:cubicBezTo>
                  <a:cubicBezTo>
                    <a:pt x="1206" y="6"/>
                    <a:pt x="1200" y="0"/>
                    <a:pt x="1193" y="0"/>
                  </a:cubicBezTo>
                  <a:cubicBezTo>
                    <a:pt x="1186" y="0"/>
                    <a:pt x="1180" y="6"/>
                    <a:pt x="1180" y="13"/>
                  </a:cubicBezTo>
                  <a:cubicBezTo>
                    <a:pt x="1180" y="20"/>
                    <a:pt x="1186" y="25"/>
                    <a:pt x="1193" y="25"/>
                  </a:cubicBezTo>
                  <a:close/>
                  <a:moveTo>
                    <a:pt x="1272" y="25"/>
                  </a:moveTo>
                  <a:cubicBezTo>
                    <a:pt x="1279" y="25"/>
                    <a:pt x="1285" y="20"/>
                    <a:pt x="1285" y="13"/>
                  </a:cubicBezTo>
                  <a:cubicBezTo>
                    <a:pt x="1285" y="6"/>
                    <a:pt x="1279" y="0"/>
                    <a:pt x="1272" y="0"/>
                  </a:cubicBezTo>
                  <a:cubicBezTo>
                    <a:pt x="1265" y="0"/>
                    <a:pt x="1259" y="6"/>
                    <a:pt x="1259" y="13"/>
                  </a:cubicBezTo>
                  <a:cubicBezTo>
                    <a:pt x="1259" y="20"/>
                    <a:pt x="1265" y="25"/>
                    <a:pt x="1272" y="25"/>
                  </a:cubicBezTo>
                  <a:close/>
                  <a:moveTo>
                    <a:pt x="1311" y="25"/>
                  </a:moveTo>
                  <a:cubicBezTo>
                    <a:pt x="1318" y="25"/>
                    <a:pt x="1324" y="20"/>
                    <a:pt x="1324" y="13"/>
                  </a:cubicBezTo>
                  <a:cubicBezTo>
                    <a:pt x="1324" y="6"/>
                    <a:pt x="1318" y="0"/>
                    <a:pt x="1311" y="0"/>
                  </a:cubicBezTo>
                  <a:cubicBezTo>
                    <a:pt x="1304" y="0"/>
                    <a:pt x="1298" y="6"/>
                    <a:pt x="1298" y="13"/>
                  </a:cubicBezTo>
                  <a:cubicBezTo>
                    <a:pt x="1298" y="20"/>
                    <a:pt x="1304" y="25"/>
                    <a:pt x="1311" y="25"/>
                  </a:cubicBezTo>
                  <a:close/>
                  <a:moveTo>
                    <a:pt x="1351" y="25"/>
                  </a:moveTo>
                  <a:cubicBezTo>
                    <a:pt x="1358" y="25"/>
                    <a:pt x="1363" y="20"/>
                    <a:pt x="1363" y="13"/>
                  </a:cubicBezTo>
                  <a:cubicBezTo>
                    <a:pt x="1363" y="6"/>
                    <a:pt x="1358" y="0"/>
                    <a:pt x="1351" y="0"/>
                  </a:cubicBezTo>
                  <a:cubicBezTo>
                    <a:pt x="1344" y="0"/>
                    <a:pt x="1338" y="6"/>
                    <a:pt x="1338" y="13"/>
                  </a:cubicBezTo>
                  <a:cubicBezTo>
                    <a:pt x="1338" y="20"/>
                    <a:pt x="1344" y="25"/>
                    <a:pt x="1351" y="25"/>
                  </a:cubicBezTo>
                  <a:close/>
                  <a:moveTo>
                    <a:pt x="1390" y="25"/>
                  </a:moveTo>
                  <a:cubicBezTo>
                    <a:pt x="1397" y="25"/>
                    <a:pt x="1403" y="20"/>
                    <a:pt x="1403" y="13"/>
                  </a:cubicBezTo>
                  <a:cubicBezTo>
                    <a:pt x="1403" y="6"/>
                    <a:pt x="1397" y="0"/>
                    <a:pt x="1390" y="0"/>
                  </a:cubicBezTo>
                  <a:cubicBezTo>
                    <a:pt x="1383" y="0"/>
                    <a:pt x="1377" y="6"/>
                    <a:pt x="1377" y="13"/>
                  </a:cubicBezTo>
                  <a:cubicBezTo>
                    <a:pt x="1377" y="20"/>
                    <a:pt x="1383" y="25"/>
                    <a:pt x="1390" y="25"/>
                  </a:cubicBezTo>
                  <a:close/>
                  <a:moveTo>
                    <a:pt x="1429" y="20"/>
                  </a:moveTo>
                  <a:cubicBezTo>
                    <a:pt x="1434" y="20"/>
                    <a:pt x="1437" y="17"/>
                    <a:pt x="1437" y="13"/>
                  </a:cubicBezTo>
                  <a:cubicBezTo>
                    <a:pt x="1437" y="9"/>
                    <a:pt x="1434" y="5"/>
                    <a:pt x="1429" y="5"/>
                  </a:cubicBezTo>
                  <a:cubicBezTo>
                    <a:pt x="1425" y="5"/>
                    <a:pt x="1422" y="9"/>
                    <a:pt x="1422" y="13"/>
                  </a:cubicBezTo>
                  <a:cubicBezTo>
                    <a:pt x="1422" y="17"/>
                    <a:pt x="1425" y="20"/>
                    <a:pt x="1429" y="20"/>
                  </a:cubicBezTo>
                  <a:close/>
                  <a:moveTo>
                    <a:pt x="759" y="65"/>
                  </a:moveTo>
                  <a:cubicBezTo>
                    <a:pt x="766" y="65"/>
                    <a:pt x="772" y="59"/>
                    <a:pt x="772" y="52"/>
                  </a:cubicBezTo>
                  <a:cubicBezTo>
                    <a:pt x="772" y="45"/>
                    <a:pt x="766" y="39"/>
                    <a:pt x="759" y="39"/>
                  </a:cubicBezTo>
                  <a:cubicBezTo>
                    <a:pt x="752" y="39"/>
                    <a:pt x="746" y="45"/>
                    <a:pt x="746" y="52"/>
                  </a:cubicBezTo>
                  <a:cubicBezTo>
                    <a:pt x="746" y="59"/>
                    <a:pt x="752" y="65"/>
                    <a:pt x="759" y="65"/>
                  </a:cubicBezTo>
                  <a:close/>
                  <a:moveTo>
                    <a:pt x="838" y="43"/>
                  </a:moveTo>
                  <a:cubicBezTo>
                    <a:pt x="833" y="43"/>
                    <a:pt x="829" y="47"/>
                    <a:pt x="829" y="52"/>
                  </a:cubicBezTo>
                  <a:cubicBezTo>
                    <a:pt x="829" y="57"/>
                    <a:pt x="833" y="61"/>
                    <a:pt x="838" y="61"/>
                  </a:cubicBezTo>
                  <a:cubicBezTo>
                    <a:pt x="843" y="61"/>
                    <a:pt x="847" y="57"/>
                    <a:pt x="847" y="52"/>
                  </a:cubicBezTo>
                  <a:cubicBezTo>
                    <a:pt x="847" y="47"/>
                    <a:pt x="843" y="43"/>
                    <a:pt x="838" y="43"/>
                  </a:cubicBezTo>
                  <a:close/>
                  <a:moveTo>
                    <a:pt x="917" y="65"/>
                  </a:moveTo>
                  <a:cubicBezTo>
                    <a:pt x="924" y="65"/>
                    <a:pt x="930" y="59"/>
                    <a:pt x="930" y="52"/>
                  </a:cubicBezTo>
                  <a:cubicBezTo>
                    <a:pt x="930" y="45"/>
                    <a:pt x="924" y="39"/>
                    <a:pt x="917" y="39"/>
                  </a:cubicBezTo>
                  <a:cubicBezTo>
                    <a:pt x="910" y="39"/>
                    <a:pt x="904" y="45"/>
                    <a:pt x="904" y="52"/>
                  </a:cubicBezTo>
                  <a:cubicBezTo>
                    <a:pt x="904" y="59"/>
                    <a:pt x="910" y="65"/>
                    <a:pt x="917" y="65"/>
                  </a:cubicBezTo>
                  <a:close/>
                  <a:moveTo>
                    <a:pt x="956" y="65"/>
                  </a:moveTo>
                  <a:cubicBezTo>
                    <a:pt x="963" y="65"/>
                    <a:pt x="969" y="59"/>
                    <a:pt x="969" y="52"/>
                  </a:cubicBezTo>
                  <a:cubicBezTo>
                    <a:pt x="969" y="45"/>
                    <a:pt x="963" y="39"/>
                    <a:pt x="956" y="39"/>
                  </a:cubicBezTo>
                  <a:cubicBezTo>
                    <a:pt x="949" y="39"/>
                    <a:pt x="944" y="45"/>
                    <a:pt x="944" y="52"/>
                  </a:cubicBezTo>
                  <a:cubicBezTo>
                    <a:pt x="944" y="59"/>
                    <a:pt x="949" y="65"/>
                    <a:pt x="956" y="65"/>
                  </a:cubicBezTo>
                  <a:close/>
                  <a:moveTo>
                    <a:pt x="1035" y="65"/>
                  </a:moveTo>
                  <a:cubicBezTo>
                    <a:pt x="1042" y="65"/>
                    <a:pt x="1048" y="59"/>
                    <a:pt x="1048" y="52"/>
                  </a:cubicBezTo>
                  <a:cubicBezTo>
                    <a:pt x="1048" y="45"/>
                    <a:pt x="1042" y="39"/>
                    <a:pt x="1035" y="39"/>
                  </a:cubicBezTo>
                  <a:cubicBezTo>
                    <a:pt x="1028" y="39"/>
                    <a:pt x="1022" y="45"/>
                    <a:pt x="1022" y="52"/>
                  </a:cubicBezTo>
                  <a:cubicBezTo>
                    <a:pt x="1022" y="59"/>
                    <a:pt x="1028" y="65"/>
                    <a:pt x="1035" y="65"/>
                  </a:cubicBezTo>
                  <a:close/>
                  <a:moveTo>
                    <a:pt x="1075" y="65"/>
                  </a:moveTo>
                  <a:cubicBezTo>
                    <a:pt x="1082" y="65"/>
                    <a:pt x="1087" y="59"/>
                    <a:pt x="1087" y="52"/>
                  </a:cubicBezTo>
                  <a:cubicBezTo>
                    <a:pt x="1087" y="45"/>
                    <a:pt x="1082" y="39"/>
                    <a:pt x="1075" y="39"/>
                  </a:cubicBezTo>
                  <a:cubicBezTo>
                    <a:pt x="1068" y="39"/>
                    <a:pt x="1062" y="45"/>
                    <a:pt x="1062" y="52"/>
                  </a:cubicBezTo>
                  <a:cubicBezTo>
                    <a:pt x="1062" y="59"/>
                    <a:pt x="1068" y="65"/>
                    <a:pt x="1075" y="65"/>
                  </a:cubicBezTo>
                  <a:close/>
                  <a:moveTo>
                    <a:pt x="1114" y="65"/>
                  </a:moveTo>
                  <a:cubicBezTo>
                    <a:pt x="1121" y="65"/>
                    <a:pt x="1127" y="59"/>
                    <a:pt x="1127" y="52"/>
                  </a:cubicBezTo>
                  <a:cubicBezTo>
                    <a:pt x="1127" y="45"/>
                    <a:pt x="1121" y="39"/>
                    <a:pt x="1114" y="39"/>
                  </a:cubicBezTo>
                  <a:cubicBezTo>
                    <a:pt x="1107" y="39"/>
                    <a:pt x="1101" y="45"/>
                    <a:pt x="1101" y="52"/>
                  </a:cubicBezTo>
                  <a:cubicBezTo>
                    <a:pt x="1101" y="59"/>
                    <a:pt x="1107" y="65"/>
                    <a:pt x="1114" y="65"/>
                  </a:cubicBezTo>
                  <a:close/>
                  <a:moveTo>
                    <a:pt x="1153" y="65"/>
                  </a:moveTo>
                  <a:cubicBezTo>
                    <a:pt x="1161" y="65"/>
                    <a:pt x="1166" y="59"/>
                    <a:pt x="1166" y="52"/>
                  </a:cubicBezTo>
                  <a:cubicBezTo>
                    <a:pt x="1166" y="45"/>
                    <a:pt x="1161" y="39"/>
                    <a:pt x="1153" y="39"/>
                  </a:cubicBezTo>
                  <a:cubicBezTo>
                    <a:pt x="1146" y="39"/>
                    <a:pt x="1141" y="45"/>
                    <a:pt x="1141" y="52"/>
                  </a:cubicBezTo>
                  <a:cubicBezTo>
                    <a:pt x="1141" y="59"/>
                    <a:pt x="1146" y="65"/>
                    <a:pt x="1153" y="65"/>
                  </a:cubicBezTo>
                  <a:close/>
                  <a:moveTo>
                    <a:pt x="1193" y="65"/>
                  </a:moveTo>
                  <a:cubicBezTo>
                    <a:pt x="1200" y="65"/>
                    <a:pt x="1206" y="59"/>
                    <a:pt x="1206" y="52"/>
                  </a:cubicBezTo>
                  <a:cubicBezTo>
                    <a:pt x="1206" y="45"/>
                    <a:pt x="1200" y="39"/>
                    <a:pt x="1193" y="39"/>
                  </a:cubicBezTo>
                  <a:cubicBezTo>
                    <a:pt x="1186" y="39"/>
                    <a:pt x="1180" y="45"/>
                    <a:pt x="1180" y="52"/>
                  </a:cubicBezTo>
                  <a:cubicBezTo>
                    <a:pt x="1180" y="59"/>
                    <a:pt x="1186" y="65"/>
                    <a:pt x="1193" y="65"/>
                  </a:cubicBezTo>
                  <a:close/>
                  <a:moveTo>
                    <a:pt x="1232" y="65"/>
                  </a:moveTo>
                  <a:cubicBezTo>
                    <a:pt x="1239" y="65"/>
                    <a:pt x="1245" y="59"/>
                    <a:pt x="1245" y="52"/>
                  </a:cubicBezTo>
                  <a:cubicBezTo>
                    <a:pt x="1245" y="45"/>
                    <a:pt x="1239" y="39"/>
                    <a:pt x="1232" y="39"/>
                  </a:cubicBezTo>
                  <a:cubicBezTo>
                    <a:pt x="1225" y="39"/>
                    <a:pt x="1220" y="45"/>
                    <a:pt x="1220" y="52"/>
                  </a:cubicBezTo>
                  <a:cubicBezTo>
                    <a:pt x="1220" y="59"/>
                    <a:pt x="1225" y="65"/>
                    <a:pt x="1232" y="65"/>
                  </a:cubicBezTo>
                  <a:close/>
                  <a:moveTo>
                    <a:pt x="1272" y="65"/>
                  </a:moveTo>
                  <a:cubicBezTo>
                    <a:pt x="1279" y="65"/>
                    <a:pt x="1285" y="59"/>
                    <a:pt x="1285" y="52"/>
                  </a:cubicBezTo>
                  <a:cubicBezTo>
                    <a:pt x="1285" y="45"/>
                    <a:pt x="1279" y="39"/>
                    <a:pt x="1272" y="39"/>
                  </a:cubicBezTo>
                  <a:cubicBezTo>
                    <a:pt x="1265" y="39"/>
                    <a:pt x="1259" y="45"/>
                    <a:pt x="1259" y="52"/>
                  </a:cubicBezTo>
                  <a:cubicBezTo>
                    <a:pt x="1259" y="59"/>
                    <a:pt x="1265" y="65"/>
                    <a:pt x="1272" y="65"/>
                  </a:cubicBezTo>
                  <a:close/>
                  <a:moveTo>
                    <a:pt x="1311" y="65"/>
                  </a:moveTo>
                  <a:cubicBezTo>
                    <a:pt x="1318" y="65"/>
                    <a:pt x="1324" y="59"/>
                    <a:pt x="1324" y="52"/>
                  </a:cubicBezTo>
                  <a:cubicBezTo>
                    <a:pt x="1324" y="45"/>
                    <a:pt x="1318" y="39"/>
                    <a:pt x="1311" y="39"/>
                  </a:cubicBezTo>
                  <a:cubicBezTo>
                    <a:pt x="1304" y="39"/>
                    <a:pt x="1298" y="45"/>
                    <a:pt x="1298" y="52"/>
                  </a:cubicBezTo>
                  <a:cubicBezTo>
                    <a:pt x="1298" y="59"/>
                    <a:pt x="1304" y="65"/>
                    <a:pt x="1311" y="65"/>
                  </a:cubicBezTo>
                  <a:close/>
                  <a:moveTo>
                    <a:pt x="1351" y="65"/>
                  </a:moveTo>
                  <a:cubicBezTo>
                    <a:pt x="1358" y="65"/>
                    <a:pt x="1363" y="59"/>
                    <a:pt x="1363" y="52"/>
                  </a:cubicBezTo>
                  <a:cubicBezTo>
                    <a:pt x="1363" y="45"/>
                    <a:pt x="1358" y="39"/>
                    <a:pt x="1351" y="39"/>
                  </a:cubicBezTo>
                  <a:cubicBezTo>
                    <a:pt x="1344" y="39"/>
                    <a:pt x="1338" y="45"/>
                    <a:pt x="1338" y="52"/>
                  </a:cubicBezTo>
                  <a:cubicBezTo>
                    <a:pt x="1338" y="59"/>
                    <a:pt x="1344" y="65"/>
                    <a:pt x="1351" y="65"/>
                  </a:cubicBezTo>
                  <a:close/>
                  <a:moveTo>
                    <a:pt x="1390" y="65"/>
                  </a:moveTo>
                  <a:cubicBezTo>
                    <a:pt x="1397" y="65"/>
                    <a:pt x="1403" y="59"/>
                    <a:pt x="1403" y="52"/>
                  </a:cubicBezTo>
                  <a:cubicBezTo>
                    <a:pt x="1403" y="45"/>
                    <a:pt x="1397" y="39"/>
                    <a:pt x="1390" y="39"/>
                  </a:cubicBezTo>
                  <a:cubicBezTo>
                    <a:pt x="1383" y="39"/>
                    <a:pt x="1377" y="45"/>
                    <a:pt x="1377" y="52"/>
                  </a:cubicBezTo>
                  <a:cubicBezTo>
                    <a:pt x="1377" y="59"/>
                    <a:pt x="1383" y="65"/>
                    <a:pt x="1390" y="65"/>
                  </a:cubicBezTo>
                  <a:close/>
                  <a:moveTo>
                    <a:pt x="1429" y="65"/>
                  </a:moveTo>
                  <a:cubicBezTo>
                    <a:pt x="1437" y="65"/>
                    <a:pt x="1442" y="59"/>
                    <a:pt x="1442" y="52"/>
                  </a:cubicBezTo>
                  <a:cubicBezTo>
                    <a:pt x="1442" y="45"/>
                    <a:pt x="1437" y="39"/>
                    <a:pt x="1429" y="39"/>
                  </a:cubicBezTo>
                  <a:cubicBezTo>
                    <a:pt x="1422" y="39"/>
                    <a:pt x="1417" y="45"/>
                    <a:pt x="1417" y="52"/>
                  </a:cubicBezTo>
                  <a:cubicBezTo>
                    <a:pt x="1417" y="59"/>
                    <a:pt x="1422" y="65"/>
                    <a:pt x="1429" y="65"/>
                  </a:cubicBezTo>
                  <a:close/>
                  <a:moveTo>
                    <a:pt x="1469" y="65"/>
                  </a:moveTo>
                  <a:cubicBezTo>
                    <a:pt x="1476" y="65"/>
                    <a:pt x="1482" y="59"/>
                    <a:pt x="1482" y="52"/>
                  </a:cubicBezTo>
                  <a:cubicBezTo>
                    <a:pt x="1482" y="45"/>
                    <a:pt x="1476" y="39"/>
                    <a:pt x="1469" y="39"/>
                  </a:cubicBezTo>
                  <a:cubicBezTo>
                    <a:pt x="1462" y="39"/>
                    <a:pt x="1456" y="45"/>
                    <a:pt x="1456" y="52"/>
                  </a:cubicBezTo>
                  <a:cubicBezTo>
                    <a:pt x="1456" y="59"/>
                    <a:pt x="1462" y="65"/>
                    <a:pt x="1469" y="65"/>
                  </a:cubicBezTo>
                  <a:close/>
                  <a:moveTo>
                    <a:pt x="1508" y="65"/>
                  </a:moveTo>
                  <a:cubicBezTo>
                    <a:pt x="1515" y="65"/>
                    <a:pt x="1521" y="59"/>
                    <a:pt x="1521" y="52"/>
                  </a:cubicBezTo>
                  <a:cubicBezTo>
                    <a:pt x="1521" y="45"/>
                    <a:pt x="1515" y="39"/>
                    <a:pt x="1508" y="39"/>
                  </a:cubicBezTo>
                  <a:cubicBezTo>
                    <a:pt x="1501" y="39"/>
                    <a:pt x="1496" y="45"/>
                    <a:pt x="1496" y="52"/>
                  </a:cubicBezTo>
                  <a:cubicBezTo>
                    <a:pt x="1496" y="59"/>
                    <a:pt x="1501" y="65"/>
                    <a:pt x="1508" y="65"/>
                  </a:cubicBezTo>
                  <a:close/>
                  <a:moveTo>
                    <a:pt x="2652" y="65"/>
                  </a:moveTo>
                  <a:cubicBezTo>
                    <a:pt x="2659" y="65"/>
                    <a:pt x="2664" y="59"/>
                    <a:pt x="2664" y="52"/>
                  </a:cubicBezTo>
                  <a:cubicBezTo>
                    <a:pt x="2664" y="45"/>
                    <a:pt x="2659" y="39"/>
                    <a:pt x="2652" y="39"/>
                  </a:cubicBezTo>
                  <a:cubicBezTo>
                    <a:pt x="2645" y="39"/>
                    <a:pt x="2639" y="45"/>
                    <a:pt x="2639" y="52"/>
                  </a:cubicBezTo>
                  <a:cubicBezTo>
                    <a:pt x="2639" y="59"/>
                    <a:pt x="2645" y="65"/>
                    <a:pt x="2652" y="65"/>
                  </a:cubicBezTo>
                  <a:close/>
                  <a:moveTo>
                    <a:pt x="641" y="102"/>
                  </a:moveTo>
                  <a:cubicBezTo>
                    <a:pt x="647" y="102"/>
                    <a:pt x="652" y="97"/>
                    <a:pt x="652" y="92"/>
                  </a:cubicBezTo>
                  <a:cubicBezTo>
                    <a:pt x="652" y="86"/>
                    <a:pt x="647" y="81"/>
                    <a:pt x="641" y="81"/>
                  </a:cubicBezTo>
                  <a:cubicBezTo>
                    <a:pt x="635" y="81"/>
                    <a:pt x="630" y="86"/>
                    <a:pt x="630" y="92"/>
                  </a:cubicBezTo>
                  <a:cubicBezTo>
                    <a:pt x="630" y="97"/>
                    <a:pt x="635" y="102"/>
                    <a:pt x="641" y="102"/>
                  </a:cubicBezTo>
                  <a:close/>
                  <a:moveTo>
                    <a:pt x="759" y="104"/>
                  </a:moveTo>
                  <a:cubicBezTo>
                    <a:pt x="766" y="104"/>
                    <a:pt x="772" y="99"/>
                    <a:pt x="772" y="92"/>
                  </a:cubicBezTo>
                  <a:cubicBezTo>
                    <a:pt x="772" y="84"/>
                    <a:pt x="766" y="79"/>
                    <a:pt x="759" y="79"/>
                  </a:cubicBezTo>
                  <a:cubicBezTo>
                    <a:pt x="752" y="79"/>
                    <a:pt x="746" y="84"/>
                    <a:pt x="746" y="92"/>
                  </a:cubicBezTo>
                  <a:cubicBezTo>
                    <a:pt x="746" y="99"/>
                    <a:pt x="752" y="104"/>
                    <a:pt x="759" y="104"/>
                  </a:cubicBezTo>
                  <a:close/>
                  <a:moveTo>
                    <a:pt x="799" y="104"/>
                  </a:moveTo>
                  <a:cubicBezTo>
                    <a:pt x="806" y="104"/>
                    <a:pt x="811" y="99"/>
                    <a:pt x="811" y="92"/>
                  </a:cubicBezTo>
                  <a:cubicBezTo>
                    <a:pt x="811" y="84"/>
                    <a:pt x="806" y="79"/>
                    <a:pt x="799" y="79"/>
                  </a:cubicBezTo>
                  <a:cubicBezTo>
                    <a:pt x="792" y="79"/>
                    <a:pt x="786" y="84"/>
                    <a:pt x="786" y="92"/>
                  </a:cubicBezTo>
                  <a:cubicBezTo>
                    <a:pt x="786" y="99"/>
                    <a:pt x="792" y="104"/>
                    <a:pt x="799" y="104"/>
                  </a:cubicBezTo>
                  <a:close/>
                  <a:moveTo>
                    <a:pt x="838" y="104"/>
                  </a:moveTo>
                  <a:cubicBezTo>
                    <a:pt x="845" y="104"/>
                    <a:pt x="851" y="99"/>
                    <a:pt x="851" y="92"/>
                  </a:cubicBezTo>
                  <a:cubicBezTo>
                    <a:pt x="851" y="84"/>
                    <a:pt x="845" y="79"/>
                    <a:pt x="838" y="79"/>
                  </a:cubicBezTo>
                  <a:cubicBezTo>
                    <a:pt x="831" y="79"/>
                    <a:pt x="825" y="84"/>
                    <a:pt x="825" y="92"/>
                  </a:cubicBezTo>
                  <a:cubicBezTo>
                    <a:pt x="825" y="99"/>
                    <a:pt x="831" y="104"/>
                    <a:pt x="838" y="104"/>
                  </a:cubicBezTo>
                  <a:close/>
                  <a:moveTo>
                    <a:pt x="878" y="104"/>
                  </a:moveTo>
                  <a:cubicBezTo>
                    <a:pt x="885" y="104"/>
                    <a:pt x="890" y="99"/>
                    <a:pt x="890" y="92"/>
                  </a:cubicBezTo>
                  <a:cubicBezTo>
                    <a:pt x="890" y="84"/>
                    <a:pt x="885" y="79"/>
                    <a:pt x="878" y="79"/>
                  </a:cubicBezTo>
                  <a:cubicBezTo>
                    <a:pt x="870" y="79"/>
                    <a:pt x="865" y="84"/>
                    <a:pt x="865" y="92"/>
                  </a:cubicBezTo>
                  <a:cubicBezTo>
                    <a:pt x="865" y="99"/>
                    <a:pt x="870" y="104"/>
                    <a:pt x="878" y="104"/>
                  </a:cubicBezTo>
                  <a:close/>
                  <a:moveTo>
                    <a:pt x="917" y="104"/>
                  </a:moveTo>
                  <a:cubicBezTo>
                    <a:pt x="924" y="104"/>
                    <a:pt x="930" y="99"/>
                    <a:pt x="930" y="92"/>
                  </a:cubicBezTo>
                  <a:cubicBezTo>
                    <a:pt x="930" y="84"/>
                    <a:pt x="924" y="79"/>
                    <a:pt x="917" y="79"/>
                  </a:cubicBezTo>
                  <a:cubicBezTo>
                    <a:pt x="910" y="79"/>
                    <a:pt x="904" y="84"/>
                    <a:pt x="904" y="92"/>
                  </a:cubicBezTo>
                  <a:cubicBezTo>
                    <a:pt x="904" y="99"/>
                    <a:pt x="910" y="104"/>
                    <a:pt x="917" y="104"/>
                  </a:cubicBezTo>
                  <a:close/>
                  <a:moveTo>
                    <a:pt x="996" y="104"/>
                  </a:moveTo>
                  <a:cubicBezTo>
                    <a:pt x="1003" y="104"/>
                    <a:pt x="1009" y="99"/>
                    <a:pt x="1009" y="92"/>
                  </a:cubicBezTo>
                  <a:cubicBezTo>
                    <a:pt x="1009" y="84"/>
                    <a:pt x="1003" y="79"/>
                    <a:pt x="996" y="79"/>
                  </a:cubicBezTo>
                  <a:cubicBezTo>
                    <a:pt x="989" y="79"/>
                    <a:pt x="983" y="84"/>
                    <a:pt x="983" y="92"/>
                  </a:cubicBezTo>
                  <a:cubicBezTo>
                    <a:pt x="983" y="99"/>
                    <a:pt x="989" y="104"/>
                    <a:pt x="996" y="104"/>
                  </a:cubicBezTo>
                  <a:close/>
                  <a:moveTo>
                    <a:pt x="1035" y="104"/>
                  </a:moveTo>
                  <a:cubicBezTo>
                    <a:pt x="1042" y="104"/>
                    <a:pt x="1048" y="99"/>
                    <a:pt x="1048" y="92"/>
                  </a:cubicBezTo>
                  <a:cubicBezTo>
                    <a:pt x="1048" y="84"/>
                    <a:pt x="1042" y="79"/>
                    <a:pt x="1035" y="79"/>
                  </a:cubicBezTo>
                  <a:cubicBezTo>
                    <a:pt x="1028" y="79"/>
                    <a:pt x="1022" y="84"/>
                    <a:pt x="1022" y="92"/>
                  </a:cubicBezTo>
                  <a:cubicBezTo>
                    <a:pt x="1022" y="99"/>
                    <a:pt x="1028" y="104"/>
                    <a:pt x="1035" y="104"/>
                  </a:cubicBezTo>
                  <a:close/>
                  <a:moveTo>
                    <a:pt x="1075" y="104"/>
                  </a:moveTo>
                  <a:cubicBezTo>
                    <a:pt x="1082" y="104"/>
                    <a:pt x="1087" y="99"/>
                    <a:pt x="1087" y="92"/>
                  </a:cubicBezTo>
                  <a:cubicBezTo>
                    <a:pt x="1087" y="84"/>
                    <a:pt x="1082" y="79"/>
                    <a:pt x="1075" y="79"/>
                  </a:cubicBezTo>
                  <a:cubicBezTo>
                    <a:pt x="1068" y="79"/>
                    <a:pt x="1062" y="84"/>
                    <a:pt x="1062" y="92"/>
                  </a:cubicBezTo>
                  <a:cubicBezTo>
                    <a:pt x="1062" y="99"/>
                    <a:pt x="1068" y="104"/>
                    <a:pt x="1075" y="104"/>
                  </a:cubicBezTo>
                  <a:close/>
                  <a:moveTo>
                    <a:pt x="1114" y="104"/>
                  </a:moveTo>
                  <a:cubicBezTo>
                    <a:pt x="1121" y="104"/>
                    <a:pt x="1127" y="99"/>
                    <a:pt x="1127" y="92"/>
                  </a:cubicBezTo>
                  <a:cubicBezTo>
                    <a:pt x="1127" y="84"/>
                    <a:pt x="1121" y="79"/>
                    <a:pt x="1114" y="79"/>
                  </a:cubicBezTo>
                  <a:cubicBezTo>
                    <a:pt x="1107" y="79"/>
                    <a:pt x="1101" y="84"/>
                    <a:pt x="1101" y="92"/>
                  </a:cubicBezTo>
                  <a:cubicBezTo>
                    <a:pt x="1101" y="99"/>
                    <a:pt x="1107" y="104"/>
                    <a:pt x="1114" y="104"/>
                  </a:cubicBezTo>
                  <a:close/>
                  <a:moveTo>
                    <a:pt x="1153" y="104"/>
                  </a:moveTo>
                  <a:cubicBezTo>
                    <a:pt x="1161" y="104"/>
                    <a:pt x="1166" y="99"/>
                    <a:pt x="1166" y="92"/>
                  </a:cubicBezTo>
                  <a:cubicBezTo>
                    <a:pt x="1166" y="84"/>
                    <a:pt x="1161" y="79"/>
                    <a:pt x="1153" y="79"/>
                  </a:cubicBezTo>
                  <a:cubicBezTo>
                    <a:pt x="1146" y="79"/>
                    <a:pt x="1141" y="84"/>
                    <a:pt x="1141" y="92"/>
                  </a:cubicBezTo>
                  <a:cubicBezTo>
                    <a:pt x="1141" y="99"/>
                    <a:pt x="1146" y="104"/>
                    <a:pt x="1153" y="104"/>
                  </a:cubicBezTo>
                  <a:close/>
                  <a:moveTo>
                    <a:pt x="1193" y="104"/>
                  </a:moveTo>
                  <a:cubicBezTo>
                    <a:pt x="1200" y="104"/>
                    <a:pt x="1206" y="99"/>
                    <a:pt x="1206" y="92"/>
                  </a:cubicBezTo>
                  <a:cubicBezTo>
                    <a:pt x="1206" y="84"/>
                    <a:pt x="1200" y="79"/>
                    <a:pt x="1193" y="79"/>
                  </a:cubicBezTo>
                  <a:cubicBezTo>
                    <a:pt x="1186" y="79"/>
                    <a:pt x="1180" y="84"/>
                    <a:pt x="1180" y="92"/>
                  </a:cubicBezTo>
                  <a:cubicBezTo>
                    <a:pt x="1180" y="99"/>
                    <a:pt x="1186" y="104"/>
                    <a:pt x="1193" y="104"/>
                  </a:cubicBezTo>
                  <a:close/>
                  <a:moveTo>
                    <a:pt x="1232" y="104"/>
                  </a:moveTo>
                  <a:cubicBezTo>
                    <a:pt x="1239" y="104"/>
                    <a:pt x="1245" y="99"/>
                    <a:pt x="1245" y="92"/>
                  </a:cubicBezTo>
                  <a:cubicBezTo>
                    <a:pt x="1245" y="84"/>
                    <a:pt x="1239" y="79"/>
                    <a:pt x="1232" y="79"/>
                  </a:cubicBezTo>
                  <a:cubicBezTo>
                    <a:pt x="1225" y="79"/>
                    <a:pt x="1220" y="84"/>
                    <a:pt x="1220" y="92"/>
                  </a:cubicBezTo>
                  <a:cubicBezTo>
                    <a:pt x="1220" y="99"/>
                    <a:pt x="1225" y="104"/>
                    <a:pt x="1232" y="104"/>
                  </a:cubicBezTo>
                  <a:close/>
                  <a:moveTo>
                    <a:pt x="1272" y="104"/>
                  </a:moveTo>
                  <a:cubicBezTo>
                    <a:pt x="1279" y="104"/>
                    <a:pt x="1285" y="99"/>
                    <a:pt x="1285" y="92"/>
                  </a:cubicBezTo>
                  <a:cubicBezTo>
                    <a:pt x="1285" y="84"/>
                    <a:pt x="1279" y="79"/>
                    <a:pt x="1272" y="79"/>
                  </a:cubicBezTo>
                  <a:cubicBezTo>
                    <a:pt x="1265" y="79"/>
                    <a:pt x="1259" y="84"/>
                    <a:pt x="1259" y="92"/>
                  </a:cubicBezTo>
                  <a:cubicBezTo>
                    <a:pt x="1259" y="99"/>
                    <a:pt x="1265" y="104"/>
                    <a:pt x="1272" y="104"/>
                  </a:cubicBezTo>
                  <a:close/>
                  <a:moveTo>
                    <a:pt x="1311" y="104"/>
                  </a:moveTo>
                  <a:cubicBezTo>
                    <a:pt x="1318" y="104"/>
                    <a:pt x="1324" y="99"/>
                    <a:pt x="1324" y="92"/>
                  </a:cubicBezTo>
                  <a:cubicBezTo>
                    <a:pt x="1324" y="84"/>
                    <a:pt x="1318" y="79"/>
                    <a:pt x="1311" y="79"/>
                  </a:cubicBezTo>
                  <a:cubicBezTo>
                    <a:pt x="1304" y="79"/>
                    <a:pt x="1298" y="84"/>
                    <a:pt x="1298" y="92"/>
                  </a:cubicBezTo>
                  <a:cubicBezTo>
                    <a:pt x="1298" y="99"/>
                    <a:pt x="1304" y="104"/>
                    <a:pt x="1311" y="104"/>
                  </a:cubicBezTo>
                  <a:close/>
                  <a:moveTo>
                    <a:pt x="1351" y="104"/>
                  </a:moveTo>
                  <a:cubicBezTo>
                    <a:pt x="1358" y="104"/>
                    <a:pt x="1363" y="99"/>
                    <a:pt x="1363" y="92"/>
                  </a:cubicBezTo>
                  <a:cubicBezTo>
                    <a:pt x="1363" y="84"/>
                    <a:pt x="1358" y="79"/>
                    <a:pt x="1351" y="79"/>
                  </a:cubicBezTo>
                  <a:cubicBezTo>
                    <a:pt x="1344" y="79"/>
                    <a:pt x="1338" y="84"/>
                    <a:pt x="1338" y="92"/>
                  </a:cubicBezTo>
                  <a:cubicBezTo>
                    <a:pt x="1338" y="99"/>
                    <a:pt x="1344" y="104"/>
                    <a:pt x="1351" y="104"/>
                  </a:cubicBezTo>
                  <a:close/>
                  <a:moveTo>
                    <a:pt x="1390" y="104"/>
                  </a:moveTo>
                  <a:cubicBezTo>
                    <a:pt x="1397" y="104"/>
                    <a:pt x="1403" y="99"/>
                    <a:pt x="1403" y="92"/>
                  </a:cubicBezTo>
                  <a:cubicBezTo>
                    <a:pt x="1403" y="84"/>
                    <a:pt x="1397" y="79"/>
                    <a:pt x="1390" y="79"/>
                  </a:cubicBezTo>
                  <a:cubicBezTo>
                    <a:pt x="1383" y="79"/>
                    <a:pt x="1377" y="84"/>
                    <a:pt x="1377" y="92"/>
                  </a:cubicBezTo>
                  <a:cubicBezTo>
                    <a:pt x="1377" y="99"/>
                    <a:pt x="1383" y="104"/>
                    <a:pt x="1390" y="104"/>
                  </a:cubicBezTo>
                  <a:close/>
                  <a:moveTo>
                    <a:pt x="1429" y="104"/>
                  </a:moveTo>
                  <a:cubicBezTo>
                    <a:pt x="1437" y="104"/>
                    <a:pt x="1442" y="99"/>
                    <a:pt x="1442" y="92"/>
                  </a:cubicBezTo>
                  <a:cubicBezTo>
                    <a:pt x="1442" y="84"/>
                    <a:pt x="1437" y="79"/>
                    <a:pt x="1429" y="79"/>
                  </a:cubicBezTo>
                  <a:cubicBezTo>
                    <a:pt x="1422" y="79"/>
                    <a:pt x="1417" y="84"/>
                    <a:pt x="1417" y="92"/>
                  </a:cubicBezTo>
                  <a:cubicBezTo>
                    <a:pt x="1417" y="99"/>
                    <a:pt x="1422" y="104"/>
                    <a:pt x="1429" y="104"/>
                  </a:cubicBezTo>
                  <a:close/>
                  <a:moveTo>
                    <a:pt x="1469" y="104"/>
                  </a:moveTo>
                  <a:cubicBezTo>
                    <a:pt x="1476" y="104"/>
                    <a:pt x="1482" y="99"/>
                    <a:pt x="1482" y="92"/>
                  </a:cubicBezTo>
                  <a:cubicBezTo>
                    <a:pt x="1482" y="84"/>
                    <a:pt x="1476" y="79"/>
                    <a:pt x="1469" y="79"/>
                  </a:cubicBezTo>
                  <a:cubicBezTo>
                    <a:pt x="1462" y="79"/>
                    <a:pt x="1456" y="84"/>
                    <a:pt x="1456" y="92"/>
                  </a:cubicBezTo>
                  <a:cubicBezTo>
                    <a:pt x="1456" y="99"/>
                    <a:pt x="1462" y="104"/>
                    <a:pt x="1469" y="104"/>
                  </a:cubicBezTo>
                  <a:close/>
                  <a:moveTo>
                    <a:pt x="1824" y="104"/>
                  </a:moveTo>
                  <a:cubicBezTo>
                    <a:pt x="1831" y="104"/>
                    <a:pt x="1836" y="99"/>
                    <a:pt x="1836" y="92"/>
                  </a:cubicBezTo>
                  <a:cubicBezTo>
                    <a:pt x="1836" y="84"/>
                    <a:pt x="1831" y="79"/>
                    <a:pt x="1824" y="79"/>
                  </a:cubicBezTo>
                  <a:cubicBezTo>
                    <a:pt x="1817" y="79"/>
                    <a:pt x="1811" y="84"/>
                    <a:pt x="1811" y="92"/>
                  </a:cubicBezTo>
                  <a:cubicBezTo>
                    <a:pt x="1811" y="99"/>
                    <a:pt x="1817" y="104"/>
                    <a:pt x="1824" y="104"/>
                  </a:cubicBezTo>
                  <a:close/>
                  <a:moveTo>
                    <a:pt x="1863" y="104"/>
                  </a:moveTo>
                  <a:cubicBezTo>
                    <a:pt x="1870" y="104"/>
                    <a:pt x="1876" y="99"/>
                    <a:pt x="1876" y="92"/>
                  </a:cubicBezTo>
                  <a:cubicBezTo>
                    <a:pt x="1876" y="84"/>
                    <a:pt x="1870" y="79"/>
                    <a:pt x="1863" y="79"/>
                  </a:cubicBezTo>
                  <a:cubicBezTo>
                    <a:pt x="1856" y="79"/>
                    <a:pt x="1850" y="84"/>
                    <a:pt x="1850" y="92"/>
                  </a:cubicBezTo>
                  <a:cubicBezTo>
                    <a:pt x="1850" y="99"/>
                    <a:pt x="1856" y="104"/>
                    <a:pt x="1863" y="104"/>
                  </a:cubicBezTo>
                  <a:close/>
                  <a:moveTo>
                    <a:pt x="1903" y="104"/>
                  </a:moveTo>
                  <a:cubicBezTo>
                    <a:pt x="1910" y="104"/>
                    <a:pt x="1915" y="99"/>
                    <a:pt x="1915" y="92"/>
                  </a:cubicBezTo>
                  <a:cubicBezTo>
                    <a:pt x="1915" y="84"/>
                    <a:pt x="1910" y="79"/>
                    <a:pt x="1903" y="79"/>
                  </a:cubicBezTo>
                  <a:cubicBezTo>
                    <a:pt x="1896" y="79"/>
                    <a:pt x="1890" y="84"/>
                    <a:pt x="1890" y="92"/>
                  </a:cubicBezTo>
                  <a:cubicBezTo>
                    <a:pt x="1890" y="99"/>
                    <a:pt x="1896" y="104"/>
                    <a:pt x="1903" y="104"/>
                  </a:cubicBezTo>
                  <a:close/>
                  <a:moveTo>
                    <a:pt x="2691" y="101"/>
                  </a:moveTo>
                  <a:cubicBezTo>
                    <a:pt x="2696" y="101"/>
                    <a:pt x="2700" y="97"/>
                    <a:pt x="2700" y="92"/>
                  </a:cubicBezTo>
                  <a:cubicBezTo>
                    <a:pt x="2700" y="86"/>
                    <a:pt x="2696" y="82"/>
                    <a:pt x="2691" y="82"/>
                  </a:cubicBezTo>
                  <a:cubicBezTo>
                    <a:pt x="2686" y="82"/>
                    <a:pt x="2682" y="86"/>
                    <a:pt x="2682" y="92"/>
                  </a:cubicBezTo>
                  <a:cubicBezTo>
                    <a:pt x="2682" y="97"/>
                    <a:pt x="2686" y="101"/>
                    <a:pt x="2691" y="101"/>
                  </a:cubicBezTo>
                  <a:close/>
                  <a:moveTo>
                    <a:pt x="2730" y="104"/>
                  </a:moveTo>
                  <a:cubicBezTo>
                    <a:pt x="2737" y="104"/>
                    <a:pt x="2743" y="99"/>
                    <a:pt x="2743" y="92"/>
                  </a:cubicBezTo>
                  <a:cubicBezTo>
                    <a:pt x="2743" y="84"/>
                    <a:pt x="2737" y="79"/>
                    <a:pt x="2730" y="79"/>
                  </a:cubicBezTo>
                  <a:cubicBezTo>
                    <a:pt x="2723" y="79"/>
                    <a:pt x="2718" y="84"/>
                    <a:pt x="2718" y="92"/>
                  </a:cubicBezTo>
                  <a:cubicBezTo>
                    <a:pt x="2718" y="99"/>
                    <a:pt x="2723" y="104"/>
                    <a:pt x="2730" y="104"/>
                  </a:cubicBezTo>
                  <a:close/>
                  <a:moveTo>
                    <a:pt x="483" y="144"/>
                  </a:moveTo>
                  <a:cubicBezTo>
                    <a:pt x="490" y="144"/>
                    <a:pt x="496" y="138"/>
                    <a:pt x="496" y="131"/>
                  </a:cubicBezTo>
                  <a:cubicBezTo>
                    <a:pt x="496" y="124"/>
                    <a:pt x="490" y="118"/>
                    <a:pt x="483" y="118"/>
                  </a:cubicBezTo>
                  <a:cubicBezTo>
                    <a:pt x="476" y="118"/>
                    <a:pt x="471" y="124"/>
                    <a:pt x="471" y="131"/>
                  </a:cubicBezTo>
                  <a:cubicBezTo>
                    <a:pt x="471" y="138"/>
                    <a:pt x="476" y="144"/>
                    <a:pt x="483" y="144"/>
                  </a:cubicBezTo>
                  <a:close/>
                  <a:moveTo>
                    <a:pt x="720" y="144"/>
                  </a:moveTo>
                  <a:cubicBezTo>
                    <a:pt x="727" y="144"/>
                    <a:pt x="733" y="138"/>
                    <a:pt x="733" y="131"/>
                  </a:cubicBezTo>
                  <a:cubicBezTo>
                    <a:pt x="733" y="124"/>
                    <a:pt x="727" y="118"/>
                    <a:pt x="720" y="118"/>
                  </a:cubicBezTo>
                  <a:cubicBezTo>
                    <a:pt x="713" y="118"/>
                    <a:pt x="707" y="124"/>
                    <a:pt x="707" y="131"/>
                  </a:cubicBezTo>
                  <a:cubicBezTo>
                    <a:pt x="707" y="138"/>
                    <a:pt x="713" y="144"/>
                    <a:pt x="720" y="144"/>
                  </a:cubicBezTo>
                  <a:close/>
                  <a:moveTo>
                    <a:pt x="799" y="118"/>
                  </a:moveTo>
                  <a:cubicBezTo>
                    <a:pt x="792" y="118"/>
                    <a:pt x="786" y="124"/>
                    <a:pt x="786" y="131"/>
                  </a:cubicBezTo>
                  <a:cubicBezTo>
                    <a:pt x="786" y="138"/>
                    <a:pt x="792" y="144"/>
                    <a:pt x="799" y="144"/>
                  </a:cubicBezTo>
                  <a:cubicBezTo>
                    <a:pt x="806" y="144"/>
                    <a:pt x="811" y="138"/>
                    <a:pt x="811" y="131"/>
                  </a:cubicBezTo>
                  <a:cubicBezTo>
                    <a:pt x="811" y="124"/>
                    <a:pt x="806" y="118"/>
                    <a:pt x="799" y="118"/>
                  </a:cubicBezTo>
                  <a:close/>
                  <a:moveTo>
                    <a:pt x="838" y="144"/>
                  </a:moveTo>
                  <a:cubicBezTo>
                    <a:pt x="845" y="144"/>
                    <a:pt x="851" y="138"/>
                    <a:pt x="851" y="131"/>
                  </a:cubicBezTo>
                  <a:cubicBezTo>
                    <a:pt x="851" y="124"/>
                    <a:pt x="845" y="118"/>
                    <a:pt x="838" y="118"/>
                  </a:cubicBezTo>
                  <a:cubicBezTo>
                    <a:pt x="831" y="118"/>
                    <a:pt x="825" y="124"/>
                    <a:pt x="825" y="131"/>
                  </a:cubicBezTo>
                  <a:cubicBezTo>
                    <a:pt x="825" y="138"/>
                    <a:pt x="831" y="144"/>
                    <a:pt x="838" y="144"/>
                  </a:cubicBezTo>
                  <a:close/>
                  <a:moveTo>
                    <a:pt x="878" y="144"/>
                  </a:moveTo>
                  <a:cubicBezTo>
                    <a:pt x="885" y="144"/>
                    <a:pt x="890" y="138"/>
                    <a:pt x="890" y="131"/>
                  </a:cubicBezTo>
                  <a:cubicBezTo>
                    <a:pt x="890" y="124"/>
                    <a:pt x="885" y="118"/>
                    <a:pt x="878" y="118"/>
                  </a:cubicBezTo>
                  <a:cubicBezTo>
                    <a:pt x="870" y="118"/>
                    <a:pt x="865" y="124"/>
                    <a:pt x="865" y="131"/>
                  </a:cubicBezTo>
                  <a:cubicBezTo>
                    <a:pt x="865" y="138"/>
                    <a:pt x="870" y="144"/>
                    <a:pt x="878" y="144"/>
                  </a:cubicBezTo>
                  <a:close/>
                  <a:moveTo>
                    <a:pt x="1009" y="131"/>
                  </a:moveTo>
                  <a:cubicBezTo>
                    <a:pt x="1009" y="124"/>
                    <a:pt x="1003" y="118"/>
                    <a:pt x="996" y="118"/>
                  </a:cubicBezTo>
                  <a:cubicBezTo>
                    <a:pt x="989" y="118"/>
                    <a:pt x="983" y="124"/>
                    <a:pt x="983" y="131"/>
                  </a:cubicBezTo>
                  <a:cubicBezTo>
                    <a:pt x="983" y="138"/>
                    <a:pt x="989" y="144"/>
                    <a:pt x="996" y="144"/>
                  </a:cubicBezTo>
                  <a:cubicBezTo>
                    <a:pt x="1003" y="144"/>
                    <a:pt x="1009" y="138"/>
                    <a:pt x="1009" y="131"/>
                  </a:cubicBezTo>
                  <a:close/>
                  <a:moveTo>
                    <a:pt x="1035" y="144"/>
                  </a:moveTo>
                  <a:cubicBezTo>
                    <a:pt x="1042" y="144"/>
                    <a:pt x="1048" y="138"/>
                    <a:pt x="1048" y="131"/>
                  </a:cubicBezTo>
                  <a:cubicBezTo>
                    <a:pt x="1048" y="124"/>
                    <a:pt x="1042" y="118"/>
                    <a:pt x="1035" y="118"/>
                  </a:cubicBezTo>
                  <a:cubicBezTo>
                    <a:pt x="1028" y="118"/>
                    <a:pt x="1022" y="124"/>
                    <a:pt x="1022" y="131"/>
                  </a:cubicBezTo>
                  <a:cubicBezTo>
                    <a:pt x="1022" y="138"/>
                    <a:pt x="1028" y="144"/>
                    <a:pt x="1035" y="144"/>
                  </a:cubicBezTo>
                  <a:close/>
                  <a:moveTo>
                    <a:pt x="1075" y="144"/>
                  </a:moveTo>
                  <a:cubicBezTo>
                    <a:pt x="1082" y="144"/>
                    <a:pt x="1087" y="138"/>
                    <a:pt x="1087" y="131"/>
                  </a:cubicBezTo>
                  <a:cubicBezTo>
                    <a:pt x="1087" y="124"/>
                    <a:pt x="1082" y="118"/>
                    <a:pt x="1075" y="118"/>
                  </a:cubicBezTo>
                  <a:cubicBezTo>
                    <a:pt x="1068" y="118"/>
                    <a:pt x="1062" y="124"/>
                    <a:pt x="1062" y="131"/>
                  </a:cubicBezTo>
                  <a:cubicBezTo>
                    <a:pt x="1062" y="138"/>
                    <a:pt x="1068" y="144"/>
                    <a:pt x="1075" y="144"/>
                  </a:cubicBezTo>
                  <a:close/>
                  <a:moveTo>
                    <a:pt x="1114" y="144"/>
                  </a:moveTo>
                  <a:cubicBezTo>
                    <a:pt x="1121" y="144"/>
                    <a:pt x="1127" y="138"/>
                    <a:pt x="1127" y="131"/>
                  </a:cubicBezTo>
                  <a:cubicBezTo>
                    <a:pt x="1127" y="124"/>
                    <a:pt x="1121" y="118"/>
                    <a:pt x="1114" y="118"/>
                  </a:cubicBezTo>
                  <a:cubicBezTo>
                    <a:pt x="1107" y="118"/>
                    <a:pt x="1101" y="124"/>
                    <a:pt x="1101" y="131"/>
                  </a:cubicBezTo>
                  <a:cubicBezTo>
                    <a:pt x="1101" y="138"/>
                    <a:pt x="1107" y="144"/>
                    <a:pt x="1114" y="144"/>
                  </a:cubicBezTo>
                  <a:close/>
                  <a:moveTo>
                    <a:pt x="1153" y="144"/>
                  </a:moveTo>
                  <a:cubicBezTo>
                    <a:pt x="1161" y="144"/>
                    <a:pt x="1166" y="138"/>
                    <a:pt x="1166" y="131"/>
                  </a:cubicBezTo>
                  <a:cubicBezTo>
                    <a:pt x="1166" y="124"/>
                    <a:pt x="1161" y="118"/>
                    <a:pt x="1153" y="118"/>
                  </a:cubicBezTo>
                  <a:cubicBezTo>
                    <a:pt x="1146" y="118"/>
                    <a:pt x="1141" y="124"/>
                    <a:pt x="1141" y="131"/>
                  </a:cubicBezTo>
                  <a:cubicBezTo>
                    <a:pt x="1141" y="138"/>
                    <a:pt x="1146" y="144"/>
                    <a:pt x="1153" y="144"/>
                  </a:cubicBezTo>
                  <a:close/>
                  <a:moveTo>
                    <a:pt x="1193" y="118"/>
                  </a:moveTo>
                  <a:cubicBezTo>
                    <a:pt x="1186" y="118"/>
                    <a:pt x="1180" y="124"/>
                    <a:pt x="1180" y="131"/>
                  </a:cubicBezTo>
                  <a:cubicBezTo>
                    <a:pt x="1180" y="138"/>
                    <a:pt x="1186" y="144"/>
                    <a:pt x="1193" y="144"/>
                  </a:cubicBezTo>
                  <a:cubicBezTo>
                    <a:pt x="1200" y="144"/>
                    <a:pt x="1206" y="138"/>
                    <a:pt x="1206" y="131"/>
                  </a:cubicBezTo>
                  <a:cubicBezTo>
                    <a:pt x="1206" y="124"/>
                    <a:pt x="1200" y="118"/>
                    <a:pt x="1193" y="118"/>
                  </a:cubicBezTo>
                  <a:close/>
                  <a:moveTo>
                    <a:pt x="1232" y="118"/>
                  </a:moveTo>
                  <a:cubicBezTo>
                    <a:pt x="1225" y="118"/>
                    <a:pt x="1220" y="124"/>
                    <a:pt x="1220" y="131"/>
                  </a:cubicBezTo>
                  <a:cubicBezTo>
                    <a:pt x="1220" y="138"/>
                    <a:pt x="1225" y="144"/>
                    <a:pt x="1232" y="144"/>
                  </a:cubicBezTo>
                  <a:cubicBezTo>
                    <a:pt x="1239" y="144"/>
                    <a:pt x="1245" y="138"/>
                    <a:pt x="1245" y="131"/>
                  </a:cubicBezTo>
                  <a:cubicBezTo>
                    <a:pt x="1245" y="124"/>
                    <a:pt x="1239" y="118"/>
                    <a:pt x="1232" y="118"/>
                  </a:cubicBezTo>
                  <a:close/>
                  <a:moveTo>
                    <a:pt x="1272" y="118"/>
                  </a:moveTo>
                  <a:cubicBezTo>
                    <a:pt x="1265" y="118"/>
                    <a:pt x="1259" y="124"/>
                    <a:pt x="1259" y="131"/>
                  </a:cubicBezTo>
                  <a:cubicBezTo>
                    <a:pt x="1259" y="138"/>
                    <a:pt x="1265" y="144"/>
                    <a:pt x="1272" y="144"/>
                  </a:cubicBezTo>
                  <a:cubicBezTo>
                    <a:pt x="1279" y="144"/>
                    <a:pt x="1285" y="138"/>
                    <a:pt x="1285" y="131"/>
                  </a:cubicBezTo>
                  <a:cubicBezTo>
                    <a:pt x="1285" y="124"/>
                    <a:pt x="1279" y="118"/>
                    <a:pt x="1272" y="118"/>
                  </a:cubicBezTo>
                  <a:close/>
                  <a:moveTo>
                    <a:pt x="1311" y="144"/>
                  </a:moveTo>
                  <a:cubicBezTo>
                    <a:pt x="1318" y="144"/>
                    <a:pt x="1324" y="138"/>
                    <a:pt x="1324" y="131"/>
                  </a:cubicBezTo>
                  <a:cubicBezTo>
                    <a:pt x="1324" y="124"/>
                    <a:pt x="1318" y="118"/>
                    <a:pt x="1311" y="118"/>
                  </a:cubicBezTo>
                  <a:cubicBezTo>
                    <a:pt x="1304" y="118"/>
                    <a:pt x="1298" y="124"/>
                    <a:pt x="1298" y="131"/>
                  </a:cubicBezTo>
                  <a:cubicBezTo>
                    <a:pt x="1298" y="138"/>
                    <a:pt x="1304" y="144"/>
                    <a:pt x="1311" y="144"/>
                  </a:cubicBezTo>
                  <a:close/>
                  <a:moveTo>
                    <a:pt x="1351" y="144"/>
                  </a:moveTo>
                  <a:cubicBezTo>
                    <a:pt x="1358" y="144"/>
                    <a:pt x="1363" y="138"/>
                    <a:pt x="1363" y="131"/>
                  </a:cubicBezTo>
                  <a:cubicBezTo>
                    <a:pt x="1363" y="124"/>
                    <a:pt x="1358" y="118"/>
                    <a:pt x="1351" y="118"/>
                  </a:cubicBezTo>
                  <a:cubicBezTo>
                    <a:pt x="1344" y="118"/>
                    <a:pt x="1338" y="124"/>
                    <a:pt x="1338" y="131"/>
                  </a:cubicBezTo>
                  <a:cubicBezTo>
                    <a:pt x="1338" y="138"/>
                    <a:pt x="1344" y="144"/>
                    <a:pt x="1351" y="144"/>
                  </a:cubicBezTo>
                  <a:close/>
                  <a:moveTo>
                    <a:pt x="1390" y="144"/>
                  </a:moveTo>
                  <a:cubicBezTo>
                    <a:pt x="1397" y="144"/>
                    <a:pt x="1403" y="138"/>
                    <a:pt x="1403" y="131"/>
                  </a:cubicBezTo>
                  <a:cubicBezTo>
                    <a:pt x="1403" y="124"/>
                    <a:pt x="1397" y="118"/>
                    <a:pt x="1390" y="118"/>
                  </a:cubicBezTo>
                  <a:cubicBezTo>
                    <a:pt x="1383" y="118"/>
                    <a:pt x="1377" y="124"/>
                    <a:pt x="1377" y="131"/>
                  </a:cubicBezTo>
                  <a:cubicBezTo>
                    <a:pt x="1377" y="138"/>
                    <a:pt x="1383" y="144"/>
                    <a:pt x="1390" y="144"/>
                  </a:cubicBezTo>
                  <a:close/>
                  <a:moveTo>
                    <a:pt x="1429" y="144"/>
                  </a:moveTo>
                  <a:cubicBezTo>
                    <a:pt x="1437" y="144"/>
                    <a:pt x="1442" y="138"/>
                    <a:pt x="1442" y="131"/>
                  </a:cubicBezTo>
                  <a:cubicBezTo>
                    <a:pt x="1442" y="124"/>
                    <a:pt x="1437" y="118"/>
                    <a:pt x="1429" y="118"/>
                  </a:cubicBezTo>
                  <a:cubicBezTo>
                    <a:pt x="1422" y="118"/>
                    <a:pt x="1417" y="124"/>
                    <a:pt x="1417" y="131"/>
                  </a:cubicBezTo>
                  <a:cubicBezTo>
                    <a:pt x="1417" y="138"/>
                    <a:pt x="1422" y="144"/>
                    <a:pt x="1429" y="144"/>
                  </a:cubicBezTo>
                  <a:close/>
                  <a:moveTo>
                    <a:pt x="1469" y="118"/>
                  </a:moveTo>
                  <a:cubicBezTo>
                    <a:pt x="1462" y="118"/>
                    <a:pt x="1456" y="124"/>
                    <a:pt x="1456" y="131"/>
                  </a:cubicBezTo>
                  <a:cubicBezTo>
                    <a:pt x="1456" y="138"/>
                    <a:pt x="1462" y="144"/>
                    <a:pt x="1469" y="144"/>
                  </a:cubicBezTo>
                  <a:cubicBezTo>
                    <a:pt x="1476" y="144"/>
                    <a:pt x="1482" y="138"/>
                    <a:pt x="1482" y="131"/>
                  </a:cubicBezTo>
                  <a:cubicBezTo>
                    <a:pt x="1482" y="124"/>
                    <a:pt x="1476" y="118"/>
                    <a:pt x="1469" y="118"/>
                  </a:cubicBezTo>
                  <a:close/>
                  <a:moveTo>
                    <a:pt x="1508" y="144"/>
                  </a:moveTo>
                  <a:cubicBezTo>
                    <a:pt x="1515" y="144"/>
                    <a:pt x="1521" y="138"/>
                    <a:pt x="1521" y="131"/>
                  </a:cubicBezTo>
                  <a:cubicBezTo>
                    <a:pt x="1521" y="124"/>
                    <a:pt x="1515" y="118"/>
                    <a:pt x="1508" y="118"/>
                  </a:cubicBezTo>
                  <a:cubicBezTo>
                    <a:pt x="1501" y="118"/>
                    <a:pt x="1496" y="124"/>
                    <a:pt x="1496" y="131"/>
                  </a:cubicBezTo>
                  <a:cubicBezTo>
                    <a:pt x="1496" y="138"/>
                    <a:pt x="1501" y="144"/>
                    <a:pt x="1508" y="144"/>
                  </a:cubicBezTo>
                  <a:close/>
                  <a:moveTo>
                    <a:pt x="1876" y="131"/>
                  </a:moveTo>
                  <a:cubicBezTo>
                    <a:pt x="1876" y="124"/>
                    <a:pt x="1870" y="118"/>
                    <a:pt x="1863" y="118"/>
                  </a:cubicBezTo>
                  <a:cubicBezTo>
                    <a:pt x="1856" y="118"/>
                    <a:pt x="1850" y="124"/>
                    <a:pt x="1850" y="131"/>
                  </a:cubicBezTo>
                  <a:cubicBezTo>
                    <a:pt x="1850" y="138"/>
                    <a:pt x="1856" y="144"/>
                    <a:pt x="1863" y="144"/>
                  </a:cubicBezTo>
                  <a:cubicBezTo>
                    <a:pt x="1870" y="144"/>
                    <a:pt x="1876" y="138"/>
                    <a:pt x="1876" y="131"/>
                  </a:cubicBezTo>
                  <a:close/>
                  <a:moveTo>
                    <a:pt x="2730" y="144"/>
                  </a:moveTo>
                  <a:cubicBezTo>
                    <a:pt x="2738" y="144"/>
                    <a:pt x="2743" y="138"/>
                    <a:pt x="2743" y="131"/>
                  </a:cubicBezTo>
                  <a:cubicBezTo>
                    <a:pt x="2743" y="124"/>
                    <a:pt x="2738" y="118"/>
                    <a:pt x="2730" y="118"/>
                  </a:cubicBezTo>
                  <a:cubicBezTo>
                    <a:pt x="2723" y="118"/>
                    <a:pt x="2718" y="124"/>
                    <a:pt x="2718" y="131"/>
                  </a:cubicBezTo>
                  <a:cubicBezTo>
                    <a:pt x="2718" y="138"/>
                    <a:pt x="2723" y="144"/>
                    <a:pt x="2730" y="144"/>
                  </a:cubicBezTo>
                  <a:close/>
                  <a:moveTo>
                    <a:pt x="2770" y="141"/>
                  </a:moveTo>
                  <a:cubicBezTo>
                    <a:pt x="2775" y="141"/>
                    <a:pt x="2780" y="136"/>
                    <a:pt x="2780" y="131"/>
                  </a:cubicBezTo>
                  <a:cubicBezTo>
                    <a:pt x="2780" y="125"/>
                    <a:pt x="2775" y="121"/>
                    <a:pt x="2770" y="121"/>
                  </a:cubicBezTo>
                  <a:cubicBezTo>
                    <a:pt x="2764" y="121"/>
                    <a:pt x="2760" y="125"/>
                    <a:pt x="2760" y="131"/>
                  </a:cubicBezTo>
                  <a:cubicBezTo>
                    <a:pt x="2760" y="136"/>
                    <a:pt x="2764" y="141"/>
                    <a:pt x="2770" y="141"/>
                  </a:cubicBezTo>
                  <a:close/>
                  <a:moveTo>
                    <a:pt x="523" y="183"/>
                  </a:moveTo>
                  <a:cubicBezTo>
                    <a:pt x="530" y="183"/>
                    <a:pt x="535" y="177"/>
                    <a:pt x="535" y="170"/>
                  </a:cubicBezTo>
                  <a:cubicBezTo>
                    <a:pt x="535" y="163"/>
                    <a:pt x="530" y="158"/>
                    <a:pt x="523" y="158"/>
                  </a:cubicBezTo>
                  <a:cubicBezTo>
                    <a:pt x="516" y="158"/>
                    <a:pt x="510" y="163"/>
                    <a:pt x="510" y="170"/>
                  </a:cubicBezTo>
                  <a:cubicBezTo>
                    <a:pt x="510" y="177"/>
                    <a:pt x="516" y="183"/>
                    <a:pt x="523" y="183"/>
                  </a:cubicBezTo>
                  <a:close/>
                  <a:moveTo>
                    <a:pt x="602" y="183"/>
                  </a:moveTo>
                  <a:cubicBezTo>
                    <a:pt x="609" y="183"/>
                    <a:pt x="614" y="177"/>
                    <a:pt x="614" y="170"/>
                  </a:cubicBezTo>
                  <a:cubicBezTo>
                    <a:pt x="614" y="163"/>
                    <a:pt x="609" y="158"/>
                    <a:pt x="602" y="158"/>
                  </a:cubicBezTo>
                  <a:cubicBezTo>
                    <a:pt x="595" y="158"/>
                    <a:pt x="589" y="163"/>
                    <a:pt x="589" y="170"/>
                  </a:cubicBezTo>
                  <a:cubicBezTo>
                    <a:pt x="589" y="177"/>
                    <a:pt x="595" y="183"/>
                    <a:pt x="602" y="183"/>
                  </a:cubicBezTo>
                  <a:close/>
                  <a:moveTo>
                    <a:pt x="641" y="183"/>
                  </a:moveTo>
                  <a:cubicBezTo>
                    <a:pt x="648" y="183"/>
                    <a:pt x="654" y="177"/>
                    <a:pt x="654" y="170"/>
                  </a:cubicBezTo>
                  <a:cubicBezTo>
                    <a:pt x="654" y="163"/>
                    <a:pt x="648" y="158"/>
                    <a:pt x="641" y="158"/>
                  </a:cubicBezTo>
                  <a:cubicBezTo>
                    <a:pt x="634" y="158"/>
                    <a:pt x="628" y="163"/>
                    <a:pt x="628" y="170"/>
                  </a:cubicBezTo>
                  <a:cubicBezTo>
                    <a:pt x="628" y="177"/>
                    <a:pt x="634" y="183"/>
                    <a:pt x="641" y="183"/>
                  </a:cubicBezTo>
                  <a:close/>
                  <a:moveTo>
                    <a:pt x="680" y="183"/>
                  </a:moveTo>
                  <a:cubicBezTo>
                    <a:pt x="687" y="183"/>
                    <a:pt x="693" y="177"/>
                    <a:pt x="693" y="170"/>
                  </a:cubicBezTo>
                  <a:cubicBezTo>
                    <a:pt x="693" y="163"/>
                    <a:pt x="687" y="158"/>
                    <a:pt x="680" y="158"/>
                  </a:cubicBezTo>
                  <a:cubicBezTo>
                    <a:pt x="673" y="158"/>
                    <a:pt x="668" y="163"/>
                    <a:pt x="668" y="170"/>
                  </a:cubicBezTo>
                  <a:cubicBezTo>
                    <a:pt x="668" y="177"/>
                    <a:pt x="673" y="183"/>
                    <a:pt x="680" y="183"/>
                  </a:cubicBezTo>
                  <a:close/>
                  <a:moveTo>
                    <a:pt x="720" y="183"/>
                  </a:moveTo>
                  <a:cubicBezTo>
                    <a:pt x="727" y="183"/>
                    <a:pt x="733" y="177"/>
                    <a:pt x="733" y="170"/>
                  </a:cubicBezTo>
                  <a:cubicBezTo>
                    <a:pt x="733" y="163"/>
                    <a:pt x="727" y="158"/>
                    <a:pt x="720" y="158"/>
                  </a:cubicBezTo>
                  <a:cubicBezTo>
                    <a:pt x="713" y="158"/>
                    <a:pt x="707" y="163"/>
                    <a:pt x="707" y="170"/>
                  </a:cubicBezTo>
                  <a:cubicBezTo>
                    <a:pt x="707" y="177"/>
                    <a:pt x="713" y="183"/>
                    <a:pt x="720" y="183"/>
                  </a:cubicBezTo>
                  <a:close/>
                  <a:moveTo>
                    <a:pt x="799" y="183"/>
                  </a:moveTo>
                  <a:cubicBezTo>
                    <a:pt x="806" y="183"/>
                    <a:pt x="811" y="177"/>
                    <a:pt x="811" y="170"/>
                  </a:cubicBezTo>
                  <a:cubicBezTo>
                    <a:pt x="811" y="163"/>
                    <a:pt x="806" y="158"/>
                    <a:pt x="799" y="158"/>
                  </a:cubicBezTo>
                  <a:cubicBezTo>
                    <a:pt x="792" y="158"/>
                    <a:pt x="786" y="163"/>
                    <a:pt x="786" y="170"/>
                  </a:cubicBezTo>
                  <a:cubicBezTo>
                    <a:pt x="786" y="177"/>
                    <a:pt x="792" y="183"/>
                    <a:pt x="799" y="183"/>
                  </a:cubicBezTo>
                  <a:close/>
                  <a:moveTo>
                    <a:pt x="838" y="183"/>
                  </a:moveTo>
                  <a:cubicBezTo>
                    <a:pt x="845" y="183"/>
                    <a:pt x="851" y="177"/>
                    <a:pt x="851" y="170"/>
                  </a:cubicBezTo>
                  <a:cubicBezTo>
                    <a:pt x="851" y="163"/>
                    <a:pt x="845" y="158"/>
                    <a:pt x="838" y="158"/>
                  </a:cubicBezTo>
                  <a:cubicBezTo>
                    <a:pt x="831" y="158"/>
                    <a:pt x="825" y="163"/>
                    <a:pt x="825" y="170"/>
                  </a:cubicBezTo>
                  <a:cubicBezTo>
                    <a:pt x="825" y="177"/>
                    <a:pt x="831" y="183"/>
                    <a:pt x="838" y="183"/>
                  </a:cubicBezTo>
                  <a:close/>
                  <a:moveTo>
                    <a:pt x="890" y="170"/>
                  </a:moveTo>
                  <a:cubicBezTo>
                    <a:pt x="890" y="163"/>
                    <a:pt x="885" y="158"/>
                    <a:pt x="878" y="158"/>
                  </a:cubicBezTo>
                  <a:cubicBezTo>
                    <a:pt x="871" y="158"/>
                    <a:pt x="865" y="163"/>
                    <a:pt x="865" y="170"/>
                  </a:cubicBezTo>
                  <a:cubicBezTo>
                    <a:pt x="865" y="177"/>
                    <a:pt x="871" y="183"/>
                    <a:pt x="878" y="183"/>
                  </a:cubicBezTo>
                  <a:cubicBezTo>
                    <a:pt x="885" y="183"/>
                    <a:pt x="890" y="177"/>
                    <a:pt x="890" y="170"/>
                  </a:cubicBezTo>
                  <a:close/>
                  <a:moveTo>
                    <a:pt x="1114" y="183"/>
                  </a:moveTo>
                  <a:cubicBezTo>
                    <a:pt x="1121" y="183"/>
                    <a:pt x="1127" y="177"/>
                    <a:pt x="1127" y="170"/>
                  </a:cubicBezTo>
                  <a:cubicBezTo>
                    <a:pt x="1127" y="163"/>
                    <a:pt x="1121" y="158"/>
                    <a:pt x="1114" y="158"/>
                  </a:cubicBezTo>
                  <a:cubicBezTo>
                    <a:pt x="1107" y="158"/>
                    <a:pt x="1101" y="163"/>
                    <a:pt x="1101" y="170"/>
                  </a:cubicBezTo>
                  <a:cubicBezTo>
                    <a:pt x="1101" y="177"/>
                    <a:pt x="1107" y="183"/>
                    <a:pt x="1114" y="183"/>
                  </a:cubicBezTo>
                  <a:close/>
                  <a:moveTo>
                    <a:pt x="1153" y="183"/>
                  </a:moveTo>
                  <a:cubicBezTo>
                    <a:pt x="1161" y="183"/>
                    <a:pt x="1166" y="177"/>
                    <a:pt x="1166" y="170"/>
                  </a:cubicBezTo>
                  <a:cubicBezTo>
                    <a:pt x="1166" y="163"/>
                    <a:pt x="1161" y="158"/>
                    <a:pt x="1153" y="158"/>
                  </a:cubicBezTo>
                  <a:cubicBezTo>
                    <a:pt x="1146" y="158"/>
                    <a:pt x="1141" y="163"/>
                    <a:pt x="1141" y="170"/>
                  </a:cubicBezTo>
                  <a:cubicBezTo>
                    <a:pt x="1141" y="177"/>
                    <a:pt x="1146" y="183"/>
                    <a:pt x="1153" y="183"/>
                  </a:cubicBezTo>
                  <a:close/>
                  <a:moveTo>
                    <a:pt x="1193" y="183"/>
                  </a:moveTo>
                  <a:cubicBezTo>
                    <a:pt x="1200" y="183"/>
                    <a:pt x="1206" y="177"/>
                    <a:pt x="1206" y="170"/>
                  </a:cubicBezTo>
                  <a:cubicBezTo>
                    <a:pt x="1206" y="163"/>
                    <a:pt x="1200" y="158"/>
                    <a:pt x="1193" y="158"/>
                  </a:cubicBezTo>
                  <a:cubicBezTo>
                    <a:pt x="1186" y="158"/>
                    <a:pt x="1180" y="163"/>
                    <a:pt x="1180" y="170"/>
                  </a:cubicBezTo>
                  <a:cubicBezTo>
                    <a:pt x="1180" y="177"/>
                    <a:pt x="1186" y="183"/>
                    <a:pt x="1193" y="183"/>
                  </a:cubicBezTo>
                  <a:close/>
                  <a:moveTo>
                    <a:pt x="1232" y="183"/>
                  </a:moveTo>
                  <a:cubicBezTo>
                    <a:pt x="1239" y="183"/>
                    <a:pt x="1245" y="177"/>
                    <a:pt x="1245" y="170"/>
                  </a:cubicBezTo>
                  <a:cubicBezTo>
                    <a:pt x="1245" y="163"/>
                    <a:pt x="1239" y="158"/>
                    <a:pt x="1232" y="158"/>
                  </a:cubicBezTo>
                  <a:cubicBezTo>
                    <a:pt x="1225" y="158"/>
                    <a:pt x="1220" y="163"/>
                    <a:pt x="1220" y="170"/>
                  </a:cubicBezTo>
                  <a:cubicBezTo>
                    <a:pt x="1220" y="177"/>
                    <a:pt x="1225" y="183"/>
                    <a:pt x="1232" y="183"/>
                  </a:cubicBezTo>
                  <a:close/>
                  <a:moveTo>
                    <a:pt x="1272" y="183"/>
                  </a:moveTo>
                  <a:cubicBezTo>
                    <a:pt x="1279" y="183"/>
                    <a:pt x="1285" y="177"/>
                    <a:pt x="1285" y="170"/>
                  </a:cubicBezTo>
                  <a:cubicBezTo>
                    <a:pt x="1285" y="163"/>
                    <a:pt x="1279" y="158"/>
                    <a:pt x="1272" y="158"/>
                  </a:cubicBezTo>
                  <a:cubicBezTo>
                    <a:pt x="1265" y="158"/>
                    <a:pt x="1259" y="163"/>
                    <a:pt x="1259" y="170"/>
                  </a:cubicBezTo>
                  <a:cubicBezTo>
                    <a:pt x="1259" y="177"/>
                    <a:pt x="1265" y="183"/>
                    <a:pt x="1272" y="183"/>
                  </a:cubicBezTo>
                  <a:close/>
                  <a:moveTo>
                    <a:pt x="1311" y="183"/>
                  </a:moveTo>
                  <a:cubicBezTo>
                    <a:pt x="1318" y="183"/>
                    <a:pt x="1324" y="177"/>
                    <a:pt x="1324" y="170"/>
                  </a:cubicBezTo>
                  <a:cubicBezTo>
                    <a:pt x="1324" y="163"/>
                    <a:pt x="1318" y="158"/>
                    <a:pt x="1311" y="158"/>
                  </a:cubicBezTo>
                  <a:cubicBezTo>
                    <a:pt x="1304" y="158"/>
                    <a:pt x="1298" y="163"/>
                    <a:pt x="1298" y="170"/>
                  </a:cubicBezTo>
                  <a:cubicBezTo>
                    <a:pt x="1298" y="177"/>
                    <a:pt x="1304" y="183"/>
                    <a:pt x="1311" y="183"/>
                  </a:cubicBezTo>
                  <a:close/>
                  <a:moveTo>
                    <a:pt x="1351" y="183"/>
                  </a:moveTo>
                  <a:cubicBezTo>
                    <a:pt x="1358" y="183"/>
                    <a:pt x="1363" y="177"/>
                    <a:pt x="1363" y="170"/>
                  </a:cubicBezTo>
                  <a:cubicBezTo>
                    <a:pt x="1363" y="163"/>
                    <a:pt x="1358" y="158"/>
                    <a:pt x="1351" y="158"/>
                  </a:cubicBezTo>
                  <a:cubicBezTo>
                    <a:pt x="1344" y="158"/>
                    <a:pt x="1338" y="163"/>
                    <a:pt x="1338" y="170"/>
                  </a:cubicBezTo>
                  <a:cubicBezTo>
                    <a:pt x="1338" y="177"/>
                    <a:pt x="1344" y="183"/>
                    <a:pt x="1351" y="183"/>
                  </a:cubicBezTo>
                  <a:close/>
                  <a:moveTo>
                    <a:pt x="1390" y="183"/>
                  </a:moveTo>
                  <a:cubicBezTo>
                    <a:pt x="1397" y="183"/>
                    <a:pt x="1403" y="177"/>
                    <a:pt x="1403" y="170"/>
                  </a:cubicBezTo>
                  <a:cubicBezTo>
                    <a:pt x="1403" y="163"/>
                    <a:pt x="1397" y="158"/>
                    <a:pt x="1390" y="158"/>
                  </a:cubicBezTo>
                  <a:cubicBezTo>
                    <a:pt x="1383" y="158"/>
                    <a:pt x="1377" y="163"/>
                    <a:pt x="1377" y="170"/>
                  </a:cubicBezTo>
                  <a:cubicBezTo>
                    <a:pt x="1377" y="177"/>
                    <a:pt x="1383" y="183"/>
                    <a:pt x="1390" y="183"/>
                  </a:cubicBezTo>
                  <a:close/>
                  <a:moveTo>
                    <a:pt x="1429" y="183"/>
                  </a:moveTo>
                  <a:cubicBezTo>
                    <a:pt x="1437" y="183"/>
                    <a:pt x="1442" y="177"/>
                    <a:pt x="1442" y="170"/>
                  </a:cubicBezTo>
                  <a:cubicBezTo>
                    <a:pt x="1442" y="163"/>
                    <a:pt x="1437" y="158"/>
                    <a:pt x="1429" y="158"/>
                  </a:cubicBezTo>
                  <a:cubicBezTo>
                    <a:pt x="1422" y="158"/>
                    <a:pt x="1417" y="163"/>
                    <a:pt x="1417" y="170"/>
                  </a:cubicBezTo>
                  <a:cubicBezTo>
                    <a:pt x="1417" y="177"/>
                    <a:pt x="1422" y="183"/>
                    <a:pt x="1429" y="183"/>
                  </a:cubicBezTo>
                  <a:close/>
                  <a:moveTo>
                    <a:pt x="1469" y="183"/>
                  </a:moveTo>
                  <a:cubicBezTo>
                    <a:pt x="1476" y="183"/>
                    <a:pt x="1482" y="177"/>
                    <a:pt x="1482" y="170"/>
                  </a:cubicBezTo>
                  <a:cubicBezTo>
                    <a:pt x="1482" y="163"/>
                    <a:pt x="1476" y="158"/>
                    <a:pt x="1469" y="158"/>
                  </a:cubicBezTo>
                  <a:cubicBezTo>
                    <a:pt x="1462" y="158"/>
                    <a:pt x="1456" y="163"/>
                    <a:pt x="1456" y="170"/>
                  </a:cubicBezTo>
                  <a:cubicBezTo>
                    <a:pt x="1456" y="177"/>
                    <a:pt x="1462" y="183"/>
                    <a:pt x="1469" y="183"/>
                  </a:cubicBezTo>
                  <a:close/>
                  <a:moveTo>
                    <a:pt x="1508" y="158"/>
                  </a:moveTo>
                  <a:cubicBezTo>
                    <a:pt x="1501" y="158"/>
                    <a:pt x="1496" y="163"/>
                    <a:pt x="1496" y="170"/>
                  </a:cubicBezTo>
                  <a:cubicBezTo>
                    <a:pt x="1496" y="177"/>
                    <a:pt x="1501" y="183"/>
                    <a:pt x="1508" y="183"/>
                  </a:cubicBezTo>
                  <a:cubicBezTo>
                    <a:pt x="1515" y="183"/>
                    <a:pt x="1521" y="177"/>
                    <a:pt x="1521" y="170"/>
                  </a:cubicBezTo>
                  <a:cubicBezTo>
                    <a:pt x="1521" y="163"/>
                    <a:pt x="1515" y="158"/>
                    <a:pt x="1508" y="158"/>
                  </a:cubicBezTo>
                  <a:close/>
                  <a:moveTo>
                    <a:pt x="2297" y="183"/>
                  </a:moveTo>
                  <a:cubicBezTo>
                    <a:pt x="2304" y="183"/>
                    <a:pt x="2310" y="177"/>
                    <a:pt x="2310" y="170"/>
                  </a:cubicBezTo>
                  <a:cubicBezTo>
                    <a:pt x="2310" y="163"/>
                    <a:pt x="2304" y="158"/>
                    <a:pt x="2297" y="158"/>
                  </a:cubicBezTo>
                  <a:cubicBezTo>
                    <a:pt x="2290" y="158"/>
                    <a:pt x="2284" y="163"/>
                    <a:pt x="2284" y="170"/>
                  </a:cubicBezTo>
                  <a:cubicBezTo>
                    <a:pt x="2284" y="177"/>
                    <a:pt x="2290" y="183"/>
                    <a:pt x="2297" y="183"/>
                  </a:cubicBezTo>
                  <a:close/>
                  <a:moveTo>
                    <a:pt x="2612" y="183"/>
                  </a:moveTo>
                  <a:cubicBezTo>
                    <a:pt x="2619" y="183"/>
                    <a:pt x="2625" y="177"/>
                    <a:pt x="2625" y="170"/>
                  </a:cubicBezTo>
                  <a:cubicBezTo>
                    <a:pt x="2625" y="163"/>
                    <a:pt x="2619" y="158"/>
                    <a:pt x="2612" y="158"/>
                  </a:cubicBezTo>
                  <a:cubicBezTo>
                    <a:pt x="2605" y="158"/>
                    <a:pt x="2599" y="163"/>
                    <a:pt x="2599" y="170"/>
                  </a:cubicBezTo>
                  <a:cubicBezTo>
                    <a:pt x="2599" y="177"/>
                    <a:pt x="2605" y="183"/>
                    <a:pt x="2612" y="183"/>
                  </a:cubicBezTo>
                  <a:close/>
                  <a:moveTo>
                    <a:pt x="2652" y="158"/>
                  </a:moveTo>
                  <a:cubicBezTo>
                    <a:pt x="2645" y="158"/>
                    <a:pt x="2639" y="163"/>
                    <a:pt x="2639" y="170"/>
                  </a:cubicBezTo>
                  <a:cubicBezTo>
                    <a:pt x="2639" y="177"/>
                    <a:pt x="2645" y="183"/>
                    <a:pt x="2652" y="183"/>
                  </a:cubicBezTo>
                  <a:cubicBezTo>
                    <a:pt x="2659" y="183"/>
                    <a:pt x="2664" y="177"/>
                    <a:pt x="2664" y="170"/>
                  </a:cubicBezTo>
                  <a:cubicBezTo>
                    <a:pt x="2664" y="163"/>
                    <a:pt x="2659" y="158"/>
                    <a:pt x="2652" y="158"/>
                  </a:cubicBezTo>
                  <a:close/>
                  <a:moveTo>
                    <a:pt x="2691" y="183"/>
                  </a:moveTo>
                  <a:cubicBezTo>
                    <a:pt x="2698" y="183"/>
                    <a:pt x="2704" y="177"/>
                    <a:pt x="2704" y="170"/>
                  </a:cubicBezTo>
                  <a:cubicBezTo>
                    <a:pt x="2704" y="163"/>
                    <a:pt x="2698" y="158"/>
                    <a:pt x="2691" y="158"/>
                  </a:cubicBezTo>
                  <a:cubicBezTo>
                    <a:pt x="2684" y="158"/>
                    <a:pt x="2678" y="163"/>
                    <a:pt x="2678" y="170"/>
                  </a:cubicBezTo>
                  <a:cubicBezTo>
                    <a:pt x="2678" y="177"/>
                    <a:pt x="2684" y="183"/>
                    <a:pt x="2691" y="183"/>
                  </a:cubicBezTo>
                  <a:close/>
                  <a:moveTo>
                    <a:pt x="2730" y="183"/>
                  </a:moveTo>
                  <a:cubicBezTo>
                    <a:pt x="2738" y="183"/>
                    <a:pt x="2743" y="177"/>
                    <a:pt x="2743" y="170"/>
                  </a:cubicBezTo>
                  <a:cubicBezTo>
                    <a:pt x="2743" y="163"/>
                    <a:pt x="2738" y="158"/>
                    <a:pt x="2730" y="158"/>
                  </a:cubicBezTo>
                  <a:cubicBezTo>
                    <a:pt x="2723" y="158"/>
                    <a:pt x="2718" y="163"/>
                    <a:pt x="2718" y="170"/>
                  </a:cubicBezTo>
                  <a:cubicBezTo>
                    <a:pt x="2718" y="177"/>
                    <a:pt x="2723" y="183"/>
                    <a:pt x="2730" y="183"/>
                  </a:cubicBezTo>
                  <a:close/>
                  <a:moveTo>
                    <a:pt x="2770" y="183"/>
                  </a:moveTo>
                  <a:cubicBezTo>
                    <a:pt x="2777" y="183"/>
                    <a:pt x="2783" y="177"/>
                    <a:pt x="2783" y="170"/>
                  </a:cubicBezTo>
                  <a:cubicBezTo>
                    <a:pt x="2783" y="163"/>
                    <a:pt x="2777" y="158"/>
                    <a:pt x="2770" y="158"/>
                  </a:cubicBezTo>
                  <a:cubicBezTo>
                    <a:pt x="2763" y="158"/>
                    <a:pt x="2757" y="163"/>
                    <a:pt x="2757" y="170"/>
                  </a:cubicBezTo>
                  <a:cubicBezTo>
                    <a:pt x="2757" y="177"/>
                    <a:pt x="2763" y="183"/>
                    <a:pt x="2770" y="183"/>
                  </a:cubicBezTo>
                  <a:close/>
                  <a:moveTo>
                    <a:pt x="2809" y="183"/>
                  </a:moveTo>
                  <a:cubicBezTo>
                    <a:pt x="2816" y="183"/>
                    <a:pt x="2822" y="177"/>
                    <a:pt x="2822" y="170"/>
                  </a:cubicBezTo>
                  <a:cubicBezTo>
                    <a:pt x="2822" y="163"/>
                    <a:pt x="2816" y="158"/>
                    <a:pt x="2809" y="158"/>
                  </a:cubicBezTo>
                  <a:cubicBezTo>
                    <a:pt x="2802" y="158"/>
                    <a:pt x="2797" y="163"/>
                    <a:pt x="2797" y="170"/>
                  </a:cubicBezTo>
                  <a:cubicBezTo>
                    <a:pt x="2797" y="177"/>
                    <a:pt x="2802" y="183"/>
                    <a:pt x="2809" y="183"/>
                  </a:cubicBezTo>
                  <a:close/>
                  <a:moveTo>
                    <a:pt x="3125" y="183"/>
                  </a:moveTo>
                  <a:cubicBezTo>
                    <a:pt x="3132" y="183"/>
                    <a:pt x="3137" y="177"/>
                    <a:pt x="3137" y="170"/>
                  </a:cubicBezTo>
                  <a:cubicBezTo>
                    <a:pt x="3137" y="163"/>
                    <a:pt x="3132" y="158"/>
                    <a:pt x="3125" y="158"/>
                  </a:cubicBezTo>
                  <a:cubicBezTo>
                    <a:pt x="3118" y="158"/>
                    <a:pt x="3112" y="163"/>
                    <a:pt x="3112" y="170"/>
                  </a:cubicBezTo>
                  <a:cubicBezTo>
                    <a:pt x="3112" y="177"/>
                    <a:pt x="3118" y="183"/>
                    <a:pt x="3125" y="183"/>
                  </a:cubicBezTo>
                  <a:close/>
                  <a:moveTo>
                    <a:pt x="3204" y="183"/>
                  </a:moveTo>
                  <a:cubicBezTo>
                    <a:pt x="3211" y="183"/>
                    <a:pt x="3216" y="177"/>
                    <a:pt x="3216" y="170"/>
                  </a:cubicBezTo>
                  <a:cubicBezTo>
                    <a:pt x="3216" y="163"/>
                    <a:pt x="3211" y="158"/>
                    <a:pt x="3204" y="158"/>
                  </a:cubicBezTo>
                  <a:cubicBezTo>
                    <a:pt x="3197" y="158"/>
                    <a:pt x="3191" y="163"/>
                    <a:pt x="3191" y="170"/>
                  </a:cubicBezTo>
                  <a:cubicBezTo>
                    <a:pt x="3191" y="177"/>
                    <a:pt x="3197" y="183"/>
                    <a:pt x="3204" y="183"/>
                  </a:cubicBezTo>
                  <a:close/>
                  <a:moveTo>
                    <a:pt x="444" y="223"/>
                  </a:moveTo>
                  <a:cubicBezTo>
                    <a:pt x="451" y="223"/>
                    <a:pt x="457" y="217"/>
                    <a:pt x="457" y="210"/>
                  </a:cubicBezTo>
                  <a:cubicBezTo>
                    <a:pt x="457" y="203"/>
                    <a:pt x="451" y="197"/>
                    <a:pt x="444" y="197"/>
                  </a:cubicBezTo>
                  <a:cubicBezTo>
                    <a:pt x="437" y="197"/>
                    <a:pt x="431" y="203"/>
                    <a:pt x="431" y="210"/>
                  </a:cubicBezTo>
                  <a:cubicBezTo>
                    <a:pt x="431" y="217"/>
                    <a:pt x="437" y="223"/>
                    <a:pt x="444" y="223"/>
                  </a:cubicBezTo>
                  <a:close/>
                  <a:moveTo>
                    <a:pt x="483" y="223"/>
                  </a:moveTo>
                  <a:cubicBezTo>
                    <a:pt x="490" y="223"/>
                    <a:pt x="496" y="217"/>
                    <a:pt x="496" y="210"/>
                  </a:cubicBezTo>
                  <a:cubicBezTo>
                    <a:pt x="496" y="203"/>
                    <a:pt x="490" y="197"/>
                    <a:pt x="483" y="197"/>
                  </a:cubicBezTo>
                  <a:cubicBezTo>
                    <a:pt x="476" y="197"/>
                    <a:pt x="471" y="203"/>
                    <a:pt x="471" y="210"/>
                  </a:cubicBezTo>
                  <a:cubicBezTo>
                    <a:pt x="471" y="217"/>
                    <a:pt x="476" y="223"/>
                    <a:pt x="483" y="223"/>
                  </a:cubicBezTo>
                  <a:close/>
                  <a:moveTo>
                    <a:pt x="523" y="223"/>
                  </a:moveTo>
                  <a:cubicBezTo>
                    <a:pt x="530" y="223"/>
                    <a:pt x="535" y="217"/>
                    <a:pt x="535" y="210"/>
                  </a:cubicBezTo>
                  <a:cubicBezTo>
                    <a:pt x="535" y="203"/>
                    <a:pt x="530" y="197"/>
                    <a:pt x="523" y="197"/>
                  </a:cubicBezTo>
                  <a:cubicBezTo>
                    <a:pt x="516" y="197"/>
                    <a:pt x="510" y="203"/>
                    <a:pt x="510" y="210"/>
                  </a:cubicBezTo>
                  <a:cubicBezTo>
                    <a:pt x="510" y="217"/>
                    <a:pt x="516" y="223"/>
                    <a:pt x="523" y="223"/>
                  </a:cubicBezTo>
                  <a:close/>
                  <a:moveTo>
                    <a:pt x="602" y="223"/>
                  </a:moveTo>
                  <a:cubicBezTo>
                    <a:pt x="609" y="223"/>
                    <a:pt x="614" y="217"/>
                    <a:pt x="614" y="210"/>
                  </a:cubicBezTo>
                  <a:cubicBezTo>
                    <a:pt x="614" y="203"/>
                    <a:pt x="609" y="197"/>
                    <a:pt x="602" y="197"/>
                  </a:cubicBezTo>
                  <a:cubicBezTo>
                    <a:pt x="595" y="197"/>
                    <a:pt x="589" y="203"/>
                    <a:pt x="589" y="210"/>
                  </a:cubicBezTo>
                  <a:cubicBezTo>
                    <a:pt x="589" y="217"/>
                    <a:pt x="595" y="223"/>
                    <a:pt x="602" y="223"/>
                  </a:cubicBezTo>
                  <a:close/>
                  <a:moveTo>
                    <a:pt x="680" y="223"/>
                  </a:moveTo>
                  <a:cubicBezTo>
                    <a:pt x="687" y="223"/>
                    <a:pt x="693" y="217"/>
                    <a:pt x="693" y="210"/>
                  </a:cubicBezTo>
                  <a:cubicBezTo>
                    <a:pt x="693" y="203"/>
                    <a:pt x="687" y="197"/>
                    <a:pt x="680" y="197"/>
                  </a:cubicBezTo>
                  <a:cubicBezTo>
                    <a:pt x="673" y="197"/>
                    <a:pt x="668" y="203"/>
                    <a:pt x="668" y="210"/>
                  </a:cubicBezTo>
                  <a:cubicBezTo>
                    <a:pt x="668" y="217"/>
                    <a:pt x="673" y="223"/>
                    <a:pt x="680" y="223"/>
                  </a:cubicBezTo>
                  <a:close/>
                  <a:moveTo>
                    <a:pt x="747" y="210"/>
                  </a:moveTo>
                  <a:cubicBezTo>
                    <a:pt x="747" y="217"/>
                    <a:pt x="752" y="223"/>
                    <a:pt x="759" y="223"/>
                  </a:cubicBezTo>
                  <a:cubicBezTo>
                    <a:pt x="766" y="223"/>
                    <a:pt x="772" y="217"/>
                    <a:pt x="772" y="210"/>
                  </a:cubicBezTo>
                  <a:cubicBezTo>
                    <a:pt x="772" y="203"/>
                    <a:pt x="766" y="197"/>
                    <a:pt x="759" y="197"/>
                  </a:cubicBezTo>
                  <a:cubicBezTo>
                    <a:pt x="752" y="197"/>
                    <a:pt x="747" y="203"/>
                    <a:pt x="747" y="210"/>
                  </a:cubicBezTo>
                  <a:close/>
                  <a:moveTo>
                    <a:pt x="799" y="223"/>
                  </a:moveTo>
                  <a:cubicBezTo>
                    <a:pt x="806" y="223"/>
                    <a:pt x="811" y="217"/>
                    <a:pt x="811" y="210"/>
                  </a:cubicBezTo>
                  <a:cubicBezTo>
                    <a:pt x="811" y="203"/>
                    <a:pt x="806" y="197"/>
                    <a:pt x="799" y="197"/>
                  </a:cubicBezTo>
                  <a:cubicBezTo>
                    <a:pt x="792" y="197"/>
                    <a:pt x="786" y="203"/>
                    <a:pt x="786" y="210"/>
                  </a:cubicBezTo>
                  <a:cubicBezTo>
                    <a:pt x="786" y="217"/>
                    <a:pt x="792" y="223"/>
                    <a:pt x="799" y="223"/>
                  </a:cubicBezTo>
                  <a:close/>
                  <a:moveTo>
                    <a:pt x="838" y="223"/>
                  </a:moveTo>
                  <a:cubicBezTo>
                    <a:pt x="845" y="223"/>
                    <a:pt x="851" y="217"/>
                    <a:pt x="851" y="210"/>
                  </a:cubicBezTo>
                  <a:cubicBezTo>
                    <a:pt x="851" y="203"/>
                    <a:pt x="845" y="197"/>
                    <a:pt x="838" y="197"/>
                  </a:cubicBezTo>
                  <a:cubicBezTo>
                    <a:pt x="831" y="197"/>
                    <a:pt x="825" y="203"/>
                    <a:pt x="825" y="210"/>
                  </a:cubicBezTo>
                  <a:cubicBezTo>
                    <a:pt x="825" y="217"/>
                    <a:pt x="831" y="223"/>
                    <a:pt x="838" y="223"/>
                  </a:cubicBezTo>
                  <a:close/>
                  <a:moveTo>
                    <a:pt x="917" y="197"/>
                  </a:moveTo>
                  <a:cubicBezTo>
                    <a:pt x="910" y="197"/>
                    <a:pt x="904" y="203"/>
                    <a:pt x="904" y="210"/>
                  </a:cubicBezTo>
                  <a:cubicBezTo>
                    <a:pt x="904" y="217"/>
                    <a:pt x="910" y="222"/>
                    <a:pt x="917" y="222"/>
                  </a:cubicBezTo>
                  <a:cubicBezTo>
                    <a:pt x="924" y="222"/>
                    <a:pt x="930" y="217"/>
                    <a:pt x="930" y="210"/>
                  </a:cubicBezTo>
                  <a:cubicBezTo>
                    <a:pt x="930" y="203"/>
                    <a:pt x="924" y="197"/>
                    <a:pt x="917" y="197"/>
                  </a:cubicBezTo>
                  <a:close/>
                  <a:moveTo>
                    <a:pt x="1153" y="223"/>
                  </a:moveTo>
                  <a:cubicBezTo>
                    <a:pt x="1161" y="223"/>
                    <a:pt x="1166" y="217"/>
                    <a:pt x="1166" y="210"/>
                  </a:cubicBezTo>
                  <a:cubicBezTo>
                    <a:pt x="1166" y="203"/>
                    <a:pt x="1161" y="197"/>
                    <a:pt x="1153" y="197"/>
                  </a:cubicBezTo>
                  <a:cubicBezTo>
                    <a:pt x="1146" y="197"/>
                    <a:pt x="1141" y="203"/>
                    <a:pt x="1141" y="210"/>
                  </a:cubicBezTo>
                  <a:cubicBezTo>
                    <a:pt x="1141" y="217"/>
                    <a:pt x="1146" y="223"/>
                    <a:pt x="1153" y="223"/>
                  </a:cubicBezTo>
                  <a:close/>
                  <a:moveTo>
                    <a:pt x="1193" y="223"/>
                  </a:moveTo>
                  <a:cubicBezTo>
                    <a:pt x="1200" y="223"/>
                    <a:pt x="1206" y="217"/>
                    <a:pt x="1206" y="210"/>
                  </a:cubicBezTo>
                  <a:cubicBezTo>
                    <a:pt x="1206" y="203"/>
                    <a:pt x="1200" y="197"/>
                    <a:pt x="1193" y="197"/>
                  </a:cubicBezTo>
                  <a:cubicBezTo>
                    <a:pt x="1186" y="197"/>
                    <a:pt x="1180" y="203"/>
                    <a:pt x="1180" y="210"/>
                  </a:cubicBezTo>
                  <a:cubicBezTo>
                    <a:pt x="1180" y="217"/>
                    <a:pt x="1186" y="223"/>
                    <a:pt x="1193" y="223"/>
                  </a:cubicBezTo>
                  <a:close/>
                  <a:moveTo>
                    <a:pt x="1232" y="223"/>
                  </a:moveTo>
                  <a:cubicBezTo>
                    <a:pt x="1239" y="223"/>
                    <a:pt x="1245" y="217"/>
                    <a:pt x="1245" y="210"/>
                  </a:cubicBezTo>
                  <a:cubicBezTo>
                    <a:pt x="1245" y="203"/>
                    <a:pt x="1239" y="197"/>
                    <a:pt x="1232" y="197"/>
                  </a:cubicBezTo>
                  <a:cubicBezTo>
                    <a:pt x="1225" y="197"/>
                    <a:pt x="1220" y="203"/>
                    <a:pt x="1220" y="210"/>
                  </a:cubicBezTo>
                  <a:cubicBezTo>
                    <a:pt x="1220" y="217"/>
                    <a:pt x="1225" y="223"/>
                    <a:pt x="1232" y="223"/>
                  </a:cubicBezTo>
                  <a:close/>
                  <a:moveTo>
                    <a:pt x="1272" y="223"/>
                  </a:moveTo>
                  <a:cubicBezTo>
                    <a:pt x="1279" y="223"/>
                    <a:pt x="1285" y="217"/>
                    <a:pt x="1285" y="210"/>
                  </a:cubicBezTo>
                  <a:cubicBezTo>
                    <a:pt x="1285" y="203"/>
                    <a:pt x="1279" y="197"/>
                    <a:pt x="1272" y="197"/>
                  </a:cubicBezTo>
                  <a:cubicBezTo>
                    <a:pt x="1265" y="197"/>
                    <a:pt x="1259" y="203"/>
                    <a:pt x="1259" y="210"/>
                  </a:cubicBezTo>
                  <a:cubicBezTo>
                    <a:pt x="1259" y="217"/>
                    <a:pt x="1265" y="223"/>
                    <a:pt x="1272" y="223"/>
                  </a:cubicBezTo>
                  <a:close/>
                  <a:moveTo>
                    <a:pt x="1311" y="223"/>
                  </a:moveTo>
                  <a:cubicBezTo>
                    <a:pt x="1318" y="223"/>
                    <a:pt x="1324" y="217"/>
                    <a:pt x="1324" y="210"/>
                  </a:cubicBezTo>
                  <a:cubicBezTo>
                    <a:pt x="1324" y="203"/>
                    <a:pt x="1318" y="197"/>
                    <a:pt x="1311" y="197"/>
                  </a:cubicBezTo>
                  <a:cubicBezTo>
                    <a:pt x="1304" y="197"/>
                    <a:pt x="1298" y="203"/>
                    <a:pt x="1298" y="210"/>
                  </a:cubicBezTo>
                  <a:cubicBezTo>
                    <a:pt x="1298" y="217"/>
                    <a:pt x="1304" y="223"/>
                    <a:pt x="1311" y="223"/>
                  </a:cubicBezTo>
                  <a:close/>
                  <a:moveTo>
                    <a:pt x="1351" y="223"/>
                  </a:moveTo>
                  <a:cubicBezTo>
                    <a:pt x="1358" y="223"/>
                    <a:pt x="1363" y="217"/>
                    <a:pt x="1363" y="210"/>
                  </a:cubicBezTo>
                  <a:cubicBezTo>
                    <a:pt x="1363" y="203"/>
                    <a:pt x="1358" y="197"/>
                    <a:pt x="1351" y="197"/>
                  </a:cubicBezTo>
                  <a:cubicBezTo>
                    <a:pt x="1344" y="197"/>
                    <a:pt x="1338" y="203"/>
                    <a:pt x="1338" y="210"/>
                  </a:cubicBezTo>
                  <a:cubicBezTo>
                    <a:pt x="1338" y="217"/>
                    <a:pt x="1344" y="223"/>
                    <a:pt x="1351" y="223"/>
                  </a:cubicBezTo>
                  <a:close/>
                  <a:moveTo>
                    <a:pt x="1390" y="223"/>
                  </a:moveTo>
                  <a:cubicBezTo>
                    <a:pt x="1397" y="223"/>
                    <a:pt x="1403" y="217"/>
                    <a:pt x="1403" y="210"/>
                  </a:cubicBezTo>
                  <a:cubicBezTo>
                    <a:pt x="1403" y="203"/>
                    <a:pt x="1397" y="197"/>
                    <a:pt x="1390" y="197"/>
                  </a:cubicBezTo>
                  <a:cubicBezTo>
                    <a:pt x="1383" y="197"/>
                    <a:pt x="1377" y="203"/>
                    <a:pt x="1377" y="210"/>
                  </a:cubicBezTo>
                  <a:cubicBezTo>
                    <a:pt x="1377" y="217"/>
                    <a:pt x="1383" y="223"/>
                    <a:pt x="1390" y="223"/>
                  </a:cubicBezTo>
                  <a:close/>
                  <a:moveTo>
                    <a:pt x="1429" y="223"/>
                  </a:moveTo>
                  <a:cubicBezTo>
                    <a:pt x="1437" y="223"/>
                    <a:pt x="1442" y="217"/>
                    <a:pt x="1442" y="210"/>
                  </a:cubicBezTo>
                  <a:cubicBezTo>
                    <a:pt x="1442" y="203"/>
                    <a:pt x="1437" y="197"/>
                    <a:pt x="1429" y="197"/>
                  </a:cubicBezTo>
                  <a:cubicBezTo>
                    <a:pt x="1422" y="197"/>
                    <a:pt x="1417" y="203"/>
                    <a:pt x="1417" y="210"/>
                  </a:cubicBezTo>
                  <a:cubicBezTo>
                    <a:pt x="1417" y="217"/>
                    <a:pt x="1422" y="223"/>
                    <a:pt x="1429" y="223"/>
                  </a:cubicBezTo>
                  <a:close/>
                  <a:moveTo>
                    <a:pt x="2257" y="223"/>
                  </a:moveTo>
                  <a:cubicBezTo>
                    <a:pt x="2264" y="223"/>
                    <a:pt x="2270" y="217"/>
                    <a:pt x="2270" y="210"/>
                  </a:cubicBezTo>
                  <a:cubicBezTo>
                    <a:pt x="2270" y="203"/>
                    <a:pt x="2264" y="197"/>
                    <a:pt x="2257" y="197"/>
                  </a:cubicBezTo>
                  <a:cubicBezTo>
                    <a:pt x="2250" y="197"/>
                    <a:pt x="2245" y="203"/>
                    <a:pt x="2245" y="210"/>
                  </a:cubicBezTo>
                  <a:cubicBezTo>
                    <a:pt x="2245" y="217"/>
                    <a:pt x="2250" y="223"/>
                    <a:pt x="2257" y="223"/>
                  </a:cubicBezTo>
                  <a:close/>
                  <a:moveTo>
                    <a:pt x="2415" y="223"/>
                  </a:moveTo>
                  <a:cubicBezTo>
                    <a:pt x="2422" y="223"/>
                    <a:pt x="2428" y="217"/>
                    <a:pt x="2428" y="210"/>
                  </a:cubicBezTo>
                  <a:cubicBezTo>
                    <a:pt x="2428" y="203"/>
                    <a:pt x="2422" y="197"/>
                    <a:pt x="2415" y="197"/>
                  </a:cubicBezTo>
                  <a:cubicBezTo>
                    <a:pt x="2408" y="197"/>
                    <a:pt x="2402" y="203"/>
                    <a:pt x="2402" y="210"/>
                  </a:cubicBezTo>
                  <a:cubicBezTo>
                    <a:pt x="2402" y="217"/>
                    <a:pt x="2408" y="223"/>
                    <a:pt x="2415" y="223"/>
                  </a:cubicBezTo>
                  <a:close/>
                  <a:moveTo>
                    <a:pt x="2454" y="218"/>
                  </a:moveTo>
                  <a:cubicBezTo>
                    <a:pt x="2459" y="218"/>
                    <a:pt x="2462" y="214"/>
                    <a:pt x="2462" y="210"/>
                  </a:cubicBezTo>
                  <a:cubicBezTo>
                    <a:pt x="2462" y="205"/>
                    <a:pt x="2459" y="202"/>
                    <a:pt x="2454" y="202"/>
                  </a:cubicBezTo>
                  <a:cubicBezTo>
                    <a:pt x="2450" y="202"/>
                    <a:pt x="2447" y="205"/>
                    <a:pt x="2447" y="210"/>
                  </a:cubicBezTo>
                  <a:cubicBezTo>
                    <a:pt x="2447" y="214"/>
                    <a:pt x="2450" y="218"/>
                    <a:pt x="2454" y="218"/>
                  </a:cubicBezTo>
                  <a:close/>
                  <a:moveTo>
                    <a:pt x="2533" y="223"/>
                  </a:moveTo>
                  <a:cubicBezTo>
                    <a:pt x="2540" y="223"/>
                    <a:pt x="2546" y="217"/>
                    <a:pt x="2546" y="210"/>
                  </a:cubicBezTo>
                  <a:cubicBezTo>
                    <a:pt x="2546" y="203"/>
                    <a:pt x="2540" y="197"/>
                    <a:pt x="2533" y="197"/>
                  </a:cubicBezTo>
                  <a:cubicBezTo>
                    <a:pt x="2526" y="197"/>
                    <a:pt x="2521" y="203"/>
                    <a:pt x="2521" y="210"/>
                  </a:cubicBezTo>
                  <a:cubicBezTo>
                    <a:pt x="2521" y="217"/>
                    <a:pt x="2526" y="223"/>
                    <a:pt x="2533" y="223"/>
                  </a:cubicBezTo>
                  <a:close/>
                  <a:moveTo>
                    <a:pt x="2573" y="223"/>
                  </a:moveTo>
                  <a:cubicBezTo>
                    <a:pt x="2580" y="223"/>
                    <a:pt x="2586" y="217"/>
                    <a:pt x="2586" y="210"/>
                  </a:cubicBezTo>
                  <a:cubicBezTo>
                    <a:pt x="2586" y="203"/>
                    <a:pt x="2580" y="197"/>
                    <a:pt x="2573" y="197"/>
                  </a:cubicBezTo>
                  <a:cubicBezTo>
                    <a:pt x="2566" y="197"/>
                    <a:pt x="2560" y="203"/>
                    <a:pt x="2560" y="210"/>
                  </a:cubicBezTo>
                  <a:cubicBezTo>
                    <a:pt x="2560" y="217"/>
                    <a:pt x="2566" y="223"/>
                    <a:pt x="2573" y="223"/>
                  </a:cubicBezTo>
                  <a:close/>
                  <a:moveTo>
                    <a:pt x="2612" y="223"/>
                  </a:moveTo>
                  <a:cubicBezTo>
                    <a:pt x="2619" y="223"/>
                    <a:pt x="2625" y="217"/>
                    <a:pt x="2625" y="210"/>
                  </a:cubicBezTo>
                  <a:cubicBezTo>
                    <a:pt x="2625" y="203"/>
                    <a:pt x="2619" y="197"/>
                    <a:pt x="2612" y="197"/>
                  </a:cubicBezTo>
                  <a:cubicBezTo>
                    <a:pt x="2605" y="197"/>
                    <a:pt x="2599" y="203"/>
                    <a:pt x="2599" y="210"/>
                  </a:cubicBezTo>
                  <a:cubicBezTo>
                    <a:pt x="2599" y="217"/>
                    <a:pt x="2605" y="223"/>
                    <a:pt x="2612" y="223"/>
                  </a:cubicBezTo>
                  <a:close/>
                  <a:moveTo>
                    <a:pt x="2639" y="210"/>
                  </a:moveTo>
                  <a:cubicBezTo>
                    <a:pt x="2639" y="217"/>
                    <a:pt x="2645" y="223"/>
                    <a:pt x="2652" y="223"/>
                  </a:cubicBezTo>
                  <a:cubicBezTo>
                    <a:pt x="2659" y="223"/>
                    <a:pt x="2664" y="217"/>
                    <a:pt x="2664" y="210"/>
                  </a:cubicBezTo>
                  <a:cubicBezTo>
                    <a:pt x="2664" y="203"/>
                    <a:pt x="2659" y="197"/>
                    <a:pt x="2652" y="197"/>
                  </a:cubicBezTo>
                  <a:cubicBezTo>
                    <a:pt x="2645" y="197"/>
                    <a:pt x="2639" y="203"/>
                    <a:pt x="2639" y="210"/>
                  </a:cubicBezTo>
                  <a:close/>
                  <a:moveTo>
                    <a:pt x="2691" y="197"/>
                  </a:moveTo>
                  <a:cubicBezTo>
                    <a:pt x="2684" y="197"/>
                    <a:pt x="2678" y="203"/>
                    <a:pt x="2678" y="210"/>
                  </a:cubicBezTo>
                  <a:cubicBezTo>
                    <a:pt x="2678" y="217"/>
                    <a:pt x="2684" y="223"/>
                    <a:pt x="2691" y="223"/>
                  </a:cubicBezTo>
                  <a:cubicBezTo>
                    <a:pt x="2698" y="223"/>
                    <a:pt x="2704" y="217"/>
                    <a:pt x="2704" y="210"/>
                  </a:cubicBezTo>
                  <a:cubicBezTo>
                    <a:pt x="2704" y="203"/>
                    <a:pt x="2698" y="197"/>
                    <a:pt x="2691" y="197"/>
                  </a:cubicBezTo>
                  <a:close/>
                  <a:moveTo>
                    <a:pt x="2718" y="210"/>
                  </a:moveTo>
                  <a:cubicBezTo>
                    <a:pt x="2718" y="217"/>
                    <a:pt x="2723" y="223"/>
                    <a:pt x="2730" y="223"/>
                  </a:cubicBezTo>
                  <a:cubicBezTo>
                    <a:pt x="2738" y="223"/>
                    <a:pt x="2743" y="217"/>
                    <a:pt x="2743" y="210"/>
                  </a:cubicBezTo>
                  <a:cubicBezTo>
                    <a:pt x="2743" y="203"/>
                    <a:pt x="2738" y="197"/>
                    <a:pt x="2730" y="197"/>
                  </a:cubicBezTo>
                  <a:cubicBezTo>
                    <a:pt x="2723" y="197"/>
                    <a:pt x="2718" y="203"/>
                    <a:pt x="2718" y="210"/>
                  </a:cubicBezTo>
                  <a:close/>
                  <a:moveTo>
                    <a:pt x="2809" y="197"/>
                  </a:moveTo>
                  <a:cubicBezTo>
                    <a:pt x="2802" y="197"/>
                    <a:pt x="2797" y="203"/>
                    <a:pt x="2797" y="210"/>
                  </a:cubicBezTo>
                  <a:cubicBezTo>
                    <a:pt x="2797" y="217"/>
                    <a:pt x="2802" y="223"/>
                    <a:pt x="2809" y="223"/>
                  </a:cubicBezTo>
                  <a:cubicBezTo>
                    <a:pt x="2816" y="223"/>
                    <a:pt x="2822" y="217"/>
                    <a:pt x="2822" y="210"/>
                  </a:cubicBezTo>
                  <a:cubicBezTo>
                    <a:pt x="2822" y="203"/>
                    <a:pt x="2816" y="197"/>
                    <a:pt x="2809" y="197"/>
                  </a:cubicBezTo>
                  <a:close/>
                  <a:moveTo>
                    <a:pt x="2849" y="223"/>
                  </a:moveTo>
                  <a:cubicBezTo>
                    <a:pt x="2856" y="223"/>
                    <a:pt x="2861" y="217"/>
                    <a:pt x="2861" y="210"/>
                  </a:cubicBezTo>
                  <a:cubicBezTo>
                    <a:pt x="2861" y="203"/>
                    <a:pt x="2856" y="197"/>
                    <a:pt x="2849" y="197"/>
                  </a:cubicBezTo>
                  <a:cubicBezTo>
                    <a:pt x="2842" y="197"/>
                    <a:pt x="2836" y="203"/>
                    <a:pt x="2836" y="210"/>
                  </a:cubicBezTo>
                  <a:cubicBezTo>
                    <a:pt x="2836" y="217"/>
                    <a:pt x="2842" y="223"/>
                    <a:pt x="2849" y="223"/>
                  </a:cubicBezTo>
                  <a:close/>
                  <a:moveTo>
                    <a:pt x="2888" y="223"/>
                  </a:moveTo>
                  <a:cubicBezTo>
                    <a:pt x="2895" y="223"/>
                    <a:pt x="2901" y="217"/>
                    <a:pt x="2901" y="210"/>
                  </a:cubicBezTo>
                  <a:cubicBezTo>
                    <a:pt x="2901" y="203"/>
                    <a:pt x="2895" y="197"/>
                    <a:pt x="2888" y="197"/>
                  </a:cubicBezTo>
                  <a:cubicBezTo>
                    <a:pt x="2881" y="197"/>
                    <a:pt x="2875" y="203"/>
                    <a:pt x="2875" y="210"/>
                  </a:cubicBezTo>
                  <a:cubicBezTo>
                    <a:pt x="2875" y="217"/>
                    <a:pt x="2881" y="223"/>
                    <a:pt x="2888" y="223"/>
                  </a:cubicBezTo>
                  <a:close/>
                  <a:moveTo>
                    <a:pt x="2967" y="223"/>
                  </a:moveTo>
                  <a:cubicBezTo>
                    <a:pt x="2974" y="223"/>
                    <a:pt x="2980" y="217"/>
                    <a:pt x="2980" y="210"/>
                  </a:cubicBezTo>
                  <a:cubicBezTo>
                    <a:pt x="2980" y="203"/>
                    <a:pt x="2974" y="197"/>
                    <a:pt x="2967" y="197"/>
                  </a:cubicBezTo>
                  <a:cubicBezTo>
                    <a:pt x="2960" y="197"/>
                    <a:pt x="2954" y="203"/>
                    <a:pt x="2954" y="210"/>
                  </a:cubicBezTo>
                  <a:cubicBezTo>
                    <a:pt x="2954" y="217"/>
                    <a:pt x="2960" y="223"/>
                    <a:pt x="2967" y="223"/>
                  </a:cubicBezTo>
                  <a:close/>
                  <a:moveTo>
                    <a:pt x="523" y="262"/>
                  </a:moveTo>
                  <a:cubicBezTo>
                    <a:pt x="530" y="262"/>
                    <a:pt x="535" y="256"/>
                    <a:pt x="535" y="249"/>
                  </a:cubicBezTo>
                  <a:cubicBezTo>
                    <a:pt x="535" y="242"/>
                    <a:pt x="530" y="236"/>
                    <a:pt x="523" y="236"/>
                  </a:cubicBezTo>
                  <a:cubicBezTo>
                    <a:pt x="516" y="236"/>
                    <a:pt x="510" y="242"/>
                    <a:pt x="510" y="249"/>
                  </a:cubicBezTo>
                  <a:cubicBezTo>
                    <a:pt x="510" y="256"/>
                    <a:pt x="516" y="262"/>
                    <a:pt x="523" y="262"/>
                  </a:cubicBezTo>
                  <a:close/>
                  <a:moveTo>
                    <a:pt x="562" y="262"/>
                  </a:moveTo>
                  <a:cubicBezTo>
                    <a:pt x="569" y="262"/>
                    <a:pt x="575" y="256"/>
                    <a:pt x="575" y="249"/>
                  </a:cubicBezTo>
                  <a:cubicBezTo>
                    <a:pt x="575" y="242"/>
                    <a:pt x="569" y="236"/>
                    <a:pt x="562" y="236"/>
                  </a:cubicBezTo>
                  <a:cubicBezTo>
                    <a:pt x="555" y="236"/>
                    <a:pt x="549" y="242"/>
                    <a:pt x="549" y="249"/>
                  </a:cubicBezTo>
                  <a:cubicBezTo>
                    <a:pt x="549" y="256"/>
                    <a:pt x="555" y="262"/>
                    <a:pt x="562" y="262"/>
                  </a:cubicBezTo>
                  <a:close/>
                  <a:moveTo>
                    <a:pt x="602" y="262"/>
                  </a:moveTo>
                  <a:cubicBezTo>
                    <a:pt x="609" y="262"/>
                    <a:pt x="614" y="256"/>
                    <a:pt x="614" y="249"/>
                  </a:cubicBezTo>
                  <a:cubicBezTo>
                    <a:pt x="614" y="242"/>
                    <a:pt x="609" y="236"/>
                    <a:pt x="602" y="236"/>
                  </a:cubicBezTo>
                  <a:cubicBezTo>
                    <a:pt x="595" y="236"/>
                    <a:pt x="589" y="242"/>
                    <a:pt x="589" y="249"/>
                  </a:cubicBezTo>
                  <a:cubicBezTo>
                    <a:pt x="589" y="256"/>
                    <a:pt x="595" y="262"/>
                    <a:pt x="602" y="262"/>
                  </a:cubicBezTo>
                  <a:close/>
                  <a:moveTo>
                    <a:pt x="720" y="237"/>
                  </a:moveTo>
                  <a:cubicBezTo>
                    <a:pt x="713" y="237"/>
                    <a:pt x="707" y="242"/>
                    <a:pt x="707" y="249"/>
                  </a:cubicBezTo>
                  <a:cubicBezTo>
                    <a:pt x="707" y="256"/>
                    <a:pt x="713" y="262"/>
                    <a:pt x="720" y="262"/>
                  </a:cubicBezTo>
                  <a:cubicBezTo>
                    <a:pt x="727" y="262"/>
                    <a:pt x="733" y="256"/>
                    <a:pt x="733" y="249"/>
                  </a:cubicBezTo>
                  <a:cubicBezTo>
                    <a:pt x="733" y="242"/>
                    <a:pt x="727" y="237"/>
                    <a:pt x="720" y="237"/>
                  </a:cubicBezTo>
                  <a:close/>
                  <a:moveTo>
                    <a:pt x="803" y="249"/>
                  </a:moveTo>
                  <a:cubicBezTo>
                    <a:pt x="803" y="247"/>
                    <a:pt x="801" y="245"/>
                    <a:pt x="799" y="245"/>
                  </a:cubicBezTo>
                  <a:cubicBezTo>
                    <a:pt x="796" y="245"/>
                    <a:pt x="795" y="247"/>
                    <a:pt x="795" y="249"/>
                  </a:cubicBezTo>
                  <a:cubicBezTo>
                    <a:pt x="795" y="251"/>
                    <a:pt x="796" y="253"/>
                    <a:pt x="799" y="253"/>
                  </a:cubicBezTo>
                  <a:cubicBezTo>
                    <a:pt x="801" y="253"/>
                    <a:pt x="803" y="251"/>
                    <a:pt x="803" y="249"/>
                  </a:cubicBezTo>
                  <a:close/>
                  <a:moveTo>
                    <a:pt x="838" y="262"/>
                  </a:moveTo>
                  <a:cubicBezTo>
                    <a:pt x="845" y="262"/>
                    <a:pt x="851" y="256"/>
                    <a:pt x="851" y="249"/>
                  </a:cubicBezTo>
                  <a:cubicBezTo>
                    <a:pt x="851" y="242"/>
                    <a:pt x="845" y="236"/>
                    <a:pt x="838" y="236"/>
                  </a:cubicBezTo>
                  <a:cubicBezTo>
                    <a:pt x="831" y="236"/>
                    <a:pt x="825" y="242"/>
                    <a:pt x="825" y="249"/>
                  </a:cubicBezTo>
                  <a:cubicBezTo>
                    <a:pt x="825" y="256"/>
                    <a:pt x="831" y="262"/>
                    <a:pt x="838" y="262"/>
                  </a:cubicBezTo>
                  <a:close/>
                  <a:moveTo>
                    <a:pt x="878" y="262"/>
                  </a:moveTo>
                  <a:cubicBezTo>
                    <a:pt x="885" y="262"/>
                    <a:pt x="890" y="256"/>
                    <a:pt x="890" y="249"/>
                  </a:cubicBezTo>
                  <a:cubicBezTo>
                    <a:pt x="890" y="242"/>
                    <a:pt x="885" y="236"/>
                    <a:pt x="878" y="236"/>
                  </a:cubicBezTo>
                  <a:cubicBezTo>
                    <a:pt x="870" y="236"/>
                    <a:pt x="865" y="242"/>
                    <a:pt x="865" y="249"/>
                  </a:cubicBezTo>
                  <a:cubicBezTo>
                    <a:pt x="865" y="256"/>
                    <a:pt x="870" y="262"/>
                    <a:pt x="878" y="262"/>
                  </a:cubicBezTo>
                  <a:close/>
                  <a:moveTo>
                    <a:pt x="917" y="262"/>
                  </a:moveTo>
                  <a:cubicBezTo>
                    <a:pt x="924" y="262"/>
                    <a:pt x="930" y="256"/>
                    <a:pt x="930" y="249"/>
                  </a:cubicBezTo>
                  <a:cubicBezTo>
                    <a:pt x="930" y="242"/>
                    <a:pt x="924" y="236"/>
                    <a:pt x="917" y="236"/>
                  </a:cubicBezTo>
                  <a:cubicBezTo>
                    <a:pt x="910" y="236"/>
                    <a:pt x="904" y="242"/>
                    <a:pt x="904" y="249"/>
                  </a:cubicBezTo>
                  <a:cubicBezTo>
                    <a:pt x="904" y="256"/>
                    <a:pt x="910" y="262"/>
                    <a:pt x="917" y="262"/>
                  </a:cubicBezTo>
                  <a:close/>
                  <a:moveTo>
                    <a:pt x="956" y="237"/>
                  </a:moveTo>
                  <a:cubicBezTo>
                    <a:pt x="949" y="237"/>
                    <a:pt x="944" y="242"/>
                    <a:pt x="944" y="249"/>
                  </a:cubicBezTo>
                  <a:cubicBezTo>
                    <a:pt x="944" y="256"/>
                    <a:pt x="949" y="262"/>
                    <a:pt x="956" y="262"/>
                  </a:cubicBezTo>
                  <a:cubicBezTo>
                    <a:pt x="963" y="262"/>
                    <a:pt x="969" y="256"/>
                    <a:pt x="969" y="249"/>
                  </a:cubicBezTo>
                  <a:cubicBezTo>
                    <a:pt x="969" y="242"/>
                    <a:pt x="963" y="237"/>
                    <a:pt x="956" y="237"/>
                  </a:cubicBezTo>
                  <a:close/>
                  <a:moveTo>
                    <a:pt x="1193" y="262"/>
                  </a:moveTo>
                  <a:cubicBezTo>
                    <a:pt x="1200" y="262"/>
                    <a:pt x="1206" y="256"/>
                    <a:pt x="1206" y="249"/>
                  </a:cubicBezTo>
                  <a:cubicBezTo>
                    <a:pt x="1206" y="242"/>
                    <a:pt x="1200" y="236"/>
                    <a:pt x="1193" y="236"/>
                  </a:cubicBezTo>
                  <a:cubicBezTo>
                    <a:pt x="1186" y="236"/>
                    <a:pt x="1180" y="242"/>
                    <a:pt x="1180" y="249"/>
                  </a:cubicBezTo>
                  <a:cubicBezTo>
                    <a:pt x="1180" y="256"/>
                    <a:pt x="1186" y="262"/>
                    <a:pt x="1193" y="262"/>
                  </a:cubicBezTo>
                  <a:close/>
                  <a:moveTo>
                    <a:pt x="1232" y="262"/>
                  </a:moveTo>
                  <a:cubicBezTo>
                    <a:pt x="1239" y="262"/>
                    <a:pt x="1245" y="256"/>
                    <a:pt x="1245" y="249"/>
                  </a:cubicBezTo>
                  <a:cubicBezTo>
                    <a:pt x="1245" y="242"/>
                    <a:pt x="1239" y="236"/>
                    <a:pt x="1232" y="236"/>
                  </a:cubicBezTo>
                  <a:cubicBezTo>
                    <a:pt x="1225" y="236"/>
                    <a:pt x="1220" y="242"/>
                    <a:pt x="1220" y="249"/>
                  </a:cubicBezTo>
                  <a:cubicBezTo>
                    <a:pt x="1220" y="256"/>
                    <a:pt x="1225" y="262"/>
                    <a:pt x="1232" y="262"/>
                  </a:cubicBezTo>
                  <a:close/>
                  <a:moveTo>
                    <a:pt x="1272" y="262"/>
                  </a:moveTo>
                  <a:cubicBezTo>
                    <a:pt x="1279" y="262"/>
                    <a:pt x="1285" y="256"/>
                    <a:pt x="1285" y="249"/>
                  </a:cubicBezTo>
                  <a:cubicBezTo>
                    <a:pt x="1285" y="242"/>
                    <a:pt x="1279" y="236"/>
                    <a:pt x="1272" y="236"/>
                  </a:cubicBezTo>
                  <a:cubicBezTo>
                    <a:pt x="1265" y="236"/>
                    <a:pt x="1259" y="242"/>
                    <a:pt x="1259" y="249"/>
                  </a:cubicBezTo>
                  <a:cubicBezTo>
                    <a:pt x="1259" y="256"/>
                    <a:pt x="1265" y="262"/>
                    <a:pt x="1272" y="262"/>
                  </a:cubicBezTo>
                  <a:close/>
                  <a:moveTo>
                    <a:pt x="1311" y="262"/>
                  </a:moveTo>
                  <a:cubicBezTo>
                    <a:pt x="1318" y="262"/>
                    <a:pt x="1324" y="256"/>
                    <a:pt x="1324" y="249"/>
                  </a:cubicBezTo>
                  <a:cubicBezTo>
                    <a:pt x="1324" y="242"/>
                    <a:pt x="1318" y="236"/>
                    <a:pt x="1311" y="236"/>
                  </a:cubicBezTo>
                  <a:cubicBezTo>
                    <a:pt x="1304" y="236"/>
                    <a:pt x="1298" y="242"/>
                    <a:pt x="1298" y="249"/>
                  </a:cubicBezTo>
                  <a:cubicBezTo>
                    <a:pt x="1298" y="256"/>
                    <a:pt x="1304" y="262"/>
                    <a:pt x="1311" y="262"/>
                  </a:cubicBezTo>
                  <a:close/>
                  <a:moveTo>
                    <a:pt x="1351" y="262"/>
                  </a:moveTo>
                  <a:cubicBezTo>
                    <a:pt x="1358" y="262"/>
                    <a:pt x="1363" y="256"/>
                    <a:pt x="1363" y="249"/>
                  </a:cubicBezTo>
                  <a:cubicBezTo>
                    <a:pt x="1363" y="242"/>
                    <a:pt x="1358" y="236"/>
                    <a:pt x="1351" y="236"/>
                  </a:cubicBezTo>
                  <a:cubicBezTo>
                    <a:pt x="1344" y="236"/>
                    <a:pt x="1338" y="242"/>
                    <a:pt x="1338" y="249"/>
                  </a:cubicBezTo>
                  <a:cubicBezTo>
                    <a:pt x="1338" y="256"/>
                    <a:pt x="1344" y="262"/>
                    <a:pt x="1351" y="262"/>
                  </a:cubicBezTo>
                  <a:close/>
                  <a:moveTo>
                    <a:pt x="1390" y="262"/>
                  </a:moveTo>
                  <a:cubicBezTo>
                    <a:pt x="1397" y="262"/>
                    <a:pt x="1403" y="256"/>
                    <a:pt x="1403" y="249"/>
                  </a:cubicBezTo>
                  <a:cubicBezTo>
                    <a:pt x="1403" y="242"/>
                    <a:pt x="1397" y="236"/>
                    <a:pt x="1390" y="236"/>
                  </a:cubicBezTo>
                  <a:cubicBezTo>
                    <a:pt x="1383" y="236"/>
                    <a:pt x="1377" y="242"/>
                    <a:pt x="1377" y="249"/>
                  </a:cubicBezTo>
                  <a:cubicBezTo>
                    <a:pt x="1377" y="256"/>
                    <a:pt x="1383" y="262"/>
                    <a:pt x="1390" y="262"/>
                  </a:cubicBezTo>
                  <a:close/>
                  <a:moveTo>
                    <a:pt x="1429" y="262"/>
                  </a:moveTo>
                  <a:cubicBezTo>
                    <a:pt x="1437" y="262"/>
                    <a:pt x="1442" y="256"/>
                    <a:pt x="1442" y="249"/>
                  </a:cubicBezTo>
                  <a:cubicBezTo>
                    <a:pt x="1442" y="242"/>
                    <a:pt x="1437" y="236"/>
                    <a:pt x="1429" y="236"/>
                  </a:cubicBezTo>
                  <a:cubicBezTo>
                    <a:pt x="1422" y="236"/>
                    <a:pt x="1417" y="242"/>
                    <a:pt x="1417" y="249"/>
                  </a:cubicBezTo>
                  <a:cubicBezTo>
                    <a:pt x="1417" y="256"/>
                    <a:pt x="1422" y="262"/>
                    <a:pt x="1429" y="262"/>
                  </a:cubicBezTo>
                  <a:close/>
                  <a:moveTo>
                    <a:pt x="1469" y="236"/>
                  </a:moveTo>
                  <a:cubicBezTo>
                    <a:pt x="1462" y="236"/>
                    <a:pt x="1456" y="242"/>
                    <a:pt x="1456" y="249"/>
                  </a:cubicBezTo>
                  <a:cubicBezTo>
                    <a:pt x="1456" y="256"/>
                    <a:pt x="1462" y="262"/>
                    <a:pt x="1469" y="262"/>
                  </a:cubicBezTo>
                  <a:cubicBezTo>
                    <a:pt x="1476" y="262"/>
                    <a:pt x="1482" y="256"/>
                    <a:pt x="1482" y="249"/>
                  </a:cubicBezTo>
                  <a:cubicBezTo>
                    <a:pt x="1482" y="242"/>
                    <a:pt x="1476" y="236"/>
                    <a:pt x="1469" y="236"/>
                  </a:cubicBezTo>
                  <a:close/>
                  <a:moveTo>
                    <a:pt x="1981" y="262"/>
                  </a:moveTo>
                  <a:cubicBezTo>
                    <a:pt x="1988" y="262"/>
                    <a:pt x="1994" y="256"/>
                    <a:pt x="1994" y="249"/>
                  </a:cubicBezTo>
                  <a:cubicBezTo>
                    <a:pt x="1994" y="242"/>
                    <a:pt x="1988" y="237"/>
                    <a:pt x="1981" y="237"/>
                  </a:cubicBezTo>
                  <a:cubicBezTo>
                    <a:pt x="1974" y="237"/>
                    <a:pt x="1969" y="242"/>
                    <a:pt x="1969" y="249"/>
                  </a:cubicBezTo>
                  <a:cubicBezTo>
                    <a:pt x="1969" y="256"/>
                    <a:pt x="1974" y="262"/>
                    <a:pt x="1981" y="262"/>
                  </a:cubicBezTo>
                  <a:close/>
                  <a:moveTo>
                    <a:pt x="2257" y="262"/>
                  </a:moveTo>
                  <a:cubicBezTo>
                    <a:pt x="2264" y="262"/>
                    <a:pt x="2270" y="256"/>
                    <a:pt x="2270" y="249"/>
                  </a:cubicBezTo>
                  <a:cubicBezTo>
                    <a:pt x="2270" y="242"/>
                    <a:pt x="2264" y="236"/>
                    <a:pt x="2257" y="236"/>
                  </a:cubicBezTo>
                  <a:cubicBezTo>
                    <a:pt x="2250" y="236"/>
                    <a:pt x="2245" y="242"/>
                    <a:pt x="2245" y="249"/>
                  </a:cubicBezTo>
                  <a:cubicBezTo>
                    <a:pt x="2245" y="256"/>
                    <a:pt x="2250" y="262"/>
                    <a:pt x="2257" y="262"/>
                  </a:cubicBezTo>
                  <a:close/>
                  <a:moveTo>
                    <a:pt x="2376" y="262"/>
                  </a:moveTo>
                  <a:cubicBezTo>
                    <a:pt x="2383" y="262"/>
                    <a:pt x="2388" y="256"/>
                    <a:pt x="2388" y="249"/>
                  </a:cubicBezTo>
                  <a:cubicBezTo>
                    <a:pt x="2388" y="242"/>
                    <a:pt x="2383" y="236"/>
                    <a:pt x="2376" y="236"/>
                  </a:cubicBezTo>
                  <a:cubicBezTo>
                    <a:pt x="2369" y="236"/>
                    <a:pt x="2363" y="242"/>
                    <a:pt x="2363" y="249"/>
                  </a:cubicBezTo>
                  <a:cubicBezTo>
                    <a:pt x="2363" y="256"/>
                    <a:pt x="2369" y="262"/>
                    <a:pt x="2376" y="262"/>
                  </a:cubicBezTo>
                  <a:close/>
                  <a:moveTo>
                    <a:pt x="2415" y="262"/>
                  </a:moveTo>
                  <a:cubicBezTo>
                    <a:pt x="2422" y="262"/>
                    <a:pt x="2428" y="256"/>
                    <a:pt x="2428" y="249"/>
                  </a:cubicBezTo>
                  <a:cubicBezTo>
                    <a:pt x="2428" y="242"/>
                    <a:pt x="2422" y="236"/>
                    <a:pt x="2415" y="236"/>
                  </a:cubicBezTo>
                  <a:cubicBezTo>
                    <a:pt x="2408" y="236"/>
                    <a:pt x="2402" y="242"/>
                    <a:pt x="2402" y="249"/>
                  </a:cubicBezTo>
                  <a:cubicBezTo>
                    <a:pt x="2402" y="256"/>
                    <a:pt x="2408" y="262"/>
                    <a:pt x="2415" y="262"/>
                  </a:cubicBezTo>
                  <a:close/>
                  <a:moveTo>
                    <a:pt x="2454" y="262"/>
                  </a:moveTo>
                  <a:cubicBezTo>
                    <a:pt x="2462" y="262"/>
                    <a:pt x="2467" y="256"/>
                    <a:pt x="2467" y="249"/>
                  </a:cubicBezTo>
                  <a:cubicBezTo>
                    <a:pt x="2467" y="242"/>
                    <a:pt x="2462" y="236"/>
                    <a:pt x="2454" y="236"/>
                  </a:cubicBezTo>
                  <a:cubicBezTo>
                    <a:pt x="2447" y="236"/>
                    <a:pt x="2442" y="242"/>
                    <a:pt x="2442" y="249"/>
                  </a:cubicBezTo>
                  <a:cubicBezTo>
                    <a:pt x="2442" y="256"/>
                    <a:pt x="2447" y="262"/>
                    <a:pt x="2454" y="262"/>
                  </a:cubicBezTo>
                  <a:close/>
                  <a:moveTo>
                    <a:pt x="2494" y="262"/>
                  </a:moveTo>
                  <a:cubicBezTo>
                    <a:pt x="2501" y="262"/>
                    <a:pt x="2507" y="256"/>
                    <a:pt x="2507" y="249"/>
                  </a:cubicBezTo>
                  <a:cubicBezTo>
                    <a:pt x="2507" y="242"/>
                    <a:pt x="2501" y="236"/>
                    <a:pt x="2494" y="236"/>
                  </a:cubicBezTo>
                  <a:cubicBezTo>
                    <a:pt x="2487" y="236"/>
                    <a:pt x="2481" y="242"/>
                    <a:pt x="2481" y="249"/>
                  </a:cubicBezTo>
                  <a:cubicBezTo>
                    <a:pt x="2481" y="256"/>
                    <a:pt x="2487" y="262"/>
                    <a:pt x="2494" y="262"/>
                  </a:cubicBezTo>
                  <a:close/>
                  <a:moveTo>
                    <a:pt x="2533" y="262"/>
                  </a:moveTo>
                  <a:cubicBezTo>
                    <a:pt x="2540" y="262"/>
                    <a:pt x="2546" y="256"/>
                    <a:pt x="2546" y="249"/>
                  </a:cubicBezTo>
                  <a:cubicBezTo>
                    <a:pt x="2546" y="242"/>
                    <a:pt x="2540" y="236"/>
                    <a:pt x="2533" y="236"/>
                  </a:cubicBezTo>
                  <a:cubicBezTo>
                    <a:pt x="2526" y="236"/>
                    <a:pt x="2521" y="242"/>
                    <a:pt x="2521" y="249"/>
                  </a:cubicBezTo>
                  <a:cubicBezTo>
                    <a:pt x="2521" y="256"/>
                    <a:pt x="2526" y="262"/>
                    <a:pt x="2533" y="262"/>
                  </a:cubicBezTo>
                  <a:close/>
                  <a:moveTo>
                    <a:pt x="2573" y="262"/>
                  </a:moveTo>
                  <a:cubicBezTo>
                    <a:pt x="2580" y="262"/>
                    <a:pt x="2586" y="256"/>
                    <a:pt x="2586" y="249"/>
                  </a:cubicBezTo>
                  <a:cubicBezTo>
                    <a:pt x="2586" y="242"/>
                    <a:pt x="2580" y="236"/>
                    <a:pt x="2573" y="236"/>
                  </a:cubicBezTo>
                  <a:cubicBezTo>
                    <a:pt x="2566" y="236"/>
                    <a:pt x="2560" y="242"/>
                    <a:pt x="2560" y="249"/>
                  </a:cubicBezTo>
                  <a:cubicBezTo>
                    <a:pt x="2560" y="256"/>
                    <a:pt x="2566" y="262"/>
                    <a:pt x="2573" y="262"/>
                  </a:cubicBezTo>
                  <a:close/>
                  <a:moveTo>
                    <a:pt x="2612" y="262"/>
                  </a:moveTo>
                  <a:cubicBezTo>
                    <a:pt x="2619" y="262"/>
                    <a:pt x="2625" y="256"/>
                    <a:pt x="2625" y="249"/>
                  </a:cubicBezTo>
                  <a:cubicBezTo>
                    <a:pt x="2625" y="242"/>
                    <a:pt x="2619" y="236"/>
                    <a:pt x="2612" y="236"/>
                  </a:cubicBezTo>
                  <a:cubicBezTo>
                    <a:pt x="2605" y="236"/>
                    <a:pt x="2599" y="242"/>
                    <a:pt x="2599" y="249"/>
                  </a:cubicBezTo>
                  <a:cubicBezTo>
                    <a:pt x="2599" y="256"/>
                    <a:pt x="2605" y="262"/>
                    <a:pt x="2612" y="262"/>
                  </a:cubicBezTo>
                  <a:close/>
                  <a:moveTo>
                    <a:pt x="2652" y="262"/>
                  </a:moveTo>
                  <a:cubicBezTo>
                    <a:pt x="2659" y="262"/>
                    <a:pt x="2664" y="256"/>
                    <a:pt x="2664" y="249"/>
                  </a:cubicBezTo>
                  <a:cubicBezTo>
                    <a:pt x="2664" y="242"/>
                    <a:pt x="2659" y="236"/>
                    <a:pt x="2652" y="236"/>
                  </a:cubicBezTo>
                  <a:cubicBezTo>
                    <a:pt x="2645" y="236"/>
                    <a:pt x="2639" y="242"/>
                    <a:pt x="2639" y="249"/>
                  </a:cubicBezTo>
                  <a:cubicBezTo>
                    <a:pt x="2639" y="256"/>
                    <a:pt x="2645" y="262"/>
                    <a:pt x="2652" y="262"/>
                  </a:cubicBezTo>
                  <a:close/>
                  <a:moveTo>
                    <a:pt x="2691" y="262"/>
                  </a:moveTo>
                  <a:cubicBezTo>
                    <a:pt x="2698" y="262"/>
                    <a:pt x="2704" y="256"/>
                    <a:pt x="2704" y="249"/>
                  </a:cubicBezTo>
                  <a:cubicBezTo>
                    <a:pt x="2704" y="242"/>
                    <a:pt x="2698" y="236"/>
                    <a:pt x="2691" y="236"/>
                  </a:cubicBezTo>
                  <a:cubicBezTo>
                    <a:pt x="2684" y="236"/>
                    <a:pt x="2678" y="242"/>
                    <a:pt x="2678" y="249"/>
                  </a:cubicBezTo>
                  <a:cubicBezTo>
                    <a:pt x="2678" y="256"/>
                    <a:pt x="2684" y="262"/>
                    <a:pt x="2691" y="262"/>
                  </a:cubicBezTo>
                  <a:close/>
                  <a:moveTo>
                    <a:pt x="2730" y="262"/>
                  </a:moveTo>
                  <a:cubicBezTo>
                    <a:pt x="2738" y="262"/>
                    <a:pt x="2743" y="256"/>
                    <a:pt x="2743" y="249"/>
                  </a:cubicBezTo>
                  <a:cubicBezTo>
                    <a:pt x="2743" y="242"/>
                    <a:pt x="2738" y="236"/>
                    <a:pt x="2730" y="236"/>
                  </a:cubicBezTo>
                  <a:cubicBezTo>
                    <a:pt x="2723" y="236"/>
                    <a:pt x="2718" y="242"/>
                    <a:pt x="2718" y="249"/>
                  </a:cubicBezTo>
                  <a:cubicBezTo>
                    <a:pt x="2718" y="256"/>
                    <a:pt x="2723" y="262"/>
                    <a:pt x="2730" y="262"/>
                  </a:cubicBezTo>
                  <a:close/>
                  <a:moveTo>
                    <a:pt x="2770" y="262"/>
                  </a:moveTo>
                  <a:cubicBezTo>
                    <a:pt x="2777" y="262"/>
                    <a:pt x="2783" y="256"/>
                    <a:pt x="2783" y="249"/>
                  </a:cubicBezTo>
                  <a:cubicBezTo>
                    <a:pt x="2783" y="242"/>
                    <a:pt x="2777" y="236"/>
                    <a:pt x="2770" y="236"/>
                  </a:cubicBezTo>
                  <a:cubicBezTo>
                    <a:pt x="2763" y="236"/>
                    <a:pt x="2757" y="242"/>
                    <a:pt x="2757" y="249"/>
                  </a:cubicBezTo>
                  <a:cubicBezTo>
                    <a:pt x="2757" y="256"/>
                    <a:pt x="2763" y="262"/>
                    <a:pt x="2770" y="262"/>
                  </a:cubicBezTo>
                  <a:close/>
                  <a:moveTo>
                    <a:pt x="2770" y="223"/>
                  </a:moveTo>
                  <a:cubicBezTo>
                    <a:pt x="2777" y="223"/>
                    <a:pt x="2783" y="217"/>
                    <a:pt x="2783" y="210"/>
                  </a:cubicBezTo>
                  <a:cubicBezTo>
                    <a:pt x="2783" y="203"/>
                    <a:pt x="2777" y="197"/>
                    <a:pt x="2770" y="197"/>
                  </a:cubicBezTo>
                  <a:cubicBezTo>
                    <a:pt x="2763" y="197"/>
                    <a:pt x="2757" y="203"/>
                    <a:pt x="2757" y="210"/>
                  </a:cubicBezTo>
                  <a:cubicBezTo>
                    <a:pt x="2757" y="217"/>
                    <a:pt x="2763" y="223"/>
                    <a:pt x="2770" y="223"/>
                  </a:cubicBezTo>
                  <a:close/>
                  <a:moveTo>
                    <a:pt x="2809" y="262"/>
                  </a:moveTo>
                  <a:cubicBezTo>
                    <a:pt x="2816" y="262"/>
                    <a:pt x="2822" y="256"/>
                    <a:pt x="2822" y="249"/>
                  </a:cubicBezTo>
                  <a:cubicBezTo>
                    <a:pt x="2822" y="242"/>
                    <a:pt x="2816" y="236"/>
                    <a:pt x="2809" y="236"/>
                  </a:cubicBezTo>
                  <a:cubicBezTo>
                    <a:pt x="2802" y="236"/>
                    <a:pt x="2797" y="242"/>
                    <a:pt x="2797" y="249"/>
                  </a:cubicBezTo>
                  <a:cubicBezTo>
                    <a:pt x="2797" y="256"/>
                    <a:pt x="2802" y="262"/>
                    <a:pt x="2809" y="262"/>
                  </a:cubicBezTo>
                  <a:close/>
                  <a:moveTo>
                    <a:pt x="2849" y="262"/>
                  </a:moveTo>
                  <a:cubicBezTo>
                    <a:pt x="2856" y="262"/>
                    <a:pt x="2861" y="256"/>
                    <a:pt x="2861" y="249"/>
                  </a:cubicBezTo>
                  <a:cubicBezTo>
                    <a:pt x="2861" y="242"/>
                    <a:pt x="2856" y="236"/>
                    <a:pt x="2849" y="236"/>
                  </a:cubicBezTo>
                  <a:cubicBezTo>
                    <a:pt x="2842" y="236"/>
                    <a:pt x="2836" y="242"/>
                    <a:pt x="2836" y="249"/>
                  </a:cubicBezTo>
                  <a:cubicBezTo>
                    <a:pt x="2836" y="256"/>
                    <a:pt x="2842" y="262"/>
                    <a:pt x="2849" y="262"/>
                  </a:cubicBezTo>
                  <a:close/>
                  <a:moveTo>
                    <a:pt x="2888" y="262"/>
                  </a:moveTo>
                  <a:cubicBezTo>
                    <a:pt x="2895" y="262"/>
                    <a:pt x="2901" y="256"/>
                    <a:pt x="2901" y="249"/>
                  </a:cubicBezTo>
                  <a:cubicBezTo>
                    <a:pt x="2901" y="242"/>
                    <a:pt x="2895" y="236"/>
                    <a:pt x="2888" y="236"/>
                  </a:cubicBezTo>
                  <a:cubicBezTo>
                    <a:pt x="2881" y="236"/>
                    <a:pt x="2875" y="242"/>
                    <a:pt x="2875" y="249"/>
                  </a:cubicBezTo>
                  <a:cubicBezTo>
                    <a:pt x="2875" y="256"/>
                    <a:pt x="2881" y="262"/>
                    <a:pt x="2888" y="262"/>
                  </a:cubicBezTo>
                  <a:close/>
                  <a:moveTo>
                    <a:pt x="2928" y="262"/>
                  </a:moveTo>
                  <a:cubicBezTo>
                    <a:pt x="2935" y="262"/>
                    <a:pt x="2940" y="256"/>
                    <a:pt x="2940" y="249"/>
                  </a:cubicBezTo>
                  <a:cubicBezTo>
                    <a:pt x="2940" y="242"/>
                    <a:pt x="2935" y="236"/>
                    <a:pt x="2928" y="236"/>
                  </a:cubicBezTo>
                  <a:cubicBezTo>
                    <a:pt x="2921" y="236"/>
                    <a:pt x="2915" y="242"/>
                    <a:pt x="2915" y="249"/>
                  </a:cubicBezTo>
                  <a:cubicBezTo>
                    <a:pt x="2915" y="256"/>
                    <a:pt x="2921" y="262"/>
                    <a:pt x="2928" y="262"/>
                  </a:cubicBezTo>
                  <a:close/>
                  <a:moveTo>
                    <a:pt x="2967" y="262"/>
                  </a:moveTo>
                  <a:cubicBezTo>
                    <a:pt x="2974" y="262"/>
                    <a:pt x="2980" y="256"/>
                    <a:pt x="2980" y="249"/>
                  </a:cubicBezTo>
                  <a:cubicBezTo>
                    <a:pt x="2980" y="242"/>
                    <a:pt x="2974" y="236"/>
                    <a:pt x="2967" y="236"/>
                  </a:cubicBezTo>
                  <a:cubicBezTo>
                    <a:pt x="2960" y="236"/>
                    <a:pt x="2954" y="242"/>
                    <a:pt x="2954" y="249"/>
                  </a:cubicBezTo>
                  <a:cubicBezTo>
                    <a:pt x="2954" y="256"/>
                    <a:pt x="2960" y="262"/>
                    <a:pt x="2967" y="262"/>
                  </a:cubicBezTo>
                  <a:close/>
                  <a:moveTo>
                    <a:pt x="3006" y="262"/>
                  </a:moveTo>
                  <a:cubicBezTo>
                    <a:pt x="3013" y="262"/>
                    <a:pt x="3019" y="256"/>
                    <a:pt x="3019" y="249"/>
                  </a:cubicBezTo>
                  <a:cubicBezTo>
                    <a:pt x="3019" y="242"/>
                    <a:pt x="3013" y="236"/>
                    <a:pt x="3006" y="236"/>
                  </a:cubicBezTo>
                  <a:cubicBezTo>
                    <a:pt x="2999" y="236"/>
                    <a:pt x="2994" y="242"/>
                    <a:pt x="2994" y="249"/>
                  </a:cubicBezTo>
                  <a:cubicBezTo>
                    <a:pt x="2994" y="256"/>
                    <a:pt x="2999" y="262"/>
                    <a:pt x="3006" y="262"/>
                  </a:cubicBezTo>
                  <a:close/>
                  <a:moveTo>
                    <a:pt x="3046" y="262"/>
                  </a:moveTo>
                  <a:cubicBezTo>
                    <a:pt x="3053" y="262"/>
                    <a:pt x="3059" y="256"/>
                    <a:pt x="3059" y="249"/>
                  </a:cubicBezTo>
                  <a:cubicBezTo>
                    <a:pt x="3059" y="242"/>
                    <a:pt x="3053" y="237"/>
                    <a:pt x="3046" y="237"/>
                  </a:cubicBezTo>
                  <a:cubicBezTo>
                    <a:pt x="3039" y="237"/>
                    <a:pt x="3033" y="242"/>
                    <a:pt x="3033" y="249"/>
                  </a:cubicBezTo>
                  <a:cubicBezTo>
                    <a:pt x="3033" y="256"/>
                    <a:pt x="3039" y="262"/>
                    <a:pt x="3046" y="262"/>
                  </a:cubicBezTo>
                  <a:close/>
                  <a:moveTo>
                    <a:pt x="3085" y="262"/>
                  </a:moveTo>
                  <a:cubicBezTo>
                    <a:pt x="3092" y="262"/>
                    <a:pt x="3098" y="256"/>
                    <a:pt x="3098" y="249"/>
                  </a:cubicBezTo>
                  <a:cubicBezTo>
                    <a:pt x="3098" y="242"/>
                    <a:pt x="3092" y="236"/>
                    <a:pt x="3085" y="236"/>
                  </a:cubicBezTo>
                  <a:cubicBezTo>
                    <a:pt x="3078" y="236"/>
                    <a:pt x="3073" y="242"/>
                    <a:pt x="3073" y="249"/>
                  </a:cubicBezTo>
                  <a:cubicBezTo>
                    <a:pt x="3073" y="256"/>
                    <a:pt x="3078" y="262"/>
                    <a:pt x="3085" y="262"/>
                  </a:cubicBezTo>
                  <a:close/>
                  <a:moveTo>
                    <a:pt x="3125" y="262"/>
                  </a:moveTo>
                  <a:cubicBezTo>
                    <a:pt x="3132" y="262"/>
                    <a:pt x="3137" y="256"/>
                    <a:pt x="3137" y="249"/>
                  </a:cubicBezTo>
                  <a:cubicBezTo>
                    <a:pt x="3137" y="242"/>
                    <a:pt x="3132" y="236"/>
                    <a:pt x="3125" y="236"/>
                  </a:cubicBezTo>
                  <a:cubicBezTo>
                    <a:pt x="3118" y="236"/>
                    <a:pt x="3112" y="242"/>
                    <a:pt x="3112" y="249"/>
                  </a:cubicBezTo>
                  <a:cubicBezTo>
                    <a:pt x="3112" y="256"/>
                    <a:pt x="3118" y="262"/>
                    <a:pt x="3125" y="262"/>
                  </a:cubicBezTo>
                  <a:close/>
                  <a:moveTo>
                    <a:pt x="3164" y="262"/>
                  </a:moveTo>
                  <a:cubicBezTo>
                    <a:pt x="3171" y="262"/>
                    <a:pt x="3177" y="256"/>
                    <a:pt x="3177" y="249"/>
                  </a:cubicBezTo>
                  <a:cubicBezTo>
                    <a:pt x="3177" y="242"/>
                    <a:pt x="3171" y="236"/>
                    <a:pt x="3164" y="236"/>
                  </a:cubicBezTo>
                  <a:cubicBezTo>
                    <a:pt x="3157" y="236"/>
                    <a:pt x="3151" y="242"/>
                    <a:pt x="3151" y="249"/>
                  </a:cubicBezTo>
                  <a:cubicBezTo>
                    <a:pt x="3151" y="256"/>
                    <a:pt x="3157" y="262"/>
                    <a:pt x="3164" y="262"/>
                  </a:cubicBezTo>
                  <a:close/>
                  <a:moveTo>
                    <a:pt x="3204" y="262"/>
                  </a:moveTo>
                  <a:cubicBezTo>
                    <a:pt x="3211" y="262"/>
                    <a:pt x="3216" y="256"/>
                    <a:pt x="3216" y="249"/>
                  </a:cubicBezTo>
                  <a:cubicBezTo>
                    <a:pt x="3216" y="242"/>
                    <a:pt x="3211" y="236"/>
                    <a:pt x="3204" y="236"/>
                  </a:cubicBezTo>
                  <a:cubicBezTo>
                    <a:pt x="3197" y="236"/>
                    <a:pt x="3191" y="242"/>
                    <a:pt x="3191" y="249"/>
                  </a:cubicBezTo>
                  <a:cubicBezTo>
                    <a:pt x="3191" y="256"/>
                    <a:pt x="3197" y="262"/>
                    <a:pt x="3204" y="262"/>
                  </a:cubicBezTo>
                  <a:close/>
                  <a:moveTo>
                    <a:pt x="3282" y="262"/>
                  </a:moveTo>
                  <a:cubicBezTo>
                    <a:pt x="3289" y="262"/>
                    <a:pt x="3295" y="256"/>
                    <a:pt x="3295" y="249"/>
                  </a:cubicBezTo>
                  <a:cubicBezTo>
                    <a:pt x="3295" y="242"/>
                    <a:pt x="3289" y="236"/>
                    <a:pt x="3282" y="236"/>
                  </a:cubicBezTo>
                  <a:cubicBezTo>
                    <a:pt x="3275" y="236"/>
                    <a:pt x="3270" y="242"/>
                    <a:pt x="3270" y="249"/>
                  </a:cubicBezTo>
                  <a:cubicBezTo>
                    <a:pt x="3270" y="256"/>
                    <a:pt x="3275" y="262"/>
                    <a:pt x="3282" y="262"/>
                  </a:cubicBezTo>
                  <a:close/>
                  <a:moveTo>
                    <a:pt x="3519" y="262"/>
                  </a:moveTo>
                  <a:cubicBezTo>
                    <a:pt x="3526" y="262"/>
                    <a:pt x="3532" y="256"/>
                    <a:pt x="3532" y="249"/>
                  </a:cubicBezTo>
                  <a:cubicBezTo>
                    <a:pt x="3532" y="242"/>
                    <a:pt x="3526" y="236"/>
                    <a:pt x="3519" y="236"/>
                  </a:cubicBezTo>
                  <a:cubicBezTo>
                    <a:pt x="3512" y="236"/>
                    <a:pt x="3506" y="242"/>
                    <a:pt x="3506" y="249"/>
                  </a:cubicBezTo>
                  <a:cubicBezTo>
                    <a:pt x="3506" y="256"/>
                    <a:pt x="3512" y="262"/>
                    <a:pt x="3519" y="262"/>
                  </a:cubicBezTo>
                  <a:close/>
                  <a:moveTo>
                    <a:pt x="10" y="278"/>
                  </a:moveTo>
                  <a:cubicBezTo>
                    <a:pt x="4" y="278"/>
                    <a:pt x="0" y="283"/>
                    <a:pt x="0" y="289"/>
                  </a:cubicBezTo>
                  <a:cubicBezTo>
                    <a:pt x="0" y="295"/>
                    <a:pt x="4" y="299"/>
                    <a:pt x="10" y="299"/>
                  </a:cubicBezTo>
                  <a:cubicBezTo>
                    <a:pt x="16" y="299"/>
                    <a:pt x="21" y="295"/>
                    <a:pt x="21" y="289"/>
                  </a:cubicBezTo>
                  <a:cubicBezTo>
                    <a:pt x="21" y="283"/>
                    <a:pt x="16" y="278"/>
                    <a:pt x="10" y="278"/>
                  </a:cubicBezTo>
                  <a:close/>
                  <a:moveTo>
                    <a:pt x="50" y="301"/>
                  </a:moveTo>
                  <a:cubicBezTo>
                    <a:pt x="57" y="301"/>
                    <a:pt x="62" y="296"/>
                    <a:pt x="62" y="289"/>
                  </a:cubicBezTo>
                  <a:cubicBezTo>
                    <a:pt x="62" y="282"/>
                    <a:pt x="57" y="276"/>
                    <a:pt x="50" y="276"/>
                  </a:cubicBezTo>
                  <a:cubicBezTo>
                    <a:pt x="43" y="276"/>
                    <a:pt x="37" y="282"/>
                    <a:pt x="37" y="289"/>
                  </a:cubicBezTo>
                  <a:cubicBezTo>
                    <a:pt x="37" y="296"/>
                    <a:pt x="43" y="301"/>
                    <a:pt x="50" y="301"/>
                  </a:cubicBezTo>
                  <a:close/>
                  <a:moveTo>
                    <a:pt x="89" y="301"/>
                  </a:moveTo>
                  <a:cubicBezTo>
                    <a:pt x="96" y="301"/>
                    <a:pt x="102" y="296"/>
                    <a:pt x="102" y="289"/>
                  </a:cubicBezTo>
                  <a:cubicBezTo>
                    <a:pt x="102" y="282"/>
                    <a:pt x="96" y="276"/>
                    <a:pt x="89" y="276"/>
                  </a:cubicBezTo>
                  <a:cubicBezTo>
                    <a:pt x="82" y="276"/>
                    <a:pt x="76" y="282"/>
                    <a:pt x="76" y="289"/>
                  </a:cubicBezTo>
                  <a:cubicBezTo>
                    <a:pt x="76" y="296"/>
                    <a:pt x="82" y="301"/>
                    <a:pt x="89" y="301"/>
                  </a:cubicBezTo>
                  <a:close/>
                  <a:moveTo>
                    <a:pt x="128" y="301"/>
                  </a:moveTo>
                  <a:cubicBezTo>
                    <a:pt x="136" y="301"/>
                    <a:pt x="141" y="296"/>
                    <a:pt x="141" y="289"/>
                  </a:cubicBezTo>
                  <a:cubicBezTo>
                    <a:pt x="141" y="282"/>
                    <a:pt x="136" y="276"/>
                    <a:pt x="128" y="276"/>
                  </a:cubicBezTo>
                  <a:cubicBezTo>
                    <a:pt x="121" y="276"/>
                    <a:pt x="116" y="282"/>
                    <a:pt x="116" y="289"/>
                  </a:cubicBezTo>
                  <a:cubicBezTo>
                    <a:pt x="116" y="296"/>
                    <a:pt x="121" y="301"/>
                    <a:pt x="128" y="301"/>
                  </a:cubicBezTo>
                  <a:close/>
                  <a:moveTo>
                    <a:pt x="168" y="301"/>
                  </a:moveTo>
                  <a:cubicBezTo>
                    <a:pt x="175" y="301"/>
                    <a:pt x="181" y="296"/>
                    <a:pt x="181" y="289"/>
                  </a:cubicBezTo>
                  <a:cubicBezTo>
                    <a:pt x="181" y="282"/>
                    <a:pt x="175" y="276"/>
                    <a:pt x="168" y="276"/>
                  </a:cubicBezTo>
                  <a:cubicBezTo>
                    <a:pt x="161" y="276"/>
                    <a:pt x="155" y="282"/>
                    <a:pt x="155" y="289"/>
                  </a:cubicBezTo>
                  <a:cubicBezTo>
                    <a:pt x="155" y="296"/>
                    <a:pt x="161" y="301"/>
                    <a:pt x="168" y="301"/>
                  </a:cubicBezTo>
                  <a:close/>
                  <a:moveTo>
                    <a:pt x="207" y="301"/>
                  </a:moveTo>
                  <a:cubicBezTo>
                    <a:pt x="214" y="301"/>
                    <a:pt x="220" y="296"/>
                    <a:pt x="220" y="289"/>
                  </a:cubicBezTo>
                  <a:cubicBezTo>
                    <a:pt x="220" y="282"/>
                    <a:pt x="214" y="276"/>
                    <a:pt x="207" y="276"/>
                  </a:cubicBezTo>
                  <a:cubicBezTo>
                    <a:pt x="200" y="276"/>
                    <a:pt x="195" y="282"/>
                    <a:pt x="195" y="289"/>
                  </a:cubicBezTo>
                  <a:cubicBezTo>
                    <a:pt x="195" y="296"/>
                    <a:pt x="200" y="301"/>
                    <a:pt x="207" y="301"/>
                  </a:cubicBezTo>
                  <a:close/>
                  <a:moveTo>
                    <a:pt x="247" y="301"/>
                  </a:moveTo>
                  <a:cubicBezTo>
                    <a:pt x="254" y="301"/>
                    <a:pt x="259" y="296"/>
                    <a:pt x="259" y="289"/>
                  </a:cubicBezTo>
                  <a:cubicBezTo>
                    <a:pt x="259" y="282"/>
                    <a:pt x="254" y="276"/>
                    <a:pt x="247" y="276"/>
                  </a:cubicBezTo>
                  <a:cubicBezTo>
                    <a:pt x="240" y="276"/>
                    <a:pt x="234" y="282"/>
                    <a:pt x="234" y="289"/>
                  </a:cubicBezTo>
                  <a:cubicBezTo>
                    <a:pt x="234" y="296"/>
                    <a:pt x="240" y="301"/>
                    <a:pt x="247" y="301"/>
                  </a:cubicBezTo>
                  <a:close/>
                  <a:moveTo>
                    <a:pt x="286" y="301"/>
                  </a:moveTo>
                  <a:cubicBezTo>
                    <a:pt x="293" y="301"/>
                    <a:pt x="299" y="296"/>
                    <a:pt x="299" y="289"/>
                  </a:cubicBezTo>
                  <a:cubicBezTo>
                    <a:pt x="299" y="282"/>
                    <a:pt x="293" y="276"/>
                    <a:pt x="286" y="276"/>
                  </a:cubicBezTo>
                  <a:cubicBezTo>
                    <a:pt x="279" y="276"/>
                    <a:pt x="273" y="282"/>
                    <a:pt x="273" y="289"/>
                  </a:cubicBezTo>
                  <a:cubicBezTo>
                    <a:pt x="273" y="296"/>
                    <a:pt x="279" y="301"/>
                    <a:pt x="286" y="301"/>
                  </a:cubicBezTo>
                  <a:close/>
                  <a:moveTo>
                    <a:pt x="326" y="301"/>
                  </a:moveTo>
                  <a:cubicBezTo>
                    <a:pt x="333" y="301"/>
                    <a:pt x="338" y="296"/>
                    <a:pt x="338" y="289"/>
                  </a:cubicBezTo>
                  <a:cubicBezTo>
                    <a:pt x="338" y="282"/>
                    <a:pt x="333" y="276"/>
                    <a:pt x="326" y="276"/>
                  </a:cubicBezTo>
                  <a:cubicBezTo>
                    <a:pt x="319" y="276"/>
                    <a:pt x="313" y="282"/>
                    <a:pt x="313" y="289"/>
                  </a:cubicBezTo>
                  <a:cubicBezTo>
                    <a:pt x="313" y="296"/>
                    <a:pt x="319" y="301"/>
                    <a:pt x="326" y="301"/>
                  </a:cubicBezTo>
                  <a:close/>
                  <a:moveTo>
                    <a:pt x="365" y="301"/>
                  </a:moveTo>
                  <a:cubicBezTo>
                    <a:pt x="372" y="301"/>
                    <a:pt x="378" y="296"/>
                    <a:pt x="378" y="289"/>
                  </a:cubicBezTo>
                  <a:cubicBezTo>
                    <a:pt x="378" y="282"/>
                    <a:pt x="372" y="276"/>
                    <a:pt x="365" y="276"/>
                  </a:cubicBezTo>
                  <a:cubicBezTo>
                    <a:pt x="358" y="276"/>
                    <a:pt x="352" y="282"/>
                    <a:pt x="352" y="289"/>
                  </a:cubicBezTo>
                  <a:cubicBezTo>
                    <a:pt x="352" y="296"/>
                    <a:pt x="358" y="301"/>
                    <a:pt x="365" y="301"/>
                  </a:cubicBezTo>
                  <a:close/>
                  <a:moveTo>
                    <a:pt x="404" y="301"/>
                  </a:moveTo>
                  <a:cubicBezTo>
                    <a:pt x="411" y="301"/>
                    <a:pt x="417" y="296"/>
                    <a:pt x="417" y="289"/>
                  </a:cubicBezTo>
                  <a:cubicBezTo>
                    <a:pt x="417" y="282"/>
                    <a:pt x="411" y="276"/>
                    <a:pt x="404" y="276"/>
                  </a:cubicBezTo>
                  <a:cubicBezTo>
                    <a:pt x="397" y="276"/>
                    <a:pt x="392" y="282"/>
                    <a:pt x="392" y="289"/>
                  </a:cubicBezTo>
                  <a:cubicBezTo>
                    <a:pt x="392" y="296"/>
                    <a:pt x="397" y="301"/>
                    <a:pt x="404" y="301"/>
                  </a:cubicBezTo>
                  <a:close/>
                  <a:moveTo>
                    <a:pt x="444" y="301"/>
                  </a:moveTo>
                  <a:cubicBezTo>
                    <a:pt x="451" y="301"/>
                    <a:pt x="457" y="296"/>
                    <a:pt x="457" y="289"/>
                  </a:cubicBezTo>
                  <a:cubicBezTo>
                    <a:pt x="457" y="282"/>
                    <a:pt x="451" y="276"/>
                    <a:pt x="444" y="276"/>
                  </a:cubicBezTo>
                  <a:cubicBezTo>
                    <a:pt x="437" y="276"/>
                    <a:pt x="431" y="282"/>
                    <a:pt x="431" y="289"/>
                  </a:cubicBezTo>
                  <a:cubicBezTo>
                    <a:pt x="431" y="296"/>
                    <a:pt x="437" y="301"/>
                    <a:pt x="444" y="301"/>
                  </a:cubicBezTo>
                  <a:close/>
                  <a:moveTo>
                    <a:pt x="483" y="301"/>
                  </a:moveTo>
                  <a:cubicBezTo>
                    <a:pt x="490" y="301"/>
                    <a:pt x="496" y="296"/>
                    <a:pt x="496" y="289"/>
                  </a:cubicBezTo>
                  <a:cubicBezTo>
                    <a:pt x="496" y="282"/>
                    <a:pt x="490" y="276"/>
                    <a:pt x="483" y="276"/>
                  </a:cubicBezTo>
                  <a:cubicBezTo>
                    <a:pt x="476" y="276"/>
                    <a:pt x="471" y="282"/>
                    <a:pt x="471" y="289"/>
                  </a:cubicBezTo>
                  <a:cubicBezTo>
                    <a:pt x="471" y="296"/>
                    <a:pt x="476" y="301"/>
                    <a:pt x="483" y="301"/>
                  </a:cubicBezTo>
                  <a:close/>
                  <a:moveTo>
                    <a:pt x="523" y="301"/>
                  </a:moveTo>
                  <a:cubicBezTo>
                    <a:pt x="530" y="301"/>
                    <a:pt x="535" y="296"/>
                    <a:pt x="535" y="289"/>
                  </a:cubicBezTo>
                  <a:cubicBezTo>
                    <a:pt x="535" y="282"/>
                    <a:pt x="530" y="276"/>
                    <a:pt x="523" y="276"/>
                  </a:cubicBezTo>
                  <a:cubicBezTo>
                    <a:pt x="516" y="276"/>
                    <a:pt x="510" y="282"/>
                    <a:pt x="510" y="289"/>
                  </a:cubicBezTo>
                  <a:cubicBezTo>
                    <a:pt x="510" y="296"/>
                    <a:pt x="516" y="301"/>
                    <a:pt x="523" y="301"/>
                  </a:cubicBezTo>
                  <a:close/>
                  <a:moveTo>
                    <a:pt x="562" y="301"/>
                  </a:moveTo>
                  <a:cubicBezTo>
                    <a:pt x="569" y="301"/>
                    <a:pt x="575" y="296"/>
                    <a:pt x="575" y="289"/>
                  </a:cubicBezTo>
                  <a:cubicBezTo>
                    <a:pt x="575" y="282"/>
                    <a:pt x="569" y="276"/>
                    <a:pt x="562" y="276"/>
                  </a:cubicBezTo>
                  <a:cubicBezTo>
                    <a:pt x="555" y="276"/>
                    <a:pt x="549" y="282"/>
                    <a:pt x="549" y="289"/>
                  </a:cubicBezTo>
                  <a:cubicBezTo>
                    <a:pt x="549" y="296"/>
                    <a:pt x="555" y="301"/>
                    <a:pt x="562" y="301"/>
                  </a:cubicBezTo>
                  <a:close/>
                  <a:moveTo>
                    <a:pt x="641" y="301"/>
                  </a:moveTo>
                  <a:cubicBezTo>
                    <a:pt x="648" y="301"/>
                    <a:pt x="654" y="296"/>
                    <a:pt x="654" y="289"/>
                  </a:cubicBezTo>
                  <a:cubicBezTo>
                    <a:pt x="654" y="282"/>
                    <a:pt x="648" y="276"/>
                    <a:pt x="641" y="276"/>
                  </a:cubicBezTo>
                  <a:cubicBezTo>
                    <a:pt x="634" y="276"/>
                    <a:pt x="628" y="282"/>
                    <a:pt x="628" y="289"/>
                  </a:cubicBezTo>
                  <a:cubicBezTo>
                    <a:pt x="628" y="296"/>
                    <a:pt x="634" y="301"/>
                    <a:pt x="641" y="301"/>
                  </a:cubicBezTo>
                  <a:close/>
                  <a:moveTo>
                    <a:pt x="720" y="301"/>
                  </a:moveTo>
                  <a:cubicBezTo>
                    <a:pt x="727" y="301"/>
                    <a:pt x="733" y="296"/>
                    <a:pt x="733" y="289"/>
                  </a:cubicBezTo>
                  <a:cubicBezTo>
                    <a:pt x="733" y="282"/>
                    <a:pt x="727" y="276"/>
                    <a:pt x="720" y="276"/>
                  </a:cubicBezTo>
                  <a:cubicBezTo>
                    <a:pt x="713" y="276"/>
                    <a:pt x="707" y="282"/>
                    <a:pt x="707" y="289"/>
                  </a:cubicBezTo>
                  <a:cubicBezTo>
                    <a:pt x="707" y="296"/>
                    <a:pt x="713" y="301"/>
                    <a:pt x="720" y="301"/>
                  </a:cubicBezTo>
                  <a:close/>
                  <a:moveTo>
                    <a:pt x="759" y="301"/>
                  </a:moveTo>
                  <a:cubicBezTo>
                    <a:pt x="766" y="301"/>
                    <a:pt x="772" y="296"/>
                    <a:pt x="772" y="289"/>
                  </a:cubicBezTo>
                  <a:cubicBezTo>
                    <a:pt x="772" y="282"/>
                    <a:pt x="766" y="276"/>
                    <a:pt x="759" y="276"/>
                  </a:cubicBezTo>
                  <a:cubicBezTo>
                    <a:pt x="752" y="276"/>
                    <a:pt x="747" y="282"/>
                    <a:pt x="747" y="289"/>
                  </a:cubicBezTo>
                  <a:cubicBezTo>
                    <a:pt x="747" y="296"/>
                    <a:pt x="752" y="301"/>
                    <a:pt x="759" y="301"/>
                  </a:cubicBezTo>
                  <a:close/>
                  <a:moveTo>
                    <a:pt x="786" y="289"/>
                  </a:moveTo>
                  <a:cubicBezTo>
                    <a:pt x="786" y="296"/>
                    <a:pt x="792" y="301"/>
                    <a:pt x="799" y="301"/>
                  </a:cubicBezTo>
                  <a:cubicBezTo>
                    <a:pt x="806" y="301"/>
                    <a:pt x="811" y="296"/>
                    <a:pt x="811" y="289"/>
                  </a:cubicBezTo>
                  <a:cubicBezTo>
                    <a:pt x="811" y="282"/>
                    <a:pt x="806" y="276"/>
                    <a:pt x="799" y="276"/>
                  </a:cubicBezTo>
                  <a:cubicBezTo>
                    <a:pt x="792" y="276"/>
                    <a:pt x="786" y="282"/>
                    <a:pt x="786" y="289"/>
                  </a:cubicBezTo>
                  <a:close/>
                  <a:moveTo>
                    <a:pt x="838" y="301"/>
                  </a:moveTo>
                  <a:cubicBezTo>
                    <a:pt x="845" y="301"/>
                    <a:pt x="851" y="296"/>
                    <a:pt x="851" y="289"/>
                  </a:cubicBezTo>
                  <a:cubicBezTo>
                    <a:pt x="851" y="282"/>
                    <a:pt x="845" y="276"/>
                    <a:pt x="838" y="276"/>
                  </a:cubicBezTo>
                  <a:cubicBezTo>
                    <a:pt x="831" y="276"/>
                    <a:pt x="825" y="282"/>
                    <a:pt x="825" y="289"/>
                  </a:cubicBezTo>
                  <a:cubicBezTo>
                    <a:pt x="825" y="296"/>
                    <a:pt x="831" y="301"/>
                    <a:pt x="838" y="301"/>
                  </a:cubicBezTo>
                  <a:close/>
                  <a:moveTo>
                    <a:pt x="956" y="301"/>
                  </a:moveTo>
                  <a:cubicBezTo>
                    <a:pt x="963" y="301"/>
                    <a:pt x="969" y="296"/>
                    <a:pt x="969" y="289"/>
                  </a:cubicBezTo>
                  <a:cubicBezTo>
                    <a:pt x="969" y="282"/>
                    <a:pt x="963" y="276"/>
                    <a:pt x="956" y="276"/>
                  </a:cubicBezTo>
                  <a:cubicBezTo>
                    <a:pt x="949" y="276"/>
                    <a:pt x="944" y="282"/>
                    <a:pt x="944" y="289"/>
                  </a:cubicBezTo>
                  <a:cubicBezTo>
                    <a:pt x="944" y="296"/>
                    <a:pt x="949" y="301"/>
                    <a:pt x="956" y="301"/>
                  </a:cubicBezTo>
                  <a:close/>
                  <a:moveTo>
                    <a:pt x="996" y="301"/>
                  </a:moveTo>
                  <a:cubicBezTo>
                    <a:pt x="1003" y="301"/>
                    <a:pt x="1009" y="296"/>
                    <a:pt x="1009" y="289"/>
                  </a:cubicBezTo>
                  <a:cubicBezTo>
                    <a:pt x="1009" y="282"/>
                    <a:pt x="1003" y="276"/>
                    <a:pt x="996" y="276"/>
                  </a:cubicBezTo>
                  <a:cubicBezTo>
                    <a:pt x="989" y="276"/>
                    <a:pt x="983" y="282"/>
                    <a:pt x="983" y="289"/>
                  </a:cubicBezTo>
                  <a:cubicBezTo>
                    <a:pt x="983" y="296"/>
                    <a:pt x="989" y="301"/>
                    <a:pt x="996" y="301"/>
                  </a:cubicBezTo>
                  <a:close/>
                  <a:moveTo>
                    <a:pt x="1193" y="301"/>
                  </a:moveTo>
                  <a:cubicBezTo>
                    <a:pt x="1200" y="301"/>
                    <a:pt x="1206" y="296"/>
                    <a:pt x="1206" y="289"/>
                  </a:cubicBezTo>
                  <a:cubicBezTo>
                    <a:pt x="1206" y="282"/>
                    <a:pt x="1200" y="276"/>
                    <a:pt x="1193" y="276"/>
                  </a:cubicBezTo>
                  <a:cubicBezTo>
                    <a:pt x="1186" y="276"/>
                    <a:pt x="1180" y="282"/>
                    <a:pt x="1180" y="289"/>
                  </a:cubicBezTo>
                  <a:cubicBezTo>
                    <a:pt x="1180" y="296"/>
                    <a:pt x="1186" y="301"/>
                    <a:pt x="1193" y="301"/>
                  </a:cubicBezTo>
                  <a:close/>
                  <a:moveTo>
                    <a:pt x="1232" y="301"/>
                  </a:moveTo>
                  <a:cubicBezTo>
                    <a:pt x="1239" y="301"/>
                    <a:pt x="1245" y="296"/>
                    <a:pt x="1245" y="289"/>
                  </a:cubicBezTo>
                  <a:cubicBezTo>
                    <a:pt x="1245" y="282"/>
                    <a:pt x="1239" y="276"/>
                    <a:pt x="1232" y="276"/>
                  </a:cubicBezTo>
                  <a:cubicBezTo>
                    <a:pt x="1225" y="276"/>
                    <a:pt x="1220" y="282"/>
                    <a:pt x="1220" y="289"/>
                  </a:cubicBezTo>
                  <a:cubicBezTo>
                    <a:pt x="1220" y="296"/>
                    <a:pt x="1225" y="301"/>
                    <a:pt x="1232" y="301"/>
                  </a:cubicBezTo>
                  <a:close/>
                  <a:moveTo>
                    <a:pt x="1272" y="301"/>
                  </a:moveTo>
                  <a:cubicBezTo>
                    <a:pt x="1279" y="301"/>
                    <a:pt x="1285" y="296"/>
                    <a:pt x="1285" y="289"/>
                  </a:cubicBezTo>
                  <a:cubicBezTo>
                    <a:pt x="1285" y="282"/>
                    <a:pt x="1279" y="276"/>
                    <a:pt x="1272" y="276"/>
                  </a:cubicBezTo>
                  <a:cubicBezTo>
                    <a:pt x="1265" y="276"/>
                    <a:pt x="1259" y="282"/>
                    <a:pt x="1259" y="289"/>
                  </a:cubicBezTo>
                  <a:cubicBezTo>
                    <a:pt x="1259" y="296"/>
                    <a:pt x="1265" y="301"/>
                    <a:pt x="1272" y="301"/>
                  </a:cubicBezTo>
                  <a:close/>
                  <a:moveTo>
                    <a:pt x="1311" y="301"/>
                  </a:moveTo>
                  <a:cubicBezTo>
                    <a:pt x="1318" y="301"/>
                    <a:pt x="1324" y="296"/>
                    <a:pt x="1324" y="289"/>
                  </a:cubicBezTo>
                  <a:cubicBezTo>
                    <a:pt x="1324" y="282"/>
                    <a:pt x="1318" y="276"/>
                    <a:pt x="1311" y="276"/>
                  </a:cubicBezTo>
                  <a:cubicBezTo>
                    <a:pt x="1304" y="276"/>
                    <a:pt x="1298" y="282"/>
                    <a:pt x="1298" y="289"/>
                  </a:cubicBezTo>
                  <a:cubicBezTo>
                    <a:pt x="1298" y="296"/>
                    <a:pt x="1304" y="301"/>
                    <a:pt x="1311" y="301"/>
                  </a:cubicBezTo>
                  <a:close/>
                  <a:moveTo>
                    <a:pt x="1351" y="276"/>
                  </a:moveTo>
                  <a:cubicBezTo>
                    <a:pt x="1344" y="276"/>
                    <a:pt x="1338" y="282"/>
                    <a:pt x="1338" y="289"/>
                  </a:cubicBezTo>
                  <a:cubicBezTo>
                    <a:pt x="1338" y="296"/>
                    <a:pt x="1344" y="301"/>
                    <a:pt x="1351" y="301"/>
                  </a:cubicBezTo>
                  <a:cubicBezTo>
                    <a:pt x="1358" y="301"/>
                    <a:pt x="1363" y="296"/>
                    <a:pt x="1363" y="289"/>
                  </a:cubicBezTo>
                  <a:cubicBezTo>
                    <a:pt x="1363" y="282"/>
                    <a:pt x="1358" y="276"/>
                    <a:pt x="1351" y="276"/>
                  </a:cubicBezTo>
                  <a:close/>
                  <a:moveTo>
                    <a:pt x="1390" y="276"/>
                  </a:moveTo>
                  <a:cubicBezTo>
                    <a:pt x="1383" y="276"/>
                    <a:pt x="1377" y="282"/>
                    <a:pt x="1377" y="289"/>
                  </a:cubicBezTo>
                  <a:cubicBezTo>
                    <a:pt x="1377" y="296"/>
                    <a:pt x="1383" y="301"/>
                    <a:pt x="1390" y="301"/>
                  </a:cubicBezTo>
                  <a:cubicBezTo>
                    <a:pt x="1397" y="301"/>
                    <a:pt x="1403" y="296"/>
                    <a:pt x="1403" y="289"/>
                  </a:cubicBezTo>
                  <a:cubicBezTo>
                    <a:pt x="1403" y="282"/>
                    <a:pt x="1397" y="276"/>
                    <a:pt x="1390" y="276"/>
                  </a:cubicBezTo>
                  <a:close/>
                  <a:moveTo>
                    <a:pt x="1429" y="276"/>
                  </a:moveTo>
                  <a:cubicBezTo>
                    <a:pt x="1422" y="276"/>
                    <a:pt x="1417" y="282"/>
                    <a:pt x="1417" y="289"/>
                  </a:cubicBezTo>
                  <a:cubicBezTo>
                    <a:pt x="1417" y="296"/>
                    <a:pt x="1422" y="301"/>
                    <a:pt x="1429" y="301"/>
                  </a:cubicBezTo>
                  <a:cubicBezTo>
                    <a:pt x="1437" y="301"/>
                    <a:pt x="1442" y="296"/>
                    <a:pt x="1442" y="289"/>
                  </a:cubicBezTo>
                  <a:cubicBezTo>
                    <a:pt x="1442" y="282"/>
                    <a:pt x="1437" y="276"/>
                    <a:pt x="1429" y="276"/>
                  </a:cubicBezTo>
                  <a:close/>
                  <a:moveTo>
                    <a:pt x="1859" y="289"/>
                  </a:moveTo>
                  <a:cubicBezTo>
                    <a:pt x="1859" y="291"/>
                    <a:pt x="1861" y="293"/>
                    <a:pt x="1863" y="293"/>
                  </a:cubicBezTo>
                  <a:cubicBezTo>
                    <a:pt x="1865" y="293"/>
                    <a:pt x="1867" y="291"/>
                    <a:pt x="1867" y="289"/>
                  </a:cubicBezTo>
                  <a:cubicBezTo>
                    <a:pt x="1867" y="286"/>
                    <a:pt x="1865" y="284"/>
                    <a:pt x="1863" y="284"/>
                  </a:cubicBezTo>
                  <a:cubicBezTo>
                    <a:pt x="1861" y="284"/>
                    <a:pt x="1859" y="286"/>
                    <a:pt x="1859" y="289"/>
                  </a:cubicBezTo>
                  <a:close/>
                  <a:moveTo>
                    <a:pt x="1903" y="301"/>
                  </a:moveTo>
                  <a:cubicBezTo>
                    <a:pt x="1910" y="301"/>
                    <a:pt x="1915" y="296"/>
                    <a:pt x="1915" y="289"/>
                  </a:cubicBezTo>
                  <a:cubicBezTo>
                    <a:pt x="1915" y="282"/>
                    <a:pt x="1910" y="276"/>
                    <a:pt x="1903" y="276"/>
                  </a:cubicBezTo>
                  <a:cubicBezTo>
                    <a:pt x="1896" y="276"/>
                    <a:pt x="1890" y="282"/>
                    <a:pt x="1890" y="289"/>
                  </a:cubicBezTo>
                  <a:cubicBezTo>
                    <a:pt x="1890" y="296"/>
                    <a:pt x="1896" y="301"/>
                    <a:pt x="1903" y="301"/>
                  </a:cubicBezTo>
                  <a:close/>
                  <a:moveTo>
                    <a:pt x="1942" y="301"/>
                  </a:moveTo>
                  <a:cubicBezTo>
                    <a:pt x="1949" y="301"/>
                    <a:pt x="1955" y="296"/>
                    <a:pt x="1955" y="289"/>
                  </a:cubicBezTo>
                  <a:cubicBezTo>
                    <a:pt x="1955" y="282"/>
                    <a:pt x="1949" y="276"/>
                    <a:pt x="1942" y="276"/>
                  </a:cubicBezTo>
                  <a:cubicBezTo>
                    <a:pt x="1935" y="276"/>
                    <a:pt x="1929" y="282"/>
                    <a:pt x="1929" y="289"/>
                  </a:cubicBezTo>
                  <a:cubicBezTo>
                    <a:pt x="1929" y="296"/>
                    <a:pt x="1935" y="301"/>
                    <a:pt x="1942" y="301"/>
                  </a:cubicBezTo>
                  <a:close/>
                  <a:moveTo>
                    <a:pt x="1981" y="301"/>
                  </a:moveTo>
                  <a:cubicBezTo>
                    <a:pt x="1988" y="301"/>
                    <a:pt x="1994" y="296"/>
                    <a:pt x="1994" y="289"/>
                  </a:cubicBezTo>
                  <a:cubicBezTo>
                    <a:pt x="1994" y="282"/>
                    <a:pt x="1988" y="276"/>
                    <a:pt x="1981" y="276"/>
                  </a:cubicBezTo>
                  <a:cubicBezTo>
                    <a:pt x="1974" y="276"/>
                    <a:pt x="1969" y="282"/>
                    <a:pt x="1969" y="289"/>
                  </a:cubicBezTo>
                  <a:cubicBezTo>
                    <a:pt x="1969" y="296"/>
                    <a:pt x="1974" y="301"/>
                    <a:pt x="1981" y="301"/>
                  </a:cubicBezTo>
                  <a:close/>
                  <a:moveTo>
                    <a:pt x="2021" y="301"/>
                  </a:moveTo>
                  <a:cubicBezTo>
                    <a:pt x="2028" y="301"/>
                    <a:pt x="2034" y="296"/>
                    <a:pt x="2034" y="289"/>
                  </a:cubicBezTo>
                  <a:cubicBezTo>
                    <a:pt x="2034" y="282"/>
                    <a:pt x="2028" y="276"/>
                    <a:pt x="2021" y="276"/>
                  </a:cubicBezTo>
                  <a:cubicBezTo>
                    <a:pt x="2014" y="276"/>
                    <a:pt x="2008" y="282"/>
                    <a:pt x="2008" y="289"/>
                  </a:cubicBezTo>
                  <a:cubicBezTo>
                    <a:pt x="2008" y="296"/>
                    <a:pt x="2014" y="301"/>
                    <a:pt x="2021" y="301"/>
                  </a:cubicBezTo>
                  <a:close/>
                  <a:moveTo>
                    <a:pt x="2060" y="301"/>
                  </a:moveTo>
                  <a:cubicBezTo>
                    <a:pt x="2067" y="301"/>
                    <a:pt x="2073" y="296"/>
                    <a:pt x="2073" y="289"/>
                  </a:cubicBezTo>
                  <a:cubicBezTo>
                    <a:pt x="2073" y="282"/>
                    <a:pt x="2067" y="276"/>
                    <a:pt x="2060" y="276"/>
                  </a:cubicBezTo>
                  <a:cubicBezTo>
                    <a:pt x="2053" y="276"/>
                    <a:pt x="2048" y="282"/>
                    <a:pt x="2048" y="289"/>
                  </a:cubicBezTo>
                  <a:cubicBezTo>
                    <a:pt x="2048" y="296"/>
                    <a:pt x="2053" y="301"/>
                    <a:pt x="2060" y="301"/>
                  </a:cubicBezTo>
                  <a:close/>
                  <a:moveTo>
                    <a:pt x="2288" y="289"/>
                  </a:moveTo>
                  <a:cubicBezTo>
                    <a:pt x="2288" y="293"/>
                    <a:pt x="2292" y="297"/>
                    <a:pt x="2297" y="297"/>
                  </a:cubicBezTo>
                  <a:cubicBezTo>
                    <a:pt x="2302" y="297"/>
                    <a:pt x="2305" y="293"/>
                    <a:pt x="2305" y="289"/>
                  </a:cubicBezTo>
                  <a:cubicBezTo>
                    <a:pt x="2305" y="284"/>
                    <a:pt x="2302" y="280"/>
                    <a:pt x="2297" y="280"/>
                  </a:cubicBezTo>
                  <a:cubicBezTo>
                    <a:pt x="2292" y="280"/>
                    <a:pt x="2288" y="284"/>
                    <a:pt x="2288" y="289"/>
                  </a:cubicBezTo>
                  <a:close/>
                  <a:moveTo>
                    <a:pt x="2336" y="301"/>
                  </a:moveTo>
                  <a:cubicBezTo>
                    <a:pt x="2343" y="301"/>
                    <a:pt x="2349" y="296"/>
                    <a:pt x="2349" y="289"/>
                  </a:cubicBezTo>
                  <a:cubicBezTo>
                    <a:pt x="2349" y="282"/>
                    <a:pt x="2343" y="276"/>
                    <a:pt x="2336" y="276"/>
                  </a:cubicBezTo>
                  <a:cubicBezTo>
                    <a:pt x="2329" y="276"/>
                    <a:pt x="2323" y="282"/>
                    <a:pt x="2323" y="289"/>
                  </a:cubicBezTo>
                  <a:cubicBezTo>
                    <a:pt x="2323" y="296"/>
                    <a:pt x="2329" y="301"/>
                    <a:pt x="2336" y="301"/>
                  </a:cubicBezTo>
                  <a:close/>
                  <a:moveTo>
                    <a:pt x="2415" y="301"/>
                  </a:moveTo>
                  <a:cubicBezTo>
                    <a:pt x="2422" y="301"/>
                    <a:pt x="2428" y="296"/>
                    <a:pt x="2428" y="289"/>
                  </a:cubicBezTo>
                  <a:cubicBezTo>
                    <a:pt x="2428" y="282"/>
                    <a:pt x="2422" y="276"/>
                    <a:pt x="2415" y="276"/>
                  </a:cubicBezTo>
                  <a:cubicBezTo>
                    <a:pt x="2408" y="276"/>
                    <a:pt x="2402" y="282"/>
                    <a:pt x="2402" y="289"/>
                  </a:cubicBezTo>
                  <a:cubicBezTo>
                    <a:pt x="2402" y="296"/>
                    <a:pt x="2408" y="301"/>
                    <a:pt x="2415" y="301"/>
                  </a:cubicBezTo>
                  <a:close/>
                  <a:moveTo>
                    <a:pt x="2494" y="301"/>
                  </a:moveTo>
                  <a:cubicBezTo>
                    <a:pt x="2501" y="301"/>
                    <a:pt x="2507" y="296"/>
                    <a:pt x="2507" y="289"/>
                  </a:cubicBezTo>
                  <a:cubicBezTo>
                    <a:pt x="2507" y="282"/>
                    <a:pt x="2501" y="276"/>
                    <a:pt x="2494" y="276"/>
                  </a:cubicBezTo>
                  <a:cubicBezTo>
                    <a:pt x="2487" y="276"/>
                    <a:pt x="2481" y="282"/>
                    <a:pt x="2481" y="289"/>
                  </a:cubicBezTo>
                  <a:cubicBezTo>
                    <a:pt x="2481" y="296"/>
                    <a:pt x="2487" y="301"/>
                    <a:pt x="2494" y="301"/>
                  </a:cubicBezTo>
                  <a:close/>
                  <a:moveTo>
                    <a:pt x="2533" y="301"/>
                  </a:moveTo>
                  <a:cubicBezTo>
                    <a:pt x="2540" y="301"/>
                    <a:pt x="2546" y="296"/>
                    <a:pt x="2546" y="289"/>
                  </a:cubicBezTo>
                  <a:cubicBezTo>
                    <a:pt x="2546" y="282"/>
                    <a:pt x="2540" y="276"/>
                    <a:pt x="2533" y="276"/>
                  </a:cubicBezTo>
                  <a:cubicBezTo>
                    <a:pt x="2526" y="276"/>
                    <a:pt x="2521" y="282"/>
                    <a:pt x="2521" y="289"/>
                  </a:cubicBezTo>
                  <a:cubicBezTo>
                    <a:pt x="2521" y="296"/>
                    <a:pt x="2526" y="301"/>
                    <a:pt x="2533" y="301"/>
                  </a:cubicBezTo>
                  <a:close/>
                  <a:moveTo>
                    <a:pt x="2573" y="301"/>
                  </a:moveTo>
                  <a:cubicBezTo>
                    <a:pt x="2580" y="301"/>
                    <a:pt x="2586" y="296"/>
                    <a:pt x="2586" y="289"/>
                  </a:cubicBezTo>
                  <a:cubicBezTo>
                    <a:pt x="2586" y="282"/>
                    <a:pt x="2580" y="276"/>
                    <a:pt x="2573" y="276"/>
                  </a:cubicBezTo>
                  <a:cubicBezTo>
                    <a:pt x="2566" y="276"/>
                    <a:pt x="2560" y="282"/>
                    <a:pt x="2560" y="289"/>
                  </a:cubicBezTo>
                  <a:cubicBezTo>
                    <a:pt x="2560" y="296"/>
                    <a:pt x="2566" y="301"/>
                    <a:pt x="2573" y="301"/>
                  </a:cubicBezTo>
                  <a:close/>
                  <a:moveTo>
                    <a:pt x="2612" y="301"/>
                  </a:moveTo>
                  <a:cubicBezTo>
                    <a:pt x="2619" y="301"/>
                    <a:pt x="2625" y="296"/>
                    <a:pt x="2625" y="289"/>
                  </a:cubicBezTo>
                  <a:cubicBezTo>
                    <a:pt x="2625" y="282"/>
                    <a:pt x="2619" y="276"/>
                    <a:pt x="2612" y="276"/>
                  </a:cubicBezTo>
                  <a:cubicBezTo>
                    <a:pt x="2605" y="276"/>
                    <a:pt x="2599" y="282"/>
                    <a:pt x="2599" y="289"/>
                  </a:cubicBezTo>
                  <a:cubicBezTo>
                    <a:pt x="2599" y="296"/>
                    <a:pt x="2605" y="301"/>
                    <a:pt x="2612" y="301"/>
                  </a:cubicBezTo>
                  <a:close/>
                  <a:moveTo>
                    <a:pt x="2652" y="301"/>
                  </a:moveTo>
                  <a:cubicBezTo>
                    <a:pt x="2659" y="301"/>
                    <a:pt x="2664" y="296"/>
                    <a:pt x="2664" y="289"/>
                  </a:cubicBezTo>
                  <a:cubicBezTo>
                    <a:pt x="2664" y="282"/>
                    <a:pt x="2659" y="276"/>
                    <a:pt x="2652" y="276"/>
                  </a:cubicBezTo>
                  <a:cubicBezTo>
                    <a:pt x="2645" y="276"/>
                    <a:pt x="2639" y="282"/>
                    <a:pt x="2639" y="289"/>
                  </a:cubicBezTo>
                  <a:cubicBezTo>
                    <a:pt x="2639" y="296"/>
                    <a:pt x="2645" y="301"/>
                    <a:pt x="2652" y="301"/>
                  </a:cubicBezTo>
                  <a:close/>
                  <a:moveTo>
                    <a:pt x="2691" y="301"/>
                  </a:moveTo>
                  <a:cubicBezTo>
                    <a:pt x="2698" y="301"/>
                    <a:pt x="2704" y="296"/>
                    <a:pt x="2704" y="289"/>
                  </a:cubicBezTo>
                  <a:cubicBezTo>
                    <a:pt x="2704" y="282"/>
                    <a:pt x="2698" y="276"/>
                    <a:pt x="2691" y="276"/>
                  </a:cubicBezTo>
                  <a:cubicBezTo>
                    <a:pt x="2684" y="276"/>
                    <a:pt x="2678" y="282"/>
                    <a:pt x="2678" y="289"/>
                  </a:cubicBezTo>
                  <a:cubicBezTo>
                    <a:pt x="2678" y="296"/>
                    <a:pt x="2684" y="301"/>
                    <a:pt x="2691" y="301"/>
                  </a:cubicBezTo>
                  <a:close/>
                  <a:moveTo>
                    <a:pt x="2730" y="301"/>
                  </a:moveTo>
                  <a:cubicBezTo>
                    <a:pt x="2738" y="301"/>
                    <a:pt x="2743" y="296"/>
                    <a:pt x="2743" y="289"/>
                  </a:cubicBezTo>
                  <a:cubicBezTo>
                    <a:pt x="2743" y="282"/>
                    <a:pt x="2738" y="276"/>
                    <a:pt x="2730" y="276"/>
                  </a:cubicBezTo>
                  <a:cubicBezTo>
                    <a:pt x="2723" y="276"/>
                    <a:pt x="2718" y="282"/>
                    <a:pt x="2718" y="289"/>
                  </a:cubicBezTo>
                  <a:cubicBezTo>
                    <a:pt x="2718" y="296"/>
                    <a:pt x="2723" y="301"/>
                    <a:pt x="2730" y="301"/>
                  </a:cubicBezTo>
                  <a:close/>
                  <a:moveTo>
                    <a:pt x="2770" y="301"/>
                  </a:moveTo>
                  <a:cubicBezTo>
                    <a:pt x="2777" y="301"/>
                    <a:pt x="2783" y="296"/>
                    <a:pt x="2783" y="289"/>
                  </a:cubicBezTo>
                  <a:cubicBezTo>
                    <a:pt x="2783" y="282"/>
                    <a:pt x="2777" y="276"/>
                    <a:pt x="2770" y="276"/>
                  </a:cubicBezTo>
                  <a:cubicBezTo>
                    <a:pt x="2763" y="276"/>
                    <a:pt x="2757" y="282"/>
                    <a:pt x="2757" y="289"/>
                  </a:cubicBezTo>
                  <a:cubicBezTo>
                    <a:pt x="2757" y="296"/>
                    <a:pt x="2763" y="301"/>
                    <a:pt x="2770" y="301"/>
                  </a:cubicBezTo>
                  <a:close/>
                  <a:moveTo>
                    <a:pt x="2809" y="301"/>
                  </a:moveTo>
                  <a:cubicBezTo>
                    <a:pt x="2816" y="301"/>
                    <a:pt x="2822" y="296"/>
                    <a:pt x="2822" y="289"/>
                  </a:cubicBezTo>
                  <a:cubicBezTo>
                    <a:pt x="2822" y="282"/>
                    <a:pt x="2816" y="276"/>
                    <a:pt x="2809" y="276"/>
                  </a:cubicBezTo>
                  <a:cubicBezTo>
                    <a:pt x="2802" y="276"/>
                    <a:pt x="2797" y="282"/>
                    <a:pt x="2797" y="289"/>
                  </a:cubicBezTo>
                  <a:cubicBezTo>
                    <a:pt x="2797" y="296"/>
                    <a:pt x="2802" y="301"/>
                    <a:pt x="2809" y="301"/>
                  </a:cubicBezTo>
                  <a:close/>
                  <a:moveTo>
                    <a:pt x="2849" y="301"/>
                  </a:moveTo>
                  <a:cubicBezTo>
                    <a:pt x="2856" y="301"/>
                    <a:pt x="2861" y="296"/>
                    <a:pt x="2861" y="289"/>
                  </a:cubicBezTo>
                  <a:cubicBezTo>
                    <a:pt x="2861" y="282"/>
                    <a:pt x="2856" y="276"/>
                    <a:pt x="2849" y="276"/>
                  </a:cubicBezTo>
                  <a:cubicBezTo>
                    <a:pt x="2842" y="276"/>
                    <a:pt x="2836" y="282"/>
                    <a:pt x="2836" y="289"/>
                  </a:cubicBezTo>
                  <a:cubicBezTo>
                    <a:pt x="2836" y="296"/>
                    <a:pt x="2842" y="301"/>
                    <a:pt x="2849" y="301"/>
                  </a:cubicBezTo>
                  <a:close/>
                  <a:moveTo>
                    <a:pt x="2888" y="301"/>
                  </a:moveTo>
                  <a:cubicBezTo>
                    <a:pt x="2895" y="301"/>
                    <a:pt x="2901" y="296"/>
                    <a:pt x="2901" y="289"/>
                  </a:cubicBezTo>
                  <a:cubicBezTo>
                    <a:pt x="2901" y="282"/>
                    <a:pt x="2895" y="276"/>
                    <a:pt x="2888" y="276"/>
                  </a:cubicBezTo>
                  <a:cubicBezTo>
                    <a:pt x="2881" y="276"/>
                    <a:pt x="2875" y="282"/>
                    <a:pt x="2875" y="289"/>
                  </a:cubicBezTo>
                  <a:cubicBezTo>
                    <a:pt x="2875" y="296"/>
                    <a:pt x="2881" y="301"/>
                    <a:pt x="2888" y="301"/>
                  </a:cubicBezTo>
                  <a:close/>
                  <a:moveTo>
                    <a:pt x="2928" y="301"/>
                  </a:moveTo>
                  <a:cubicBezTo>
                    <a:pt x="2935" y="301"/>
                    <a:pt x="2940" y="296"/>
                    <a:pt x="2940" y="289"/>
                  </a:cubicBezTo>
                  <a:cubicBezTo>
                    <a:pt x="2940" y="282"/>
                    <a:pt x="2935" y="276"/>
                    <a:pt x="2928" y="276"/>
                  </a:cubicBezTo>
                  <a:cubicBezTo>
                    <a:pt x="2921" y="276"/>
                    <a:pt x="2915" y="282"/>
                    <a:pt x="2915" y="289"/>
                  </a:cubicBezTo>
                  <a:cubicBezTo>
                    <a:pt x="2915" y="296"/>
                    <a:pt x="2921" y="301"/>
                    <a:pt x="2928" y="301"/>
                  </a:cubicBezTo>
                  <a:close/>
                  <a:moveTo>
                    <a:pt x="2967" y="301"/>
                  </a:moveTo>
                  <a:cubicBezTo>
                    <a:pt x="2974" y="301"/>
                    <a:pt x="2980" y="296"/>
                    <a:pt x="2980" y="289"/>
                  </a:cubicBezTo>
                  <a:cubicBezTo>
                    <a:pt x="2980" y="282"/>
                    <a:pt x="2974" y="276"/>
                    <a:pt x="2967" y="276"/>
                  </a:cubicBezTo>
                  <a:cubicBezTo>
                    <a:pt x="2960" y="276"/>
                    <a:pt x="2954" y="282"/>
                    <a:pt x="2954" y="289"/>
                  </a:cubicBezTo>
                  <a:cubicBezTo>
                    <a:pt x="2954" y="296"/>
                    <a:pt x="2960" y="301"/>
                    <a:pt x="2967" y="301"/>
                  </a:cubicBezTo>
                  <a:close/>
                  <a:moveTo>
                    <a:pt x="3006" y="301"/>
                  </a:moveTo>
                  <a:cubicBezTo>
                    <a:pt x="3013" y="301"/>
                    <a:pt x="3019" y="296"/>
                    <a:pt x="3019" y="289"/>
                  </a:cubicBezTo>
                  <a:cubicBezTo>
                    <a:pt x="3019" y="282"/>
                    <a:pt x="3013" y="276"/>
                    <a:pt x="3006" y="276"/>
                  </a:cubicBezTo>
                  <a:cubicBezTo>
                    <a:pt x="2999" y="276"/>
                    <a:pt x="2994" y="282"/>
                    <a:pt x="2994" y="289"/>
                  </a:cubicBezTo>
                  <a:cubicBezTo>
                    <a:pt x="2994" y="296"/>
                    <a:pt x="2999" y="301"/>
                    <a:pt x="3006" y="301"/>
                  </a:cubicBezTo>
                  <a:close/>
                  <a:moveTo>
                    <a:pt x="3046" y="301"/>
                  </a:moveTo>
                  <a:cubicBezTo>
                    <a:pt x="3053" y="301"/>
                    <a:pt x="3059" y="296"/>
                    <a:pt x="3059" y="289"/>
                  </a:cubicBezTo>
                  <a:cubicBezTo>
                    <a:pt x="3059" y="282"/>
                    <a:pt x="3053" y="276"/>
                    <a:pt x="3046" y="276"/>
                  </a:cubicBezTo>
                  <a:cubicBezTo>
                    <a:pt x="3039" y="276"/>
                    <a:pt x="3033" y="282"/>
                    <a:pt x="3033" y="289"/>
                  </a:cubicBezTo>
                  <a:cubicBezTo>
                    <a:pt x="3033" y="296"/>
                    <a:pt x="3039" y="301"/>
                    <a:pt x="3046" y="301"/>
                  </a:cubicBezTo>
                  <a:close/>
                  <a:moveTo>
                    <a:pt x="3085" y="301"/>
                  </a:moveTo>
                  <a:cubicBezTo>
                    <a:pt x="3092" y="301"/>
                    <a:pt x="3098" y="296"/>
                    <a:pt x="3098" y="289"/>
                  </a:cubicBezTo>
                  <a:cubicBezTo>
                    <a:pt x="3098" y="282"/>
                    <a:pt x="3092" y="276"/>
                    <a:pt x="3085" y="276"/>
                  </a:cubicBezTo>
                  <a:cubicBezTo>
                    <a:pt x="3078" y="276"/>
                    <a:pt x="3073" y="282"/>
                    <a:pt x="3073" y="289"/>
                  </a:cubicBezTo>
                  <a:cubicBezTo>
                    <a:pt x="3073" y="296"/>
                    <a:pt x="3078" y="301"/>
                    <a:pt x="3085" y="301"/>
                  </a:cubicBezTo>
                  <a:close/>
                  <a:moveTo>
                    <a:pt x="3125" y="301"/>
                  </a:moveTo>
                  <a:cubicBezTo>
                    <a:pt x="3132" y="301"/>
                    <a:pt x="3137" y="296"/>
                    <a:pt x="3137" y="289"/>
                  </a:cubicBezTo>
                  <a:cubicBezTo>
                    <a:pt x="3137" y="282"/>
                    <a:pt x="3132" y="276"/>
                    <a:pt x="3125" y="276"/>
                  </a:cubicBezTo>
                  <a:cubicBezTo>
                    <a:pt x="3118" y="276"/>
                    <a:pt x="3112" y="282"/>
                    <a:pt x="3112" y="289"/>
                  </a:cubicBezTo>
                  <a:cubicBezTo>
                    <a:pt x="3112" y="296"/>
                    <a:pt x="3118" y="301"/>
                    <a:pt x="3125" y="301"/>
                  </a:cubicBezTo>
                  <a:close/>
                  <a:moveTo>
                    <a:pt x="3164" y="301"/>
                  </a:moveTo>
                  <a:cubicBezTo>
                    <a:pt x="3171" y="301"/>
                    <a:pt x="3177" y="296"/>
                    <a:pt x="3177" y="289"/>
                  </a:cubicBezTo>
                  <a:cubicBezTo>
                    <a:pt x="3177" y="282"/>
                    <a:pt x="3171" y="276"/>
                    <a:pt x="3164" y="276"/>
                  </a:cubicBezTo>
                  <a:cubicBezTo>
                    <a:pt x="3157" y="276"/>
                    <a:pt x="3151" y="282"/>
                    <a:pt x="3151" y="289"/>
                  </a:cubicBezTo>
                  <a:cubicBezTo>
                    <a:pt x="3151" y="296"/>
                    <a:pt x="3157" y="301"/>
                    <a:pt x="3164" y="301"/>
                  </a:cubicBezTo>
                  <a:close/>
                  <a:moveTo>
                    <a:pt x="3204" y="301"/>
                  </a:moveTo>
                  <a:cubicBezTo>
                    <a:pt x="3211" y="301"/>
                    <a:pt x="3216" y="296"/>
                    <a:pt x="3216" y="289"/>
                  </a:cubicBezTo>
                  <a:cubicBezTo>
                    <a:pt x="3216" y="282"/>
                    <a:pt x="3211" y="276"/>
                    <a:pt x="3204" y="276"/>
                  </a:cubicBezTo>
                  <a:cubicBezTo>
                    <a:pt x="3197" y="276"/>
                    <a:pt x="3191" y="282"/>
                    <a:pt x="3191" y="289"/>
                  </a:cubicBezTo>
                  <a:cubicBezTo>
                    <a:pt x="3191" y="296"/>
                    <a:pt x="3197" y="301"/>
                    <a:pt x="3204" y="301"/>
                  </a:cubicBezTo>
                  <a:close/>
                  <a:moveTo>
                    <a:pt x="3243" y="301"/>
                  </a:moveTo>
                  <a:cubicBezTo>
                    <a:pt x="3250" y="301"/>
                    <a:pt x="3256" y="296"/>
                    <a:pt x="3256" y="289"/>
                  </a:cubicBezTo>
                  <a:cubicBezTo>
                    <a:pt x="3256" y="282"/>
                    <a:pt x="3250" y="276"/>
                    <a:pt x="3243" y="276"/>
                  </a:cubicBezTo>
                  <a:cubicBezTo>
                    <a:pt x="3236" y="276"/>
                    <a:pt x="3230" y="282"/>
                    <a:pt x="3230" y="289"/>
                  </a:cubicBezTo>
                  <a:cubicBezTo>
                    <a:pt x="3230" y="296"/>
                    <a:pt x="3236" y="301"/>
                    <a:pt x="3243" y="301"/>
                  </a:cubicBezTo>
                  <a:close/>
                  <a:moveTo>
                    <a:pt x="3282" y="301"/>
                  </a:moveTo>
                  <a:cubicBezTo>
                    <a:pt x="3289" y="301"/>
                    <a:pt x="3295" y="296"/>
                    <a:pt x="3295" y="289"/>
                  </a:cubicBezTo>
                  <a:cubicBezTo>
                    <a:pt x="3295" y="282"/>
                    <a:pt x="3289" y="276"/>
                    <a:pt x="3282" y="276"/>
                  </a:cubicBezTo>
                  <a:cubicBezTo>
                    <a:pt x="3275" y="276"/>
                    <a:pt x="3270" y="282"/>
                    <a:pt x="3270" y="289"/>
                  </a:cubicBezTo>
                  <a:cubicBezTo>
                    <a:pt x="3270" y="296"/>
                    <a:pt x="3275" y="301"/>
                    <a:pt x="3282" y="301"/>
                  </a:cubicBezTo>
                  <a:close/>
                  <a:moveTo>
                    <a:pt x="3322" y="301"/>
                  </a:moveTo>
                  <a:cubicBezTo>
                    <a:pt x="3329" y="301"/>
                    <a:pt x="3335" y="296"/>
                    <a:pt x="3335" y="289"/>
                  </a:cubicBezTo>
                  <a:cubicBezTo>
                    <a:pt x="3335" y="282"/>
                    <a:pt x="3329" y="276"/>
                    <a:pt x="3322" y="276"/>
                  </a:cubicBezTo>
                  <a:cubicBezTo>
                    <a:pt x="3315" y="276"/>
                    <a:pt x="3309" y="282"/>
                    <a:pt x="3309" y="289"/>
                  </a:cubicBezTo>
                  <a:cubicBezTo>
                    <a:pt x="3309" y="296"/>
                    <a:pt x="3315" y="301"/>
                    <a:pt x="3322" y="301"/>
                  </a:cubicBezTo>
                  <a:close/>
                  <a:moveTo>
                    <a:pt x="3361" y="301"/>
                  </a:moveTo>
                  <a:cubicBezTo>
                    <a:pt x="3368" y="301"/>
                    <a:pt x="3374" y="296"/>
                    <a:pt x="3374" y="289"/>
                  </a:cubicBezTo>
                  <a:cubicBezTo>
                    <a:pt x="3374" y="282"/>
                    <a:pt x="3368" y="276"/>
                    <a:pt x="3361" y="276"/>
                  </a:cubicBezTo>
                  <a:cubicBezTo>
                    <a:pt x="3354" y="276"/>
                    <a:pt x="3348" y="282"/>
                    <a:pt x="3348" y="289"/>
                  </a:cubicBezTo>
                  <a:cubicBezTo>
                    <a:pt x="3348" y="296"/>
                    <a:pt x="3354" y="301"/>
                    <a:pt x="3361" y="301"/>
                  </a:cubicBezTo>
                  <a:close/>
                  <a:moveTo>
                    <a:pt x="3401" y="301"/>
                  </a:moveTo>
                  <a:cubicBezTo>
                    <a:pt x="3408" y="301"/>
                    <a:pt x="3413" y="296"/>
                    <a:pt x="3413" y="289"/>
                  </a:cubicBezTo>
                  <a:cubicBezTo>
                    <a:pt x="3413" y="282"/>
                    <a:pt x="3408" y="276"/>
                    <a:pt x="3401" y="276"/>
                  </a:cubicBezTo>
                  <a:cubicBezTo>
                    <a:pt x="3394" y="276"/>
                    <a:pt x="3388" y="282"/>
                    <a:pt x="3388" y="289"/>
                  </a:cubicBezTo>
                  <a:cubicBezTo>
                    <a:pt x="3388" y="296"/>
                    <a:pt x="3394" y="301"/>
                    <a:pt x="3401" y="301"/>
                  </a:cubicBezTo>
                  <a:close/>
                  <a:moveTo>
                    <a:pt x="3440" y="301"/>
                  </a:moveTo>
                  <a:cubicBezTo>
                    <a:pt x="3447" y="301"/>
                    <a:pt x="3453" y="296"/>
                    <a:pt x="3453" y="289"/>
                  </a:cubicBezTo>
                  <a:cubicBezTo>
                    <a:pt x="3453" y="282"/>
                    <a:pt x="3447" y="276"/>
                    <a:pt x="3440" y="276"/>
                  </a:cubicBezTo>
                  <a:cubicBezTo>
                    <a:pt x="3433" y="276"/>
                    <a:pt x="3427" y="282"/>
                    <a:pt x="3427" y="289"/>
                  </a:cubicBezTo>
                  <a:cubicBezTo>
                    <a:pt x="3427" y="296"/>
                    <a:pt x="3433" y="301"/>
                    <a:pt x="3440" y="301"/>
                  </a:cubicBezTo>
                  <a:close/>
                  <a:moveTo>
                    <a:pt x="3480" y="301"/>
                  </a:moveTo>
                  <a:cubicBezTo>
                    <a:pt x="3487" y="301"/>
                    <a:pt x="3492" y="296"/>
                    <a:pt x="3492" y="289"/>
                  </a:cubicBezTo>
                  <a:cubicBezTo>
                    <a:pt x="3492" y="282"/>
                    <a:pt x="3487" y="276"/>
                    <a:pt x="3480" y="276"/>
                  </a:cubicBezTo>
                  <a:cubicBezTo>
                    <a:pt x="3472" y="276"/>
                    <a:pt x="3467" y="282"/>
                    <a:pt x="3467" y="289"/>
                  </a:cubicBezTo>
                  <a:cubicBezTo>
                    <a:pt x="3467" y="296"/>
                    <a:pt x="3472" y="301"/>
                    <a:pt x="3480" y="301"/>
                  </a:cubicBezTo>
                  <a:close/>
                  <a:moveTo>
                    <a:pt x="3519" y="301"/>
                  </a:moveTo>
                  <a:cubicBezTo>
                    <a:pt x="3526" y="301"/>
                    <a:pt x="3532" y="296"/>
                    <a:pt x="3532" y="289"/>
                  </a:cubicBezTo>
                  <a:cubicBezTo>
                    <a:pt x="3532" y="282"/>
                    <a:pt x="3526" y="276"/>
                    <a:pt x="3519" y="276"/>
                  </a:cubicBezTo>
                  <a:cubicBezTo>
                    <a:pt x="3512" y="276"/>
                    <a:pt x="3506" y="282"/>
                    <a:pt x="3506" y="289"/>
                  </a:cubicBezTo>
                  <a:cubicBezTo>
                    <a:pt x="3506" y="296"/>
                    <a:pt x="3512" y="301"/>
                    <a:pt x="3519" y="301"/>
                  </a:cubicBezTo>
                  <a:close/>
                  <a:moveTo>
                    <a:pt x="89" y="341"/>
                  </a:moveTo>
                  <a:cubicBezTo>
                    <a:pt x="96" y="341"/>
                    <a:pt x="102" y="335"/>
                    <a:pt x="102" y="328"/>
                  </a:cubicBezTo>
                  <a:cubicBezTo>
                    <a:pt x="102" y="321"/>
                    <a:pt x="96" y="315"/>
                    <a:pt x="89" y="315"/>
                  </a:cubicBezTo>
                  <a:cubicBezTo>
                    <a:pt x="82" y="315"/>
                    <a:pt x="76" y="321"/>
                    <a:pt x="76" y="328"/>
                  </a:cubicBezTo>
                  <a:cubicBezTo>
                    <a:pt x="76" y="335"/>
                    <a:pt x="82" y="341"/>
                    <a:pt x="89" y="341"/>
                  </a:cubicBezTo>
                  <a:close/>
                  <a:moveTo>
                    <a:pt x="128" y="341"/>
                  </a:moveTo>
                  <a:cubicBezTo>
                    <a:pt x="136" y="341"/>
                    <a:pt x="141" y="335"/>
                    <a:pt x="141" y="328"/>
                  </a:cubicBezTo>
                  <a:cubicBezTo>
                    <a:pt x="141" y="321"/>
                    <a:pt x="136" y="315"/>
                    <a:pt x="128" y="315"/>
                  </a:cubicBezTo>
                  <a:cubicBezTo>
                    <a:pt x="121" y="315"/>
                    <a:pt x="116" y="321"/>
                    <a:pt x="116" y="328"/>
                  </a:cubicBezTo>
                  <a:cubicBezTo>
                    <a:pt x="116" y="335"/>
                    <a:pt x="121" y="341"/>
                    <a:pt x="128" y="341"/>
                  </a:cubicBezTo>
                  <a:close/>
                  <a:moveTo>
                    <a:pt x="168" y="341"/>
                  </a:moveTo>
                  <a:cubicBezTo>
                    <a:pt x="175" y="341"/>
                    <a:pt x="181" y="335"/>
                    <a:pt x="181" y="328"/>
                  </a:cubicBezTo>
                  <a:cubicBezTo>
                    <a:pt x="181" y="321"/>
                    <a:pt x="175" y="315"/>
                    <a:pt x="168" y="315"/>
                  </a:cubicBezTo>
                  <a:cubicBezTo>
                    <a:pt x="161" y="315"/>
                    <a:pt x="155" y="321"/>
                    <a:pt x="155" y="328"/>
                  </a:cubicBezTo>
                  <a:cubicBezTo>
                    <a:pt x="155" y="335"/>
                    <a:pt x="161" y="341"/>
                    <a:pt x="168" y="341"/>
                  </a:cubicBezTo>
                  <a:close/>
                  <a:moveTo>
                    <a:pt x="207" y="341"/>
                  </a:moveTo>
                  <a:cubicBezTo>
                    <a:pt x="214" y="341"/>
                    <a:pt x="220" y="335"/>
                    <a:pt x="220" y="328"/>
                  </a:cubicBezTo>
                  <a:cubicBezTo>
                    <a:pt x="220" y="321"/>
                    <a:pt x="214" y="315"/>
                    <a:pt x="207" y="315"/>
                  </a:cubicBezTo>
                  <a:cubicBezTo>
                    <a:pt x="200" y="315"/>
                    <a:pt x="195" y="321"/>
                    <a:pt x="195" y="328"/>
                  </a:cubicBezTo>
                  <a:cubicBezTo>
                    <a:pt x="195" y="335"/>
                    <a:pt x="200" y="341"/>
                    <a:pt x="207" y="341"/>
                  </a:cubicBezTo>
                  <a:close/>
                  <a:moveTo>
                    <a:pt x="247" y="341"/>
                  </a:moveTo>
                  <a:cubicBezTo>
                    <a:pt x="254" y="341"/>
                    <a:pt x="259" y="335"/>
                    <a:pt x="259" y="328"/>
                  </a:cubicBezTo>
                  <a:cubicBezTo>
                    <a:pt x="259" y="321"/>
                    <a:pt x="254" y="315"/>
                    <a:pt x="247" y="315"/>
                  </a:cubicBezTo>
                  <a:cubicBezTo>
                    <a:pt x="240" y="315"/>
                    <a:pt x="234" y="321"/>
                    <a:pt x="234" y="328"/>
                  </a:cubicBezTo>
                  <a:cubicBezTo>
                    <a:pt x="234" y="335"/>
                    <a:pt x="240" y="341"/>
                    <a:pt x="247" y="341"/>
                  </a:cubicBezTo>
                  <a:close/>
                  <a:moveTo>
                    <a:pt x="286" y="341"/>
                  </a:moveTo>
                  <a:cubicBezTo>
                    <a:pt x="293" y="341"/>
                    <a:pt x="299" y="335"/>
                    <a:pt x="299" y="328"/>
                  </a:cubicBezTo>
                  <a:cubicBezTo>
                    <a:pt x="299" y="321"/>
                    <a:pt x="293" y="315"/>
                    <a:pt x="286" y="315"/>
                  </a:cubicBezTo>
                  <a:cubicBezTo>
                    <a:pt x="279" y="315"/>
                    <a:pt x="273" y="321"/>
                    <a:pt x="273" y="328"/>
                  </a:cubicBezTo>
                  <a:cubicBezTo>
                    <a:pt x="273" y="335"/>
                    <a:pt x="279" y="341"/>
                    <a:pt x="286" y="341"/>
                  </a:cubicBezTo>
                  <a:close/>
                  <a:moveTo>
                    <a:pt x="326" y="341"/>
                  </a:moveTo>
                  <a:cubicBezTo>
                    <a:pt x="333" y="341"/>
                    <a:pt x="338" y="335"/>
                    <a:pt x="338" y="328"/>
                  </a:cubicBezTo>
                  <a:cubicBezTo>
                    <a:pt x="338" y="321"/>
                    <a:pt x="333" y="315"/>
                    <a:pt x="326" y="315"/>
                  </a:cubicBezTo>
                  <a:cubicBezTo>
                    <a:pt x="319" y="315"/>
                    <a:pt x="313" y="321"/>
                    <a:pt x="313" y="328"/>
                  </a:cubicBezTo>
                  <a:cubicBezTo>
                    <a:pt x="313" y="335"/>
                    <a:pt x="319" y="341"/>
                    <a:pt x="326" y="341"/>
                  </a:cubicBezTo>
                  <a:close/>
                  <a:moveTo>
                    <a:pt x="365" y="341"/>
                  </a:moveTo>
                  <a:cubicBezTo>
                    <a:pt x="372" y="341"/>
                    <a:pt x="378" y="335"/>
                    <a:pt x="378" y="328"/>
                  </a:cubicBezTo>
                  <a:cubicBezTo>
                    <a:pt x="378" y="321"/>
                    <a:pt x="372" y="315"/>
                    <a:pt x="365" y="315"/>
                  </a:cubicBezTo>
                  <a:cubicBezTo>
                    <a:pt x="358" y="315"/>
                    <a:pt x="352" y="321"/>
                    <a:pt x="352" y="328"/>
                  </a:cubicBezTo>
                  <a:cubicBezTo>
                    <a:pt x="352" y="335"/>
                    <a:pt x="358" y="341"/>
                    <a:pt x="365" y="341"/>
                  </a:cubicBezTo>
                  <a:close/>
                  <a:moveTo>
                    <a:pt x="404" y="341"/>
                  </a:moveTo>
                  <a:cubicBezTo>
                    <a:pt x="411" y="341"/>
                    <a:pt x="417" y="335"/>
                    <a:pt x="417" y="328"/>
                  </a:cubicBezTo>
                  <a:cubicBezTo>
                    <a:pt x="417" y="321"/>
                    <a:pt x="411" y="315"/>
                    <a:pt x="404" y="315"/>
                  </a:cubicBezTo>
                  <a:cubicBezTo>
                    <a:pt x="397" y="315"/>
                    <a:pt x="392" y="321"/>
                    <a:pt x="392" y="328"/>
                  </a:cubicBezTo>
                  <a:cubicBezTo>
                    <a:pt x="392" y="335"/>
                    <a:pt x="397" y="341"/>
                    <a:pt x="404" y="341"/>
                  </a:cubicBezTo>
                  <a:close/>
                  <a:moveTo>
                    <a:pt x="444" y="341"/>
                  </a:moveTo>
                  <a:cubicBezTo>
                    <a:pt x="451" y="341"/>
                    <a:pt x="457" y="335"/>
                    <a:pt x="457" y="328"/>
                  </a:cubicBezTo>
                  <a:cubicBezTo>
                    <a:pt x="457" y="321"/>
                    <a:pt x="451" y="315"/>
                    <a:pt x="444" y="315"/>
                  </a:cubicBezTo>
                  <a:cubicBezTo>
                    <a:pt x="437" y="315"/>
                    <a:pt x="431" y="321"/>
                    <a:pt x="431" y="328"/>
                  </a:cubicBezTo>
                  <a:cubicBezTo>
                    <a:pt x="431" y="335"/>
                    <a:pt x="437" y="341"/>
                    <a:pt x="444" y="341"/>
                  </a:cubicBezTo>
                  <a:close/>
                  <a:moveTo>
                    <a:pt x="483" y="341"/>
                  </a:moveTo>
                  <a:cubicBezTo>
                    <a:pt x="490" y="341"/>
                    <a:pt x="496" y="335"/>
                    <a:pt x="496" y="328"/>
                  </a:cubicBezTo>
                  <a:cubicBezTo>
                    <a:pt x="496" y="321"/>
                    <a:pt x="490" y="315"/>
                    <a:pt x="483" y="315"/>
                  </a:cubicBezTo>
                  <a:cubicBezTo>
                    <a:pt x="476" y="315"/>
                    <a:pt x="471" y="321"/>
                    <a:pt x="471" y="328"/>
                  </a:cubicBezTo>
                  <a:cubicBezTo>
                    <a:pt x="471" y="335"/>
                    <a:pt x="476" y="341"/>
                    <a:pt x="483" y="341"/>
                  </a:cubicBezTo>
                  <a:close/>
                  <a:moveTo>
                    <a:pt x="523" y="341"/>
                  </a:moveTo>
                  <a:cubicBezTo>
                    <a:pt x="530" y="341"/>
                    <a:pt x="535" y="335"/>
                    <a:pt x="535" y="328"/>
                  </a:cubicBezTo>
                  <a:cubicBezTo>
                    <a:pt x="535" y="321"/>
                    <a:pt x="530" y="315"/>
                    <a:pt x="523" y="315"/>
                  </a:cubicBezTo>
                  <a:cubicBezTo>
                    <a:pt x="516" y="315"/>
                    <a:pt x="510" y="321"/>
                    <a:pt x="510" y="328"/>
                  </a:cubicBezTo>
                  <a:cubicBezTo>
                    <a:pt x="510" y="335"/>
                    <a:pt x="516" y="341"/>
                    <a:pt x="523" y="341"/>
                  </a:cubicBezTo>
                  <a:close/>
                  <a:moveTo>
                    <a:pt x="562" y="341"/>
                  </a:moveTo>
                  <a:cubicBezTo>
                    <a:pt x="569" y="341"/>
                    <a:pt x="575" y="335"/>
                    <a:pt x="575" y="328"/>
                  </a:cubicBezTo>
                  <a:cubicBezTo>
                    <a:pt x="575" y="321"/>
                    <a:pt x="569" y="315"/>
                    <a:pt x="562" y="315"/>
                  </a:cubicBezTo>
                  <a:cubicBezTo>
                    <a:pt x="555" y="315"/>
                    <a:pt x="549" y="321"/>
                    <a:pt x="549" y="328"/>
                  </a:cubicBezTo>
                  <a:cubicBezTo>
                    <a:pt x="549" y="335"/>
                    <a:pt x="555" y="341"/>
                    <a:pt x="562" y="341"/>
                  </a:cubicBezTo>
                  <a:close/>
                  <a:moveTo>
                    <a:pt x="602" y="316"/>
                  </a:moveTo>
                  <a:cubicBezTo>
                    <a:pt x="595" y="316"/>
                    <a:pt x="589" y="321"/>
                    <a:pt x="589" y="328"/>
                  </a:cubicBezTo>
                  <a:cubicBezTo>
                    <a:pt x="589" y="335"/>
                    <a:pt x="595" y="340"/>
                    <a:pt x="602" y="340"/>
                  </a:cubicBezTo>
                  <a:cubicBezTo>
                    <a:pt x="608" y="340"/>
                    <a:pt x="614" y="335"/>
                    <a:pt x="614" y="328"/>
                  </a:cubicBezTo>
                  <a:cubicBezTo>
                    <a:pt x="614" y="321"/>
                    <a:pt x="608" y="316"/>
                    <a:pt x="602" y="316"/>
                  </a:cubicBezTo>
                  <a:close/>
                  <a:moveTo>
                    <a:pt x="641" y="341"/>
                  </a:moveTo>
                  <a:cubicBezTo>
                    <a:pt x="648" y="341"/>
                    <a:pt x="654" y="335"/>
                    <a:pt x="654" y="328"/>
                  </a:cubicBezTo>
                  <a:cubicBezTo>
                    <a:pt x="654" y="321"/>
                    <a:pt x="648" y="315"/>
                    <a:pt x="641" y="315"/>
                  </a:cubicBezTo>
                  <a:cubicBezTo>
                    <a:pt x="634" y="315"/>
                    <a:pt x="628" y="321"/>
                    <a:pt x="628" y="328"/>
                  </a:cubicBezTo>
                  <a:cubicBezTo>
                    <a:pt x="628" y="335"/>
                    <a:pt x="634" y="341"/>
                    <a:pt x="641" y="341"/>
                  </a:cubicBezTo>
                  <a:close/>
                  <a:moveTo>
                    <a:pt x="680" y="341"/>
                  </a:moveTo>
                  <a:cubicBezTo>
                    <a:pt x="687" y="341"/>
                    <a:pt x="693" y="335"/>
                    <a:pt x="693" y="328"/>
                  </a:cubicBezTo>
                  <a:cubicBezTo>
                    <a:pt x="693" y="321"/>
                    <a:pt x="687" y="315"/>
                    <a:pt x="680" y="315"/>
                  </a:cubicBezTo>
                  <a:cubicBezTo>
                    <a:pt x="673" y="315"/>
                    <a:pt x="668" y="321"/>
                    <a:pt x="668" y="328"/>
                  </a:cubicBezTo>
                  <a:cubicBezTo>
                    <a:pt x="668" y="335"/>
                    <a:pt x="673" y="341"/>
                    <a:pt x="680" y="341"/>
                  </a:cubicBezTo>
                  <a:close/>
                  <a:moveTo>
                    <a:pt x="720" y="341"/>
                  </a:moveTo>
                  <a:cubicBezTo>
                    <a:pt x="727" y="341"/>
                    <a:pt x="733" y="335"/>
                    <a:pt x="733" y="328"/>
                  </a:cubicBezTo>
                  <a:cubicBezTo>
                    <a:pt x="733" y="321"/>
                    <a:pt x="727" y="315"/>
                    <a:pt x="720" y="315"/>
                  </a:cubicBezTo>
                  <a:cubicBezTo>
                    <a:pt x="713" y="315"/>
                    <a:pt x="707" y="321"/>
                    <a:pt x="707" y="328"/>
                  </a:cubicBezTo>
                  <a:cubicBezTo>
                    <a:pt x="707" y="335"/>
                    <a:pt x="713" y="341"/>
                    <a:pt x="720" y="341"/>
                  </a:cubicBezTo>
                  <a:close/>
                  <a:moveTo>
                    <a:pt x="759" y="341"/>
                  </a:moveTo>
                  <a:cubicBezTo>
                    <a:pt x="766" y="341"/>
                    <a:pt x="772" y="335"/>
                    <a:pt x="772" y="328"/>
                  </a:cubicBezTo>
                  <a:cubicBezTo>
                    <a:pt x="772" y="321"/>
                    <a:pt x="766" y="315"/>
                    <a:pt x="759" y="315"/>
                  </a:cubicBezTo>
                  <a:cubicBezTo>
                    <a:pt x="752" y="315"/>
                    <a:pt x="747" y="321"/>
                    <a:pt x="747" y="328"/>
                  </a:cubicBezTo>
                  <a:cubicBezTo>
                    <a:pt x="747" y="335"/>
                    <a:pt x="752" y="341"/>
                    <a:pt x="759" y="341"/>
                  </a:cubicBezTo>
                  <a:close/>
                  <a:moveTo>
                    <a:pt x="799" y="341"/>
                  </a:moveTo>
                  <a:cubicBezTo>
                    <a:pt x="806" y="341"/>
                    <a:pt x="811" y="335"/>
                    <a:pt x="811" y="328"/>
                  </a:cubicBezTo>
                  <a:cubicBezTo>
                    <a:pt x="811" y="321"/>
                    <a:pt x="806" y="315"/>
                    <a:pt x="799" y="315"/>
                  </a:cubicBezTo>
                  <a:cubicBezTo>
                    <a:pt x="792" y="315"/>
                    <a:pt x="786" y="321"/>
                    <a:pt x="786" y="328"/>
                  </a:cubicBezTo>
                  <a:cubicBezTo>
                    <a:pt x="786" y="335"/>
                    <a:pt x="792" y="341"/>
                    <a:pt x="799" y="341"/>
                  </a:cubicBezTo>
                  <a:close/>
                  <a:moveTo>
                    <a:pt x="838" y="341"/>
                  </a:moveTo>
                  <a:cubicBezTo>
                    <a:pt x="845" y="341"/>
                    <a:pt x="851" y="335"/>
                    <a:pt x="851" y="328"/>
                  </a:cubicBezTo>
                  <a:cubicBezTo>
                    <a:pt x="851" y="321"/>
                    <a:pt x="845" y="315"/>
                    <a:pt x="838" y="315"/>
                  </a:cubicBezTo>
                  <a:cubicBezTo>
                    <a:pt x="831" y="315"/>
                    <a:pt x="825" y="321"/>
                    <a:pt x="825" y="328"/>
                  </a:cubicBezTo>
                  <a:cubicBezTo>
                    <a:pt x="825" y="335"/>
                    <a:pt x="831" y="341"/>
                    <a:pt x="838" y="341"/>
                  </a:cubicBezTo>
                  <a:close/>
                  <a:moveTo>
                    <a:pt x="956" y="341"/>
                  </a:moveTo>
                  <a:cubicBezTo>
                    <a:pt x="963" y="341"/>
                    <a:pt x="969" y="335"/>
                    <a:pt x="969" y="328"/>
                  </a:cubicBezTo>
                  <a:cubicBezTo>
                    <a:pt x="969" y="321"/>
                    <a:pt x="963" y="315"/>
                    <a:pt x="956" y="315"/>
                  </a:cubicBezTo>
                  <a:cubicBezTo>
                    <a:pt x="949" y="315"/>
                    <a:pt x="944" y="321"/>
                    <a:pt x="944" y="328"/>
                  </a:cubicBezTo>
                  <a:cubicBezTo>
                    <a:pt x="944" y="335"/>
                    <a:pt x="949" y="341"/>
                    <a:pt x="956" y="341"/>
                  </a:cubicBezTo>
                  <a:close/>
                  <a:moveTo>
                    <a:pt x="996" y="341"/>
                  </a:moveTo>
                  <a:cubicBezTo>
                    <a:pt x="1003" y="341"/>
                    <a:pt x="1009" y="335"/>
                    <a:pt x="1009" y="328"/>
                  </a:cubicBezTo>
                  <a:cubicBezTo>
                    <a:pt x="1009" y="321"/>
                    <a:pt x="1003" y="315"/>
                    <a:pt x="996" y="315"/>
                  </a:cubicBezTo>
                  <a:cubicBezTo>
                    <a:pt x="989" y="315"/>
                    <a:pt x="983" y="321"/>
                    <a:pt x="983" y="328"/>
                  </a:cubicBezTo>
                  <a:cubicBezTo>
                    <a:pt x="983" y="335"/>
                    <a:pt x="989" y="341"/>
                    <a:pt x="996" y="341"/>
                  </a:cubicBezTo>
                  <a:close/>
                  <a:moveTo>
                    <a:pt x="1035" y="341"/>
                  </a:moveTo>
                  <a:cubicBezTo>
                    <a:pt x="1042" y="341"/>
                    <a:pt x="1048" y="335"/>
                    <a:pt x="1048" y="328"/>
                  </a:cubicBezTo>
                  <a:cubicBezTo>
                    <a:pt x="1048" y="321"/>
                    <a:pt x="1042" y="315"/>
                    <a:pt x="1035" y="315"/>
                  </a:cubicBezTo>
                  <a:cubicBezTo>
                    <a:pt x="1028" y="315"/>
                    <a:pt x="1022" y="321"/>
                    <a:pt x="1022" y="328"/>
                  </a:cubicBezTo>
                  <a:cubicBezTo>
                    <a:pt x="1022" y="335"/>
                    <a:pt x="1028" y="341"/>
                    <a:pt x="1035" y="341"/>
                  </a:cubicBezTo>
                  <a:close/>
                  <a:moveTo>
                    <a:pt x="1153" y="319"/>
                  </a:moveTo>
                  <a:cubicBezTo>
                    <a:pt x="1148" y="319"/>
                    <a:pt x="1144" y="323"/>
                    <a:pt x="1144" y="328"/>
                  </a:cubicBezTo>
                  <a:cubicBezTo>
                    <a:pt x="1144" y="333"/>
                    <a:pt x="1148" y="337"/>
                    <a:pt x="1153" y="337"/>
                  </a:cubicBezTo>
                  <a:cubicBezTo>
                    <a:pt x="1159" y="337"/>
                    <a:pt x="1163" y="333"/>
                    <a:pt x="1163" y="328"/>
                  </a:cubicBezTo>
                  <a:cubicBezTo>
                    <a:pt x="1163" y="323"/>
                    <a:pt x="1159" y="319"/>
                    <a:pt x="1153" y="319"/>
                  </a:cubicBezTo>
                  <a:close/>
                  <a:moveTo>
                    <a:pt x="1193" y="341"/>
                  </a:moveTo>
                  <a:cubicBezTo>
                    <a:pt x="1200" y="341"/>
                    <a:pt x="1206" y="335"/>
                    <a:pt x="1206" y="328"/>
                  </a:cubicBezTo>
                  <a:cubicBezTo>
                    <a:pt x="1206" y="321"/>
                    <a:pt x="1200" y="315"/>
                    <a:pt x="1193" y="315"/>
                  </a:cubicBezTo>
                  <a:cubicBezTo>
                    <a:pt x="1186" y="315"/>
                    <a:pt x="1180" y="321"/>
                    <a:pt x="1180" y="328"/>
                  </a:cubicBezTo>
                  <a:cubicBezTo>
                    <a:pt x="1180" y="335"/>
                    <a:pt x="1186" y="341"/>
                    <a:pt x="1193" y="341"/>
                  </a:cubicBezTo>
                  <a:close/>
                  <a:moveTo>
                    <a:pt x="1232" y="341"/>
                  </a:moveTo>
                  <a:cubicBezTo>
                    <a:pt x="1239" y="341"/>
                    <a:pt x="1245" y="335"/>
                    <a:pt x="1245" y="328"/>
                  </a:cubicBezTo>
                  <a:cubicBezTo>
                    <a:pt x="1245" y="321"/>
                    <a:pt x="1239" y="315"/>
                    <a:pt x="1232" y="315"/>
                  </a:cubicBezTo>
                  <a:cubicBezTo>
                    <a:pt x="1225" y="315"/>
                    <a:pt x="1220" y="321"/>
                    <a:pt x="1220" y="328"/>
                  </a:cubicBezTo>
                  <a:cubicBezTo>
                    <a:pt x="1220" y="335"/>
                    <a:pt x="1225" y="341"/>
                    <a:pt x="1232" y="341"/>
                  </a:cubicBezTo>
                  <a:close/>
                  <a:moveTo>
                    <a:pt x="1272" y="341"/>
                  </a:moveTo>
                  <a:cubicBezTo>
                    <a:pt x="1279" y="341"/>
                    <a:pt x="1285" y="335"/>
                    <a:pt x="1285" y="328"/>
                  </a:cubicBezTo>
                  <a:cubicBezTo>
                    <a:pt x="1285" y="321"/>
                    <a:pt x="1279" y="315"/>
                    <a:pt x="1272" y="315"/>
                  </a:cubicBezTo>
                  <a:cubicBezTo>
                    <a:pt x="1265" y="315"/>
                    <a:pt x="1259" y="321"/>
                    <a:pt x="1259" y="328"/>
                  </a:cubicBezTo>
                  <a:cubicBezTo>
                    <a:pt x="1259" y="335"/>
                    <a:pt x="1265" y="341"/>
                    <a:pt x="1272" y="341"/>
                  </a:cubicBezTo>
                  <a:close/>
                  <a:moveTo>
                    <a:pt x="1311" y="341"/>
                  </a:moveTo>
                  <a:cubicBezTo>
                    <a:pt x="1318" y="341"/>
                    <a:pt x="1324" y="335"/>
                    <a:pt x="1324" y="328"/>
                  </a:cubicBezTo>
                  <a:cubicBezTo>
                    <a:pt x="1324" y="321"/>
                    <a:pt x="1318" y="315"/>
                    <a:pt x="1311" y="315"/>
                  </a:cubicBezTo>
                  <a:cubicBezTo>
                    <a:pt x="1304" y="315"/>
                    <a:pt x="1298" y="321"/>
                    <a:pt x="1298" y="328"/>
                  </a:cubicBezTo>
                  <a:cubicBezTo>
                    <a:pt x="1298" y="335"/>
                    <a:pt x="1304" y="341"/>
                    <a:pt x="1311" y="341"/>
                  </a:cubicBezTo>
                  <a:close/>
                  <a:moveTo>
                    <a:pt x="1863" y="341"/>
                  </a:moveTo>
                  <a:cubicBezTo>
                    <a:pt x="1870" y="341"/>
                    <a:pt x="1876" y="335"/>
                    <a:pt x="1876" y="328"/>
                  </a:cubicBezTo>
                  <a:cubicBezTo>
                    <a:pt x="1876" y="321"/>
                    <a:pt x="1870" y="315"/>
                    <a:pt x="1863" y="315"/>
                  </a:cubicBezTo>
                  <a:cubicBezTo>
                    <a:pt x="1856" y="315"/>
                    <a:pt x="1850" y="321"/>
                    <a:pt x="1850" y="328"/>
                  </a:cubicBezTo>
                  <a:cubicBezTo>
                    <a:pt x="1850" y="335"/>
                    <a:pt x="1856" y="341"/>
                    <a:pt x="1863" y="341"/>
                  </a:cubicBezTo>
                  <a:close/>
                  <a:moveTo>
                    <a:pt x="1903" y="341"/>
                  </a:moveTo>
                  <a:cubicBezTo>
                    <a:pt x="1910" y="341"/>
                    <a:pt x="1915" y="335"/>
                    <a:pt x="1915" y="328"/>
                  </a:cubicBezTo>
                  <a:cubicBezTo>
                    <a:pt x="1915" y="321"/>
                    <a:pt x="1910" y="315"/>
                    <a:pt x="1903" y="315"/>
                  </a:cubicBezTo>
                  <a:cubicBezTo>
                    <a:pt x="1896" y="315"/>
                    <a:pt x="1890" y="321"/>
                    <a:pt x="1890" y="328"/>
                  </a:cubicBezTo>
                  <a:cubicBezTo>
                    <a:pt x="1890" y="335"/>
                    <a:pt x="1896" y="341"/>
                    <a:pt x="1903" y="341"/>
                  </a:cubicBezTo>
                  <a:close/>
                  <a:moveTo>
                    <a:pt x="1942" y="341"/>
                  </a:moveTo>
                  <a:cubicBezTo>
                    <a:pt x="1949" y="341"/>
                    <a:pt x="1955" y="335"/>
                    <a:pt x="1955" y="328"/>
                  </a:cubicBezTo>
                  <a:cubicBezTo>
                    <a:pt x="1955" y="321"/>
                    <a:pt x="1949" y="315"/>
                    <a:pt x="1942" y="315"/>
                  </a:cubicBezTo>
                  <a:cubicBezTo>
                    <a:pt x="1935" y="315"/>
                    <a:pt x="1929" y="321"/>
                    <a:pt x="1929" y="328"/>
                  </a:cubicBezTo>
                  <a:cubicBezTo>
                    <a:pt x="1929" y="335"/>
                    <a:pt x="1935" y="341"/>
                    <a:pt x="1942" y="341"/>
                  </a:cubicBezTo>
                  <a:close/>
                  <a:moveTo>
                    <a:pt x="1981" y="341"/>
                  </a:moveTo>
                  <a:cubicBezTo>
                    <a:pt x="1988" y="341"/>
                    <a:pt x="1994" y="335"/>
                    <a:pt x="1994" y="328"/>
                  </a:cubicBezTo>
                  <a:cubicBezTo>
                    <a:pt x="1994" y="321"/>
                    <a:pt x="1988" y="315"/>
                    <a:pt x="1981" y="315"/>
                  </a:cubicBezTo>
                  <a:cubicBezTo>
                    <a:pt x="1974" y="315"/>
                    <a:pt x="1969" y="321"/>
                    <a:pt x="1969" y="328"/>
                  </a:cubicBezTo>
                  <a:cubicBezTo>
                    <a:pt x="1969" y="335"/>
                    <a:pt x="1974" y="341"/>
                    <a:pt x="1981" y="341"/>
                  </a:cubicBezTo>
                  <a:close/>
                  <a:moveTo>
                    <a:pt x="2021" y="315"/>
                  </a:moveTo>
                  <a:cubicBezTo>
                    <a:pt x="2014" y="315"/>
                    <a:pt x="2008" y="321"/>
                    <a:pt x="2008" y="328"/>
                  </a:cubicBezTo>
                  <a:cubicBezTo>
                    <a:pt x="2008" y="335"/>
                    <a:pt x="2014" y="341"/>
                    <a:pt x="2021" y="341"/>
                  </a:cubicBezTo>
                  <a:cubicBezTo>
                    <a:pt x="2028" y="341"/>
                    <a:pt x="2034" y="335"/>
                    <a:pt x="2034" y="328"/>
                  </a:cubicBezTo>
                  <a:cubicBezTo>
                    <a:pt x="2034" y="321"/>
                    <a:pt x="2028" y="315"/>
                    <a:pt x="2021" y="315"/>
                  </a:cubicBezTo>
                  <a:close/>
                  <a:moveTo>
                    <a:pt x="2060" y="315"/>
                  </a:moveTo>
                  <a:cubicBezTo>
                    <a:pt x="2053" y="315"/>
                    <a:pt x="2048" y="321"/>
                    <a:pt x="2048" y="328"/>
                  </a:cubicBezTo>
                  <a:cubicBezTo>
                    <a:pt x="2048" y="335"/>
                    <a:pt x="2053" y="341"/>
                    <a:pt x="2060" y="341"/>
                  </a:cubicBezTo>
                  <a:cubicBezTo>
                    <a:pt x="2067" y="341"/>
                    <a:pt x="2073" y="335"/>
                    <a:pt x="2073" y="328"/>
                  </a:cubicBezTo>
                  <a:cubicBezTo>
                    <a:pt x="2073" y="321"/>
                    <a:pt x="2067" y="315"/>
                    <a:pt x="2060" y="315"/>
                  </a:cubicBezTo>
                  <a:close/>
                  <a:moveTo>
                    <a:pt x="2100" y="341"/>
                  </a:moveTo>
                  <a:cubicBezTo>
                    <a:pt x="2107" y="341"/>
                    <a:pt x="2112" y="335"/>
                    <a:pt x="2112" y="328"/>
                  </a:cubicBezTo>
                  <a:cubicBezTo>
                    <a:pt x="2112" y="321"/>
                    <a:pt x="2107" y="315"/>
                    <a:pt x="2100" y="315"/>
                  </a:cubicBezTo>
                  <a:cubicBezTo>
                    <a:pt x="2093" y="315"/>
                    <a:pt x="2087" y="321"/>
                    <a:pt x="2087" y="328"/>
                  </a:cubicBezTo>
                  <a:cubicBezTo>
                    <a:pt x="2087" y="335"/>
                    <a:pt x="2093" y="341"/>
                    <a:pt x="2100" y="341"/>
                  </a:cubicBezTo>
                  <a:close/>
                  <a:moveTo>
                    <a:pt x="2179" y="341"/>
                  </a:moveTo>
                  <a:cubicBezTo>
                    <a:pt x="2186" y="341"/>
                    <a:pt x="2191" y="335"/>
                    <a:pt x="2191" y="328"/>
                  </a:cubicBezTo>
                  <a:cubicBezTo>
                    <a:pt x="2191" y="321"/>
                    <a:pt x="2186" y="315"/>
                    <a:pt x="2179" y="315"/>
                  </a:cubicBezTo>
                  <a:cubicBezTo>
                    <a:pt x="2171" y="315"/>
                    <a:pt x="2166" y="321"/>
                    <a:pt x="2166" y="328"/>
                  </a:cubicBezTo>
                  <a:cubicBezTo>
                    <a:pt x="2166" y="335"/>
                    <a:pt x="2171" y="341"/>
                    <a:pt x="2179" y="341"/>
                  </a:cubicBezTo>
                  <a:close/>
                  <a:moveTo>
                    <a:pt x="2218" y="341"/>
                  </a:moveTo>
                  <a:cubicBezTo>
                    <a:pt x="2225" y="341"/>
                    <a:pt x="2231" y="335"/>
                    <a:pt x="2231" y="328"/>
                  </a:cubicBezTo>
                  <a:cubicBezTo>
                    <a:pt x="2231" y="321"/>
                    <a:pt x="2225" y="315"/>
                    <a:pt x="2218" y="315"/>
                  </a:cubicBezTo>
                  <a:cubicBezTo>
                    <a:pt x="2211" y="315"/>
                    <a:pt x="2205" y="321"/>
                    <a:pt x="2205" y="328"/>
                  </a:cubicBezTo>
                  <a:cubicBezTo>
                    <a:pt x="2205" y="335"/>
                    <a:pt x="2211" y="341"/>
                    <a:pt x="2218" y="341"/>
                  </a:cubicBezTo>
                  <a:close/>
                  <a:moveTo>
                    <a:pt x="2257" y="341"/>
                  </a:moveTo>
                  <a:cubicBezTo>
                    <a:pt x="2264" y="341"/>
                    <a:pt x="2270" y="335"/>
                    <a:pt x="2270" y="328"/>
                  </a:cubicBezTo>
                  <a:cubicBezTo>
                    <a:pt x="2270" y="321"/>
                    <a:pt x="2264" y="315"/>
                    <a:pt x="2257" y="315"/>
                  </a:cubicBezTo>
                  <a:cubicBezTo>
                    <a:pt x="2250" y="315"/>
                    <a:pt x="2245" y="321"/>
                    <a:pt x="2245" y="328"/>
                  </a:cubicBezTo>
                  <a:cubicBezTo>
                    <a:pt x="2245" y="335"/>
                    <a:pt x="2250" y="341"/>
                    <a:pt x="2257" y="341"/>
                  </a:cubicBezTo>
                  <a:close/>
                  <a:moveTo>
                    <a:pt x="2297" y="341"/>
                  </a:moveTo>
                  <a:cubicBezTo>
                    <a:pt x="2304" y="341"/>
                    <a:pt x="2310" y="335"/>
                    <a:pt x="2310" y="328"/>
                  </a:cubicBezTo>
                  <a:cubicBezTo>
                    <a:pt x="2310" y="321"/>
                    <a:pt x="2304" y="315"/>
                    <a:pt x="2297" y="315"/>
                  </a:cubicBezTo>
                  <a:cubicBezTo>
                    <a:pt x="2290" y="315"/>
                    <a:pt x="2284" y="321"/>
                    <a:pt x="2284" y="328"/>
                  </a:cubicBezTo>
                  <a:cubicBezTo>
                    <a:pt x="2284" y="335"/>
                    <a:pt x="2290" y="341"/>
                    <a:pt x="2297" y="341"/>
                  </a:cubicBezTo>
                  <a:close/>
                  <a:moveTo>
                    <a:pt x="2336" y="341"/>
                  </a:moveTo>
                  <a:cubicBezTo>
                    <a:pt x="2343" y="341"/>
                    <a:pt x="2349" y="335"/>
                    <a:pt x="2349" y="328"/>
                  </a:cubicBezTo>
                  <a:cubicBezTo>
                    <a:pt x="2349" y="321"/>
                    <a:pt x="2343" y="315"/>
                    <a:pt x="2336" y="315"/>
                  </a:cubicBezTo>
                  <a:cubicBezTo>
                    <a:pt x="2329" y="315"/>
                    <a:pt x="2323" y="321"/>
                    <a:pt x="2323" y="328"/>
                  </a:cubicBezTo>
                  <a:cubicBezTo>
                    <a:pt x="2323" y="335"/>
                    <a:pt x="2329" y="341"/>
                    <a:pt x="2336" y="341"/>
                  </a:cubicBezTo>
                  <a:close/>
                  <a:moveTo>
                    <a:pt x="2376" y="341"/>
                  </a:moveTo>
                  <a:cubicBezTo>
                    <a:pt x="2383" y="341"/>
                    <a:pt x="2388" y="335"/>
                    <a:pt x="2388" y="328"/>
                  </a:cubicBezTo>
                  <a:cubicBezTo>
                    <a:pt x="2388" y="321"/>
                    <a:pt x="2383" y="315"/>
                    <a:pt x="2376" y="315"/>
                  </a:cubicBezTo>
                  <a:cubicBezTo>
                    <a:pt x="2369" y="315"/>
                    <a:pt x="2363" y="321"/>
                    <a:pt x="2363" y="328"/>
                  </a:cubicBezTo>
                  <a:cubicBezTo>
                    <a:pt x="2363" y="335"/>
                    <a:pt x="2369" y="341"/>
                    <a:pt x="2376" y="341"/>
                  </a:cubicBezTo>
                  <a:close/>
                  <a:moveTo>
                    <a:pt x="2415" y="316"/>
                  </a:moveTo>
                  <a:cubicBezTo>
                    <a:pt x="2408" y="316"/>
                    <a:pt x="2403" y="321"/>
                    <a:pt x="2403" y="328"/>
                  </a:cubicBezTo>
                  <a:cubicBezTo>
                    <a:pt x="2403" y="335"/>
                    <a:pt x="2408" y="340"/>
                    <a:pt x="2415" y="340"/>
                  </a:cubicBezTo>
                  <a:cubicBezTo>
                    <a:pt x="2422" y="340"/>
                    <a:pt x="2427" y="335"/>
                    <a:pt x="2427" y="328"/>
                  </a:cubicBezTo>
                  <a:cubicBezTo>
                    <a:pt x="2427" y="321"/>
                    <a:pt x="2422" y="316"/>
                    <a:pt x="2415" y="316"/>
                  </a:cubicBezTo>
                  <a:close/>
                  <a:moveTo>
                    <a:pt x="2454" y="341"/>
                  </a:moveTo>
                  <a:cubicBezTo>
                    <a:pt x="2462" y="341"/>
                    <a:pt x="2467" y="335"/>
                    <a:pt x="2467" y="328"/>
                  </a:cubicBezTo>
                  <a:cubicBezTo>
                    <a:pt x="2467" y="321"/>
                    <a:pt x="2462" y="315"/>
                    <a:pt x="2454" y="315"/>
                  </a:cubicBezTo>
                  <a:cubicBezTo>
                    <a:pt x="2447" y="315"/>
                    <a:pt x="2442" y="321"/>
                    <a:pt x="2442" y="328"/>
                  </a:cubicBezTo>
                  <a:cubicBezTo>
                    <a:pt x="2442" y="335"/>
                    <a:pt x="2447" y="341"/>
                    <a:pt x="2454" y="341"/>
                  </a:cubicBezTo>
                  <a:close/>
                  <a:moveTo>
                    <a:pt x="2494" y="341"/>
                  </a:moveTo>
                  <a:cubicBezTo>
                    <a:pt x="2501" y="341"/>
                    <a:pt x="2507" y="335"/>
                    <a:pt x="2507" y="328"/>
                  </a:cubicBezTo>
                  <a:cubicBezTo>
                    <a:pt x="2507" y="321"/>
                    <a:pt x="2501" y="315"/>
                    <a:pt x="2494" y="315"/>
                  </a:cubicBezTo>
                  <a:cubicBezTo>
                    <a:pt x="2487" y="315"/>
                    <a:pt x="2481" y="321"/>
                    <a:pt x="2481" y="328"/>
                  </a:cubicBezTo>
                  <a:cubicBezTo>
                    <a:pt x="2481" y="335"/>
                    <a:pt x="2487" y="341"/>
                    <a:pt x="2494" y="341"/>
                  </a:cubicBezTo>
                  <a:close/>
                  <a:moveTo>
                    <a:pt x="2533" y="341"/>
                  </a:moveTo>
                  <a:cubicBezTo>
                    <a:pt x="2540" y="341"/>
                    <a:pt x="2546" y="335"/>
                    <a:pt x="2546" y="328"/>
                  </a:cubicBezTo>
                  <a:cubicBezTo>
                    <a:pt x="2546" y="321"/>
                    <a:pt x="2540" y="315"/>
                    <a:pt x="2533" y="315"/>
                  </a:cubicBezTo>
                  <a:cubicBezTo>
                    <a:pt x="2526" y="315"/>
                    <a:pt x="2521" y="321"/>
                    <a:pt x="2521" y="328"/>
                  </a:cubicBezTo>
                  <a:cubicBezTo>
                    <a:pt x="2521" y="335"/>
                    <a:pt x="2526" y="341"/>
                    <a:pt x="2533" y="341"/>
                  </a:cubicBezTo>
                  <a:close/>
                  <a:moveTo>
                    <a:pt x="2573" y="341"/>
                  </a:moveTo>
                  <a:cubicBezTo>
                    <a:pt x="2580" y="341"/>
                    <a:pt x="2586" y="335"/>
                    <a:pt x="2586" y="328"/>
                  </a:cubicBezTo>
                  <a:cubicBezTo>
                    <a:pt x="2586" y="321"/>
                    <a:pt x="2580" y="315"/>
                    <a:pt x="2573" y="315"/>
                  </a:cubicBezTo>
                  <a:cubicBezTo>
                    <a:pt x="2566" y="315"/>
                    <a:pt x="2560" y="321"/>
                    <a:pt x="2560" y="328"/>
                  </a:cubicBezTo>
                  <a:cubicBezTo>
                    <a:pt x="2560" y="335"/>
                    <a:pt x="2566" y="341"/>
                    <a:pt x="2573" y="341"/>
                  </a:cubicBezTo>
                  <a:close/>
                  <a:moveTo>
                    <a:pt x="2612" y="341"/>
                  </a:moveTo>
                  <a:cubicBezTo>
                    <a:pt x="2619" y="341"/>
                    <a:pt x="2625" y="335"/>
                    <a:pt x="2625" y="328"/>
                  </a:cubicBezTo>
                  <a:cubicBezTo>
                    <a:pt x="2625" y="321"/>
                    <a:pt x="2619" y="315"/>
                    <a:pt x="2612" y="315"/>
                  </a:cubicBezTo>
                  <a:cubicBezTo>
                    <a:pt x="2605" y="315"/>
                    <a:pt x="2599" y="321"/>
                    <a:pt x="2599" y="328"/>
                  </a:cubicBezTo>
                  <a:cubicBezTo>
                    <a:pt x="2599" y="335"/>
                    <a:pt x="2605" y="341"/>
                    <a:pt x="2612" y="341"/>
                  </a:cubicBezTo>
                  <a:close/>
                  <a:moveTo>
                    <a:pt x="2652" y="341"/>
                  </a:moveTo>
                  <a:cubicBezTo>
                    <a:pt x="2659" y="341"/>
                    <a:pt x="2664" y="335"/>
                    <a:pt x="2664" y="328"/>
                  </a:cubicBezTo>
                  <a:cubicBezTo>
                    <a:pt x="2664" y="321"/>
                    <a:pt x="2659" y="315"/>
                    <a:pt x="2652" y="315"/>
                  </a:cubicBezTo>
                  <a:cubicBezTo>
                    <a:pt x="2645" y="315"/>
                    <a:pt x="2639" y="321"/>
                    <a:pt x="2639" y="328"/>
                  </a:cubicBezTo>
                  <a:cubicBezTo>
                    <a:pt x="2639" y="335"/>
                    <a:pt x="2645" y="341"/>
                    <a:pt x="2652" y="341"/>
                  </a:cubicBezTo>
                  <a:close/>
                  <a:moveTo>
                    <a:pt x="2691" y="341"/>
                  </a:moveTo>
                  <a:cubicBezTo>
                    <a:pt x="2698" y="341"/>
                    <a:pt x="2704" y="335"/>
                    <a:pt x="2704" y="328"/>
                  </a:cubicBezTo>
                  <a:cubicBezTo>
                    <a:pt x="2704" y="321"/>
                    <a:pt x="2698" y="315"/>
                    <a:pt x="2691" y="315"/>
                  </a:cubicBezTo>
                  <a:cubicBezTo>
                    <a:pt x="2684" y="315"/>
                    <a:pt x="2678" y="321"/>
                    <a:pt x="2678" y="328"/>
                  </a:cubicBezTo>
                  <a:cubicBezTo>
                    <a:pt x="2678" y="335"/>
                    <a:pt x="2684" y="341"/>
                    <a:pt x="2691" y="341"/>
                  </a:cubicBezTo>
                  <a:close/>
                  <a:moveTo>
                    <a:pt x="2730" y="341"/>
                  </a:moveTo>
                  <a:cubicBezTo>
                    <a:pt x="2738" y="341"/>
                    <a:pt x="2743" y="335"/>
                    <a:pt x="2743" y="328"/>
                  </a:cubicBezTo>
                  <a:cubicBezTo>
                    <a:pt x="2743" y="321"/>
                    <a:pt x="2738" y="315"/>
                    <a:pt x="2730" y="315"/>
                  </a:cubicBezTo>
                  <a:cubicBezTo>
                    <a:pt x="2723" y="315"/>
                    <a:pt x="2718" y="321"/>
                    <a:pt x="2718" y="328"/>
                  </a:cubicBezTo>
                  <a:cubicBezTo>
                    <a:pt x="2718" y="335"/>
                    <a:pt x="2723" y="341"/>
                    <a:pt x="2730" y="341"/>
                  </a:cubicBezTo>
                  <a:close/>
                  <a:moveTo>
                    <a:pt x="2770" y="341"/>
                  </a:moveTo>
                  <a:cubicBezTo>
                    <a:pt x="2777" y="341"/>
                    <a:pt x="2783" y="335"/>
                    <a:pt x="2783" y="328"/>
                  </a:cubicBezTo>
                  <a:cubicBezTo>
                    <a:pt x="2783" y="321"/>
                    <a:pt x="2777" y="315"/>
                    <a:pt x="2770" y="315"/>
                  </a:cubicBezTo>
                  <a:cubicBezTo>
                    <a:pt x="2763" y="315"/>
                    <a:pt x="2757" y="321"/>
                    <a:pt x="2757" y="328"/>
                  </a:cubicBezTo>
                  <a:cubicBezTo>
                    <a:pt x="2757" y="335"/>
                    <a:pt x="2763" y="341"/>
                    <a:pt x="2770" y="341"/>
                  </a:cubicBezTo>
                  <a:close/>
                  <a:moveTo>
                    <a:pt x="2809" y="341"/>
                  </a:moveTo>
                  <a:cubicBezTo>
                    <a:pt x="2816" y="341"/>
                    <a:pt x="2822" y="335"/>
                    <a:pt x="2822" y="328"/>
                  </a:cubicBezTo>
                  <a:cubicBezTo>
                    <a:pt x="2822" y="321"/>
                    <a:pt x="2816" y="315"/>
                    <a:pt x="2809" y="315"/>
                  </a:cubicBezTo>
                  <a:cubicBezTo>
                    <a:pt x="2802" y="315"/>
                    <a:pt x="2797" y="321"/>
                    <a:pt x="2797" y="328"/>
                  </a:cubicBezTo>
                  <a:cubicBezTo>
                    <a:pt x="2797" y="335"/>
                    <a:pt x="2802" y="341"/>
                    <a:pt x="2809" y="341"/>
                  </a:cubicBezTo>
                  <a:close/>
                  <a:moveTo>
                    <a:pt x="2849" y="341"/>
                  </a:moveTo>
                  <a:cubicBezTo>
                    <a:pt x="2856" y="341"/>
                    <a:pt x="2861" y="335"/>
                    <a:pt x="2861" y="328"/>
                  </a:cubicBezTo>
                  <a:cubicBezTo>
                    <a:pt x="2861" y="321"/>
                    <a:pt x="2856" y="315"/>
                    <a:pt x="2849" y="315"/>
                  </a:cubicBezTo>
                  <a:cubicBezTo>
                    <a:pt x="2842" y="315"/>
                    <a:pt x="2836" y="321"/>
                    <a:pt x="2836" y="328"/>
                  </a:cubicBezTo>
                  <a:cubicBezTo>
                    <a:pt x="2836" y="335"/>
                    <a:pt x="2842" y="341"/>
                    <a:pt x="2849" y="341"/>
                  </a:cubicBezTo>
                  <a:close/>
                  <a:moveTo>
                    <a:pt x="2888" y="341"/>
                  </a:moveTo>
                  <a:cubicBezTo>
                    <a:pt x="2895" y="341"/>
                    <a:pt x="2901" y="335"/>
                    <a:pt x="2901" y="328"/>
                  </a:cubicBezTo>
                  <a:cubicBezTo>
                    <a:pt x="2901" y="321"/>
                    <a:pt x="2895" y="315"/>
                    <a:pt x="2888" y="315"/>
                  </a:cubicBezTo>
                  <a:cubicBezTo>
                    <a:pt x="2881" y="315"/>
                    <a:pt x="2875" y="321"/>
                    <a:pt x="2875" y="328"/>
                  </a:cubicBezTo>
                  <a:cubicBezTo>
                    <a:pt x="2875" y="335"/>
                    <a:pt x="2881" y="341"/>
                    <a:pt x="2888" y="341"/>
                  </a:cubicBezTo>
                  <a:close/>
                  <a:moveTo>
                    <a:pt x="2928" y="341"/>
                  </a:moveTo>
                  <a:cubicBezTo>
                    <a:pt x="2935" y="341"/>
                    <a:pt x="2940" y="335"/>
                    <a:pt x="2940" y="328"/>
                  </a:cubicBezTo>
                  <a:cubicBezTo>
                    <a:pt x="2940" y="321"/>
                    <a:pt x="2935" y="315"/>
                    <a:pt x="2928" y="315"/>
                  </a:cubicBezTo>
                  <a:cubicBezTo>
                    <a:pt x="2921" y="315"/>
                    <a:pt x="2915" y="321"/>
                    <a:pt x="2915" y="328"/>
                  </a:cubicBezTo>
                  <a:cubicBezTo>
                    <a:pt x="2915" y="335"/>
                    <a:pt x="2921" y="341"/>
                    <a:pt x="2928" y="341"/>
                  </a:cubicBezTo>
                  <a:close/>
                  <a:moveTo>
                    <a:pt x="2967" y="341"/>
                  </a:moveTo>
                  <a:cubicBezTo>
                    <a:pt x="2974" y="341"/>
                    <a:pt x="2980" y="335"/>
                    <a:pt x="2980" y="328"/>
                  </a:cubicBezTo>
                  <a:cubicBezTo>
                    <a:pt x="2980" y="321"/>
                    <a:pt x="2974" y="315"/>
                    <a:pt x="2967" y="315"/>
                  </a:cubicBezTo>
                  <a:cubicBezTo>
                    <a:pt x="2960" y="315"/>
                    <a:pt x="2954" y="321"/>
                    <a:pt x="2954" y="328"/>
                  </a:cubicBezTo>
                  <a:cubicBezTo>
                    <a:pt x="2954" y="335"/>
                    <a:pt x="2960" y="341"/>
                    <a:pt x="2967" y="341"/>
                  </a:cubicBezTo>
                  <a:close/>
                  <a:moveTo>
                    <a:pt x="3006" y="341"/>
                  </a:moveTo>
                  <a:cubicBezTo>
                    <a:pt x="3013" y="341"/>
                    <a:pt x="3019" y="335"/>
                    <a:pt x="3019" y="328"/>
                  </a:cubicBezTo>
                  <a:cubicBezTo>
                    <a:pt x="3019" y="321"/>
                    <a:pt x="3013" y="315"/>
                    <a:pt x="3006" y="315"/>
                  </a:cubicBezTo>
                  <a:cubicBezTo>
                    <a:pt x="2999" y="315"/>
                    <a:pt x="2994" y="321"/>
                    <a:pt x="2994" y="328"/>
                  </a:cubicBezTo>
                  <a:cubicBezTo>
                    <a:pt x="2994" y="335"/>
                    <a:pt x="2999" y="341"/>
                    <a:pt x="3006" y="341"/>
                  </a:cubicBezTo>
                  <a:close/>
                  <a:moveTo>
                    <a:pt x="3046" y="341"/>
                  </a:moveTo>
                  <a:cubicBezTo>
                    <a:pt x="3053" y="341"/>
                    <a:pt x="3059" y="335"/>
                    <a:pt x="3059" y="328"/>
                  </a:cubicBezTo>
                  <a:cubicBezTo>
                    <a:pt x="3059" y="321"/>
                    <a:pt x="3053" y="315"/>
                    <a:pt x="3046" y="315"/>
                  </a:cubicBezTo>
                  <a:cubicBezTo>
                    <a:pt x="3039" y="315"/>
                    <a:pt x="3033" y="321"/>
                    <a:pt x="3033" y="328"/>
                  </a:cubicBezTo>
                  <a:cubicBezTo>
                    <a:pt x="3033" y="335"/>
                    <a:pt x="3039" y="341"/>
                    <a:pt x="3046" y="341"/>
                  </a:cubicBezTo>
                  <a:close/>
                  <a:moveTo>
                    <a:pt x="3085" y="341"/>
                  </a:moveTo>
                  <a:cubicBezTo>
                    <a:pt x="3092" y="341"/>
                    <a:pt x="3098" y="335"/>
                    <a:pt x="3098" y="328"/>
                  </a:cubicBezTo>
                  <a:cubicBezTo>
                    <a:pt x="3098" y="321"/>
                    <a:pt x="3092" y="315"/>
                    <a:pt x="3085" y="315"/>
                  </a:cubicBezTo>
                  <a:cubicBezTo>
                    <a:pt x="3078" y="315"/>
                    <a:pt x="3073" y="321"/>
                    <a:pt x="3073" y="328"/>
                  </a:cubicBezTo>
                  <a:cubicBezTo>
                    <a:pt x="3073" y="335"/>
                    <a:pt x="3078" y="341"/>
                    <a:pt x="3085" y="341"/>
                  </a:cubicBezTo>
                  <a:close/>
                  <a:moveTo>
                    <a:pt x="3125" y="341"/>
                  </a:moveTo>
                  <a:cubicBezTo>
                    <a:pt x="3132" y="341"/>
                    <a:pt x="3137" y="335"/>
                    <a:pt x="3137" y="328"/>
                  </a:cubicBezTo>
                  <a:cubicBezTo>
                    <a:pt x="3137" y="321"/>
                    <a:pt x="3132" y="315"/>
                    <a:pt x="3125" y="315"/>
                  </a:cubicBezTo>
                  <a:cubicBezTo>
                    <a:pt x="3118" y="315"/>
                    <a:pt x="3112" y="321"/>
                    <a:pt x="3112" y="328"/>
                  </a:cubicBezTo>
                  <a:cubicBezTo>
                    <a:pt x="3112" y="335"/>
                    <a:pt x="3118" y="341"/>
                    <a:pt x="3125" y="341"/>
                  </a:cubicBezTo>
                  <a:close/>
                  <a:moveTo>
                    <a:pt x="3164" y="341"/>
                  </a:moveTo>
                  <a:cubicBezTo>
                    <a:pt x="3171" y="341"/>
                    <a:pt x="3177" y="335"/>
                    <a:pt x="3177" y="328"/>
                  </a:cubicBezTo>
                  <a:cubicBezTo>
                    <a:pt x="3177" y="321"/>
                    <a:pt x="3171" y="315"/>
                    <a:pt x="3164" y="315"/>
                  </a:cubicBezTo>
                  <a:cubicBezTo>
                    <a:pt x="3157" y="315"/>
                    <a:pt x="3151" y="321"/>
                    <a:pt x="3151" y="328"/>
                  </a:cubicBezTo>
                  <a:cubicBezTo>
                    <a:pt x="3151" y="335"/>
                    <a:pt x="3157" y="341"/>
                    <a:pt x="3164" y="341"/>
                  </a:cubicBezTo>
                  <a:close/>
                  <a:moveTo>
                    <a:pt x="3204" y="341"/>
                  </a:moveTo>
                  <a:cubicBezTo>
                    <a:pt x="3211" y="341"/>
                    <a:pt x="3216" y="335"/>
                    <a:pt x="3216" y="328"/>
                  </a:cubicBezTo>
                  <a:cubicBezTo>
                    <a:pt x="3216" y="321"/>
                    <a:pt x="3211" y="315"/>
                    <a:pt x="3204" y="315"/>
                  </a:cubicBezTo>
                  <a:cubicBezTo>
                    <a:pt x="3197" y="315"/>
                    <a:pt x="3191" y="321"/>
                    <a:pt x="3191" y="328"/>
                  </a:cubicBezTo>
                  <a:cubicBezTo>
                    <a:pt x="3191" y="335"/>
                    <a:pt x="3197" y="341"/>
                    <a:pt x="3204" y="341"/>
                  </a:cubicBezTo>
                  <a:close/>
                  <a:moveTo>
                    <a:pt x="3243" y="341"/>
                  </a:moveTo>
                  <a:cubicBezTo>
                    <a:pt x="3250" y="341"/>
                    <a:pt x="3256" y="335"/>
                    <a:pt x="3256" y="328"/>
                  </a:cubicBezTo>
                  <a:cubicBezTo>
                    <a:pt x="3256" y="321"/>
                    <a:pt x="3250" y="315"/>
                    <a:pt x="3243" y="315"/>
                  </a:cubicBezTo>
                  <a:cubicBezTo>
                    <a:pt x="3236" y="315"/>
                    <a:pt x="3230" y="321"/>
                    <a:pt x="3230" y="328"/>
                  </a:cubicBezTo>
                  <a:cubicBezTo>
                    <a:pt x="3230" y="335"/>
                    <a:pt x="3236" y="341"/>
                    <a:pt x="3243" y="341"/>
                  </a:cubicBezTo>
                  <a:close/>
                  <a:moveTo>
                    <a:pt x="3282" y="341"/>
                  </a:moveTo>
                  <a:cubicBezTo>
                    <a:pt x="3289" y="341"/>
                    <a:pt x="3295" y="335"/>
                    <a:pt x="3295" y="328"/>
                  </a:cubicBezTo>
                  <a:cubicBezTo>
                    <a:pt x="3295" y="321"/>
                    <a:pt x="3289" y="315"/>
                    <a:pt x="3282" y="315"/>
                  </a:cubicBezTo>
                  <a:cubicBezTo>
                    <a:pt x="3275" y="315"/>
                    <a:pt x="3270" y="321"/>
                    <a:pt x="3270" y="328"/>
                  </a:cubicBezTo>
                  <a:cubicBezTo>
                    <a:pt x="3270" y="335"/>
                    <a:pt x="3275" y="341"/>
                    <a:pt x="3282" y="341"/>
                  </a:cubicBezTo>
                  <a:close/>
                  <a:moveTo>
                    <a:pt x="3322" y="341"/>
                  </a:moveTo>
                  <a:cubicBezTo>
                    <a:pt x="3329" y="341"/>
                    <a:pt x="3335" y="335"/>
                    <a:pt x="3335" y="328"/>
                  </a:cubicBezTo>
                  <a:cubicBezTo>
                    <a:pt x="3335" y="321"/>
                    <a:pt x="3329" y="315"/>
                    <a:pt x="3322" y="315"/>
                  </a:cubicBezTo>
                  <a:cubicBezTo>
                    <a:pt x="3315" y="315"/>
                    <a:pt x="3309" y="321"/>
                    <a:pt x="3309" y="328"/>
                  </a:cubicBezTo>
                  <a:cubicBezTo>
                    <a:pt x="3309" y="335"/>
                    <a:pt x="3315" y="341"/>
                    <a:pt x="3322" y="341"/>
                  </a:cubicBezTo>
                  <a:close/>
                  <a:moveTo>
                    <a:pt x="3361" y="341"/>
                  </a:moveTo>
                  <a:cubicBezTo>
                    <a:pt x="3368" y="341"/>
                    <a:pt x="3374" y="335"/>
                    <a:pt x="3374" y="328"/>
                  </a:cubicBezTo>
                  <a:cubicBezTo>
                    <a:pt x="3374" y="321"/>
                    <a:pt x="3368" y="315"/>
                    <a:pt x="3361" y="315"/>
                  </a:cubicBezTo>
                  <a:cubicBezTo>
                    <a:pt x="3354" y="315"/>
                    <a:pt x="3348" y="321"/>
                    <a:pt x="3348" y="328"/>
                  </a:cubicBezTo>
                  <a:cubicBezTo>
                    <a:pt x="3348" y="335"/>
                    <a:pt x="3354" y="341"/>
                    <a:pt x="3361" y="341"/>
                  </a:cubicBezTo>
                  <a:close/>
                  <a:moveTo>
                    <a:pt x="3401" y="341"/>
                  </a:moveTo>
                  <a:cubicBezTo>
                    <a:pt x="3408" y="341"/>
                    <a:pt x="3413" y="335"/>
                    <a:pt x="3413" y="328"/>
                  </a:cubicBezTo>
                  <a:cubicBezTo>
                    <a:pt x="3413" y="321"/>
                    <a:pt x="3408" y="315"/>
                    <a:pt x="3401" y="315"/>
                  </a:cubicBezTo>
                  <a:cubicBezTo>
                    <a:pt x="3394" y="315"/>
                    <a:pt x="3388" y="321"/>
                    <a:pt x="3388" y="328"/>
                  </a:cubicBezTo>
                  <a:cubicBezTo>
                    <a:pt x="3388" y="335"/>
                    <a:pt x="3394" y="341"/>
                    <a:pt x="3401" y="341"/>
                  </a:cubicBezTo>
                  <a:close/>
                  <a:moveTo>
                    <a:pt x="3440" y="341"/>
                  </a:moveTo>
                  <a:cubicBezTo>
                    <a:pt x="3447" y="341"/>
                    <a:pt x="3453" y="335"/>
                    <a:pt x="3453" y="328"/>
                  </a:cubicBezTo>
                  <a:cubicBezTo>
                    <a:pt x="3453" y="321"/>
                    <a:pt x="3447" y="315"/>
                    <a:pt x="3440" y="315"/>
                  </a:cubicBezTo>
                  <a:cubicBezTo>
                    <a:pt x="3433" y="315"/>
                    <a:pt x="3427" y="321"/>
                    <a:pt x="3427" y="328"/>
                  </a:cubicBezTo>
                  <a:cubicBezTo>
                    <a:pt x="3427" y="335"/>
                    <a:pt x="3433" y="341"/>
                    <a:pt x="3440" y="341"/>
                  </a:cubicBezTo>
                  <a:close/>
                  <a:moveTo>
                    <a:pt x="3480" y="341"/>
                  </a:moveTo>
                  <a:cubicBezTo>
                    <a:pt x="3487" y="341"/>
                    <a:pt x="3492" y="335"/>
                    <a:pt x="3492" y="328"/>
                  </a:cubicBezTo>
                  <a:cubicBezTo>
                    <a:pt x="3492" y="321"/>
                    <a:pt x="3487" y="315"/>
                    <a:pt x="3480" y="315"/>
                  </a:cubicBezTo>
                  <a:cubicBezTo>
                    <a:pt x="3472" y="315"/>
                    <a:pt x="3467" y="321"/>
                    <a:pt x="3467" y="328"/>
                  </a:cubicBezTo>
                  <a:cubicBezTo>
                    <a:pt x="3467" y="335"/>
                    <a:pt x="3472" y="341"/>
                    <a:pt x="3480" y="341"/>
                  </a:cubicBezTo>
                  <a:close/>
                  <a:moveTo>
                    <a:pt x="3519" y="315"/>
                  </a:moveTo>
                  <a:cubicBezTo>
                    <a:pt x="3512" y="315"/>
                    <a:pt x="3506" y="321"/>
                    <a:pt x="3506" y="328"/>
                  </a:cubicBezTo>
                  <a:cubicBezTo>
                    <a:pt x="3506" y="335"/>
                    <a:pt x="3512" y="341"/>
                    <a:pt x="3519" y="341"/>
                  </a:cubicBezTo>
                  <a:cubicBezTo>
                    <a:pt x="3526" y="341"/>
                    <a:pt x="3532" y="335"/>
                    <a:pt x="3532" y="328"/>
                  </a:cubicBezTo>
                  <a:cubicBezTo>
                    <a:pt x="3532" y="321"/>
                    <a:pt x="3526" y="315"/>
                    <a:pt x="3519" y="315"/>
                  </a:cubicBezTo>
                  <a:close/>
                  <a:moveTo>
                    <a:pt x="3558" y="315"/>
                  </a:moveTo>
                  <a:cubicBezTo>
                    <a:pt x="3551" y="315"/>
                    <a:pt x="3546" y="321"/>
                    <a:pt x="3546" y="328"/>
                  </a:cubicBezTo>
                  <a:cubicBezTo>
                    <a:pt x="3546" y="335"/>
                    <a:pt x="3551" y="341"/>
                    <a:pt x="3558" y="341"/>
                  </a:cubicBezTo>
                  <a:cubicBezTo>
                    <a:pt x="3565" y="341"/>
                    <a:pt x="3571" y="335"/>
                    <a:pt x="3571" y="328"/>
                  </a:cubicBezTo>
                  <a:cubicBezTo>
                    <a:pt x="3571" y="321"/>
                    <a:pt x="3565" y="315"/>
                    <a:pt x="3558" y="315"/>
                  </a:cubicBezTo>
                  <a:close/>
                  <a:moveTo>
                    <a:pt x="3598" y="315"/>
                  </a:moveTo>
                  <a:cubicBezTo>
                    <a:pt x="3591" y="315"/>
                    <a:pt x="3585" y="321"/>
                    <a:pt x="3585" y="328"/>
                  </a:cubicBezTo>
                  <a:cubicBezTo>
                    <a:pt x="3585" y="335"/>
                    <a:pt x="3591" y="341"/>
                    <a:pt x="3598" y="341"/>
                  </a:cubicBezTo>
                  <a:cubicBezTo>
                    <a:pt x="3605" y="341"/>
                    <a:pt x="3611" y="335"/>
                    <a:pt x="3611" y="328"/>
                  </a:cubicBezTo>
                  <a:cubicBezTo>
                    <a:pt x="3611" y="321"/>
                    <a:pt x="3605" y="315"/>
                    <a:pt x="3598" y="315"/>
                  </a:cubicBezTo>
                  <a:close/>
                  <a:moveTo>
                    <a:pt x="89" y="380"/>
                  </a:moveTo>
                  <a:cubicBezTo>
                    <a:pt x="96" y="380"/>
                    <a:pt x="102" y="375"/>
                    <a:pt x="102" y="367"/>
                  </a:cubicBezTo>
                  <a:cubicBezTo>
                    <a:pt x="102" y="360"/>
                    <a:pt x="96" y="355"/>
                    <a:pt x="89" y="355"/>
                  </a:cubicBezTo>
                  <a:cubicBezTo>
                    <a:pt x="82" y="355"/>
                    <a:pt x="76" y="360"/>
                    <a:pt x="76" y="367"/>
                  </a:cubicBezTo>
                  <a:cubicBezTo>
                    <a:pt x="76" y="375"/>
                    <a:pt x="82" y="380"/>
                    <a:pt x="89" y="380"/>
                  </a:cubicBezTo>
                  <a:close/>
                  <a:moveTo>
                    <a:pt x="128" y="380"/>
                  </a:moveTo>
                  <a:cubicBezTo>
                    <a:pt x="136" y="380"/>
                    <a:pt x="141" y="375"/>
                    <a:pt x="141" y="367"/>
                  </a:cubicBezTo>
                  <a:cubicBezTo>
                    <a:pt x="141" y="360"/>
                    <a:pt x="136" y="355"/>
                    <a:pt x="128" y="355"/>
                  </a:cubicBezTo>
                  <a:cubicBezTo>
                    <a:pt x="121" y="355"/>
                    <a:pt x="116" y="360"/>
                    <a:pt x="116" y="367"/>
                  </a:cubicBezTo>
                  <a:cubicBezTo>
                    <a:pt x="116" y="375"/>
                    <a:pt x="121" y="380"/>
                    <a:pt x="128" y="380"/>
                  </a:cubicBezTo>
                  <a:close/>
                  <a:moveTo>
                    <a:pt x="168" y="380"/>
                  </a:moveTo>
                  <a:cubicBezTo>
                    <a:pt x="175" y="380"/>
                    <a:pt x="181" y="375"/>
                    <a:pt x="181" y="367"/>
                  </a:cubicBezTo>
                  <a:cubicBezTo>
                    <a:pt x="181" y="360"/>
                    <a:pt x="175" y="355"/>
                    <a:pt x="168" y="355"/>
                  </a:cubicBezTo>
                  <a:cubicBezTo>
                    <a:pt x="161" y="355"/>
                    <a:pt x="155" y="360"/>
                    <a:pt x="155" y="367"/>
                  </a:cubicBezTo>
                  <a:cubicBezTo>
                    <a:pt x="155" y="375"/>
                    <a:pt x="161" y="380"/>
                    <a:pt x="168" y="380"/>
                  </a:cubicBezTo>
                  <a:close/>
                  <a:moveTo>
                    <a:pt x="207" y="380"/>
                  </a:moveTo>
                  <a:cubicBezTo>
                    <a:pt x="214" y="380"/>
                    <a:pt x="220" y="375"/>
                    <a:pt x="220" y="367"/>
                  </a:cubicBezTo>
                  <a:cubicBezTo>
                    <a:pt x="220" y="360"/>
                    <a:pt x="214" y="355"/>
                    <a:pt x="207" y="355"/>
                  </a:cubicBezTo>
                  <a:cubicBezTo>
                    <a:pt x="200" y="355"/>
                    <a:pt x="195" y="360"/>
                    <a:pt x="195" y="367"/>
                  </a:cubicBezTo>
                  <a:cubicBezTo>
                    <a:pt x="195" y="375"/>
                    <a:pt x="200" y="380"/>
                    <a:pt x="207" y="380"/>
                  </a:cubicBezTo>
                  <a:close/>
                  <a:moveTo>
                    <a:pt x="247" y="380"/>
                  </a:moveTo>
                  <a:cubicBezTo>
                    <a:pt x="254" y="380"/>
                    <a:pt x="259" y="375"/>
                    <a:pt x="259" y="367"/>
                  </a:cubicBezTo>
                  <a:cubicBezTo>
                    <a:pt x="259" y="360"/>
                    <a:pt x="254" y="355"/>
                    <a:pt x="247" y="355"/>
                  </a:cubicBezTo>
                  <a:cubicBezTo>
                    <a:pt x="240" y="355"/>
                    <a:pt x="234" y="360"/>
                    <a:pt x="234" y="367"/>
                  </a:cubicBezTo>
                  <a:cubicBezTo>
                    <a:pt x="234" y="375"/>
                    <a:pt x="240" y="380"/>
                    <a:pt x="247" y="380"/>
                  </a:cubicBezTo>
                  <a:close/>
                  <a:moveTo>
                    <a:pt x="286" y="380"/>
                  </a:moveTo>
                  <a:cubicBezTo>
                    <a:pt x="293" y="380"/>
                    <a:pt x="299" y="375"/>
                    <a:pt x="299" y="367"/>
                  </a:cubicBezTo>
                  <a:cubicBezTo>
                    <a:pt x="299" y="360"/>
                    <a:pt x="293" y="355"/>
                    <a:pt x="286" y="355"/>
                  </a:cubicBezTo>
                  <a:cubicBezTo>
                    <a:pt x="279" y="355"/>
                    <a:pt x="273" y="360"/>
                    <a:pt x="273" y="367"/>
                  </a:cubicBezTo>
                  <a:cubicBezTo>
                    <a:pt x="273" y="375"/>
                    <a:pt x="279" y="380"/>
                    <a:pt x="286" y="380"/>
                  </a:cubicBezTo>
                  <a:close/>
                  <a:moveTo>
                    <a:pt x="326" y="380"/>
                  </a:moveTo>
                  <a:cubicBezTo>
                    <a:pt x="333" y="380"/>
                    <a:pt x="338" y="375"/>
                    <a:pt x="338" y="367"/>
                  </a:cubicBezTo>
                  <a:cubicBezTo>
                    <a:pt x="338" y="360"/>
                    <a:pt x="333" y="355"/>
                    <a:pt x="326" y="355"/>
                  </a:cubicBezTo>
                  <a:cubicBezTo>
                    <a:pt x="319" y="355"/>
                    <a:pt x="313" y="360"/>
                    <a:pt x="313" y="367"/>
                  </a:cubicBezTo>
                  <a:cubicBezTo>
                    <a:pt x="313" y="375"/>
                    <a:pt x="319" y="380"/>
                    <a:pt x="326" y="380"/>
                  </a:cubicBezTo>
                  <a:close/>
                  <a:moveTo>
                    <a:pt x="365" y="380"/>
                  </a:moveTo>
                  <a:cubicBezTo>
                    <a:pt x="372" y="380"/>
                    <a:pt x="378" y="375"/>
                    <a:pt x="378" y="367"/>
                  </a:cubicBezTo>
                  <a:cubicBezTo>
                    <a:pt x="378" y="360"/>
                    <a:pt x="372" y="355"/>
                    <a:pt x="365" y="355"/>
                  </a:cubicBezTo>
                  <a:cubicBezTo>
                    <a:pt x="358" y="355"/>
                    <a:pt x="352" y="360"/>
                    <a:pt x="352" y="367"/>
                  </a:cubicBezTo>
                  <a:cubicBezTo>
                    <a:pt x="352" y="375"/>
                    <a:pt x="358" y="380"/>
                    <a:pt x="365" y="380"/>
                  </a:cubicBezTo>
                  <a:close/>
                  <a:moveTo>
                    <a:pt x="404" y="380"/>
                  </a:moveTo>
                  <a:cubicBezTo>
                    <a:pt x="411" y="380"/>
                    <a:pt x="417" y="375"/>
                    <a:pt x="417" y="367"/>
                  </a:cubicBezTo>
                  <a:cubicBezTo>
                    <a:pt x="417" y="360"/>
                    <a:pt x="411" y="355"/>
                    <a:pt x="404" y="355"/>
                  </a:cubicBezTo>
                  <a:cubicBezTo>
                    <a:pt x="397" y="355"/>
                    <a:pt x="392" y="360"/>
                    <a:pt x="392" y="367"/>
                  </a:cubicBezTo>
                  <a:cubicBezTo>
                    <a:pt x="392" y="375"/>
                    <a:pt x="397" y="380"/>
                    <a:pt x="404" y="380"/>
                  </a:cubicBezTo>
                  <a:close/>
                  <a:moveTo>
                    <a:pt x="444" y="380"/>
                  </a:moveTo>
                  <a:cubicBezTo>
                    <a:pt x="451" y="380"/>
                    <a:pt x="457" y="375"/>
                    <a:pt x="457" y="367"/>
                  </a:cubicBezTo>
                  <a:cubicBezTo>
                    <a:pt x="457" y="360"/>
                    <a:pt x="451" y="355"/>
                    <a:pt x="444" y="355"/>
                  </a:cubicBezTo>
                  <a:cubicBezTo>
                    <a:pt x="437" y="355"/>
                    <a:pt x="431" y="360"/>
                    <a:pt x="431" y="367"/>
                  </a:cubicBezTo>
                  <a:cubicBezTo>
                    <a:pt x="431" y="375"/>
                    <a:pt x="437" y="380"/>
                    <a:pt x="444" y="380"/>
                  </a:cubicBezTo>
                  <a:close/>
                  <a:moveTo>
                    <a:pt x="483" y="380"/>
                  </a:moveTo>
                  <a:cubicBezTo>
                    <a:pt x="490" y="380"/>
                    <a:pt x="496" y="375"/>
                    <a:pt x="496" y="367"/>
                  </a:cubicBezTo>
                  <a:cubicBezTo>
                    <a:pt x="496" y="360"/>
                    <a:pt x="490" y="355"/>
                    <a:pt x="483" y="355"/>
                  </a:cubicBezTo>
                  <a:cubicBezTo>
                    <a:pt x="476" y="355"/>
                    <a:pt x="471" y="360"/>
                    <a:pt x="471" y="367"/>
                  </a:cubicBezTo>
                  <a:cubicBezTo>
                    <a:pt x="471" y="375"/>
                    <a:pt x="476" y="380"/>
                    <a:pt x="483" y="380"/>
                  </a:cubicBezTo>
                  <a:close/>
                  <a:moveTo>
                    <a:pt x="523" y="380"/>
                  </a:moveTo>
                  <a:cubicBezTo>
                    <a:pt x="530" y="380"/>
                    <a:pt x="535" y="375"/>
                    <a:pt x="535" y="367"/>
                  </a:cubicBezTo>
                  <a:cubicBezTo>
                    <a:pt x="535" y="360"/>
                    <a:pt x="530" y="355"/>
                    <a:pt x="523" y="355"/>
                  </a:cubicBezTo>
                  <a:cubicBezTo>
                    <a:pt x="516" y="355"/>
                    <a:pt x="510" y="360"/>
                    <a:pt x="510" y="367"/>
                  </a:cubicBezTo>
                  <a:cubicBezTo>
                    <a:pt x="510" y="375"/>
                    <a:pt x="516" y="380"/>
                    <a:pt x="523" y="380"/>
                  </a:cubicBezTo>
                  <a:close/>
                  <a:moveTo>
                    <a:pt x="562" y="380"/>
                  </a:moveTo>
                  <a:cubicBezTo>
                    <a:pt x="569" y="380"/>
                    <a:pt x="575" y="375"/>
                    <a:pt x="575" y="367"/>
                  </a:cubicBezTo>
                  <a:cubicBezTo>
                    <a:pt x="575" y="360"/>
                    <a:pt x="569" y="355"/>
                    <a:pt x="562" y="355"/>
                  </a:cubicBezTo>
                  <a:cubicBezTo>
                    <a:pt x="555" y="355"/>
                    <a:pt x="549" y="360"/>
                    <a:pt x="549" y="367"/>
                  </a:cubicBezTo>
                  <a:cubicBezTo>
                    <a:pt x="549" y="375"/>
                    <a:pt x="555" y="380"/>
                    <a:pt x="562" y="380"/>
                  </a:cubicBezTo>
                  <a:close/>
                  <a:moveTo>
                    <a:pt x="602" y="380"/>
                  </a:moveTo>
                  <a:cubicBezTo>
                    <a:pt x="609" y="380"/>
                    <a:pt x="614" y="375"/>
                    <a:pt x="614" y="367"/>
                  </a:cubicBezTo>
                  <a:cubicBezTo>
                    <a:pt x="614" y="360"/>
                    <a:pt x="609" y="355"/>
                    <a:pt x="602" y="355"/>
                  </a:cubicBezTo>
                  <a:cubicBezTo>
                    <a:pt x="595" y="355"/>
                    <a:pt x="589" y="360"/>
                    <a:pt x="589" y="367"/>
                  </a:cubicBezTo>
                  <a:cubicBezTo>
                    <a:pt x="589" y="375"/>
                    <a:pt x="595" y="380"/>
                    <a:pt x="602" y="380"/>
                  </a:cubicBezTo>
                  <a:close/>
                  <a:moveTo>
                    <a:pt x="641" y="380"/>
                  </a:moveTo>
                  <a:cubicBezTo>
                    <a:pt x="648" y="380"/>
                    <a:pt x="654" y="375"/>
                    <a:pt x="654" y="367"/>
                  </a:cubicBezTo>
                  <a:cubicBezTo>
                    <a:pt x="654" y="360"/>
                    <a:pt x="648" y="355"/>
                    <a:pt x="641" y="355"/>
                  </a:cubicBezTo>
                  <a:cubicBezTo>
                    <a:pt x="634" y="355"/>
                    <a:pt x="628" y="360"/>
                    <a:pt x="628" y="367"/>
                  </a:cubicBezTo>
                  <a:cubicBezTo>
                    <a:pt x="628" y="375"/>
                    <a:pt x="634" y="380"/>
                    <a:pt x="641" y="380"/>
                  </a:cubicBezTo>
                  <a:close/>
                  <a:moveTo>
                    <a:pt x="680" y="380"/>
                  </a:moveTo>
                  <a:cubicBezTo>
                    <a:pt x="687" y="380"/>
                    <a:pt x="693" y="375"/>
                    <a:pt x="693" y="367"/>
                  </a:cubicBezTo>
                  <a:cubicBezTo>
                    <a:pt x="693" y="360"/>
                    <a:pt x="687" y="355"/>
                    <a:pt x="680" y="355"/>
                  </a:cubicBezTo>
                  <a:cubicBezTo>
                    <a:pt x="673" y="355"/>
                    <a:pt x="668" y="360"/>
                    <a:pt x="668" y="367"/>
                  </a:cubicBezTo>
                  <a:cubicBezTo>
                    <a:pt x="668" y="375"/>
                    <a:pt x="673" y="380"/>
                    <a:pt x="680" y="380"/>
                  </a:cubicBezTo>
                  <a:close/>
                  <a:moveTo>
                    <a:pt x="720" y="380"/>
                  </a:moveTo>
                  <a:cubicBezTo>
                    <a:pt x="727" y="380"/>
                    <a:pt x="733" y="375"/>
                    <a:pt x="733" y="367"/>
                  </a:cubicBezTo>
                  <a:cubicBezTo>
                    <a:pt x="733" y="360"/>
                    <a:pt x="727" y="355"/>
                    <a:pt x="720" y="355"/>
                  </a:cubicBezTo>
                  <a:cubicBezTo>
                    <a:pt x="713" y="355"/>
                    <a:pt x="707" y="360"/>
                    <a:pt x="707" y="367"/>
                  </a:cubicBezTo>
                  <a:cubicBezTo>
                    <a:pt x="707" y="375"/>
                    <a:pt x="713" y="380"/>
                    <a:pt x="720" y="380"/>
                  </a:cubicBezTo>
                  <a:close/>
                  <a:moveTo>
                    <a:pt x="759" y="380"/>
                  </a:moveTo>
                  <a:cubicBezTo>
                    <a:pt x="766" y="380"/>
                    <a:pt x="772" y="375"/>
                    <a:pt x="772" y="367"/>
                  </a:cubicBezTo>
                  <a:cubicBezTo>
                    <a:pt x="772" y="360"/>
                    <a:pt x="766" y="355"/>
                    <a:pt x="759" y="355"/>
                  </a:cubicBezTo>
                  <a:cubicBezTo>
                    <a:pt x="752" y="355"/>
                    <a:pt x="747" y="360"/>
                    <a:pt x="747" y="367"/>
                  </a:cubicBezTo>
                  <a:cubicBezTo>
                    <a:pt x="747" y="375"/>
                    <a:pt x="752" y="380"/>
                    <a:pt x="759" y="380"/>
                  </a:cubicBezTo>
                  <a:close/>
                  <a:moveTo>
                    <a:pt x="799" y="380"/>
                  </a:moveTo>
                  <a:cubicBezTo>
                    <a:pt x="806" y="380"/>
                    <a:pt x="811" y="375"/>
                    <a:pt x="811" y="367"/>
                  </a:cubicBezTo>
                  <a:cubicBezTo>
                    <a:pt x="811" y="360"/>
                    <a:pt x="806" y="355"/>
                    <a:pt x="799" y="355"/>
                  </a:cubicBezTo>
                  <a:cubicBezTo>
                    <a:pt x="792" y="355"/>
                    <a:pt x="786" y="360"/>
                    <a:pt x="786" y="367"/>
                  </a:cubicBezTo>
                  <a:cubicBezTo>
                    <a:pt x="786" y="375"/>
                    <a:pt x="792" y="380"/>
                    <a:pt x="799" y="380"/>
                  </a:cubicBezTo>
                  <a:close/>
                  <a:moveTo>
                    <a:pt x="838" y="380"/>
                  </a:moveTo>
                  <a:cubicBezTo>
                    <a:pt x="845" y="380"/>
                    <a:pt x="851" y="375"/>
                    <a:pt x="851" y="367"/>
                  </a:cubicBezTo>
                  <a:cubicBezTo>
                    <a:pt x="851" y="360"/>
                    <a:pt x="845" y="355"/>
                    <a:pt x="838" y="355"/>
                  </a:cubicBezTo>
                  <a:cubicBezTo>
                    <a:pt x="831" y="355"/>
                    <a:pt x="825" y="360"/>
                    <a:pt x="825" y="367"/>
                  </a:cubicBezTo>
                  <a:cubicBezTo>
                    <a:pt x="825" y="375"/>
                    <a:pt x="831" y="380"/>
                    <a:pt x="838" y="380"/>
                  </a:cubicBezTo>
                  <a:close/>
                  <a:moveTo>
                    <a:pt x="956" y="380"/>
                  </a:moveTo>
                  <a:cubicBezTo>
                    <a:pt x="963" y="380"/>
                    <a:pt x="969" y="375"/>
                    <a:pt x="969" y="367"/>
                  </a:cubicBezTo>
                  <a:cubicBezTo>
                    <a:pt x="969" y="360"/>
                    <a:pt x="963" y="355"/>
                    <a:pt x="956" y="355"/>
                  </a:cubicBezTo>
                  <a:cubicBezTo>
                    <a:pt x="949" y="355"/>
                    <a:pt x="944" y="360"/>
                    <a:pt x="944" y="367"/>
                  </a:cubicBezTo>
                  <a:cubicBezTo>
                    <a:pt x="944" y="375"/>
                    <a:pt x="949" y="380"/>
                    <a:pt x="956" y="380"/>
                  </a:cubicBezTo>
                  <a:close/>
                  <a:moveTo>
                    <a:pt x="996" y="380"/>
                  </a:moveTo>
                  <a:cubicBezTo>
                    <a:pt x="1003" y="380"/>
                    <a:pt x="1009" y="375"/>
                    <a:pt x="1009" y="367"/>
                  </a:cubicBezTo>
                  <a:cubicBezTo>
                    <a:pt x="1009" y="360"/>
                    <a:pt x="1003" y="355"/>
                    <a:pt x="996" y="355"/>
                  </a:cubicBezTo>
                  <a:cubicBezTo>
                    <a:pt x="989" y="355"/>
                    <a:pt x="983" y="360"/>
                    <a:pt x="983" y="367"/>
                  </a:cubicBezTo>
                  <a:cubicBezTo>
                    <a:pt x="983" y="375"/>
                    <a:pt x="989" y="380"/>
                    <a:pt x="996" y="380"/>
                  </a:cubicBezTo>
                  <a:close/>
                  <a:moveTo>
                    <a:pt x="1193" y="380"/>
                  </a:moveTo>
                  <a:cubicBezTo>
                    <a:pt x="1200" y="380"/>
                    <a:pt x="1206" y="375"/>
                    <a:pt x="1206" y="367"/>
                  </a:cubicBezTo>
                  <a:cubicBezTo>
                    <a:pt x="1206" y="360"/>
                    <a:pt x="1200" y="355"/>
                    <a:pt x="1193" y="355"/>
                  </a:cubicBezTo>
                  <a:cubicBezTo>
                    <a:pt x="1186" y="355"/>
                    <a:pt x="1180" y="360"/>
                    <a:pt x="1180" y="367"/>
                  </a:cubicBezTo>
                  <a:cubicBezTo>
                    <a:pt x="1180" y="375"/>
                    <a:pt x="1186" y="380"/>
                    <a:pt x="1193" y="380"/>
                  </a:cubicBezTo>
                  <a:close/>
                  <a:moveTo>
                    <a:pt x="1232" y="380"/>
                  </a:moveTo>
                  <a:cubicBezTo>
                    <a:pt x="1239" y="380"/>
                    <a:pt x="1245" y="375"/>
                    <a:pt x="1245" y="367"/>
                  </a:cubicBezTo>
                  <a:cubicBezTo>
                    <a:pt x="1245" y="360"/>
                    <a:pt x="1239" y="355"/>
                    <a:pt x="1232" y="355"/>
                  </a:cubicBezTo>
                  <a:cubicBezTo>
                    <a:pt x="1225" y="355"/>
                    <a:pt x="1220" y="360"/>
                    <a:pt x="1220" y="367"/>
                  </a:cubicBezTo>
                  <a:cubicBezTo>
                    <a:pt x="1220" y="375"/>
                    <a:pt x="1225" y="380"/>
                    <a:pt x="1232" y="380"/>
                  </a:cubicBezTo>
                  <a:close/>
                  <a:moveTo>
                    <a:pt x="1272" y="380"/>
                  </a:moveTo>
                  <a:cubicBezTo>
                    <a:pt x="1279" y="380"/>
                    <a:pt x="1285" y="375"/>
                    <a:pt x="1285" y="367"/>
                  </a:cubicBezTo>
                  <a:cubicBezTo>
                    <a:pt x="1285" y="360"/>
                    <a:pt x="1279" y="355"/>
                    <a:pt x="1272" y="355"/>
                  </a:cubicBezTo>
                  <a:cubicBezTo>
                    <a:pt x="1265" y="355"/>
                    <a:pt x="1259" y="360"/>
                    <a:pt x="1259" y="367"/>
                  </a:cubicBezTo>
                  <a:cubicBezTo>
                    <a:pt x="1259" y="375"/>
                    <a:pt x="1265" y="380"/>
                    <a:pt x="1272" y="380"/>
                  </a:cubicBezTo>
                  <a:close/>
                  <a:moveTo>
                    <a:pt x="1508" y="355"/>
                  </a:moveTo>
                  <a:cubicBezTo>
                    <a:pt x="1501" y="355"/>
                    <a:pt x="1496" y="360"/>
                    <a:pt x="1496" y="367"/>
                  </a:cubicBezTo>
                  <a:cubicBezTo>
                    <a:pt x="1496" y="375"/>
                    <a:pt x="1501" y="380"/>
                    <a:pt x="1508" y="380"/>
                  </a:cubicBezTo>
                  <a:cubicBezTo>
                    <a:pt x="1515" y="380"/>
                    <a:pt x="1521" y="375"/>
                    <a:pt x="1521" y="367"/>
                  </a:cubicBezTo>
                  <a:cubicBezTo>
                    <a:pt x="1521" y="360"/>
                    <a:pt x="1515" y="355"/>
                    <a:pt x="1508" y="355"/>
                  </a:cubicBezTo>
                  <a:close/>
                  <a:moveTo>
                    <a:pt x="1824" y="380"/>
                  </a:moveTo>
                  <a:cubicBezTo>
                    <a:pt x="1831" y="380"/>
                    <a:pt x="1836" y="375"/>
                    <a:pt x="1836" y="367"/>
                  </a:cubicBezTo>
                  <a:cubicBezTo>
                    <a:pt x="1836" y="360"/>
                    <a:pt x="1831" y="355"/>
                    <a:pt x="1824" y="355"/>
                  </a:cubicBezTo>
                  <a:cubicBezTo>
                    <a:pt x="1817" y="355"/>
                    <a:pt x="1811" y="360"/>
                    <a:pt x="1811" y="367"/>
                  </a:cubicBezTo>
                  <a:cubicBezTo>
                    <a:pt x="1811" y="375"/>
                    <a:pt x="1817" y="380"/>
                    <a:pt x="1824" y="380"/>
                  </a:cubicBezTo>
                  <a:close/>
                  <a:moveTo>
                    <a:pt x="1863" y="380"/>
                  </a:moveTo>
                  <a:cubicBezTo>
                    <a:pt x="1870" y="380"/>
                    <a:pt x="1876" y="375"/>
                    <a:pt x="1876" y="367"/>
                  </a:cubicBezTo>
                  <a:cubicBezTo>
                    <a:pt x="1876" y="360"/>
                    <a:pt x="1870" y="355"/>
                    <a:pt x="1863" y="355"/>
                  </a:cubicBezTo>
                  <a:cubicBezTo>
                    <a:pt x="1856" y="355"/>
                    <a:pt x="1850" y="360"/>
                    <a:pt x="1850" y="367"/>
                  </a:cubicBezTo>
                  <a:cubicBezTo>
                    <a:pt x="1850" y="375"/>
                    <a:pt x="1856" y="380"/>
                    <a:pt x="1863" y="380"/>
                  </a:cubicBezTo>
                  <a:close/>
                  <a:moveTo>
                    <a:pt x="1903" y="380"/>
                  </a:moveTo>
                  <a:cubicBezTo>
                    <a:pt x="1910" y="380"/>
                    <a:pt x="1915" y="375"/>
                    <a:pt x="1915" y="367"/>
                  </a:cubicBezTo>
                  <a:cubicBezTo>
                    <a:pt x="1915" y="360"/>
                    <a:pt x="1910" y="355"/>
                    <a:pt x="1903" y="355"/>
                  </a:cubicBezTo>
                  <a:cubicBezTo>
                    <a:pt x="1896" y="355"/>
                    <a:pt x="1890" y="360"/>
                    <a:pt x="1890" y="367"/>
                  </a:cubicBezTo>
                  <a:cubicBezTo>
                    <a:pt x="1890" y="375"/>
                    <a:pt x="1896" y="380"/>
                    <a:pt x="1903" y="380"/>
                  </a:cubicBezTo>
                  <a:close/>
                  <a:moveTo>
                    <a:pt x="1942" y="380"/>
                  </a:moveTo>
                  <a:cubicBezTo>
                    <a:pt x="1949" y="380"/>
                    <a:pt x="1955" y="375"/>
                    <a:pt x="1955" y="367"/>
                  </a:cubicBezTo>
                  <a:cubicBezTo>
                    <a:pt x="1955" y="360"/>
                    <a:pt x="1949" y="355"/>
                    <a:pt x="1942" y="355"/>
                  </a:cubicBezTo>
                  <a:cubicBezTo>
                    <a:pt x="1935" y="355"/>
                    <a:pt x="1929" y="360"/>
                    <a:pt x="1929" y="367"/>
                  </a:cubicBezTo>
                  <a:cubicBezTo>
                    <a:pt x="1929" y="375"/>
                    <a:pt x="1935" y="380"/>
                    <a:pt x="1942" y="380"/>
                  </a:cubicBezTo>
                  <a:close/>
                  <a:moveTo>
                    <a:pt x="1981" y="380"/>
                  </a:moveTo>
                  <a:cubicBezTo>
                    <a:pt x="1988" y="380"/>
                    <a:pt x="1994" y="375"/>
                    <a:pt x="1994" y="367"/>
                  </a:cubicBezTo>
                  <a:cubicBezTo>
                    <a:pt x="1994" y="360"/>
                    <a:pt x="1988" y="355"/>
                    <a:pt x="1981" y="355"/>
                  </a:cubicBezTo>
                  <a:cubicBezTo>
                    <a:pt x="1974" y="355"/>
                    <a:pt x="1969" y="360"/>
                    <a:pt x="1969" y="367"/>
                  </a:cubicBezTo>
                  <a:cubicBezTo>
                    <a:pt x="1969" y="375"/>
                    <a:pt x="1974" y="380"/>
                    <a:pt x="1981" y="380"/>
                  </a:cubicBezTo>
                  <a:close/>
                  <a:moveTo>
                    <a:pt x="2021" y="380"/>
                  </a:moveTo>
                  <a:cubicBezTo>
                    <a:pt x="2028" y="380"/>
                    <a:pt x="2034" y="375"/>
                    <a:pt x="2034" y="367"/>
                  </a:cubicBezTo>
                  <a:cubicBezTo>
                    <a:pt x="2034" y="360"/>
                    <a:pt x="2028" y="355"/>
                    <a:pt x="2021" y="355"/>
                  </a:cubicBezTo>
                  <a:cubicBezTo>
                    <a:pt x="2014" y="355"/>
                    <a:pt x="2008" y="360"/>
                    <a:pt x="2008" y="367"/>
                  </a:cubicBezTo>
                  <a:cubicBezTo>
                    <a:pt x="2008" y="375"/>
                    <a:pt x="2014" y="380"/>
                    <a:pt x="2021" y="380"/>
                  </a:cubicBezTo>
                  <a:close/>
                  <a:moveTo>
                    <a:pt x="2060" y="380"/>
                  </a:moveTo>
                  <a:cubicBezTo>
                    <a:pt x="2067" y="380"/>
                    <a:pt x="2073" y="375"/>
                    <a:pt x="2073" y="367"/>
                  </a:cubicBezTo>
                  <a:cubicBezTo>
                    <a:pt x="2073" y="360"/>
                    <a:pt x="2067" y="355"/>
                    <a:pt x="2060" y="355"/>
                  </a:cubicBezTo>
                  <a:cubicBezTo>
                    <a:pt x="2053" y="355"/>
                    <a:pt x="2048" y="360"/>
                    <a:pt x="2048" y="367"/>
                  </a:cubicBezTo>
                  <a:cubicBezTo>
                    <a:pt x="2048" y="375"/>
                    <a:pt x="2053" y="380"/>
                    <a:pt x="2060" y="380"/>
                  </a:cubicBezTo>
                  <a:close/>
                  <a:moveTo>
                    <a:pt x="2100" y="380"/>
                  </a:moveTo>
                  <a:cubicBezTo>
                    <a:pt x="2107" y="380"/>
                    <a:pt x="2112" y="375"/>
                    <a:pt x="2112" y="367"/>
                  </a:cubicBezTo>
                  <a:cubicBezTo>
                    <a:pt x="2112" y="360"/>
                    <a:pt x="2107" y="355"/>
                    <a:pt x="2100" y="355"/>
                  </a:cubicBezTo>
                  <a:cubicBezTo>
                    <a:pt x="2093" y="355"/>
                    <a:pt x="2087" y="360"/>
                    <a:pt x="2087" y="367"/>
                  </a:cubicBezTo>
                  <a:cubicBezTo>
                    <a:pt x="2087" y="375"/>
                    <a:pt x="2093" y="380"/>
                    <a:pt x="2100" y="380"/>
                  </a:cubicBezTo>
                  <a:close/>
                  <a:moveTo>
                    <a:pt x="2139" y="380"/>
                  </a:moveTo>
                  <a:cubicBezTo>
                    <a:pt x="2146" y="380"/>
                    <a:pt x="2152" y="375"/>
                    <a:pt x="2152" y="367"/>
                  </a:cubicBezTo>
                  <a:cubicBezTo>
                    <a:pt x="2152" y="360"/>
                    <a:pt x="2146" y="355"/>
                    <a:pt x="2139" y="355"/>
                  </a:cubicBezTo>
                  <a:cubicBezTo>
                    <a:pt x="2132" y="355"/>
                    <a:pt x="2126" y="360"/>
                    <a:pt x="2126" y="367"/>
                  </a:cubicBezTo>
                  <a:cubicBezTo>
                    <a:pt x="2126" y="375"/>
                    <a:pt x="2132" y="380"/>
                    <a:pt x="2139" y="380"/>
                  </a:cubicBezTo>
                  <a:close/>
                  <a:moveTo>
                    <a:pt x="2179" y="380"/>
                  </a:moveTo>
                  <a:cubicBezTo>
                    <a:pt x="2186" y="380"/>
                    <a:pt x="2191" y="375"/>
                    <a:pt x="2191" y="367"/>
                  </a:cubicBezTo>
                  <a:cubicBezTo>
                    <a:pt x="2191" y="360"/>
                    <a:pt x="2186" y="355"/>
                    <a:pt x="2179" y="355"/>
                  </a:cubicBezTo>
                  <a:cubicBezTo>
                    <a:pt x="2171" y="355"/>
                    <a:pt x="2166" y="360"/>
                    <a:pt x="2166" y="367"/>
                  </a:cubicBezTo>
                  <a:cubicBezTo>
                    <a:pt x="2166" y="375"/>
                    <a:pt x="2171" y="380"/>
                    <a:pt x="2179" y="380"/>
                  </a:cubicBezTo>
                  <a:close/>
                  <a:moveTo>
                    <a:pt x="2218" y="380"/>
                  </a:moveTo>
                  <a:cubicBezTo>
                    <a:pt x="2225" y="380"/>
                    <a:pt x="2231" y="375"/>
                    <a:pt x="2231" y="367"/>
                  </a:cubicBezTo>
                  <a:cubicBezTo>
                    <a:pt x="2231" y="360"/>
                    <a:pt x="2225" y="355"/>
                    <a:pt x="2218" y="355"/>
                  </a:cubicBezTo>
                  <a:cubicBezTo>
                    <a:pt x="2211" y="355"/>
                    <a:pt x="2205" y="360"/>
                    <a:pt x="2205" y="367"/>
                  </a:cubicBezTo>
                  <a:cubicBezTo>
                    <a:pt x="2205" y="375"/>
                    <a:pt x="2211" y="380"/>
                    <a:pt x="2218" y="380"/>
                  </a:cubicBezTo>
                  <a:close/>
                  <a:moveTo>
                    <a:pt x="2257" y="380"/>
                  </a:moveTo>
                  <a:cubicBezTo>
                    <a:pt x="2264" y="380"/>
                    <a:pt x="2270" y="375"/>
                    <a:pt x="2270" y="367"/>
                  </a:cubicBezTo>
                  <a:cubicBezTo>
                    <a:pt x="2270" y="360"/>
                    <a:pt x="2264" y="355"/>
                    <a:pt x="2257" y="355"/>
                  </a:cubicBezTo>
                  <a:cubicBezTo>
                    <a:pt x="2250" y="355"/>
                    <a:pt x="2245" y="360"/>
                    <a:pt x="2245" y="367"/>
                  </a:cubicBezTo>
                  <a:cubicBezTo>
                    <a:pt x="2245" y="375"/>
                    <a:pt x="2250" y="380"/>
                    <a:pt x="2257" y="380"/>
                  </a:cubicBezTo>
                  <a:close/>
                  <a:moveTo>
                    <a:pt x="2297" y="380"/>
                  </a:moveTo>
                  <a:cubicBezTo>
                    <a:pt x="2304" y="380"/>
                    <a:pt x="2310" y="375"/>
                    <a:pt x="2310" y="367"/>
                  </a:cubicBezTo>
                  <a:cubicBezTo>
                    <a:pt x="2310" y="360"/>
                    <a:pt x="2304" y="355"/>
                    <a:pt x="2297" y="355"/>
                  </a:cubicBezTo>
                  <a:cubicBezTo>
                    <a:pt x="2290" y="355"/>
                    <a:pt x="2284" y="360"/>
                    <a:pt x="2284" y="367"/>
                  </a:cubicBezTo>
                  <a:cubicBezTo>
                    <a:pt x="2284" y="375"/>
                    <a:pt x="2290" y="380"/>
                    <a:pt x="2297" y="380"/>
                  </a:cubicBezTo>
                  <a:close/>
                  <a:moveTo>
                    <a:pt x="2336" y="380"/>
                  </a:moveTo>
                  <a:cubicBezTo>
                    <a:pt x="2343" y="380"/>
                    <a:pt x="2349" y="375"/>
                    <a:pt x="2349" y="367"/>
                  </a:cubicBezTo>
                  <a:cubicBezTo>
                    <a:pt x="2349" y="360"/>
                    <a:pt x="2343" y="355"/>
                    <a:pt x="2336" y="355"/>
                  </a:cubicBezTo>
                  <a:cubicBezTo>
                    <a:pt x="2329" y="355"/>
                    <a:pt x="2323" y="360"/>
                    <a:pt x="2323" y="367"/>
                  </a:cubicBezTo>
                  <a:cubicBezTo>
                    <a:pt x="2323" y="375"/>
                    <a:pt x="2329" y="380"/>
                    <a:pt x="2336" y="380"/>
                  </a:cubicBezTo>
                  <a:close/>
                  <a:moveTo>
                    <a:pt x="2376" y="380"/>
                  </a:moveTo>
                  <a:cubicBezTo>
                    <a:pt x="2383" y="380"/>
                    <a:pt x="2388" y="375"/>
                    <a:pt x="2388" y="367"/>
                  </a:cubicBezTo>
                  <a:cubicBezTo>
                    <a:pt x="2388" y="360"/>
                    <a:pt x="2383" y="355"/>
                    <a:pt x="2376" y="355"/>
                  </a:cubicBezTo>
                  <a:cubicBezTo>
                    <a:pt x="2369" y="355"/>
                    <a:pt x="2363" y="360"/>
                    <a:pt x="2363" y="367"/>
                  </a:cubicBezTo>
                  <a:cubicBezTo>
                    <a:pt x="2363" y="375"/>
                    <a:pt x="2369" y="380"/>
                    <a:pt x="2376" y="380"/>
                  </a:cubicBezTo>
                  <a:close/>
                  <a:moveTo>
                    <a:pt x="2415" y="380"/>
                  </a:moveTo>
                  <a:cubicBezTo>
                    <a:pt x="2422" y="380"/>
                    <a:pt x="2428" y="375"/>
                    <a:pt x="2428" y="367"/>
                  </a:cubicBezTo>
                  <a:cubicBezTo>
                    <a:pt x="2428" y="360"/>
                    <a:pt x="2422" y="355"/>
                    <a:pt x="2415" y="355"/>
                  </a:cubicBezTo>
                  <a:cubicBezTo>
                    <a:pt x="2408" y="355"/>
                    <a:pt x="2402" y="360"/>
                    <a:pt x="2402" y="367"/>
                  </a:cubicBezTo>
                  <a:cubicBezTo>
                    <a:pt x="2402" y="375"/>
                    <a:pt x="2408" y="380"/>
                    <a:pt x="2415" y="380"/>
                  </a:cubicBezTo>
                  <a:close/>
                  <a:moveTo>
                    <a:pt x="2454" y="380"/>
                  </a:moveTo>
                  <a:cubicBezTo>
                    <a:pt x="2462" y="380"/>
                    <a:pt x="2467" y="375"/>
                    <a:pt x="2467" y="367"/>
                  </a:cubicBezTo>
                  <a:cubicBezTo>
                    <a:pt x="2467" y="360"/>
                    <a:pt x="2462" y="355"/>
                    <a:pt x="2454" y="355"/>
                  </a:cubicBezTo>
                  <a:cubicBezTo>
                    <a:pt x="2447" y="355"/>
                    <a:pt x="2442" y="360"/>
                    <a:pt x="2442" y="367"/>
                  </a:cubicBezTo>
                  <a:cubicBezTo>
                    <a:pt x="2442" y="375"/>
                    <a:pt x="2447" y="380"/>
                    <a:pt x="2454" y="380"/>
                  </a:cubicBezTo>
                  <a:close/>
                  <a:moveTo>
                    <a:pt x="2494" y="380"/>
                  </a:moveTo>
                  <a:cubicBezTo>
                    <a:pt x="2501" y="380"/>
                    <a:pt x="2507" y="375"/>
                    <a:pt x="2507" y="367"/>
                  </a:cubicBezTo>
                  <a:cubicBezTo>
                    <a:pt x="2507" y="360"/>
                    <a:pt x="2501" y="355"/>
                    <a:pt x="2494" y="355"/>
                  </a:cubicBezTo>
                  <a:cubicBezTo>
                    <a:pt x="2487" y="355"/>
                    <a:pt x="2481" y="360"/>
                    <a:pt x="2481" y="367"/>
                  </a:cubicBezTo>
                  <a:cubicBezTo>
                    <a:pt x="2481" y="375"/>
                    <a:pt x="2487" y="380"/>
                    <a:pt x="2494" y="380"/>
                  </a:cubicBezTo>
                  <a:close/>
                  <a:moveTo>
                    <a:pt x="2533" y="380"/>
                  </a:moveTo>
                  <a:cubicBezTo>
                    <a:pt x="2540" y="380"/>
                    <a:pt x="2546" y="375"/>
                    <a:pt x="2546" y="367"/>
                  </a:cubicBezTo>
                  <a:cubicBezTo>
                    <a:pt x="2546" y="360"/>
                    <a:pt x="2540" y="355"/>
                    <a:pt x="2533" y="355"/>
                  </a:cubicBezTo>
                  <a:cubicBezTo>
                    <a:pt x="2526" y="355"/>
                    <a:pt x="2521" y="360"/>
                    <a:pt x="2521" y="367"/>
                  </a:cubicBezTo>
                  <a:cubicBezTo>
                    <a:pt x="2521" y="375"/>
                    <a:pt x="2526" y="380"/>
                    <a:pt x="2533" y="380"/>
                  </a:cubicBezTo>
                  <a:close/>
                  <a:moveTo>
                    <a:pt x="2573" y="380"/>
                  </a:moveTo>
                  <a:cubicBezTo>
                    <a:pt x="2580" y="380"/>
                    <a:pt x="2586" y="375"/>
                    <a:pt x="2586" y="367"/>
                  </a:cubicBezTo>
                  <a:cubicBezTo>
                    <a:pt x="2586" y="360"/>
                    <a:pt x="2580" y="355"/>
                    <a:pt x="2573" y="355"/>
                  </a:cubicBezTo>
                  <a:cubicBezTo>
                    <a:pt x="2566" y="355"/>
                    <a:pt x="2560" y="360"/>
                    <a:pt x="2560" y="367"/>
                  </a:cubicBezTo>
                  <a:cubicBezTo>
                    <a:pt x="2560" y="375"/>
                    <a:pt x="2566" y="380"/>
                    <a:pt x="2573" y="380"/>
                  </a:cubicBezTo>
                  <a:close/>
                  <a:moveTo>
                    <a:pt x="2612" y="380"/>
                  </a:moveTo>
                  <a:cubicBezTo>
                    <a:pt x="2619" y="380"/>
                    <a:pt x="2625" y="375"/>
                    <a:pt x="2625" y="367"/>
                  </a:cubicBezTo>
                  <a:cubicBezTo>
                    <a:pt x="2625" y="360"/>
                    <a:pt x="2619" y="355"/>
                    <a:pt x="2612" y="355"/>
                  </a:cubicBezTo>
                  <a:cubicBezTo>
                    <a:pt x="2605" y="355"/>
                    <a:pt x="2599" y="360"/>
                    <a:pt x="2599" y="367"/>
                  </a:cubicBezTo>
                  <a:cubicBezTo>
                    <a:pt x="2599" y="375"/>
                    <a:pt x="2605" y="380"/>
                    <a:pt x="2612" y="380"/>
                  </a:cubicBezTo>
                  <a:close/>
                  <a:moveTo>
                    <a:pt x="2652" y="380"/>
                  </a:moveTo>
                  <a:cubicBezTo>
                    <a:pt x="2659" y="380"/>
                    <a:pt x="2664" y="375"/>
                    <a:pt x="2664" y="367"/>
                  </a:cubicBezTo>
                  <a:cubicBezTo>
                    <a:pt x="2664" y="360"/>
                    <a:pt x="2659" y="355"/>
                    <a:pt x="2652" y="355"/>
                  </a:cubicBezTo>
                  <a:cubicBezTo>
                    <a:pt x="2645" y="355"/>
                    <a:pt x="2639" y="360"/>
                    <a:pt x="2639" y="367"/>
                  </a:cubicBezTo>
                  <a:cubicBezTo>
                    <a:pt x="2639" y="375"/>
                    <a:pt x="2645" y="380"/>
                    <a:pt x="2652" y="380"/>
                  </a:cubicBezTo>
                  <a:close/>
                  <a:moveTo>
                    <a:pt x="2691" y="380"/>
                  </a:moveTo>
                  <a:cubicBezTo>
                    <a:pt x="2698" y="380"/>
                    <a:pt x="2704" y="375"/>
                    <a:pt x="2704" y="367"/>
                  </a:cubicBezTo>
                  <a:cubicBezTo>
                    <a:pt x="2704" y="360"/>
                    <a:pt x="2698" y="355"/>
                    <a:pt x="2691" y="355"/>
                  </a:cubicBezTo>
                  <a:cubicBezTo>
                    <a:pt x="2684" y="355"/>
                    <a:pt x="2678" y="360"/>
                    <a:pt x="2678" y="367"/>
                  </a:cubicBezTo>
                  <a:cubicBezTo>
                    <a:pt x="2678" y="375"/>
                    <a:pt x="2684" y="380"/>
                    <a:pt x="2691" y="380"/>
                  </a:cubicBezTo>
                  <a:close/>
                  <a:moveTo>
                    <a:pt x="2730" y="380"/>
                  </a:moveTo>
                  <a:cubicBezTo>
                    <a:pt x="2738" y="380"/>
                    <a:pt x="2743" y="375"/>
                    <a:pt x="2743" y="367"/>
                  </a:cubicBezTo>
                  <a:cubicBezTo>
                    <a:pt x="2743" y="360"/>
                    <a:pt x="2738" y="355"/>
                    <a:pt x="2730" y="355"/>
                  </a:cubicBezTo>
                  <a:cubicBezTo>
                    <a:pt x="2723" y="355"/>
                    <a:pt x="2718" y="360"/>
                    <a:pt x="2718" y="367"/>
                  </a:cubicBezTo>
                  <a:cubicBezTo>
                    <a:pt x="2718" y="375"/>
                    <a:pt x="2723" y="380"/>
                    <a:pt x="2730" y="380"/>
                  </a:cubicBezTo>
                  <a:close/>
                  <a:moveTo>
                    <a:pt x="2770" y="380"/>
                  </a:moveTo>
                  <a:cubicBezTo>
                    <a:pt x="2777" y="380"/>
                    <a:pt x="2783" y="375"/>
                    <a:pt x="2783" y="367"/>
                  </a:cubicBezTo>
                  <a:cubicBezTo>
                    <a:pt x="2783" y="360"/>
                    <a:pt x="2777" y="355"/>
                    <a:pt x="2770" y="355"/>
                  </a:cubicBezTo>
                  <a:cubicBezTo>
                    <a:pt x="2763" y="355"/>
                    <a:pt x="2757" y="360"/>
                    <a:pt x="2757" y="367"/>
                  </a:cubicBezTo>
                  <a:cubicBezTo>
                    <a:pt x="2757" y="375"/>
                    <a:pt x="2763" y="380"/>
                    <a:pt x="2770" y="380"/>
                  </a:cubicBezTo>
                  <a:close/>
                  <a:moveTo>
                    <a:pt x="2809" y="380"/>
                  </a:moveTo>
                  <a:cubicBezTo>
                    <a:pt x="2816" y="380"/>
                    <a:pt x="2822" y="375"/>
                    <a:pt x="2822" y="367"/>
                  </a:cubicBezTo>
                  <a:cubicBezTo>
                    <a:pt x="2822" y="360"/>
                    <a:pt x="2816" y="355"/>
                    <a:pt x="2809" y="355"/>
                  </a:cubicBezTo>
                  <a:cubicBezTo>
                    <a:pt x="2802" y="355"/>
                    <a:pt x="2797" y="360"/>
                    <a:pt x="2797" y="367"/>
                  </a:cubicBezTo>
                  <a:cubicBezTo>
                    <a:pt x="2797" y="375"/>
                    <a:pt x="2802" y="380"/>
                    <a:pt x="2809" y="380"/>
                  </a:cubicBezTo>
                  <a:close/>
                  <a:moveTo>
                    <a:pt x="2849" y="380"/>
                  </a:moveTo>
                  <a:cubicBezTo>
                    <a:pt x="2856" y="380"/>
                    <a:pt x="2861" y="375"/>
                    <a:pt x="2861" y="367"/>
                  </a:cubicBezTo>
                  <a:cubicBezTo>
                    <a:pt x="2861" y="360"/>
                    <a:pt x="2856" y="355"/>
                    <a:pt x="2849" y="355"/>
                  </a:cubicBezTo>
                  <a:cubicBezTo>
                    <a:pt x="2842" y="355"/>
                    <a:pt x="2836" y="360"/>
                    <a:pt x="2836" y="367"/>
                  </a:cubicBezTo>
                  <a:cubicBezTo>
                    <a:pt x="2836" y="375"/>
                    <a:pt x="2842" y="380"/>
                    <a:pt x="2849" y="380"/>
                  </a:cubicBezTo>
                  <a:close/>
                  <a:moveTo>
                    <a:pt x="2888" y="380"/>
                  </a:moveTo>
                  <a:cubicBezTo>
                    <a:pt x="2895" y="380"/>
                    <a:pt x="2901" y="375"/>
                    <a:pt x="2901" y="367"/>
                  </a:cubicBezTo>
                  <a:cubicBezTo>
                    <a:pt x="2901" y="360"/>
                    <a:pt x="2895" y="355"/>
                    <a:pt x="2888" y="355"/>
                  </a:cubicBezTo>
                  <a:cubicBezTo>
                    <a:pt x="2881" y="355"/>
                    <a:pt x="2875" y="360"/>
                    <a:pt x="2875" y="367"/>
                  </a:cubicBezTo>
                  <a:cubicBezTo>
                    <a:pt x="2875" y="375"/>
                    <a:pt x="2881" y="380"/>
                    <a:pt x="2888" y="380"/>
                  </a:cubicBezTo>
                  <a:close/>
                  <a:moveTo>
                    <a:pt x="2928" y="380"/>
                  </a:moveTo>
                  <a:cubicBezTo>
                    <a:pt x="2935" y="380"/>
                    <a:pt x="2940" y="375"/>
                    <a:pt x="2940" y="367"/>
                  </a:cubicBezTo>
                  <a:cubicBezTo>
                    <a:pt x="2940" y="360"/>
                    <a:pt x="2935" y="355"/>
                    <a:pt x="2928" y="355"/>
                  </a:cubicBezTo>
                  <a:cubicBezTo>
                    <a:pt x="2921" y="355"/>
                    <a:pt x="2915" y="360"/>
                    <a:pt x="2915" y="367"/>
                  </a:cubicBezTo>
                  <a:cubicBezTo>
                    <a:pt x="2915" y="375"/>
                    <a:pt x="2921" y="380"/>
                    <a:pt x="2928" y="380"/>
                  </a:cubicBezTo>
                  <a:close/>
                  <a:moveTo>
                    <a:pt x="2967" y="380"/>
                  </a:moveTo>
                  <a:cubicBezTo>
                    <a:pt x="2974" y="380"/>
                    <a:pt x="2980" y="375"/>
                    <a:pt x="2980" y="367"/>
                  </a:cubicBezTo>
                  <a:cubicBezTo>
                    <a:pt x="2980" y="360"/>
                    <a:pt x="2974" y="355"/>
                    <a:pt x="2967" y="355"/>
                  </a:cubicBezTo>
                  <a:cubicBezTo>
                    <a:pt x="2960" y="355"/>
                    <a:pt x="2954" y="360"/>
                    <a:pt x="2954" y="367"/>
                  </a:cubicBezTo>
                  <a:cubicBezTo>
                    <a:pt x="2954" y="375"/>
                    <a:pt x="2960" y="380"/>
                    <a:pt x="2967" y="380"/>
                  </a:cubicBezTo>
                  <a:close/>
                  <a:moveTo>
                    <a:pt x="3006" y="380"/>
                  </a:moveTo>
                  <a:cubicBezTo>
                    <a:pt x="3013" y="380"/>
                    <a:pt x="3019" y="375"/>
                    <a:pt x="3019" y="367"/>
                  </a:cubicBezTo>
                  <a:cubicBezTo>
                    <a:pt x="3019" y="360"/>
                    <a:pt x="3013" y="355"/>
                    <a:pt x="3006" y="355"/>
                  </a:cubicBezTo>
                  <a:cubicBezTo>
                    <a:pt x="2999" y="355"/>
                    <a:pt x="2994" y="360"/>
                    <a:pt x="2994" y="367"/>
                  </a:cubicBezTo>
                  <a:cubicBezTo>
                    <a:pt x="2994" y="375"/>
                    <a:pt x="2999" y="380"/>
                    <a:pt x="3006" y="380"/>
                  </a:cubicBezTo>
                  <a:close/>
                  <a:moveTo>
                    <a:pt x="3046" y="380"/>
                  </a:moveTo>
                  <a:cubicBezTo>
                    <a:pt x="3053" y="380"/>
                    <a:pt x="3059" y="375"/>
                    <a:pt x="3059" y="367"/>
                  </a:cubicBezTo>
                  <a:cubicBezTo>
                    <a:pt x="3059" y="360"/>
                    <a:pt x="3053" y="355"/>
                    <a:pt x="3046" y="355"/>
                  </a:cubicBezTo>
                  <a:cubicBezTo>
                    <a:pt x="3039" y="355"/>
                    <a:pt x="3033" y="360"/>
                    <a:pt x="3033" y="367"/>
                  </a:cubicBezTo>
                  <a:cubicBezTo>
                    <a:pt x="3033" y="375"/>
                    <a:pt x="3039" y="380"/>
                    <a:pt x="3046" y="380"/>
                  </a:cubicBezTo>
                  <a:close/>
                  <a:moveTo>
                    <a:pt x="3085" y="380"/>
                  </a:moveTo>
                  <a:cubicBezTo>
                    <a:pt x="3092" y="380"/>
                    <a:pt x="3098" y="375"/>
                    <a:pt x="3098" y="367"/>
                  </a:cubicBezTo>
                  <a:cubicBezTo>
                    <a:pt x="3098" y="360"/>
                    <a:pt x="3092" y="355"/>
                    <a:pt x="3085" y="355"/>
                  </a:cubicBezTo>
                  <a:cubicBezTo>
                    <a:pt x="3078" y="355"/>
                    <a:pt x="3073" y="360"/>
                    <a:pt x="3073" y="367"/>
                  </a:cubicBezTo>
                  <a:cubicBezTo>
                    <a:pt x="3073" y="375"/>
                    <a:pt x="3078" y="380"/>
                    <a:pt x="3085" y="380"/>
                  </a:cubicBezTo>
                  <a:close/>
                  <a:moveTo>
                    <a:pt x="3125" y="380"/>
                  </a:moveTo>
                  <a:cubicBezTo>
                    <a:pt x="3132" y="380"/>
                    <a:pt x="3137" y="375"/>
                    <a:pt x="3137" y="367"/>
                  </a:cubicBezTo>
                  <a:cubicBezTo>
                    <a:pt x="3137" y="360"/>
                    <a:pt x="3132" y="355"/>
                    <a:pt x="3125" y="355"/>
                  </a:cubicBezTo>
                  <a:cubicBezTo>
                    <a:pt x="3118" y="355"/>
                    <a:pt x="3112" y="360"/>
                    <a:pt x="3112" y="367"/>
                  </a:cubicBezTo>
                  <a:cubicBezTo>
                    <a:pt x="3112" y="375"/>
                    <a:pt x="3118" y="380"/>
                    <a:pt x="3125" y="380"/>
                  </a:cubicBezTo>
                  <a:close/>
                  <a:moveTo>
                    <a:pt x="3164" y="380"/>
                  </a:moveTo>
                  <a:cubicBezTo>
                    <a:pt x="3171" y="380"/>
                    <a:pt x="3177" y="375"/>
                    <a:pt x="3177" y="367"/>
                  </a:cubicBezTo>
                  <a:cubicBezTo>
                    <a:pt x="3177" y="360"/>
                    <a:pt x="3171" y="355"/>
                    <a:pt x="3164" y="355"/>
                  </a:cubicBezTo>
                  <a:cubicBezTo>
                    <a:pt x="3157" y="355"/>
                    <a:pt x="3151" y="360"/>
                    <a:pt x="3151" y="367"/>
                  </a:cubicBezTo>
                  <a:cubicBezTo>
                    <a:pt x="3151" y="375"/>
                    <a:pt x="3157" y="380"/>
                    <a:pt x="3164" y="380"/>
                  </a:cubicBezTo>
                  <a:close/>
                  <a:moveTo>
                    <a:pt x="3204" y="380"/>
                  </a:moveTo>
                  <a:cubicBezTo>
                    <a:pt x="3211" y="380"/>
                    <a:pt x="3216" y="375"/>
                    <a:pt x="3216" y="367"/>
                  </a:cubicBezTo>
                  <a:cubicBezTo>
                    <a:pt x="3216" y="360"/>
                    <a:pt x="3211" y="355"/>
                    <a:pt x="3204" y="355"/>
                  </a:cubicBezTo>
                  <a:cubicBezTo>
                    <a:pt x="3197" y="355"/>
                    <a:pt x="3191" y="360"/>
                    <a:pt x="3191" y="367"/>
                  </a:cubicBezTo>
                  <a:cubicBezTo>
                    <a:pt x="3191" y="375"/>
                    <a:pt x="3197" y="380"/>
                    <a:pt x="3204" y="380"/>
                  </a:cubicBezTo>
                  <a:close/>
                  <a:moveTo>
                    <a:pt x="3243" y="380"/>
                  </a:moveTo>
                  <a:cubicBezTo>
                    <a:pt x="3250" y="380"/>
                    <a:pt x="3256" y="375"/>
                    <a:pt x="3256" y="367"/>
                  </a:cubicBezTo>
                  <a:cubicBezTo>
                    <a:pt x="3256" y="360"/>
                    <a:pt x="3250" y="355"/>
                    <a:pt x="3243" y="355"/>
                  </a:cubicBezTo>
                  <a:cubicBezTo>
                    <a:pt x="3236" y="355"/>
                    <a:pt x="3230" y="360"/>
                    <a:pt x="3230" y="367"/>
                  </a:cubicBezTo>
                  <a:cubicBezTo>
                    <a:pt x="3230" y="375"/>
                    <a:pt x="3236" y="380"/>
                    <a:pt x="3243" y="380"/>
                  </a:cubicBezTo>
                  <a:close/>
                  <a:moveTo>
                    <a:pt x="3282" y="380"/>
                  </a:moveTo>
                  <a:cubicBezTo>
                    <a:pt x="3289" y="380"/>
                    <a:pt x="3295" y="375"/>
                    <a:pt x="3295" y="367"/>
                  </a:cubicBezTo>
                  <a:cubicBezTo>
                    <a:pt x="3295" y="360"/>
                    <a:pt x="3289" y="355"/>
                    <a:pt x="3282" y="355"/>
                  </a:cubicBezTo>
                  <a:cubicBezTo>
                    <a:pt x="3275" y="355"/>
                    <a:pt x="3270" y="360"/>
                    <a:pt x="3270" y="367"/>
                  </a:cubicBezTo>
                  <a:cubicBezTo>
                    <a:pt x="3270" y="375"/>
                    <a:pt x="3275" y="380"/>
                    <a:pt x="3282" y="380"/>
                  </a:cubicBezTo>
                  <a:close/>
                  <a:moveTo>
                    <a:pt x="3322" y="380"/>
                  </a:moveTo>
                  <a:cubicBezTo>
                    <a:pt x="3329" y="380"/>
                    <a:pt x="3335" y="375"/>
                    <a:pt x="3335" y="367"/>
                  </a:cubicBezTo>
                  <a:cubicBezTo>
                    <a:pt x="3335" y="360"/>
                    <a:pt x="3329" y="355"/>
                    <a:pt x="3322" y="355"/>
                  </a:cubicBezTo>
                  <a:cubicBezTo>
                    <a:pt x="3315" y="355"/>
                    <a:pt x="3309" y="360"/>
                    <a:pt x="3309" y="367"/>
                  </a:cubicBezTo>
                  <a:cubicBezTo>
                    <a:pt x="3309" y="375"/>
                    <a:pt x="3315" y="380"/>
                    <a:pt x="3322" y="380"/>
                  </a:cubicBezTo>
                  <a:close/>
                  <a:moveTo>
                    <a:pt x="3361" y="380"/>
                  </a:moveTo>
                  <a:cubicBezTo>
                    <a:pt x="3368" y="380"/>
                    <a:pt x="3374" y="375"/>
                    <a:pt x="3374" y="367"/>
                  </a:cubicBezTo>
                  <a:cubicBezTo>
                    <a:pt x="3374" y="360"/>
                    <a:pt x="3368" y="355"/>
                    <a:pt x="3361" y="355"/>
                  </a:cubicBezTo>
                  <a:cubicBezTo>
                    <a:pt x="3354" y="355"/>
                    <a:pt x="3348" y="360"/>
                    <a:pt x="3348" y="367"/>
                  </a:cubicBezTo>
                  <a:cubicBezTo>
                    <a:pt x="3348" y="375"/>
                    <a:pt x="3354" y="380"/>
                    <a:pt x="3361" y="380"/>
                  </a:cubicBezTo>
                  <a:close/>
                  <a:moveTo>
                    <a:pt x="3401" y="380"/>
                  </a:moveTo>
                  <a:cubicBezTo>
                    <a:pt x="3408" y="380"/>
                    <a:pt x="3413" y="375"/>
                    <a:pt x="3413" y="367"/>
                  </a:cubicBezTo>
                  <a:cubicBezTo>
                    <a:pt x="3413" y="360"/>
                    <a:pt x="3408" y="355"/>
                    <a:pt x="3401" y="355"/>
                  </a:cubicBezTo>
                  <a:cubicBezTo>
                    <a:pt x="3394" y="355"/>
                    <a:pt x="3388" y="360"/>
                    <a:pt x="3388" y="367"/>
                  </a:cubicBezTo>
                  <a:cubicBezTo>
                    <a:pt x="3388" y="375"/>
                    <a:pt x="3394" y="380"/>
                    <a:pt x="3401" y="380"/>
                  </a:cubicBezTo>
                  <a:close/>
                  <a:moveTo>
                    <a:pt x="3440" y="380"/>
                  </a:moveTo>
                  <a:cubicBezTo>
                    <a:pt x="3447" y="380"/>
                    <a:pt x="3453" y="375"/>
                    <a:pt x="3453" y="367"/>
                  </a:cubicBezTo>
                  <a:cubicBezTo>
                    <a:pt x="3453" y="360"/>
                    <a:pt x="3447" y="355"/>
                    <a:pt x="3440" y="355"/>
                  </a:cubicBezTo>
                  <a:cubicBezTo>
                    <a:pt x="3433" y="355"/>
                    <a:pt x="3427" y="360"/>
                    <a:pt x="3427" y="367"/>
                  </a:cubicBezTo>
                  <a:cubicBezTo>
                    <a:pt x="3427" y="375"/>
                    <a:pt x="3433" y="380"/>
                    <a:pt x="3440" y="380"/>
                  </a:cubicBezTo>
                  <a:close/>
                  <a:moveTo>
                    <a:pt x="3480" y="380"/>
                  </a:moveTo>
                  <a:cubicBezTo>
                    <a:pt x="3487" y="380"/>
                    <a:pt x="3492" y="375"/>
                    <a:pt x="3492" y="367"/>
                  </a:cubicBezTo>
                  <a:cubicBezTo>
                    <a:pt x="3492" y="360"/>
                    <a:pt x="3487" y="355"/>
                    <a:pt x="3480" y="355"/>
                  </a:cubicBezTo>
                  <a:cubicBezTo>
                    <a:pt x="3472" y="355"/>
                    <a:pt x="3467" y="360"/>
                    <a:pt x="3467" y="367"/>
                  </a:cubicBezTo>
                  <a:cubicBezTo>
                    <a:pt x="3467" y="375"/>
                    <a:pt x="3472" y="380"/>
                    <a:pt x="3480" y="380"/>
                  </a:cubicBezTo>
                  <a:close/>
                  <a:moveTo>
                    <a:pt x="50" y="394"/>
                  </a:moveTo>
                  <a:cubicBezTo>
                    <a:pt x="43" y="394"/>
                    <a:pt x="37" y="400"/>
                    <a:pt x="37" y="407"/>
                  </a:cubicBezTo>
                  <a:cubicBezTo>
                    <a:pt x="37" y="414"/>
                    <a:pt x="43" y="420"/>
                    <a:pt x="50" y="420"/>
                  </a:cubicBezTo>
                  <a:cubicBezTo>
                    <a:pt x="57" y="420"/>
                    <a:pt x="62" y="414"/>
                    <a:pt x="62" y="407"/>
                  </a:cubicBezTo>
                  <a:cubicBezTo>
                    <a:pt x="62" y="400"/>
                    <a:pt x="57" y="394"/>
                    <a:pt x="50" y="394"/>
                  </a:cubicBezTo>
                  <a:close/>
                  <a:moveTo>
                    <a:pt x="89" y="420"/>
                  </a:moveTo>
                  <a:cubicBezTo>
                    <a:pt x="96" y="420"/>
                    <a:pt x="102" y="414"/>
                    <a:pt x="102" y="407"/>
                  </a:cubicBezTo>
                  <a:cubicBezTo>
                    <a:pt x="102" y="400"/>
                    <a:pt x="96" y="394"/>
                    <a:pt x="89" y="394"/>
                  </a:cubicBezTo>
                  <a:cubicBezTo>
                    <a:pt x="82" y="394"/>
                    <a:pt x="76" y="400"/>
                    <a:pt x="76" y="407"/>
                  </a:cubicBezTo>
                  <a:cubicBezTo>
                    <a:pt x="76" y="414"/>
                    <a:pt x="82" y="420"/>
                    <a:pt x="89" y="420"/>
                  </a:cubicBezTo>
                  <a:close/>
                  <a:moveTo>
                    <a:pt x="128" y="420"/>
                  </a:moveTo>
                  <a:cubicBezTo>
                    <a:pt x="136" y="420"/>
                    <a:pt x="141" y="414"/>
                    <a:pt x="141" y="407"/>
                  </a:cubicBezTo>
                  <a:cubicBezTo>
                    <a:pt x="141" y="400"/>
                    <a:pt x="136" y="394"/>
                    <a:pt x="128" y="394"/>
                  </a:cubicBezTo>
                  <a:cubicBezTo>
                    <a:pt x="121" y="394"/>
                    <a:pt x="116" y="400"/>
                    <a:pt x="116" y="407"/>
                  </a:cubicBezTo>
                  <a:cubicBezTo>
                    <a:pt x="116" y="414"/>
                    <a:pt x="121" y="420"/>
                    <a:pt x="128" y="420"/>
                  </a:cubicBezTo>
                  <a:close/>
                  <a:moveTo>
                    <a:pt x="168" y="394"/>
                  </a:moveTo>
                  <a:cubicBezTo>
                    <a:pt x="161" y="394"/>
                    <a:pt x="155" y="400"/>
                    <a:pt x="155" y="407"/>
                  </a:cubicBezTo>
                  <a:cubicBezTo>
                    <a:pt x="155" y="414"/>
                    <a:pt x="161" y="420"/>
                    <a:pt x="168" y="420"/>
                  </a:cubicBezTo>
                  <a:cubicBezTo>
                    <a:pt x="175" y="420"/>
                    <a:pt x="181" y="414"/>
                    <a:pt x="181" y="407"/>
                  </a:cubicBezTo>
                  <a:cubicBezTo>
                    <a:pt x="181" y="400"/>
                    <a:pt x="175" y="394"/>
                    <a:pt x="168" y="394"/>
                  </a:cubicBezTo>
                  <a:close/>
                  <a:moveTo>
                    <a:pt x="207" y="394"/>
                  </a:moveTo>
                  <a:cubicBezTo>
                    <a:pt x="200" y="394"/>
                    <a:pt x="195" y="400"/>
                    <a:pt x="195" y="407"/>
                  </a:cubicBezTo>
                  <a:cubicBezTo>
                    <a:pt x="195" y="414"/>
                    <a:pt x="200" y="420"/>
                    <a:pt x="207" y="420"/>
                  </a:cubicBezTo>
                  <a:cubicBezTo>
                    <a:pt x="214" y="420"/>
                    <a:pt x="220" y="414"/>
                    <a:pt x="220" y="407"/>
                  </a:cubicBezTo>
                  <a:cubicBezTo>
                    <a:pt x="220" y="400"/>
                    <a:pt x="214" y="394"/>
                    <a:pt x="207" y="394"/>
                  </a:cubicBezTo>
                  <a:close/>
                  <a:moveTo>
                    <a:pt x="247" y="394"/>
                  </a:moveTo>
                  <a:cubicBezTo>
                    <a:pt x="240" y="394"/>
                    <a:pt x="234" y="400"/>
                    <a:pt x="234" y="407"/>
                  </a:cubicBezTo>
                  <a:cubicBezTo>
                    <a:pt x="234" y="414"/>
                    <a:pt x="240" y="420"/>
                    <a:pt x="247" y="420"/>
                  </a:cubicBezTo>
                  <a:cubicBezTo>
                    <a:pt x="254" y="420"/>
                    <a:pt x="260" y="414"/>
                    <a:pt x="260" y="407"/>
                  </a:cubicBezTo>
                  <a:cubicBezTo>
                    <a:pt x="260" y="400"/>
                    <a:pt x="254" y="394"/>
                    <a:pt x="247" y="394"/>
                  </a:cubicBezTo>
                  <a:close/>
                  <a:moveTo>
                    <a:pt x="286" y="394"/>
                  </a:moveTo>
                  <a:cubicBezTo>
                    <a:pt x="279" y="394"/>
                    <a:pt x="273" y="400"/>
                    <a:pt x="273" y="407"/>
                  </a:cubicBezTo>
                  <a:cubicBezTo>
                    <a:pt x="273" y="414"/>
                    <a:pt x="279" y="420"/>
                    <a:pt x="286" y="420"/>
                  </a:cubicBezTo>
                  <a:cubicBezTo>
                    <a:pt x="293" y="420"/>
                    <a:pt x="299" y="414"/>
                    <a:pt x="299" y="407"/>
                  </a:cubicBezTo>
                  <a:cubicBezTo>
                    <a:pt x="299" y="400"/>
                    <a:pt x="293" y="394"/>
                    <a:pt x="286" y="394"/>
                  </a:cubicBezTo>
                  <a:close/>
                  <a:moveTo>
                    <a:pt x="326" y="420"/>
                  </a:moveTo>
                  <a:cubicBezTo>
                    <a:pt x="333" y="420"/>
                    <a:pt x="338" y="414"/>
                    <a:pt x="338" y="407"/>
                  </a:cubicBezTo>
                  <a:cubicBezTo>
                    <a:pt x="338" y="400"/>
                    <a:pt x="333" y="394"/>
                    <a:pt x="326" y="394"/>
                  </a:cubicBezTo>
                  <a:cubicBezTo>
                    <a:pt x="319" y="394"/>
                    <a:pt x="313" y="400"/>
                    <a:pt x="313" y="407"/>
                  </a:cubicBezTo>
                  <a:cubicBezTo>
                    <a:pt x="313" y="414"/>
                    <a:pt x="319" y="420"/>
                    <a:pt x="326" y="420"/>
                  </a:cubicBezTo>
                  <a:close/>
                  <a:moveTo>
                    <a:pt x="365" y="420"/>
                  </a:moveTo>
                  <a:cubicBezTo>
                    <a:pt x="372" y="420"/>
                    <a:pt x="378" y="414"/>
                    <a:pt x="378" y="407"/>
                  </a:cubicBezTo>
                  <a:cubicBezTo>
                    <a:pt x="378" y="400"/>
                    <a:pt x="372" y="394"/>
                    <a:pt x="365" y="394"/>
                  </a:cubicBezTo>
                  <a:cubicBezTo>
                    <a:pt x="358" y="394"/>
                    <a:pt x="352" y="400"/>
                    <a:pt x="352" y="407"/>
                  </a:cubicBezTo>
                  <a:cubicBezTo>
                    <a:pt x="352" y="414"/>
                    <a:pt x="358" y="420"/>
                    <a:pt x="365" y="420"/>
                  </a:cubicBezTo>
                  <a:close/>
                  <a:moveTo>
                    <a:pt x="404" y="420"/>
                  </a:moveTo>
                  <a:cubicBezTo>
                    <a:pt x="411" y="420"/>
                    <a:pt x="417" y="414"/>
                    <a:pt x="417" y="407"/>
                  </a:cubicBezTo>
                  <a:cubicBezTo>
                    <a:pt x="417" y="400"/>
                    <a:pt x="411" y="394"/>
                    <a:pt x="404" y="394"/>
                  </a:cubicBezTo>
                  <a:cubicBezTo>
                    <a:pt x="397" y="394"/>
                    <a:pt x="392" y="400"/>
                    <a:pt x="392" y="407"/>
                  </a:cubicBezTo>
                  <a:cubicBezTo>
                    <a:pt x="392" y="414"/>
                    <a:pt x="397" y="420"/>
                    <a:pt x="404" y="420"/>
                  </a:cubicBezTo>
                  <a:close/>
                  <a:moveTo>
                    <a:pt x="444" y="420"/>
                  </a:moveTo>
                  <a:cubicBezTo>
                    <a:pt x="451" y="420"/>
                    <a:pt x="457" y="414"/>
                    <a:pt x="457" y="407"/>
                  </a:cubicBezTo>
                  <a:cubicBezTo>
                    <a:pt x="457" y="400"/>
                    <a:pt x="451" y="394"/>
                    <a:pt x="444" y="394"/>
                  </a:cubicBezTo>
                  <a:cubicBezTo>
                    <a:pt x="437" y="394"/>
                    <a:pt x="431" y="400"/>
                    <a:pt x="431" y="407"/>
                  </a:cubicBezTo>
                  <a:cubicBezTo>
                    <a:pt x="431" y="414"/>
                    <a:pt x="437" y="420"/>
                    <a:pt x="444" y="420"/>
                  </a:cubicBezTo>
                  <a:close/>
                  <a:moveTo>
                    <a:pt x="483" y="420"/>
                  </a:moveTo>
                  <a:cubicBezTo>
                    <a:pt x="490" y="420"/>
                    <a:pt x="496" y="414"/>
                    <a:pt x="496" y="407"/>
                  </a:cubicBezTo>
                  <a:cubicBezTo>
                    <a:pt x="496" y="400"/>
                    <a:pt x="490" y="394"/>
                    <a:pt x="483" y="394"/>
                  </a:cubicBezTo>
                  <a:cubicBezTo>
                    <a:pt x="476" y="394"/>
                    <a:pt x="471" y="400"/>
                    <a:pt x="471" y="407"/>
                  </a:cubicBezTo>
                  <a:cubicBezTo>
                    <a:pt x="471" y="414"/>
                    <a:pt x="476" y="420"/>
                    <a:pt x="483" y="420"/>
                  </a:cubicBezTo>
                  <a:close/>
                  <a:moveTo>
                    <a:pt x="523" y="396"/>
                  </a:moveTo>
                  <a:cubicBezTo>
                    <a:pt x="517" y="396"/>
                    <a:pt x="512" y="401"/>
                    <a:pt x="512" y="407"/>
                  </a:cubicBezTo>
                  <a:cubicBezTo>
                    <a:pt x="512" y="413"/>
                    <a:pt x="517" y="418"/>
                    <a:pt x="523" y="418"/>
                  </a:cubicBezTo>
                  <a:cubicBezTo>
                    <a:pt x="529" y="418"/>
                    <a:pt x="533" y="413"/>
                    <a:pt x="533" y="407"/>
                  </a:cubicBezTo>
                  <a:cubicBezTo>
                    <a:pt x="533" y="401"/>
                    <a:pt x="529" y="396"/>
                    <a:pt x="523" y="396"/>
                  </a:cubicBezTo>
                  <a:close/>
                  <a:moveTo>
                    <a:pt x="562" y="394"/>
                  </a:moveTo>
                  <a:cubicBezTo>
                    <a:pt x="555" y="394"/>
                    <a:pt x="549" y="400"/>
                    <a:pt x="549" y="407"/>
                  </a:cubicBezTo>
                  <a:cubicBezTo>
                    <a:pt x="549" y="414"/>
                    <a:pt x="555" y="420"/>
                    <a:pt x="562" y="420"/>
                  </a:cubicBezTo>
                  <a:cubicBezTo>
                    <a:pt x="569" y="420"/>
                    <a:pt x="575" y="414"/>
                    <a:pt x="575" y="407"/>
                  </a:cubicBezTo>
                  <a:cubicBezTo>
                    <a:pt x="575" y="400"/>
                    <a:pt x="569" y="394"/>
                    <a:pt x="562" y="394"/>
                  </a:cubicBezTo>
                  <a:close/>
                  <a:moveTo>
                    <a:pt x="602" y="420"/>
                  </a:moveTo>
                  <a:cubicBezTo>
                    <a:pt x="609" y="420"/>
                    <a:pt x="614" y="414"/>
                    <a:pt x="614" y="407"/>
                  </a:cubicBezTo>
                  <a:cubicBezTo>
                    <a:pt x="614" y="400"/>
                    <a:pt x="609" y="394"/>
                    <a:pt x="602" y="394"/>
                  </a:cubicBezTo>
                  <a:cubicBezTo>
                    <a:pt x="595" y="394"/>
                    <a:pt x="589" y="400"/>
                    <a:pt x="589" y="407"/>
                  </a:cubicBezTo>
                  <a:cubicBezTo>
                    <a:pt x="589" y="414"/>
                    <a:pt x="595" y="420"/>
                    <a:pt x="602" y="420"/>
                  </a:cubicBezTo>
                  <a:close/>
                  <a:moveTo>
                    <a:pt x="641" y="420"/>
                  </a:moveTo>
                  <a:cubicBezTo>
                    <a:pt x="648" y="420"/>
                    <a:pt x="654" y="414"/>
                    <a:pt x="654" y="407"/>
                  </a:cubicBezTo>
                  <a:cubicBezTo>
                    <a:pt x="654" y="400"/>
                    <a:pt x="648" y="394"/>
                    <a:pt x="641" y="394"/>
                  </a:cubicBezTo>
                  <a:cubicBezTo>
                    <a:pt x="634" y="394"/>
                    <a:pt x="628" y="400"/>
                    <a:pt x="628" y="407"/>
                  </a:cubicBezTo>
                  <a:cubicBezTo>
                    <a:pt x="628" y="414"/>
                    <a:pt x="634" y="420"/>
                    <a:pt x="641" y="420"/>
                  </a:cubicBezTo>
                  <a:close/>
                  <a:moveTo>
                    <a:pt x="680" y="420"/>
                  </a:moveTo>
                  <a:cubicBezTo>
                    <a:pt x="687" y="420"/>
                    <a:pt x="693" y="414"/>
                    <a:pt x="693" y="407"/>
                  </a:cubicBezTo>
                  <a:cubicBezTo>
                    <a:pt x="693" y="400"/>
                    <a:pt x="687" y="394"/>
                    <a:pt x="680" y="394"/>
                  </a:cubicBezTo>
                  <a:cubicBezTo>
                    <a:pt x="673" y="394"/>
                    <a:pt x="668" y="400"/>
                    <a:pt x="668" y="407"/>
                  </a:cubicBezTo>
                  <a:cubicBezTo>
                    <a:pt x="668" y="414"/>
                    <a:pt x="673" y="420"/>
                    <a:pt x="680" y="420"/>
                  </a:cubicBezTo>
                  <a:close/>
                  <a:moveTo>
                    <a:pt x="720" y="420"/>
                  </a:moveTo>
                  <a:cubicBezTo>
                    <a:pt x="727" y="420"/>
                    <a:pt x="733" y="414"/>
                    <a:pt x="733" y="407"/>
                  </a:cubicBezTo>
                  <a:cubicBezTo>
                    <a:pt x="733" y="400"/>
                    <a:pt x="727" y="394"/>
                    <a:pt x="720" y="394"/>
                  </a:cubicBezTo>
                  <a:cubicBezTo>
                    <a:pt x="713" y="394"/>
                    <a:pt x="707" y="400"/>
                    <a:pt x="707" y="407"/>
                  </a:cubicBezTo>
                  <a:cubicBezTo>
                    <a:pt x="707" y="414"/>
                    <a:pt x="713" y="420"/>
                    <a:pt x="720" y="420"/>
                  </a:cubicBezTo>
                  <a:close/>
                  <a:moveTo>
                    <a:pt x="917" y="420"/>
                  </a:moveTo>
                  <a:cubicBezTo>
                    <a:pt x="924" y="420"/>
                    <a:pt x="930" y="414"/>
                    <a:pt x="930" y="407"/>
                  </a:cubicBezTo>
                  <a:cubicBezTo>
                    <a:pt x="930" y="400"/>
                    <a:pt x="924" y="394"/>
                    <a:pt x="917" y="394"/>
                  </a:cubicBezTo>
                  <a:cubicBezTo>
                    <a:pt x="910" y="394"/>
                    <a:pt x="904" y="400"/>
                    <a:pt x="904" y="407"/>
                  </a:cubicBezTo>
                  <a:cubicBezTo>
                    <a:pt x="904" y="414"/>
                    <a:pt x="910" y="420"/>
                    <a:pt x="917" y="420"/>
                  </a:cubicBezTo>
                  <a:close/>
                  <a:moveTo>
                    <a:pt x="956" y="394"/>
                  </a:moveTo>
                  <a:cubicBezTo>
                    <a:pt x="949" y="394"/>
                    <a:pt x="944" y="400"/>
                    <a:pt x="944" y="407"/>
                  </a:cubicBezTo>
                  <a:cubicBezTo>
                    <a:pt x="944" y="414"/>
                    <a:pt x="949" y="420"/>
                    <a:pt x="956" y="420"/>
                  </a:cubicBezTo>
                  <a:cubicBezTo>
                    <a:pt x="963" y="420"/>
                    <a:pt x="969" y="414"/>
                    <a:pt x="969" y="407"/>
                  </a:cubicBezTo>
                  <a:cubicBezTo>
                    <a:pt x="969" y="400"/>
                    <a:pt x="963" y="394"/>
                    <a:pt x="956" y="394"/>
                  </a:cubicBezTo>
                  <a:close/>
                  <a:moveTo>
                    <a:pt x="1232" y="420"/>
                  </a:moveTo>
                  <a:cubicBezTo>
                    <a:pt x="1239" y="420"/>
                    <a:pt x="1245" y="414"/>
                    <a:pt x="1245" y="407"/>
                  </a:cubicBezTo>
                  <a:cubicBezTo>
                    <a:pt x="1245" y="400"/>
                    <a:pt x="1239" y="394"/>
                    <a:pt x="1232" y="394"/>
                  </a:cubicBezTo>
                  <a:cubicBezTo>
                    <a:pt x="1225" y="394"/>
                    <a:pt x="1220" y="400"/>
                    <a:pt x="1220" y="407"/>
                  </a:cubicBezTo>
                  <a:cubicBezTo>
                    <a:pt x="1220" y="414"/>
                    <a:pt x="1225" y="420"/>
                    <a:pt x="1232" y="420"/>
                  </a:cubicBezTo>
                  <a:close/>
                  <a:moveTo>
                    <a:pt x="1784" y="420"/>
                  </a:moveTo>
                  <a:cubicBezTo>
                    <a:pt x="1791" y="420"/>
                    <a:pt x="1797" y="414"/>
                    <a:pt x="1797" y="407"/>
                  </a:cubicBezTo>
                  <a:cubicBezTo>
                    <a:pt x="1797" y="400"/>
                    <a:pt x="1791" y="394"/>
                    <a:pt x="1784" y="394"/>
                  </a:cubicBezTo>
                  <a:cubicBezTo>
                    <a:pt x="1777" y="394"/>
                    <a:pt x="1772" y="400"/>
                    <a:pt x="1772" y="407"/>
                  </a:cubicBezTo>
                  <a:cubicBezTo>
                    <a:pt x="1772" y="414"/>
                    <a:pt x="1777" y="420"/>
                    <a:pt x="1784" y="420"/>
                  </a:cubicBezTo>
                  <a:close/>
                  <a:moveTo>
                    <a:pt x="1824" y="420"/>
                  </a:moveTo>
                  <a:cubicBezTo>
                    <a:pt x="1831" y="420"/>
                    <a:pt x="1836" y="414"/>
                    <a:pt x="1836" y="407"/>
                  </a:cubicBezTo>
                  <a:cubicBezTo>
                    <a:pt x="1836" y="400"/>
                    <a:pt x="1831" y="394"/>
                    <a:pt x="1824" y="394"/>
                  </a:cubicBezTo>
                  <a:cubicBezTo>
                    <a:pt x="1817" y="394"/>
                    <a:pt x="1811" y="400"/>
                    <a:pt x="1811" y="407"/>
                  </a:cubicBezTo>
                  <a:cubicBezTo>
                    <a:pt x="1811" y="414"/>
                    <a:pt x="1817" y="420"/>
                    <a:pt x="1824" y="420"/>
                  </a:cubicBezTo>
                  <a:close/>
                  <a:moveTo>
                    <a:pt x="1863" y="420"/>
                  </a:moveTo>
                  <a:cubicBezTo>
                    <a:pt x="1870" y="420"/>
                    <a:pt x="1876" y="414"/>
                    <a:pt x="1876" y="407"/>
                  </a:cubicBezTo>
                  <a:cubicBezTo>
                    <a:pt x="1876" y="400"/>
                    <a:pt x="1870" y="394"/>
                    <a:pt x="1863" y="394"/>
                  </a:cubicBezTo>
                  <a:cubicBezTo>
                    <a:pt x="1856" y="394"/>
                    <a:pt x="1850" y="400"/>
                    <a:pt x="1850" y="407"/>
                  </a:cubicBezTo>
                  <a:cubicBezTo>
                    <a:pt x="1850" y="414"/>
                    <a:pt x="1856" y="420"/>
                    <a:pt x="1863" y="420"/>
                  </a:cubicBezTo>
                  <a:close/>
                  <a:moveTo>
                    <a:pt x="1942" y="420"/>
                  </a:moveTo>
                  <a:cubicBezTo>
                    <a:pt x="1949" y="420"/>
                    <a:pt x="1955" y="414"/>
                    <a:pt x="1955" y="407"/>
                  </a:cubicBezTo>
                  <a:cubicBezTo>
                    <a:pt x="1955" y="400"/>
                    <a:pt x="1949" y="394"/>
                    <a:pt x="1942" y="394"/>
                  </a:cubicBezTo>
                  <a:cubicBezTo>
                    <a:pt x="1935" y="394"/>
                    <a:pt x="1929" y="400"/>
                    <a:pt x="1929" y="407"/>
                  </a:cubicBezTo>
                  <a:cubicBezTo>
                    <a:pt x="1929" y="414"/>
                    <a:pt x="1935" y="420"/>
                    <a:pt x="1942" y="420"/>
                  </a:cubicBezTo>
                  <a:close/>
                  <a:moveTo>
                    <a:pt x="1981" y="420"/>
                  </a:moveTo>
                  <a:cubicBezTo>
                    <a:pt x="1988" y="420"/>
                    <a:pt x="1994" y="414"/>
                    <a:pt x="1994" y="407"/>
                  </a:cubicBezTo>
                  <a:cubicBezTo>
                    <a:pt x="1994" y="400"/>
                    <a:pt x="1988" y="394"/>
                    <a:pt x="1981" y="394"/>
                  </a:cubicBezTo>
                  <a:cubicBezTo>
                    <a:pt x="1974" y="394"/>
                    <a:pt x="1969" y="400"/>
                    <a:pt x="1969" y="407"/>
                  </a:cubicBezTo>
                  <a:cubicBezTo>
                    <a:pt x="1969" y="414"/>
                    <a:pt x="1974" y="420"/>
                    <a:pt x="1981" y="420"/>
                  </a:cubicBezTo>
                  <a:close/>
                  <a:moveTo>
                    <a:pt x="2021" y="420"/>
                  </a:moveTo>
                  <a:cubicBezTo>
                    <a:pt x="2028" y="420"/>
                    <a:pt x="2034" y="414"/>
                    <a:pt x="2034" y="407"/>
                  </a:cubicBezTo>
                  <a:cubicBezTo>
                    <a:pt x="2034" y="400"/>
                    <a:pt x="2028" y="394"/>
                    <a:pt x="2021" y="394"/>
                  </a:cubicBezTo>
                  <a:cubicBezTo>
                    <a:pt x="2014" y="394"/>
                    <a:pt x="2008" y="400"/>
                    <a:pt x="2008" y="407"/>
                  </a:cubicBezTo>
                  <a:cubicBezTo>
                    <a:pt x="2008" y="414"/>
                    <a:pt x="2014" y="420"/>
                    <a:pt x="2021" y="420"/>
                  </a:cubicBezTo>
                  <a:close/>
                  <a:moveTo>
                    <a:pt x="2060" y="420"/>
                  </a:moveTo>
                  <a:cubicBezTo>
                    <a:pt x="2067" y="420"/>
                    <a:pt x="2073" y="414"/>
                    <a:pt x="2073" y="407"/>
                  </a:cubicBezTo>
                  <a:cubicBezTo>
                    <a:pt x="2073" y="400"/>
                    <a:pt x="2067" y="394"/>
                    <a:pt x="2060" y="394"/>
                  </a:cubicBezTo>
                  <a:cubicBezTo>
                    <a:pt x="2053" y="394"/>
                    <a:pt x="2048" y="400"/>
                    <a:pt x="2048" y="407"/>
                  </a:cubicBezTo>
                  <a:cubicBezTo>
                    <a:pt x="2048" y="414"/>
                    <a:pt x="2053" y="420"/>
                    <a:pt x="2060" y="420"/>
                  </a:cubicBezTo>
                  <a:close/>
                  <a:moveTo>
                    <a:pt x="2100" y="420"/>
                  </a:moveTo>
                  <a:cubicBezTo>
                    <a:pt x="2107" y="420"/>
                    <a:pt x="2112" y="414"/>
                    <a:pt x="2112" y="407"/>
                  </a:cubicBezTo>
                  <a:cubicBezTo>
                    <a:pt x="2112" y="400"/>
                    <a:pt x="2107" y="394"/>
                    <a:pt x="2100" y="394"/>
                  </a:cubicBezTo>
                  <a:cubicBezTo>
                    <a:pt x="2093" y="394"/>
                    <a:pt x="2087" y="400"/>
                    <a:pt x="2087" y="407"/>
                  </a:cubicBezTo>
                  <a:cubicBezTo>
                    <a:pt x="2087" y="414"/>
                    <a:pt x="2093" y="420"/>
                    <a:pt x="2100" y="420"/>
                  </a:cubicBezTo>
                  <a:close/>
                  <a:moveTo>
                    <a:pt x="2139" y="420"/>
                  </a:moveTo>
                  <a:cubicBezTo>
                    <a:pt x="2146" y="420"/>
                    <a:pt x="2152" y="414"/>
                    <a:pt x="2152" y="407"/>
                  </a:cubicBezTo>
                  <a:cubicBezTo>
                    <a:pt x="2152" y="400"/>
                    <a:pt x="2146" y="394"/>
                    <a:pt x="2139" y="394"/>
                  </a:cubicBezTo>
                  <a:cubicBezTo>
                    <a:pt x="2132" y="394"/>
                    <a:pt x="2126" y="400"/>
                    <a:pt x="2126" y="407"/>
                  </a:cubicBezTo>
                  <a:cubicBezTo>
                    <a:pt x="2126" y="414"/>
                    <a:pt x="2132" y="420"/>
                    <a:pt x="2139" y="420"/>
                  </a:cubicBezTo>
                  <a:close/>
                  <a:moveTo>
                    <a:pt x="2179" y="420"/>
                  </a:moveTo>
                  <a:cubicBezTo>
                    <a:pt x="2186" y="420"/>
                    <a:pt x="2191" y="414"/>
                    <a:pt x="2191" y="407"/>
                  </a:cubicBezTo>
                  <a:cubicBezTo>
                    <a:pt x="2191" y="400"/>
                    <a:pt x="2186" y="394"/>
                    <a:pt x="2179" y="394"/>
                  </a:cubicBezTo>
                  <a:cubicBezTo>
                    <a:pt x="2171" y="394"/>
                    <a:pt x="2166" y="400"/>
                    <a:pt x="2166" y="407"/>
                  </a:cubicBezTo>
                  <a:cubicBezTo>
                    <a:pt x="2166" y="414"/>
                    <a:pt x="2171" y="420"/>
                    <a:pt x="2179" y="420"/>
                  </a:cubicBezTo>
                  <a:close/>
                  <a:moveTo>
                    <a:pt x="2218" y="420"/>
                  </a:moveTo>
                  <a:cubicBezTo>
                    <a:pt x="2225" y="420"/>
                    <a:pt x="2231" y="414"/>
                    <a:pt x="2231" y="407"/>
                  </a:cubicBezTo>
                  <a:cubicBezTo>
                    <a:pt x="2231" y="400"/>
                    <a:pt x="2225" y="394"/>
                    <a:pt x="2218" y="394"/>
                  </a:cubicBezTo>
                  <a:cubicBezTo>
                    <a:pt x="2211" y="394"/>
                    <a:pt x="2205" y="400"/>
                    <a:pt x="2205" y="407"/>
                  </a:cubicBezTo>
                  <a:cubicBezTo>
                    <a:pt x="2205" y="414"/>
                    <a:pt x="2211" y="420"/>
                    <a:pt x="2218" y="420"/>
                  </a:cubicBezTo>
                  <a:close/>
                  <a:moveTo>
                    <a:pt x="2257" y="420"/>
                  </a:moveTo>
                  <a:cubicBezTo>
                    <a:pt x="2264" y="420"/>
                    <a:pt x="2270" y="414"/>
                    <a:pt x="2270" y="407"/>
                  </a:cubicBezTo>
                  <a:cubicBezTo>
                    <a:pt x="2270" y="400"/>
                    <a:pt x="2264" y="394"/>
                    <a:pt x="2257" y="394"/>
                  </a:cubicBezTo>
                  <a:cubicBezTo>
                    <a:pt x="2250" y="394"/>
                    <a:pt x="2245" y="400"/>
                    <a:pt x="2245" y="407"/>
                  </a:cubicBezTo>
                  <a:cubicBezTo>
                    <a:pt x="2245" y="414"/>
                    <a:pt x="2250" y="420"/>
                    <a:pt x="2257" y="420"/>
                  </a:cubicBezTo>
                  <a:close/>
                  <a:moveTo>
                    <a:pt x="2297" y="420"/>
                  </a:moveTo>
                  <a:cubicBezTo>
                    <a:pt x="2304" y="420"/>
                    <a:pt x="2310" y="414"/>
                    <a:pt x="2310" y="407"/>
                  </a:cubicBezTo>
                  <a:cubicBezTo>
                    <a:pt x="2310" y="400"/>
                    <a:pt x="2304" y="394"/>
                    <a:pt x="2297" y="394"/>
                  </a:cubicBezTo>
                  <a:cubicBezTo>
                    <a:pt x="2290" y="394"/>
                    <a:pt x="2284" y="400"/>
                    <a:pt x="2284" y="407"/>
                  </a:cubicBezTo>
                  <a:cubicBezTo>
                    <a:pt x="2284" y="414"/>
                    <a:pt x="2290" y="420"/>
                    <a:pt x="2297" y="420"/>
                  </a:cubicBezTo>
                  <a:close/>
                  <a:moveTo>
                    <a:pt x="2336" y="420"/>
                  </a:moveTo>
                  <a:cubicBezTo>
                    <a:pt x="2343" y="420"/>
                    <a:pt x="2349" y="414"/>
                    <a:pt x="2349" y="407"/>
                  </a:cubicBezTo>
                  <a:cubicBezTo>
                    <a:pt x="2349" y="400"/>
                    <a:pt x="2343" y="394"/>
                    <a:pt x="2336" y="394"/>
                  </a:cubicBezTo>
                  <a:cubicBezTo>
                    <a:pt x="2329" y="394"/>
                    <a:pt x="2323" y="400"/>
                    <a:pt x="2323" y="407"/>
                  </a:cubicBezTo>
                  <a:cubicBezTo>
                    <a:pt x="2323" y="414"/>
                    <a:pt x="2329" y="420"/>
                    <a:pt x="2336" y="420"/>
                  </a:cubicBezTo>
                  <a:close/>
                  <a:moveTo>
                    <a:pt x="2376" y="420"/>
                  </a:moveTo>
                  <a:cubicBezTo>
                    <a:pt x="2383" y="420"/>
                    <a:pt x="2388" y="414"/>
                    <a:pt x="2388" y="407"/>
                  </a:cubicBezTo>
                  <a:cubicBezTo>
                    <a:pt x="2388" y="400"/>
                    <a:pt x="2383" y="394"/>
                    <a:pt x="2376" y="394"/>
                  </a:cubicBezTo>
                  <a:cubicBezTo>
                    <a:pt x="2369" y="394"/>
                    <a:pt x="2363" y="400"/>
                    <a:pt x="2363" y="407"/>
                  </a:cubicBezTo>
                  <a:cubicBezTo>
                    <a:pt x="2363" y="414"/>
                    <a:pt x="2369" y="420"/>
                    <a:pt x="2376" y="420"/>
                  </a:cubicBezTo>
                  <a:close/>
                  <a:moveTo>
                    <a:pt x="2415" y="420"/>
                  </a:moveTo>
                  <a:cubicBezTo>
                    <a:pt x="2422" y="420"/>
                    <a:pt x="2428" y="414"/>
                    <a:pt x="2428" y="407"/>
                  </a:cubicBezTo>
                  <a:cubicBezTo>
                    <a:pt x="2428" y="400"/>
                    <a:pt x="2422" y="394"/>
                    <a:pt x="2415" y="394"/>
                  </a:cubicBezTo>
                  <a:cubicBezTo>
                    <a:pt x="2408" y="394"/>
                    <a:pt x="2402" y="400"/>
                    <a:pt x="2402" y="407"/>
                  </a:cubicBezTo>
                  <a:cubicBezTo>
                    <a:pt x="2402" y="414"/>
                    <a:pt x="2408" y="420"/>
                    <a:pt x="2415" y="420"/>
                  </a:cubicBezTo>
                  <a:close/>
                  <a:moveTo>
                    <a:pt x="2454" y="420"/>
                  </a:moveTo>
                  <a:cubicBezTo>
                    <a:pt x="2462" y="420"/>
                    <a:pt x="2467" y="414"/>
                    <a:pt x="2467" y="407"/>
                  </a:cubicBezTo>
                  <a:cubicBezTo>
                    <a:pt x="2467" y="400"/>
                    <a:pt x="2462" y="394"/>
                    <a:pt x="2454" y="394"/>
                  </a:cubicBezTo>
                  <a:cubicBezTo>
                    <a:pt x="2447" y="394"/>
                    <a:pt x="2442" y="400"/>
                    <a:pt x="2442" y="407"/>
                  </a:cubicBezTo>
                  <a:cubicBezTo>
                    <a:pt x="2442" y="414"/>
                    <a:pt x="2447" y="420"/>
                    <a:pt x="2454" y="420"/>
                  </a:cubicBezTo>
                  <a:close/>
                  <a:moveTo>
                    <a:pt x="2494" y="420"/>
                  </a:moveTo>
                  <a:cubicBezTo>
                    <a:pt x="2501" y="420"/>
                    <a:pt x="2507" y="414"/>
                    <a:pt x="2507" y="407"/>
                  </a:cubicBezTo>
                  <a:cubicBezTo>
                    <a:pt x="2507" y="400"/>
                    <a:pt x="2501" y="394"/>
                    <a:pt x="2494" y="394"/>
                  </a:cubicBezTo>
                  <a:cubicBezTo>
                    <a:pt x="2487" y="394"/>
                    <a:pt x="2481" y="400"/>
                    <a:pt x="2481" y="407"/>
                  </a:cubicBezTo>
                  <a:cubicBezTo>
                    <a:pt x="2481" y="414"/>
                    <a:pt x="2487" y="420"/>
                    <a:pt x="2494" y="420"/>
                  </a:cubicBezTo>
                  <a:close/>
                  <a:moveTo>
                    <a:pt x="2533" y="420"/>
                  </a:moveTo>
                  <a:cubicBezTo>
                    <a:pt x="2540" y="420"/>
                    <a:pt x="2546" y="414"/>
                    <a:pt x="2546" y="407"/>
                  </a:cubicBezTo>
                  <a:cubicBezTo>
                    <a:pt x="2546" y="400"/>
                    <a:pt x="2540" y="394"/>
                    <a:pt x="2533" y="394"/>
                  </a:cubicBezTo>
                  <a:cubicBezTo>
                    <a:pt x="2526" y="394"/>
                    <a:pt x="2521" y="400"/>
                    <a:pt x="2521" y="407"/>
                  </a:cubicBezTo>
                  <a:cubicBezTo>
                    <a:pt x="2521" y="414"/>
                    <a:pt x="2526" y="420"/>
                    <a:pt x="2533" y="420"/>
                  </a:cubicBezTo>
                  <a:close/>
                  <a:moveTo>
                    <a:pt x="2573" y="420"/>
                  </a:moveTo>
                  <a:cubicBezTo>
                    <a:pt x="2580" y="420"/>
                    <a:pt x="2586" y="414"/>
                    <a:pt x="2586" y="407"/>
                  </a:cubicBezTo>
                  <a:cubicBezTo>
                    <a:pt x="2586" y="400"/>
                    <a:pt x="2580" y="394"/>
                    <a:pt x="2573" y="394"/>
                  </a:cubicBezTo>
                  <a:cubicBezTo>
                    <a:pt x="2566" y="394"/>
                    <a:pt x="2560" y="400"/>
                    <a:pt x="2560" y="407"/>
                  </a:cubicBezTo>
                  <a:cubicBezTo>
                    <a:pt x="2560" y="414"/>
                    <a:pt x="2566" y="420"/>
                    <a:pt x="2573" y="420"/>
                  </a:cubicBezTo>
                  <a:close/>
                  <a:moveTo>
                    <a:pt x="2612" y="420"/>
                  </a:moveTo>
                  <a:cubicBezTo>
                    <a:pt x="2619" y="420"/>
                    <a:pt x="2625" y="414"/>
                    <a:pt x="2625" y="407"/>
                  </a:cubicBezTo>
                  <a:cubicBezTo>
                    <a:pt x="2625" y="400"/>
                    <a:pt x="2619" y="394"/>
                    <a:pt x="2612" y="394"/>
                  </a:cubicBezTo>
                  <a:cubicBezTo>
                    <a:pt x="2605" y="394"/>
                    <a:pt x="2599" y="400"/>
                    <a:pt x="2599" y="407"/>
                  </a:cubicBezTo>
                  <a:cubicBezTo>
                    <a:pt x="2599" y="414"/>
                    <a:pt x="2605" y="420"/>
                    <a:pt x="2612" y="420"/>
                  </a:cubicBezTo>
                  <a:close/>
                  <a:moveTo>
                    <a:pt x="2652" y="420"/>
                  </a:moveTo>
                  <a:cubicBezTo>
                    <a:pt x="2659" y="420"/>
                    <a:pt x="2664" y="414"/>
                    <a:pt x="2664" y="407"/>
                  </a:cubicBezTo>
                  <a:cubicBezTo>
                    <a:pt x="2664" y="400"/>
                    <a:pt x="2659" y="394"/>
                    <a:pt x="2652" y="394"/>
                  </a:cubicBezTo>
                  <a:cubicBezTo>
                    <a:pt x="2645" y="394"/>
                    <a:pt x="2639" y="400"/>
                    <a:pt x="2639" y="407"/>
                  </a:cubicBezTo>
                  <a:cubicBezTo>
                    <a:pt x="2639" y="414"/>
                    <a:pt x="2645" y="420"/>
                    <a:pt x="2652" y="420"/>
                  </a:cubicBezTo>
                  <a:close/>
                  <a:moveTo>
                    <a:pt x="2691" y="420"/>
                  </a:moveTo>
                  <a:cubicBezTo>
                    <a:pt x="2698" y="420"/>
                    <a:pt x="2704" y="414"/>
                    <a:pt x="2704" y="407"/>
                  </a:cubicBezTo>
                  <a:cubicBezTo>
                    <a:pt x="2704" y="400"/>
                    <a:pt x="2698" y="394"/>
                    <a:pt x="2691" y="394"/>
                  </a:cubicBezTo>
                  <a:cubicBezTo>
                    <a:pt x="2684" y="394"/>
                    <a:pt x="2678" y="400"/>
                    <a:pt x="2678" y="407"/>
                  </a:cubicBezTo>
                  <a:cubicBezTo>
                    <a:pt x="2678" y="414"/>
                    <a:pt x="2684" y="420"/>
                    <a:pt x="2691" y="420"/>
                  </a:cubicBezTo>
                  <a:close/>
                  <a:moveTo>
                    <a:pt x="2730" y="420"/>
                  </a:moveTo>
                  <a:cubicBezTo>
                    <a:pt x="2738" y="420"/>
                    <a:pt x="2743" y="414"/>
                    <a:pt x="2743" y="407"/>
                  </a:cubicBezTo>
                  <a:cubicBezTo>
                    <a:pt x="2743" y="400"/>
                    <a:pt x="2738" y="394"/>
                    <a:pt x="2730" y="394"/>
                  </a:cubicBezTo>
                  <a:cubicBezTo>
                    <a:pt x="2723" y="394"/>
                    <a:pt x="2718" y="400"/>
                    <a:pt x="2718" y="407"/>
                  </a:cubicBezTo>
                  <a:cubicBezTo>
                    <a:pt x="2718" y="414"/>
                    <a:pt x="2723" y="420"/>
                    <a:pt x="2730" y="420"/>
                  </a:cubicBezTo>
                  <a:close/>
                  <a:moveTo>
                    <a:pt x="2770" y="420"/>
                  </a:moveTo>
                  <a:cubicBezTo>
                    <a:pt x="2777" y="420"/>
                    <a:pt x="2783" y="414"/>
                    <a:pt x="2783" y="407"/>
                  </a:cubicBezTo>
                  <a:cubicBezTo>
                    <a:pt x="2783" y="400"/>
                    <a:pt x="2777" y="394"/>
                    <a:pt x="2770" y="394"/>
                  </a:cubicBezTo>
                  <a:cubicBezTo>
                    <a:pt x="2763" y="394"/>
                    <a:pt x="2757" y="400"/>
                    <a:pt x="2757" y="407"/>
                  </a:cubicBezTo>
                  <a:cubicBezTo>
                    <a:pt x="2757" y="414"/>
                    <a:pt x="2763" y="420"/>
                    <a:pt x="2770" y="420"/>
                  </a:cubicBezTo>
                  <a:close/>
                  <a:moveTo>
                    <a:pt x="2809" y="420"/>
                  </a:moveTo>
                  <a:cubicBezTo>
                    <a:pt x="2816" y="420"/>
                    <a:pt x="2822" y="414"/>
                    <a:pt x="2822" y="407"/>
                  </a:cubicBezTo>
                  <a:cubicBezTo>
                    <a:pt x="2822" y="400"/>
                    <a:pt x="2816" y="394"/>
                    <a:pt x="2809" y="394"/>
                  </a:cubicBezTo>
                  <a:cubicBezTo>
                    <a:pt x="2802" y="394"/>
                    <a:pt x="2797" y="400"/>
                    <a:pt x="2797" y="407"/>
                  </a:cubicBezTo>
                  <a:cubicBezTo>
                    <a:pt x="2797" y="414"/>
                    <a:pt x="2802" y="420"/>
                    <a:pt x="2809" y="420"/>
                  </a:cubicBezTo>
                  <a:close/>
                  <a:moveTo>
                    <a:pt x="2849" y="420"/>
                  </a:moveTo>
                  <a:cubicBezTo>
                    <a:pt x="2856" y="420"/>
                    <a:pt x="2861" y="414"/>
                    <a:pt x="2861" y="407"/>
                  </a:cubicBezTo>
                  <a:cubicBezTo>
                    <a:pt x="2861" y="400"/>
                    <a:pt x="2856" y="394"/>
                    <a:pt x="2849" y="394"/>
                  </a:cubicBezTo>
                  <a:cubicBezTo>
                    <a:pt x="2842" y="394"/>
                    <a:pt x="2836" y="400"/>
                    <a:pt x="2836" y="407"/>
                  </a:cubicBezTo>
                  <a:cubicBezTo>
                    <a:pt x="2836" y="414"/>
                    <a:pt x="2842" y="420"/>
                    <a:pt x="2849" y="420"/>
                  </a:cubicBezTo>
                  <a:close/>
                  <a:moveTo>
                    <a:pt x="2888" y="420"/>
                  </a:moveTo>
                  <a:cubicBezTo>
                    <a:pt x="2895" y="420"/>
                    <a:pt x="2901" y="414"/>
                    <a:pt x="2901" y="407"/>
                  </a:cubicBezTo>
                  <a:cubicBezTo>
                    <a:pt x="2901" y="400"/>
                    <a:pt x="2895" y="394"/>
                    <a:pt x="2888" y="394"/>
                  </a:cubicBezTo>
                  <a:cubicBezTo>
                    <a:pt x="2881" y="394"/>
                    <a:pt x="2875" y="400"/>
                    <a:pt x="2875" y="407"/>
                  </a:cubicBezTo>
                  <a:cubicBezTo>
                    <a:pt x="2875" y="414"/>
                    <a:pt x="2881" y="420"/>
                    <a:pt x="2888" y="420"/>
                  </a:cubicBezTo>
                  <a:close/>
                  <a:moveTo>
                    <a:pt x="2928" y="420"/>
                  </a:moveTo>
                  <a:cubicBezTo>
                    <a:pt x="2935" y="420"/>
                    <a:pt x="2940" y="414"/>
                    <a:pt x="2940" y="407"/>
                  </a:cubicBezTo>
                  <a:cubicBezTo>
                    <a:pt x="2940" y="400"/>
                    <a:pt x="2935" y="394"/>
                    <a:pt x="2928" y="394"/>
                  </a:cubicBezTo>
                  <a:cubicBezTo>
                    <a:pt x="2921" y="394"/>
                    <a:pt x="2915" y="400"/>
                    <a:pt x="2915" y="407"/>
                  </a:cubicBezTo>
                  <a:cubicBezTo>
                    <a:pt x="2915" y="414"/>
                    <a:pt x="2921" y="420"/>
                    <a:pt x="2928" y="420"/>
                  </a:cubicBezTo>
                  <a:close/>
                  <a:moveTo>
                    <a:pt x="2967" y="420"/>
                  </a:moveTo>
                  <a:cubicBezTo>
                    <a:pt x="2974" y="420"/>
                    <a:pt x="2980" y="414"/>
                    <a:pt x="2980" y="407"/>
                  </a:cubicBezTo>
                  <a:cubicBezTo>
                    <a:pt x="2980" y="400"/>
                    <a:pt x="2974" y="394"/>
                    <a:pt x="2967" y="394"/>
                  </a:cubicBezTo>
                  <a:cubicBezTo>
                    <a:pt x="2960" y="394"/>
                    <a:pt x="2954" y="400"/>
                    <a:pt x="2954" y="407"/>
                  </a:cubicBezTo>
                  <a:cubicBezTo>
                    <a:pt x="2954" y="414"/>
                    <a:pt x="2960" y="420"/>
                    <a:pt x="2967" y="420"/>
                  </a:cubicBezTo>
                  <a:close/>
                  <a:moveTo>
                    <a:pt x="3006" y="420"/>
                  </a:moveTo>
                  <a:cubicBezTo>
                    <a:pt x="3013" y="420"/>
                    <a:pt x="3019" y="414"/>
                    <a:pt x="3019" y="407"/>
                  </a:cubicBezTo>
                  <a:cubicBezTo>
                    <a:pt x="3019" y="400"/>
                    <a:pt x="3013" y="394"/>
                    <a:pt x="3006" y="394"/>
                  </a:cubicBezTo>
                  <a:cubicBezTo>
                    <a:pt x="2999" y="394"/>
                    <a:pt x="2994" y="400"/>
                    <a:pt x="2994" y="407"/>
                  </a:cubicBezTo>
                  <a:cubicBezTo>
                    <a:pt x="2994" y="414"/>
                    <a:pt x="2999" y="420"/>
                    <a:pt x="3006" y="420"/>
                  </a:cubicBezTo>
                  <a:close/>
                  <a:moveTo>
                    <a:pt x="3046" y="420"/>
                  </a:moveTo>
                  <a:cubicBezTo>
                    <a:pt x="3053" y="420"/>
                    <a:pt x="3059" y="414"/>
                    <a:pt x="3059" y="407"/>
                  </a:cubicBezTo>
                  <a:cubicBezTo>
                    <a:pt x="3059" y="400"/>
                    <a:pt x="3053" y="394"/>
                    <a:pt x="3046" y="394"/>
                  </a:cubicBezTo>
                  <a:cubicBezTo>
                    <a:pt x="3039" y="394"/>
                    <a:pt x="3033" y="400"/>
                    <a:pt x="3033" y="407"/>
                  </a:cubicBezTo>
                  <a:cubicBezTo>
                    <a:pt x="3033" y="414"/>
                    <a:pt x="3039" y="420"/>
                    <a:pt x="3046" y="420"/>
                  </a:cubicBezTo>
                  <a:close/>
                  <a:moveTo>
                    <a:pt x="3085" y="420"/>
                  </a:moveTo>
                  <a:cubicBezTo>
                    <a:pt x="3092" y="420"/>
                    <a:pt x="3098" y="414"/>
                    <a:pt x="3098" y="407"/>
                  </a:cubicBezTo>
                  <a:cubicBezTo>
                    <a:pt x="3098" y="400"/>
                    <a:pt x="3092" y="394"/>
                    <a:pt x="3085" y="394"/>
                  </a:cubicBezTo>
                  <a:cubicBezTo>
                    <a:pt x="3078" y="394"/>
                    <a:pt x="3073" y="400"/>
                    <a:pt x="3073" y="407"/>
                  </a:cubicBezTo>
                  <a:cubicBezTo>
                    <a:pt x="3073" y="414"/>
                    <a:pt x="3078" y="420"/>
                    <a:pt x="3085" y="420"/>
                  </a:cubicBezTo>
                  <a:close/>
                  <a:moveTo>
                    <a:pt x="3125" y="420"/>
                  </a:moveTo>
                  <a:cubicBezTo>
                    <a:pt x="3132" y="420"/>
                    <a:pt x="3137" y="414"/>
                    <a:pt x="3137" y="407"/>
                  </a:cubicBezTo>
                  <a:cubicBezTo>
                    <a:pt x="3137" y="400"/>
                    <a:pt x="3132" y="394"/>
                    <a:pt x="3125" y="394"/>
                  </a:cubicBezTo>
                  <a:cubicBezTo>
                    <a:pt x="3118" y="394"/>
                    <a:pt x="3112" y="400"/>
                    <a:pt x="3112" y="407"/>
                  </a:cubicBezTo>
                  <a:cubicBezTo>
                    <a:pt x="3112" y="414"/>
                    <a:pt x="3118" y="420"/>
                    <a:pt x="3125" y="420"/>
                  </a:cubicBezTo>
                  <a:close/>
                  <a:moveTo>
                    <a:pt x="3164" y="420"/>
                  </a:moveTo>
                  <a:cubicBezTo>
                    <a:pt x="3171" y="420"/>
                    <a:pt x="3177" y="414"/>
                    <a:pt x="3177" y="407"/>
                  </a:cubicBezTo>
                  <a:cubicBezTo>
                    <a:pt x="3177" y="400"/>
                    <a:pt x="3171" y="394"/>
                    <a:pt x="3164" y="394"/>
                  </a:cubicBezTo>
                  <a:cubicBezTo>
                    <a:pt x="3157" y="394"/>
                    <a:pt x="3151" y="400"/>
                    <a:pt x="3151" y="407"/>
                  </a:cubicBezTo>
                  <a:cubicBezTo>
                    <a:pt x="3151" y="414"/>
                    <a:pt x="3157" y="420"/>
                    <a:pt x="3164" y="420"/>
                  </a:cubicBezTo>
                  <a:close/>
                  <a:moveTo>
                    <a:pt x="3204" y="420"/>
                  </a:moveTo>
                  <a:cubicBezTo>
                    <a:pt x="3211" y="420"/>
                    <a:pt x="3216" y="414"/>
                    <a:pt x="3216" y="407"/>
                  </a:cubicBezTo>
                  <a:cubicBezTo>
                    <a:pt x="3216" y="400"/>
                    <a:pt x="3211" y="394"/>
                    <a:pt x="3204" y="394"/>
                  </a:cubicBezTo>
                  <a:cubicBezTo>
                    <a:pt x="3197" y="394"/>
                    <a:pt x="3191" y="400"/>
                    <a:pt x="3191" y="407"/>
                  </a:cubicBezTo>
                  <a:cubicBezTo>
                    <a:pt x="3191" y="414"/>
                    <a:pt x="3197" y="420"/>
                    <a:pt x="3204" y="420"/>
                  </a:cubicBezTo>
                  <a:close/>
                  <a:moveTo>
                    <a:pt x="3243" y="420"/>
                  </a:moveTo>
                  <a:cubicBezTo>
                    <a:pt x="3250" y="420"/>
                    <a:pt x="3256" y="414"/>
                    <a:pt x="3256" y="407"/>
                  </a:cubicBezTo>
                  <a:cubicBezTo>
                    <a:pt x="3256" y="400"/>
                    <a:pt x="3250" y="394"/>
                    <a:pt x="3243" y="394"/>
                  </a:cubicBezTo>
                  <a:cubicBezTo>
                    <a:pt x="3236" y="394"/>
                    <a:pt x="3230" y="400"/>
                    <a:pt x="3230" y="407"/>
                  </a:cubicBezTo>
                  <a:cubicBezTo>
                    <a:pt x="3230" y="414"/>
                    <a:pt x="3236" y="420"/>
                    <a:pt x="3243" y="420"/>
                  </a:cubicBezTo>
                  <a:close/>
                  <a:moveTo>
                    <a:pt x="3282" y="420"/>
                  </a:moveTo>
                  <a:cubicBezTo>
                    <a:pt x="3289" y="420"/>
                    <a:pt x="3295" y="414"/>
                    <a:pt x="3295" y="407"/>
                  </a:cubicBezTo>
                  <a:cubicBezTo>
                    <a:pt x="3295" y="400"/>
                    <a:pt x="3289" y="394"/>
                    <a:pt x="3282" y="394"/>
                  </a:cubicBezTo>
                  <a:cubicBezTo>
                    <a:pt x="3275" y="394"/>
                    <a:pt x="3270" y="400"/>
                    <a:pt x="3270" y="407"/>
                  </a:cubicBezTo>
                  <a:cubicBezTo>
                    <a:pt x="3270" y="414"/>
                    <a:pt x="3275" y="420"/>
                    <a:pt x="3282" y="420"/>
                  </a:cubicBezTo>
                  <a:close/>
                  <a:moveTo>
                    <a:pt x="3361" y="394"/>
                  </a:moveTo>
                  <a:cubicBezTo>
                    <a:pt x="3354" y="394"/>
                    <a:pt x="3349" y="400"/>
                    <a:pt x="3349" y="407"/>
                  </a:cubicBezTo>
                  <a:cubicBezTo>
                    <a:pt x="3349" y="414"/>
                    <a:pt x="3354" y="420"/>
                    <a:pt x="3361" y="420"/>
                  </a:cubicBezTo>
                  <a:cubicBezTo>
                    <a:pt x="3368" y="420"/>
                    <a:pt x="3374" y="414"/>
                    <a:pt x="3374" y="407"/>
                  </a:cubicBezTo>
                  <a:cubicBezTo>
                    <a:pt x="3374" y="400"/>
                    <a:pt x="3368" y="394"/>
                    <a:pt x="3361" y="394"/>
                  </a:cubicBezTo>
                  <a:close/>
                  <a:moveTo>
                    <a:pt x="3401" y="420"/>
                  </a:moveTo>
                  <a:cubicBezTo>
                    <a:pt x="3408" y="420"/>
                    <a:pt x="3413" y="414"/>
                    <a:pt x="3413" y="407"/>
                  </a:cubicBezTo>
                  <a:cubicBezTo>
                    <a:pt x="3413" y="400"/>
                    <a:pt x="3408" y="394"/>
                    <a:pt x="3401" y="394"/>
                  </a:cubicBezTo>
                  <a:cubicBezTo>
                    <a:pt x="3394" y="394"/>
                    <a:pt x="3388" y="400"/>
                    <a:pt x="3388" y="407"/>
                  </a:cubicBezTo>
                  <a:cubicBezTo>
                    <a:pt x="3388" y="414"/>
                    <a:pt x="3394" y="420"/>
                    <a:pt x="3401" y="420"/>
                  </a:cubicBezTo>
                  <a:close/>
                  <a:moveTo>
                    <a:pt x="3440" y="420"/>
                  </a:moveTo>
                  <a:cubicBezTo>
                    <a:pt x="3447" y="420"/>
                    <a:pt x="3453" y="414"/>
                    <a:pt x="3453" y="407"/>
                  </a:cubicBezTo>
                  <a:cubicBezTo>
                    <a:pt x="3453" y="400"/>
                    <a:pt x="3447" y="394"/>
                    <a:pt x="3440" y="394"/>
                  </a:cubicBezTo>
                  <a:cubicBezTo>
                    <a:pt x="3433" y="394"/>
                    <a:pt x="3427" y="400"/>
                    <a:pt x="3427" y="407"/>
                  </a:cubicBezTo>
                  <a:cubicBezTo>
                    <a:pt x="3427" y="414"/>
                    <a:pt x="3433" y="420"/>
                    <a:pt x="3440" y="420"/>
                  </a:cubicBezTo>
                  <a:close/>
                  <a:moveTo>
                    <a:pt x="89" y="434"/>
                  </a:moveTo>
                  <a:cubicBezTo>
                    <a:pt x="82" y="434"/>
                    <a:pt x="76" y="439"/>
                    <a:pt x="76" y="446"/>
                  </a:cubicBezTo>
                  <a:cubicBezTo>
                    <a:pt x="76" y="453"/>
                    <a:pt x="82" y="459"/>
                    <a:pt x="89" y="459"/>
                  </a:cubicBezTo>
                  <a:cubicBezTo>
                    <a:pt x="96" y="459"/>
                    <a:pt x="102" y="453"/>
                    <a:pt x="102" y="446"/>
                  </a:cubicBezTo>
                  <a:cubicBezTo>
                    <a:pt x="102" y="439"/>
                    <a:pt x="96" y="434"/>
                    <a:pt x="89" y="434"/>
                  </a:cubicBezTo>
                  <a:close/>
                  <a:moveTo>
                    <a:pt x="128" y="434"/>
                  </a:moveTo>
                  <a:cubicBezTo>
                    <a:pt x="121" y="434"/>
                    <a:pt x="116" y="439"/>
                    <a:pt x="116" y="446"/>
                  </a:cubicBezTo>
                  <a:cubicBezTo>
                    <a:pt x="116" y="453"/>
                    <a:pt x="121" y="459"/>
                    <a:pt x="128" y="459"/>
                  </a:cubicBezTo>
                  <a:cubicBezTo>
                    <a:pt x="136" y="459"/>
                    <a:pt x="141" y="453"/>
                    <a:pt x="141" y="446"/>
                  </a:cubicBezTo>
                  <a:cubicBezTo>
                    <a:pt x="141" y="439"/>
                    <a:pt x="136" y="434"/>
                    <a:pt x="128" y="434"/>
                  </a:cubicBezTo>
                  <a:close/>
                  <a:moveTo>
                    <a:pt x="326" y="434"/>
                  </a:moveTo>
                  <a:cubicBezTo>
                    <a:pt x="319" y="434"/>
                    <a:pt x="313" y="439"/>
                    <a:pt x="313" y="446"/>
                  </a:cubicBezTo>
                  <a:cubicBezTo>
                    <a:pt x="313" y="453"/>
                    <a:pt x="319" y="459"/>
                    <a:pt x="326" y="459"/>
                  </a:cubicBezTo>
                  <a:cubicBezTo>
                    <a:pt x="333" y="459"/>
                    <a:pt x="338" y="453"/>
                    <a:pt x="338" y="446"/>
                  </a:cubicBezTo>
                  <a:cubicBezTo>
                    <a:pt x="338" y="439"/>
                    <a:pt x="333" y="434"/>
                    <a:pt x="326" y="434"/>
                  </a:cubicBezTo>
                  <a:close/>
                  <a:moveTo>
                    <a:pt x="365" y="459"/>
                  </a:moveTo>
                  <a:cubicBezTo>
                    <a:pt x="372" y="459"/>
                    <a:pt x="378" y="453"/>
                    <a:pt x="378" y="446"/>
                  </a:cubicBezTo>
                  <a:cubicBezTo>
                    <a:pt x="378" y="439"/>
                    <a:pt x="372" y="434"/>
                    <a:pt x="365" y="434"/>
                  </a:cubicBezTo>
                  <a:cubicBezTo>
                    <a:pt x="358" y="434"/>
                    <a:pt x="352" y="439"/>
                    <a:pt x="352" y="446"/>
                  </a:cubicBezTo>
                  <a:cubicBezTo>
                    <a:pt x="352" y="453"/>
                    <a:pt x="358" y="459"/>
                    <a:pt x="365" y="459"/>
                  </a:cubicBezTo>
                  <a:close/>
                  <a:moveTo>
                    <a:pt x="404" y="459"/>
                  </a:moveTo>
                  <a:cubicBezTo>
                    <a:pt x="411" y="459"/>
                    <a:pt x="417" y="453"/>
                    <a:pt x="417" y="446"/>
                  </a:cubicBezTo>
                  <a:cubicBezTo>
                    <a:pt x="417" y="439"/>
                    <a:pt x="411" y="434"/>
                    <a:pt x="404" y="434"/>
                  </a:cubicBezTo>
                  <a:cubicBezTo>
                    <a:pt x="397" y="434"/>
                    <a:pt x="392" y="439"/>
                    <a:pt x="392" y="446"/>
                  </a:cubicBezTo>
                  <a:cubicBezTo>
                    <a:pt x="392" y="453"/>
                    <a:pt x="397" y="459"/>
                    <a:pt x="404" y="459"/>
                  </a:cubicBezTo>
                  <a:close/>
                  <a:moveTo>
                    <a:pt x="444" y="459"/>
                  </a:moveTo>
                  <a:cubicBezTo>
                    <a:pt x="451" y="459"/>
                    <a:pt x="457" y="453"/>
                    <a:pt x="457" y="446"/>
                  </a:cubicBezTo>
                  <a:cubicBezTo>
                    <a:pt x="457" y="439"/>
                    <a:pt x="451" y="434"/>
                    <a:pt x="444" y="434"/>
                  </a:cubicBezTo>
                  <a:cubicBezTo>
                    <a:pt x="437" y="434"/>
                    <a:pt x="431" y="439"/>
                    <a:pt x="431" y="446"/>
                  </a:cubicBezTo>
                  <a:cubicBezTo>
                    <a:pt x="431" y="453"/>
                    <a:pt x="437" y="459"/>
                    <a:pt x="444" y="459"/>
                  </a:cubicBezTo>
                  <a:close/>
                  <a:moveTo>
                    <a:pt x="483" y="459"/>
                  </a:moveTo>
                  <a:cubicBezTo>
                    <a:pt x="490" y="459"/>
                    <a:pt x="496" y="453"/>
                    <a:pt x="496" y="446"/>
                  </a:cubicBezTo>
                  <a:cubicBezTo>
                    <a:pt x="496" y="439"/>
                    <a:pt x="490" y="434"/>
                    <a:pt x="483" y="434"/>
                  </a:cubicBezTo>
                  <a:cubicBezTo>
                    <a:pt x="476" y="434"/>
                    <a:pt x="471" y="439"/>
                    <a:pt x="471" y="446"/>
                  </a:cubicBezTo>
                  <a:cubicBezTo>
                    <a:pt x="471" y="453"/>
                    <a:pt x="476" y="459"/>
                    <a:pt x="483" y="459"/>
                  </a:cubicBezTo>
                  <a:close/>
                  <a:moveTo>
                    <a:pt x="523" y="459"/>
                  </a:moveTo>
                  <a:cubicBezTo>
                    <a:pt x="530" y="459"/>
                    <a:pt x="535" y="453"/>
                    <a:pt x="535" y="446"/>
                  </a:cubicBezTo>
                  <a:cubicBezTo>
                    <a:pt x="535" y="439"/>
                    <a:pt x="530" y="434"/>
                    <a:pt x="523" y="434"/>
                  </a:cubicBezTo>
                  <a:cubicBezTo>
                    <a:pt x="516" y="434"/>
                    <a:pt x="510" y="439"/>
                    <a:pt x="510" y="446"/>
                  </a:cubicBezTo>
                  <a:cubicBezTo>
                    <a:pt x="510" y="453"/>
                    <a:pt x="516" y="459"/>
                    <a:pt x="523" y="459"/>
                  </a:cubicBezTo>
                  <a:close/>
                  <a:moveTo>
                    <a:pt x="562" y="459"/>
                  </a:moveTo>
                  <a:cubicBezTo>
                    <a:pt x="569" y="459"/>
                    <a:pt x="575" y="453"/>
                    <a:pt x="575" y="446"/>
                  </a:cubicBezTo>
                  <a:cubicBezTo>
                    <a:pt x="575" y="439"/>
                    <a:pt x="569" y="434"/>
                    <a:pt x="562" y="434"/>
                  </a:cubicBezTo>
                  <a:cubicBezTo>
                    <a:pt x="555" y="434"/>
                    <a:pt x="549" y="439"/>
                    <a:pt x="549" y="446"/>
                  </a:cubicBezTo>
                  <a:cubicBezTo>
                    <a:pt x="549" y="453"/>
                    <a:pt x="555" y="459"/>
                    <a:pt x="562" y="459"/>
                  </a:cubicBezTo>
                  <a:close/>
                  <a:moveTo>
                    <a:pt x="602" y="459"/>
                  </a:moveTo>
                  <a:cubicBezTo>
                    <a:pt x="609" y="459"/>
                    <a:pt x="614" y="453"/>
                    <a:pt x="614" y="446"/>
                  </a:cubicBezTo>
                  <a:cubicBezTo>
                    <a:pt x="614" y="439"/>
                    <a:pt x="609" y="434"/>
                    <a:pt x="602" y="434"/>
                  </a:cubicBezTo>
                  <a:cubicBezTo>
                    <a:pt x="595" y="434"/>
                    <a:pt x="589" y="439"/>
                    <a:pt x="589" y="446"/>
                  </a:cubicBezTo>
                  <a:cubicBezTo>
                    <a:pt x="589" y="453"/>
                    <a:pt x="595" y="459"/>
                    <a:pt x="602" y="459"/>
                  </a:cubicBezTo>
                  <a:close/>
                  <a:moveTo>
                    <a:pt x="641" y="459"/>
                  </a:moveTo>
                  <a:cubicBezTo>
                    <a:pt x="648" y="459"/>
                    <a:pt x="654" y="453"/>
                    <a:pt x="654" y="446"/>
                  </a:cubicBezTo>
                  <a:cubicBezTo>
                    <a:pt x="654" y="439"/>
                    <a:pt x="648" y="434"/>
                    <a:pt x="641" y="434"/>
                  </a:cubicBezTo>
                  <a:cubicBezTo>
                    <a:pt x="634" y="434"/>
                    <a:pt x="628" y="439"/>
                    <a:pt x="628" y="446"/>
                  </a:cubicBezTo>
                  <a:cubicBezTo>
                    <a:pt x="628" y="453"/>
                    <a:pt x="634" y="459"/>
                    <a:pt x="641" y="459"/>
                  </a:cubicBezTo>
                  <a:close/>
                  <a:moveTo>
                    <a:pt x="680" y="459"/>
                  </a:moveTo>
                  <a:cubicBezTo>
                    <a:pt x="687" y="459"/>
                    <a:pt x="693" y="453"/>
                    <a:pt x="693" y="446"/>
                  </a:cubicBezTo>
                  <a:cubicBezTo>
                    <a:pt x="693" y="439"/>
                    <a:pt x="687" y="434"/>
                    <a:pt x="680" y="434"/>
                  </a:cubicBezTo>
                  <a:cubicBezTo>
                    <a:pt x="673" y="434"/>
                    <a:pt x="668" y="439"/>
                    <a:pt x="668" y="446"/>
                  </a:cubicBezTo>
                  <a:cubicBezTo>
                    <a:pt x="668" y="453"/>
                    <a:pt x="673" y="459"/>
                    <a:pt x="680" y="459"/>
                  </a:cubicBezTo>
                  <a:close/>
                  <a:moveTo>
                    <a:pt x="720" y="459"/>
                  </a:moveTo>
                  <a:cubicBezTo>
                    <a:pt x="727" y="459"/>
                    <a:pt x="733" y="453"/>
                    <a:pt x="733" y="446"/>
                  </a:cubicBezTo>
                  <a:cubicBezTo>
                    <a:pt x="733" y="439"/>
                    <a:pt x="727" y="434"/>
                    <a:pt x="720" y="434"/>
                  </a:cubicBezTo>
                  <a:cubicBezTo>
                    <a:pt x="713" y="434"/>
                    <a:pt x="707" y="439"/>
                    <a:pt x="707" y="446"/>
                  </a:cubicBezTo>
                  <a:cubicBezTo>
                    <a:pt x="707" y="453"/>
                    <a:pt x="713" y="459"/>
                    <a:pt x="720" y="459"/>
                  </a:cubicBezTo>
                  <a:close/>
                  <a:moveTo>
                    <a:pt x="917" y="459"/>
                  </a:moveTo>
                  <a:cubicBezTo>
                    <a:pt x="924" y="459"/>
                    <a:pt x="930" y="453"/>
                    <a:pt x="930" y="446"/>
                  </a:cubicBezTo>
                  <a:cubicBezTo>
                    <a:pt x="930" y="439"/>
                    <a:pt x="924" y="434"/>
                    <a:pt x="917" y="434"/>
                  </a:cubicBezTo>
                  <a:cubicBezTo>
                    <a:pt x="910" y="434"/>
                    <a:pt x="904" y="439"/>
                    <a:pt x="904" y="446"/>
                  </a:cubicBezTo>
                  <a:cubicBezTo>
                    <a:pt x="904" y="453"/>
                    <a:pt x="910" y="459"/>
                    <a:pt x="917" y="459"/>
                  </a:cubicBezTo>
                  <a:close/>
                  <a:moveTo>
                    <a:pt x="956" y="459"/>
                  </a:moveTo>
                  <a:cubicBezTo>
                    <a:pt x="963" y="459"/>
                    <a:pt x="969" y="453"/>
                    <a:pt x="969" y="446"/>
                  </a:cubicBezTo>
                  <a:cubicBezTo>
                    <a:pt x="969" y="439"/>
                    <a:pt x="963" y="434"/>
                    <a:pt x="956" y="434"/>
                  </a:cubicBezTo>
                  <a:cubicBezTo>
                    <a:pt x="949" y="434"/>
                    <a:pt x="944" y="439"/>
                    <a:pt x="944" y="446"/>
                  </a:cubicBezTo>
                  <a:cubicBezTo>
                    <a:pt x="944" y="453"/>
                    <a:pt x="949" y="459"/>
                    <a:pt x="956" y="459"/>
                  </a:cubicBezTo>
                  <a:close/>
                  <a:moveTo>
                    <a:pt x="1035" y="459"/>
                  </a:moveTo>
                  <a:cubicBezTo>
                    <a:pt x="1042" y="459"/>
                    <a:pt x="1048" y="453"/>
                    <a:pt x="1048" y="446"/>
                  </a:cubicBezTo>
                  <a:cubicBezTo>
                    <a:pt x="1048" y="439"/>
                    <a:pt x="1042" y="434"/>
                    <a:pt x="1035" y="434"/>
                  </a:cubicBezTo>
                  <a:cubicBezTo>
                    <a:pt x="1028" y="434"/>
                    <a:pt x="1022" y="439"/>
                    <a:pt x="1022" y="446"/>
                  </a:cubicBezTo>
                  <a:cubicBezTo>
                    <a:pt x="1022" y="453"/>
                    <a:pt x="1028" y="459"/>
                    <a:pt x="1035" y="459"/>
                  </a:cubicBezTo>
                  <a:close/>
                  <a:moveTo>
                    <a:pt x="1784" y="459"/>
                  </a:moveTo>
                  <a:cubicBezTo>
                    <a:pt x="1791" y="459"/>
                    <a:pt x="1797" y="453"/>
                    <a:pt x="1797" y="446"/>
                  </a:cubicBezTo>
                  <a:cubicBezTo>
                    <a:pt x="1797" y="439"/>
                    <a:pt x="1791" y="434"/>
                    <a:pt x="1784" y="434"/>
                  </a:cubicBezTo>
                  <a:cubicBezTo>
                    <a:pt x="1777" y="434"/>
                    <a:pt x="1772" y="439"/>
                    <a:pt x="1772" y="446"/>
                  </a:cubicBezTo>
                  <a:cubicBezTo>
                    <a:pt x="1772" y="453"/>
                    <a:pt x="1777" y="459"/>
                    <a:pt x="1784" y="459"/>
                  </a:cubicBezTo>
                  <a:close/>
                  <a:moveTo>
                    <a:pt x="1824" y="459"/>
                  </a:moveTo>
                  <a:cubicBezTo>
                    <a:pt x="1831" y="459"/>
                    <a:pt x="1836" y="453"/>
                    <a:pt x="1836" y="446"/>
                  </a:cubicBezTo>
                  <a:cubicBezTo>
                    <a:pt x="1836" y="439"/>
                    <a:pt x="1831" y="434"/>
                    <a:pt x="1824" y="434"/>
                  </a:cubicBezTo>
                  <a:cubicBezTo>
                    <a:pt x="1817" y="434"/>
                    <a:pt x="1811" y="439"/>
                    <a:pt x="1811" y="446"/>
                  </a:cubicBezTo>
                  <a:cubicBezTo>
                    <a:pt x="1811" y="453"/>
                    <a:pt x="1817" y="459"/>
                    <a:pt x="1824" y="459"/>
                  </a:cubicBezTo>
                  <a:close/>
                  <a:moveTo>
                    <a:pt x="1863" y="459"/>
                  </a:moveTo>
                  <a:cubicBezTo>
                    <a:pt x="1870" y="459"/>
                    <a:pt x="1876" y="453"/>
                    <a:pt x="1876" y="446"/>
                  </a:cubicBezTo>
                  <a:cubicBezTo>
                    <a:pt x="1876" y="439"/>
                    <a:pt x="1870" y="434"/>
                    <a:pt x="1863" y="434"/>
                  </a:cubicBezTo>
                  <a:cubicBezTo>
                    <a:pt x="1856" y="434"/>
                    <a:pt x="1850" y="439"/>
                    <a:pt x="1850" y="446"/>
                  </a:cubicBezTo>
                  <a:cubicBezTo>
                    <a:pt x="1850" y="453"/>
                    <a:pt x="1856" y="459"/>
                    <a:pt x="1863" y="459"/>
                  </a:cubicBezTo>
                  <a:close/>
                  <a:moveTo>
                    <a:pt x="1942" y="459"/>
                  </a:moveTo>
                  <a:cubicBezTo>
                    <a:pt x="1949" y="459"/>
                    <a:pt x="1955" y="453"/>
                    <a:pt x="1955" y="446"/>
                  </a:cubicBezTo>
                  <a:cubicBezTo>
                    <a:pt x="1955" y="439"/>
                    <a:pt x="1949" y="434"/>
                    <a:pt x="1942" y="434"/>
                  </a:cubicBezTo>
                  <a:cubicBezTo>
                    <a:pt x="1935" y="434"/>
                    <a:pt x="1929" y="439"/>
                    <a:pt x="1929" y="446"/>
                  </a:cubicBezTo>
                  <a:cubicBezTo>
                    <a:pt x="1929" y="453"/>
                    <a:pt x="1935" y="459"/>
                    <a:pt x="1942" y="459"/>
                  </a:cubicBezTo>
                  <a:close/>
                  <a:moveTo>
                    <a:pt x="1981" y="459"/>
                  </a:moveTo>
                  <a:cubicBezTo>
                    <a:pt x="1988" y="459"/>
                    <a:pt x="1994" y="453"/>
                    <a:pt x="1994" y="446"/>
                  </a:cubicBezTo>
                  <a:cubicBezTo>
                    <a:pt x="1994" y="439"/>
                    <a:pt x="1988" y="434"/>
                    <a:pt x="1981" y="434"/>
                  </a:cubicBezTo>
                  <a:cubicBezTo>
                    <a:pt x="1974" y="434"/>
                    <a:pt x="1969" y="439"/>
                    <a:pt x="1969" y="446"/>
                  </a:cubicBezTo>
                  <a:cubicBezTo>
                    <a:pt x="1969" y="453"/>
                    <a:pt x="1974" y="459"/>
                    <a:pt x="1981" y="459"/>
                  </a:cubicBezTo>
                  <a:close/>
                  <a:moveTo>
                    <a:pt x="2021" y="459"/>
                  </a:moveTo>
                  <a:cubicBezTo>
                    <a:pt x="2028" y="459"/>
                    <a:pt x="2034" y="453"/>
                    <a:pt x="2034" y="446"/>
                  </a:cubicBezTo>
                  <a:cubicBezTo>
                    <a:pt x="2034" y="439"/>
                    <a:pt x="2028" y="434"/>
                    <a:pt x="2021" y="434"/>
                  </a:cubicBezTo>
                  <a:cubicBezTo>
                    <a:pt x="2014" y="434"/>
                    <a:pt x="2008" y="439"/>
                    <a:pt x="2008" y="446"/>
                  </a:cubicBezTo>
                  <a:cubicBezTo>
                    <a:pt x="2008" y="453"/>
                    <a:pt x="2014" y="459"/>
                    <a:pt x="2021" y="459"/>
                  </a:cubicBezTo>
                  <a:close/>
                  <a:moveTo>
                    <a:pt x="2060" y="459"/>
                  </a:moveTo>
                  <a:cubicBezTo>
                    <a:pt x="2067" y="459"/>
                    <a:pt x="2073" y="453"/>
                    <a:pt x="2073" y="446"/>
                  </a:cubicBezTo>
                  <a:cubicBezTo>
                    <a:pt x="2073" y="439"/>
                    <a:pt x="2067" y="434"/>
                    <a:pt x="2060" y="434"/>
                  </a:cubicBezTo>
                  <a:cubicBezTo>
                    <a:pt x="2053" y="434"/>
                    <a:pt x="2048" y="439"/>
                    <a:pt x="2048" y="446"/>
                  </a:cubicBezTo>
                  <a:cubicBezTo>
                    <a:pt x="2048" y="453"/>
                    <a:pt x="2053" y="459"/>
                    <a:pt x="2060" y="459"/>
                  </a:cubicBezTo>
                  <a:close/>
                  <a:moveTo>
                    <a:pt x="2100" y="459"/>
                  </a:moveTo>
                  <a:cubicBezTo>
                    <a:pt x="2107" y="459"/>
                    <a:pt x="2112" y="453"/>
                    <a:pt x="2112" y="446"/>
                  </a:cubicBezTo>
                  <a:cubicBezTo>
                    <a:pt x="2112" y="439"/>
                    <a:pt x="2107" y="434"/>
                    <a:pt x="2100" y="434"/>
                  </a:cubicBezTo>
                  <a:cubicBezTo>
                    <a:pt x="2093" y="434"/>
                    <a:pt x="2087" y="439"/>
                    <a:pt x="2087" y="446"/>
                  </a:cubicBezTo>
                  <a:cubicBezTo>
                    <a:pt x="2087" y="453"/>
                    <a:pt x="2093" y="459"/>
                    <a:pt x="2100" y="459"/>
                  </a:cubicBezTo>
                  <a:close/>
                  <a:moveTo>
                    <a:pt x="2139" y="459"/>
                  </a:moveTo>
                  <a:cubicBezTo>
                    <a:pt x="2146" y="459"/>
                    <a:pt x="2152" y="453"/>
                    <a:pt x="2152" y="446"/>
                  </a:cubicBezTo>
                  <a:cubicBezTo>
                    <a:pt x="2152" y="439"/>
                    <a:pt x="2146" y="434"/>
                    <a:pt x="2139" y="434"/>
                  </a:cubicBezTo>
                  <a:cubicBezTo>
                    <a:pt x="2132" y="434"/>
                    <a:pt x="2126" y="439"/>
                    <a:pt x="2126" y="446"/>
                  </a:cubicBezTo>
                  <a:cubicBezTo>
                    <a:pt x="2126" y="453"/>
                    <a:pt x="2132" y="459"/>
                    <a:pt x="2139" y="459"/>
                  </a:cubicBezTo>
                  <a:close/>
                  <a:moveTo>
                    <a:pt x="2179" y="459"/>
                  </a:moveTo>
                  <a:cubicBezTo>
                    <a:pt x="2186" y="459"/>
                    <a:pt x="2191" y="453"/>
                    <a:pt x="2191" y="446"/>
                  </a:cubicBezTo>
                  <a:cubicBezTo>
                    <a:pt x="2191" y="439"/>
                    <a:pt x="2186" y="434"/>
                    <a:pt x="2179" y="434"/>
                  </a:cubicBezTo>
                  <a:cubicBezTo>
                    <a:pt x="2171" y="434"/>
                    <a:pt x="2166" y="439"/>
                    <a:pt x="2166" y="446"/>
                  </a:cubicBezTo>
                  <a:cubicBezTo>
                    <a:pt x="2166" y="453"/>
                    <a:pt x="2171" y="459"/>
                    <a:pt x="2179" y="459"/>
                  </a:cubicBezTo>
                  <a:close/>
                  <a:moveTo>
                    <a:pt x="2218" y="459"/>
                  </a:moveTo>
                  <a:cubicBezTo>
                    <a:pt x="2225" y="459"/>
                    <a:pt x="2231" y="453"/>
                    <a:pt x="2231" y="446"/>
                  </a:cubicBezTo>
                  <a:cubicBezTo>
                    <a:pt x="2231" y="439"/>
                    <a:pt x="2225" y="434"/>
                    <a:pt x="2218" y="434"/>
                  </a:cubicBezTo>
                  <a:cubicBezTo>
                    <a:pt x="2211" y="434"/>
                    <a:pt x="2205" y="439"/>
                    <a:pt x="2205" y="446"/>
                  </a:cubicBezTo>
                  <a:cubicBezTo>
                    <a:pt x="2205" y="453"/>
                    <a:pt x="2211" y="459"/>
                    <a:pt x="2218" y="459"/>
                  </a:cubicBezTo>
                  <a:close/>
                  <a:moveTo>
                    <a:pt x="2257" y="459"/>
                  </a:moveTo>
                  <a:cubicBezTo>
                    <a:pt x="2264" y="459"/>
                    <a:pt x="2270" y="453"/>
                    <a:pt x="2270" y="446"/>
                  </a:cubicBezTo>
                  <a:cubicBezTo>
                    <a:pt x="2270" y="439"/>
                    <a:pt x="2264" y="434"/>
                    <a:pt x="2257" y="434"/>
                  </a:cubicBezTo>
                  <a:cubicBezTo>
                    <a:pt x="2250" y="434"/>
                    <a:pt x="2245" y="439"/>
                    <a:pt x="2245" y="446"/>
                  </a:cubicBezTo>
                  <a:cubicBezTo>
                    <a:pt x="2245" y="453"/>
                    <a:pt x="2250" y="459"/>
                    <a:pt x="2257" y="459"/>
                  </a:cubicBezTo>
                  <a:close/>
                  <a:moveTo>
                    <a:pt x="2297" y="459"/>
                  </a:moveTo>
                  <a:cubicBezTo>
                    <a:pt x="2304" y="459"/>
                    <a:pt x="2310" y="453"/>
                    <a:pt x="2310" y="446"/>
                  </a:cubicBezTo>
                  <a:cubicBezTo>
                    <a:pt x="2310" y="439"/>
                    <a:pt x="2304" y="434"/>
                    <a:pt x="2297" y="434"/>
                  </a:cubicBezTo>
                  <a:cubicBezTo>
                    <a:pt x="2290" y="434"/>
                    <a:pt x="2284" y="439"/>
                    <a:pt x="2284" y="446"/>
                  </a:cubicBezTo>
                  <a:cubicBezTo>
                    <a:pt x="2284" y="453"/>
                    <a:pt x="2290" y="459"/>
                    <a:pt x="2297" y="459"/>
                  </a:cubicBezTo>
                  <a:close/>
                  <a:moveTo>
                    <a:pt x="2336" y="459"/>
                  </a:moveTo>
                  <a:cubicBezTo>
                    <a:pt x="2343" y="459"/>
                    <a:pt x="2349" y="453"/>
                    <a:pt x="2349" y="446"/>
                  </a:cubicBezTo>
                  <a:cubicBezTo>
                    <a:pt x="2349" y="439"/>
                    <a:pt x="2343" y="434"/>
                    <a:pt x="2336" y="434"/>
                  </a:cubicBezTo>
                  <a:cubicBezTo>
                    <a:pt x="2329" y="434"/>
                    <a:pt x="2323" y="439"/>
                    <a:pt x="2323" y="446"/>
                  </a:cubicBezTo>
                  <a:cubicBezTo>
                    <a:pt x="2323" y="453"/>
                    <a:pt x="2329" y="459"/>
                    <a:pt x="2336" y="459"/>
                  </a:cubicBezTo>
                  <a:close/>
                  <a:moveTo>
                    <a:pt x="2376" y="459"/>
                  </a:moveTo>
                  <a:cubicBezTo>
                    <a:pt x="2383" y="459"/>
                    <a:pt x="2388" y="453"/>
                    <a:pt x="2388" y="446"/>
                  </a:cubicBezTo>
                  <a:cubicBezTo>
                    <a:pt x="2388" y="439"/>
                    <a:pt x="2383" y="434"/>
                    <a:pt x="2376" y="434"/>
                  </a:cubicBezTo>
                  <a:cubicBezTo>
                    <a:pt x="2369" y="434"/>
                    <a:pt x="2363" y="439"/>
                    <a:pt x="2363" y="446"/>
                  </a:cubicBezTo>
                  <a:cubicBezTo>
                    <a:pt x="2363" y="453"/>
                    <a:pt x="2369" y="459"/>
                    <a:pt x="2376" y="459"/>
                  </a:cubicBezTo>
                  <a:close/>
                  <a:moveTo>
                    <a:pt x="2415" y="459"/>
                  </a:moveTo>
                  <a:cubicBezTo>
                    <a:pt x="2422" y="459"/>
                    <a:pt x="2428" y="453"/>
                    <a:pt x="2428" y="446"/>
                  </a:cubicBezTo>
                  <a:cubicBezTo>
                    <a:pt x="2428" y="439"/>
                    <a:pt x="2422" y="434"/>
                    <a:pt x="2415" y="434"/>
                  </a:cubicBezTo>
                  <a:cubicBezTo>
                    <a:pt x="2408" y="434"/>
                    <a:pt x="2402" y="439"/>
                    <a:pt x="2402" y="446"/>
                  </a:cubicBezTo>
                  <a:cubicBezTo>
                    <a:pt x="2402" y="453"/>
                    <a:pt x="2408" y="459"/>
                    <a:pt x="2415" y="459"/>
                  </a:cubicBezTo>
                  <a:close/>
                  <a:moveTo>
                    <a:pt x="2454" y="459"/>
                  </a:moveTo>
                  <a:cubicBezTo>
                    <a:pt x="2462" y="459"/>
                    <a:pt x="2467" y="453"/>
                    <a:pt x="2467" y="446"/>
                  </a:cubicBezTo>
                  <a:cubicBezTo>
                    <a:pt x="2467" y="439"/>
                    <a:pt x="2462" y="434"/>
                    <a:pt x="2454" y="434"/>
                  </a:cubicBezTo>
                  <a:cubicBezTo>
                    <a:pt x="2447" y="434"/>
                    <a:pt x="2442" y="439"/>
                    <a:pt x="2442" y="446"/>
                  </a:cubicBezTo>
                  <a:cubicBezTo>
                    <a:pt x="2442" y="453"/>
                    <a:pt x="2447" y="459"/>
                    <a:pt x="2454" y="459"/>
                  </a:cubicBezTo>
                  <a:close/>
                  <a:moveTo>
                    <a:pt x="2494" y="459"/>
                  </a:moveTo>
                  <a:cubicBezTo>
                    <a:pt x="2501" y="459"/>
                    <a:pt x="2507" y="453"/>
                    <a:pt x="2507" y="446"/>
                  </a:cubicBezTo>
                  <a:cubicBezTo>
                    <a:pt x="2507" y="439"/>
                    <a:pt x="2501" y="434"/>
                    <a:pt x="2494" y="434"/>
                  </a:cubicBezTo>
                  <a:cubicBezTo>
                    <a:pt x="2487" y="434"/>
                    <a:pt x="2481" y="439"/>
                    <a:pt x="2481" y="446"/>
                  </a:cubicBezTo>
                  <a:cubicBezTo>
                    <a:pt x="2481" y="453"/>
                    <a:pt x="2487" y="459"/>
                    <a:pt x="2494" y="459"/>
                  </a:cubicBezTo>
                  <a:close/>
                  <a:moveTo>
                    <a:pt x="2533" y="459"/>
                  </a:moveTo>
                  <a:cubicBezTo>
                    <a:pt x="2540" y="459"/>
                    <a:pt x="2546" y="453"/>
                    <a:pt x="2546" y="446"/>
                  </a:cubicBezTo>
                  <a:cubicBezTo>
                    <a:pt x="2546" y="439"/>
                    <a:pt x="2540" y="434"/>
                    <a:pt x="2533" y="434"/>
                  </a:cubicBezTo>
                  <a:cubicBezTo>
                    <a:pt x="2526" y="434"/>
                    <a:pt x="2521" y="439"/>
                    <a:pt x="2521" y="446"/>
                  </a:cubicBezTo>
                  <a:cubicBezTo>
                    <a:pt x="2521" y="453"/>
                    <a:pt x="2526" y="459"/>
                    <a:pt x="2533" y="459"/>
                  </a:cubicBezTo>
                  <a:close/>
                  <a:moveTo>
                    <a:pt x="2573" y="459"/>
                  </a:moveTo>
                  <a:cubicBezTo>
                    <a:pt x="2580" y="459"/>
                    <a:pt x="2586" y="453"/>
                    <a:pt x="2586" y="446"/>
                  </a:cubicBezTo>
                  <a:cubicBezTo>
                    <a:pt x="2586" y="439"/>
                    <a:pt x="2580" y="434"/>
                    <a:pt x="2573" y="434"/>
                  </a:cubicBezTo>
                  <a:cubicBezTo>
                    <a:pt x="2566" y="434"/>
                    <a:pt x="2560" y="439"/>
                    <a:pt x="2560" y="446"/>
                  </a:cubicBezTo>
                  <a:cubicBezTo>
                    <a:pt x="2560" y="453"/>
                    <a:pt x="2566" y="459"/>
                    <a:pt x="2573" y="459"/>
                  </a:cubicBezTo>
                  <a:close/>
                  <a:moveTo>
                    <a:pt x="2612" y="459"/>
                  </a:moveTo>
                  <a:cubicBezTo>
                    <a:pt x="2619" y="459"/>
                    <a:pt x="2625" y="453"/>
                    <a:pt x="2625" y="446"/>
                  </a:cubicBezTo>
                  <a:cubicBezTo>
                    <a:pt x="2625" y="439"/>
                    <a:pt x="2619" y="434"/>
                    <a:pt x="2612" y="434"/>
                  </a:cubicBezTo>
                  <a:cubicBezTo>
                    <a:pt x="2605" y="434"/>
                    <a:pt x="2599" y="439"/>
                    <a:pt x="2599" y="446"/>
                  </a:cubicBezTo>
                  <a:cubicBezTo>
                    <a:pt x="2599" y="453"/>
                    <a:pt x="2605" y="459"/>
                    <a:pt x="2612" y="459"/>
                  </a:cubicBezTo>
                  <a:close/>
                  <a:moveTo>
                    <a:pt x="2652" y="459"/>
                  </a:moveTo>
                  <a:cubicBezTo>
                    <a:pt x="2659" y="459"/>
                    <a:pt x="2664" y="453"/>
                    <a:pt x="2664" y="446"/>
                  </a:cubicBezTo>
                  <a:cubicBezTo>
                    <a:pt x="2664" y="439"/>
                    <a:pt x="2659" y="434"/>
                    <a:pt x="2652" y="434"/>
                  </a:cubicBezTo>
                  <a:cubicBezTo>
                    <a:pt x="2645" y="434"/>
                    <a:pt x="2639" y="439"/>
                    <a:pt x="2639" y="446"/>
                  </a:cubicBezTo>
                  <a:cubicBezTo>
                    <a:pt x="2639" y="453"/>
                    <a:pt x="2645" y="459"/>
                    <a:pt x="2652" y="459"/>
                  </a:cubicBezTo>
                  <a:close/>
                  <a:moveTo>
                    <a:pt x="2691" y="459"/>
                  </a:moveTo>
                  <a:cubicBezTo>
                    <a:pt x="2698" y="459"/>
                    <a:pt x="2704" y="453"/>
                    <a:pt x="2704" y="446"/>
                  </a:cubicBezTo>
                  <a:cubicBezTo>
                    <a:pt x="2704" y="439"/>
                    <a:pt x="2698" y="434"/>
                    <a:pt x="2691" y="434"/>
                  </a:cubicBezTo>
                  <a:cubicBezTo>
                    <a:pt x="2684" y="434"/>
                    <a:pt x="2678" y="439"/>
                    <a:pt x="2678" y="446"/>
                  </a:cubicBezTo>
                  <a:cubicBezTo>
                    <a:pt x="2678" y="453"/>
                    <a:pt x="2684" y="459"/>
                    <a:pt x="2691" y="459"/>
                  </a:cubicBezTo>
                  <a:close/>
                  <a:moveTo>
                    <a:pt x="2730" y="459"/>
                  </a:moveTo>
                  <a:cubicBezTo>
                    <a:pt x="2738" y="459"/>
                    <a:pt x="2743" y="453"/>
                    <a:pt x="2743" y="446"/>
                  </a:cubicBezTo>
                  <a:cubicBezTo>
                    <a:pt x="2743" y="439"/>
                    <a:pt x="2738" y="434"/>
                    <a:pt x="2730" y="434"/>
                  </a:cubicBezTo>
                  <a:cubicBezTo>
                    <a:pt x="2723" y="434"/>
                    <a:pt x="2718" y="439"/>
                    <a:pt x="2718" y="446"/>
                  </a:cubicBezTo>
                  <a:cubicBezTo>
                    <a:pt x="2718" y="453"/>
                    <a:pt x="2723" y="459"/>
                    <a:pt x="2730" y="459"/>
                  </a:cubicBezTo>
                  <a:close/>
                  <a:moveTo>
                    <a:pt x="2770" y="459"/>
                  </a:moveTo>
                  <a:cubicBezTo>
                    <a:pt x="2777" y="459"/>
                    <a:pt x="2783" y="453"/>
                    <a:pt x="2783" y="446"/>
                  </a:cubicBezTo>
                  <a:cubicBezTo>
                    <a:pt x="2783" y="439"/>
                    <a:pt x="2777" y="434"/>
                    <a:pt x="2770" y="434"/>
                  </a:cubicBezTo>
                  <a:cubicBezTo>
                    <a:pt x="2763" y="434"/>
                    <a:pt x="2757" y="439"/>
                    <a:pt x="2757" y="446"/>
                  </a:cubicBezTo>
                  <a:cubicBezTo>
                    <a:pt x="2757" y="453"/>
                    <a:pt x="2763" y="459"/>
                    <a:pt x="2770" y="459"/>
                  </a:cubicBezTo>
                  <a:close/>
                  <a:moveTo>
                    <a:pt x="2809" y="459"/>
                  </a:moveTo>
                  <a:cubicBezTo>
                    <a:pt x="2816" y="459"/>
                    <a:pt x="2822" y="453"/>
                    <a:pt x="2822" y="446"/>
                  </a:cubicBezTo>
                  <a:cubicBezTo>
                    <a:pt x="2822" y="439"/>
                    <a:pt x="2816" y="434"/>
                    <a:pt x="2809" y="434"/>
                  </a:cubicBezTo>
                  <a:cubicBezTo>
                    <a:pt x="2802" y="434"/>
                    <a:pt x="2797" y="439"/>
                    <a:pt x="2797" y="446"/>
                  </a:cubicBezTo>
                  <a:cubicBezTo>
                    <a:pt x="2797" y="453"/>
                    <a:pt x="2802" y="459"/>
                    <a:pt x="2809" y="459"/>
                  </a:cubicBezTo>
                  <a:close/>
                  <a:moveTo>
                    <a:pt x="2849" y="459"/>
                  </a:moveTo>
                  <a:cubicBezTo>
                    <a:pt x="2856" y="459"/>
                    <a:pt x="2861" y="453"/>
                    <a:pt x="2861" y="446"/>
                  </a:cubicBezTo>
                  <a:cubicBezTo>
                    <a:pt x="2861" y="439"/>
                    <a:pt x="2856" y="434"/>
                    <a:pt x="2849" y="434"/>
                  </a:cubicBezTo>
                  <a:cubicBezTo>
                    <a:pt x="2842" y="434"/>
                    <a:pt x="2836" y="439"/>
                    <a:pt x="2836" y="446"/>
                  </a:cubicBezTo>
                  <a:cubicBezTo>
                    <a:pt x="2836" y="453"/>
                    <a:pt x="2842" y="459"/>
                    <a:pt x="2849" y="459"/>
                  </a:cubicBezTo>
                  <a:close/>
                  <a:moveTo>
                    <a:pt x="2888" y="459"/>
                  </a:moveTo>
                  <a:cubicBezTo>
                    <a:pt x="2895" y="459"/>
                    <a:pt x="2901" y="453"/>
                    <a:pt x="2901" y="446"/>
                  </a:cubicBezTo>
                  <a:cubicBezTo>
                    <a:pt x="2901" y="439"/>
                    <a:pt x="2895" y="434"/>
                    <a:pt x="2888" y="434"/>
                  </a:cubicBezTo>
                  <a:cubicBezTo>
                    <a:pt x="2881" y="434"/>
                    <a:pt x="2875" y="439"/>
                    <a:pt x="2875" y="446"/>
                  </a:cubicBezTo>
                  <a:cubicBezTo>
                    <a:pt x="2875" y="453"/>
                    <a:pt x="2881" y="459"/>
                    <a:pt x="2888" y="459"/>
                  </a:cubicBezTo>
                  <a:close/>
                  <a:moveTo>
                    <a:pt x="2928" y="459"/>
                  </a:moveTo>
                  <a:cubicBezTo>
                    <a:pt x="2935" y="459"/>
                    <a:pt x="2940" y="453"/>
                    <a:pt x="2940" y="446"/>
                  </a:cubicBezTo>
                  <a:cubicBezTo>
                    <a:pt x="2940" y="439"/>
                    <a:pt x="2935" y="434"/>
                    <a:pt x="2928" y="434"/>
                  </a:cubicBezTo>
                  <a:cubicBezTo>
                    <a:pt x="2921" y="434"/>
                    <a:pt x="2915" y="439"/>
                    <a:pt x="2915" y="446"/>
                  </a:cubicBezTo>
                  <a:cubicBezTo>
                    <a:pt x="2915" y="453"/>
                    <a:pt x="2921" y="459"/>
                    <a:pt x="2928" y="459"/>
                  </a:cubicBezTo>
                  <a:close/>
                  <a:moveTo>
                    <a:pt x="2967" y="459"/>
                  </a:moveTo>
                  <a:cubicBezTo>
                    <a:pt x="2974" y="459"/>
                    <a:pt x="2980" y="453"/>
                    <a:pt x="2980" y="446"/>
                  </a:cubicBezTo>
                  <a:cubicBezTo>
                    <a:pt x="2980" y="439"/>
                    <a:pt x="2974" y="434"/>
                    <a:pt x="2967" y="434"/>
                  </a:cubicBezTo>
                  <a:cubicBezTo>
                    <a:pt x="2960" y="434"/>
                    <a:pt x="2954" y="439"/>
                    <a:pt x="2954" y="446"/>
                  </a:cubicBezTo>
                  <a:cubicBezTo>
                    <a:pt x="2954" y="453"/>
                    <a:pt x="2960" y="459"/>
                    <a:pt x="2967" y="459"/>
                  </a:cubicBezTo>
                  <a:close/>
                  <a:moveTo>
                    <a:pt x="3006" y="459"/>
                  </a:moveTo>
                  <a:cubicBezTo>
                    <a:pt x="3013" y="459"/>
                    <a:pt x="3019" y="453"/>
                    <a:pt x="3019" y="446"/>
                  </a:cubicBezTo>
                  <a:cubicBezTo>
                    <a:pt x="3019" y="439"/>
                    <a:pt x="3013" y="434"/>
                    <a:pt x="3006" y="434"/>
                  </a:cubicBezTo>
                  <a:cubicBezTo>
                    <a:pt x="2999" y="434"/>
                    <a:pt x="2994" y="439"/>
                    <a:pt x="2994" y="446"/>
                  </a:cubicBezTo>
                  <a:cubicBezTo>
                    <a:pt x="2994" y="453"/>
                    <a:pt x="2999" y="459"/>
                    <a:pt x="3006" y="459"/>
                  </a:cubicBezTo>
                  <a:close/>
                  <a:moveTo>
                    <a:pt x="3046" y="459"/>
                  </a:moveTo>
                  <a:cubicBezTo>
                    <a:pt x="3053" y="459"/>
                    <a:pt x="3059" y="453"/>
                    <a:pt x="3059" y="446"/>
                  </a:cubicBezTo>
                  <a:cubicBezTo>
                    <a:pt x="3059" y="439"/>
                    <a:pt x="3053" y="434"/>
                    <a:pt x="3046" y="434"/>
                  </a:cubicBezTo>
                  <a:cubicBezTo>
                    <a:pt x="3039" y="434"/>
                    <a:pt x="3033" y="439"/>
                    <a:pt x="3033" y="446"/>
                  </a:cubicBezTo>
                  <a:cubicBezTo>
                    <a:pt x="3033" y="453"/>
                    <a:pt x="3039" y="459"/>
                    <a:pt x="3046" y="459"/>
                  </a:cubicBezTo>
                  <a:close/>
                  <a:moveTo>
                    <a:pt x="3085" y="459"/>
                  </a:moveTo>
                  <a:cubicBezTo>
                    <a:pt x="3092" y="459"/>
                    <a:pt x="3098" y="453"/>
                    <a:pt x="3098" y="446"/>
                  </a:cubicBezTo>
                  <a:cubicBezTo>
                    <a:pt x="3098" y="439"/>
                    <a:pt x="3092" y="434"/>
                    <a:pt x="3085" y="434"/>
                  </a:cubicBezTo>
                  <a:cubicBezTo>
                    <a:pt x="3078" y="434"/>
                    <a:pt x="3073" y="439"/>
                    <a:pt x="3073" y="446"/>
                  </a:cubicBezTo>
                  <a:cubicBezTo>
                    <a:pt x="3073" y="453"/>
                    <a:pt x="3078" y="459"/>
                    <a:pt x="3085" y="459"/>
                  </a:cubicBezTo>
                  <a:close/>
                  <a:moveTo>
                    <a:pt x="3125" y="459"/>
                  </a:moveTo>
                  <a:cubicBezTo>
                    <a:pt x="3132" y="459"/>
                    <a:pt x="3137" y="453"/>
                    <a:pt x="3137" y="446"/>
                  </a:cubicBezTo>
                  <a:cubicBezTo>
                    <a:pt x="3137" y="439"/>
                    <a:pt x="3132" y="434"/>
                    <a:pt x="3125" y="434"/>
                  </a:cubicBezTo>
                  <a:cubicBezTo>
                    <a:pt x="3118" y="434"/>
                    <a:pt x="3112" y="439"/>
                    <a:pt x="3112" y="446"/>
                  </a:cubicBezTo>
                  <a:cubicBezTo>
                    <a:pt x="3112" y="453"/>
                    <a:pt x="3118" y="459"/>
                    <a:pt x="3125" y="459"/>
                  </a:cubicBezTo>
                  <a:close/>
                  <a:moveTo>
                    <a:pt x="3243" y="459"/>
                  </a:moveTo>
                  <a:cubicBezTo>
                    <a:pt x="3250" y="459"/>
                    <a:pt x="3256" y="453"/>
                    <a:pt x="3256" y="446"/>
                  </a:cubicBezTo>
                  <a:cubicBezTo>
                    <a:pt x="3256" y="439"/>
                    <a:pt x="3250" y="434"/>
                    <a:pt x="3243" y="434"/>
                  </a:cubicBezTo>
                  <a:cubicBezTo>
                    <a:pt x="3236" y="434"/>
                    <a:pt x="3230" y="439"/>
                    <a:pt x="3230" y="446"/>
                  </a:cubicBezTo>
                  <a:cubicBezTo>
                    <a:pt x="3230" y="453"/>
                    <a:pt x="3236" y="459"/>
                    <a:pt x="3243" y="459"/>
                  </a:cubicBezTo>
                  <a:close/>
                  <a:moveTo>
                    <a:pt x="3309" y="446"/>
                  </a:moveTo>
                  <a:cubicBezTo>
                    <a:pt x="3309" y="453"/>
                    <a:pt x="3315" y="459"/>
                    <a:pt x="3322" y="459"/>
                  </a:cubicBezTo>
                  <a:cubicBezTo>
                    <a:pt x="3329" y="459"/>
                    <a:pt x="3335" y="453"/>
                    <a:pt x="3335" y="446"/>
                  </a:cubicBezTo>
                  <a:cubicBezTo>
                    <a:pt x="3335" y="439"/>
                    <a:pt x="3329" y="434"/>
                    <a:pt x="3322" y="434"/>
                  </a:cubicBezTo>
                  <a:cubicBezTo>
                    <a:pt x="3315" y="434"/>
                    <a:pt x="3309" y="439"/>
                    <a:pt x="3309" y="446"/>
                  </a:cubicBezTo>
                  <a:close/>
                  <a:moveTo>
                    <a:pt x="89" y="478"/>
                  </a:moveTo>
                  <a:cubicBezTo>
                    <a:pt x="85" y="478"/>
                    <a:pt x="82" y="482"/>
                    <a:pt x="82" y="486"/>
                  </a:cubicBezTo>
                  <a:cubicBezTo>
                    <a:pt x="82" y="490"/>
                    <a:pt x="85" y="493"/>
                    <a:pt x="89" y="493"/>
                  </a:cubicBezTo>
                  <a:cubicBezTo>
                    <a:pt x="93" y="493"/>
                    <a:pt x="96" y="490"/>
                    <a:pt x="96" y="486"/>
                  </a:cubicBezTo>
                  <a:cubicBezTo>
                    <a:pt x="96" y="482"/>
                    <a:pt x="93" y="478"/>
                    <a:pt x="89" y="478"/>
                  </a:cubicBezTo>
                  <a:close/>
                  <a:moveTo>
                    <a:pt x="326" y="476"/>
                  </a:moveTo>
                  <a:cubicBezTo>
                    <a:pt x="320" y="476"/>
                    <a:pt x="316" y="480"/>
                    <a:pt x="316" y="486"/>
                  </a:cubicBezTo>
                  <a:cubicBezTo>
                    <a:pt x="316" y="491"/>
                    <a:pt x="320" y="496"/>
                    <a:pt x="326" y="496"/>
                  </a:cubicBezTo>
                  <a:cubicBezTo>
                    <a:pt x="331" y="496"/>
                    <a:pt x="336" y="491"/>
                    <a:pt x="336" y="486"/>
                  </a:cubicBezTo>
                  <a:cubicBezTo>
                    <a:pt x="336" y="480"/>
                    <a:pt x="331" y="476"/>
                    <a:pt x="326" y="476"/>
                  </a:cubicBezTo>
                  <a:close/>
                  <a:moveTo>
                    <a:pt x="365" y="473"/>
                  </a:moveTo>
                  <a:cubicBezTo>
                    <a:pt x="358" y="473"/>
                    <a:pt x="352" y="479"/>
                    <a:pt x="352" y="486"/>
                  </a:cubicBezTo>
                  <a:cubicBezTo>
                    <a:pt x="352" y="493"/>
                    <a:pt x="358" y="499"/>
                    <a:pt x="365" y="499"/>
                  </a:cubicBezTo>
                  <a:cubicBezTo>
                    <a:pt x="372" y="499"/>
                    <a:pt x="378" y="493"/>
                    <a:pt x="378" y="486"/>
                  </a:cubicBezTo>
                  <a:cubicBezTo>
                    <a:pt x="378" y="479"/>
                    <a:pt x="372" y="473"/>
                    <a:pt x="365" y="473"/>
                  </a:cubicBezTo>
                  <a:close/>
                  <a:moveTo>
                    <a:pt x="404" y="499"/>
                  </a:moveTo>
                  <a:cubicBezTo>
                    <a:pt x="411" y="499"/>
                    <a:pt x="417" y="493"/>
                    <a:pt x="417" y="486"/>
                  </a:cubicBezTo>
                  <a:cubicBezTo>
                    <a:pt x="417" y="479"/>
                    <a:pt x="411" y="473"/>
                    <a:pt x="404" y="473"/>
                  </a:cubicBezTo>
                  <a:cubicBezTo>
                    <a:pt x="397" y="473"/>
                    <a:pt x="392" y="479"/>
                    <a:pt x="392" y="486"/>
                  </a:cubicBezTo>
                  <a:cubicBezTo>
                    <a:pt x="392" y="493"/>
                    <a:pt x="397" y="499"/>
                    <a:pt x="404" y="499"/>
                  </a:cubicBezTo>
                  <a:close/>
                  <a:moveTo>
                    <a:pt x="444" y="499"/>
                  </a:moveTo>
                  <a:cubicBezTo>
                    <a:pt x="451" y="499"/>
                    <a:pt x="457" y="493"/>
                    <a:pt x="457" y="486"/>
                  </a:cubicBezTo>
                  <a:cubicBezTo>
                    <a:pt x="457" y="479"/>
                    <a:pt x="451" y="473"/>
                    <a:pt x="444" y="473"/>
                  </a:cubicBezTo>
                  <a:cubicBezTo>
                    <a:pt x="437" y="473"/>
                    <a:pt x="431" y="479"/>
                    <a:pt x="431" y="486"/>
                  </a:cubicBezTo>
                  <a:cubicBezTo>
                    <a:pt x="431" y="493"/>
                    <a:pt x="437" y="499"/>
                    <a:pt x="444" y="499"/>
                  </a:cubicBezTo>
                  <a:close/>
                  <a:moveTo>
                    <a:pt x="483" y="499"/>
                  </a:moveTo>
                  <a:cubicBezTo>
                    <a:pt x="490" y="499"/>
                    <a:pt x="496" y="493"/>
                    <a:pt x="496" y="486"/>
                  </a:cubicBezTo>
                  <a:cubicBezTo>
                    <a:pt x="496" y="479"/>
                    <a:pt x="490" y="473"/>
                    <a:pt x="483" y="473"/>
                  </a:cubicBezTo>
                  <a:cubicBezTo>
                    <a:pt x="476" y="473"/>
                    <a:pt x="471" y="479"/>
                    <a:pt x="471" y="486"/>
                  </a:cubicBezTo>
                  <a:cubicBezTo>
                    <a:pt x="471" y="493"/>
                    <a:pt x="476" y="499"/>
                    <a:pt x="483" y="499"/>
                  </a:cubicBezTo>
                  <a:close/>
                  <a:moveTo>
                    <a:pt x="523" y="499"/>
                  </a:moveTo>
                  <a:cubicBezTo>
                    <a:pt x="530" y="499"/>
                    <a:pt x="535" y="493"/>
                    <a:pt x="535" y="486"/>
                  </a:cubicBezTo>
                  <a:cubicBezTo>
                    <a:pt x="535" y="479"/>
                    <a:pt x="530" y="473"/>
                    <a:pt x="523" y="473"/>
                  </a:cubicBezTo>
                  <a:cubicBezTo>
                    <a:pt x="516" y="473"/>
                    <a:pt x="510" y="479"/>
                    <a:pt x="510" y="486"/>
                  </a:cubicBezTo>
                  <a:cubicBezTo>
                    <a:pt x="510" y="493"/>
                    <a:pt x="516" y="499"/>
                    <a:pt x="523" y="499"/>
                  </a:cubicBezTo>
                  <a:close/>
                  <a:moveTo>
                    <a:pt x="562" y="499"/>
                  </a:moveTo>
                  <a:cubicBezTo>
                    <a:pt x="569" y="499"/>
                    <a:pt x="575" y="493"/>
                    <a:pt x="575" y="486"/>
                  </a:cubicBezTo>
                  <a:cubicBezTo>
                    <a:pt x="575" y="479"/>
                    <a:pt x="569" y="473"/>
                    <a:pt x="562" y="473"/>
                  </a:cubicBezTo>
                  <a:cubicBezTo>
                    <a:pt x="555" y="473"/>
                    <a:pt x="549" y="479"/>
                    <a:pt x="549" y="486"/>
                  </a:cubicBezTo>
                  <a:cubicBezTo>
                    <a:pt x="549" y="493"/>
                    <a:pt x="555" y="499"/>
                    <a:pt x="562" y="499"/>
                  </a:cubicBezTo>
                  <a:close/>
                  <a:moveTo>
                    <a:pt x="602" y="499"/>
                  </a:moveTo>
                  <a:cubicBezTo>
                    <a:pt x="609" y="499"/>
                    <a:pt x="614" y="493"/>
                    <a:pt x="614" y="486"/>
                  </a:cubicBezTo>
                  <a:cubicBezTo>
                    <a:pt x="614" y="479"/>
                    <a:pt x="609" y="473"/>
                    <a:pt x="602" y="473"/>
                  </a:cubicBezTo>
                  <a:cubicBezTo>
                    <a:pt x="595" y="473"/>
                    <a:pt x="589" y="479"/>
                    <a:pt x="589" y="486"/>
                  </a:cubicBezTo>
                  <a:cubicBezTo>
                    <a:pt x="589" y="493"/>
                    <a:pt x="595" y="499"/>
                    <a:pt x="602" y="499"/>
                  </a:cubicBezTo>
                  <a:close/>
                  <a:moveTo>
                    <a:pt x="641" y="499"/>
                  </a:moveTo>
                  <a:cubicBezTo>
                    <a:pt x="648" y="499"/>
                    <a:pt x="654" y="493"/>
                    <a:pt x="654" y="486"/>
                  </a:cubicBezTo>
                  <a:cubicBezTo>
                    <a:pt x="654" y="479"/>
                    <a:pt x="648" y="473"/>
                    <a:pt x="641" y="473"/>
                  </a:cubicBezTo>
                  <a:cubicBezTo>
                    <a:pt x="634" y="473"/>
                    <a:pt x="628" y="479"/>
                    <a:pt x="628" y="486"/>
                  </a:cubicBezTo>
                  <a:cubicBezTo>
                    <a:pt x="628" y="493"/>
                    <a:pt x="634" y="499"/>
                    <a:pt x="641" y="499"/>
                  </a:cubicBezTo>
                  <a:close/>
                  <a:moveTo>
                    <a:pt x="680" y="499"/>
                  </a:moveTo>
                  <a:cubicBezTo>
                    <a:pt x="687" y="499"/>
                    <a:pt x="693" y="493"/>
                    <a:pt x="693" y="486"/>
                  </a:cubicBezTo>
                  <a:cubicBezTo>
                    <a:pt x="693" y="479"/>
                    <a:pt x="687" y="473"/>
                    <a:pt x="680" y="473"/>
                  </a:cubicBezTo>
                  <a:cubicBezTo>
                    <a:pt x="673" y="473"/>
                    <a:pt x="668" y="479"/>
                    <a:pt x="668" y="486"/>
                  </a:cubicBezTo>
                  <a:cubicBezTo>
                    <a:pt x="668" y="493"/>
                    <a:pt x="673" y="499"/>
                    <a:pt x="680" y="499"/>
                  </a:cubicBezTo>
                  <a:close/>
                  <a:moveTo>
                    <a:pt x="720" y="499"/>
                  </a:moveTo>
                  <a:cubicBezTo>
                    <a:pt x="727" y="499"/>
                    <a:pt x="733" y="493"/>
                    <a:pt x="733" y="486"/>
                  </a:cubicBezTo>
                  <a:cubicBezTo>
                    <a:pt x="733" y="479"/>
                    <a:pt x="727" y="473"/>
                    <a:pt x="720" y="473"/>
                  </a:cubicBezTo>
                  <a:cubicBezTo>
                    <a:pt x="713" y="473"/>
                    <a:pt x="707" y="479"/>
                    <a:pt x="707" y="486"/>
                  </a:cubicBezTo>
                  <a:cubicBezTo>
                    <a:pt x="707" y="493"/>
                    <a:pt x="713" y="499"/>
                    <a:pt x="720" y="499"/>
                  </a:cubicBezTo>
                  <a:close/>
                  <a:moveTo>
                    <a:pt x="759" y="499"/>
                  </a:moveTo>
                  <a:cubicBezTo>
                    <a:pt x="766" y="499"/>
                    <a:pt x="772" y="493"/>
                    <a:pt x="772" y="486"/>
                  </a:cubicBezTo>
                  <a:cubicBezTo>
                    <a:pt x="772" y="479"/>
                    <a:pt x="766" y="473"/>
                    <a:pt x="759" y="473"/>
                  </a:cubicBezTo>
                  <a:cubicBezTo>
                    <a:pt x="752" y="473"/>
                    <a:pt x="747" y="479"/>
                    <a:pt x="747" y="486"/>
                  </a:cubicBezTo>
                  <a:cubicBezTo>
                    <a:pt x="747" y="493"/>
                    <a:pt x="752" y="499"/>
                    <a:pt x="759" y="499"/>
                  </a:cubicBezTo>
                  <a:close/>
                  <a:moveTo>
                    <a:pt x="799" y="499"/>
                  </a:moveTo>
                  <a:cubicBezTo>
                    <a:pt x="806" y="499"/>
                    <a:pt x="811" y="493"/>
                    <a:pt x="811" y="486"/>
                  </a:cubicBezTo>
                  <a:cubicBezTo>
                    <a:pt x="811" y="479"/>
                    <a:pt x="806" y="473"/>
                    <a:pt x="799" y="473"/>
                  </a:cubicBezTo>
                  <a:cubicBezTo>
                    <a:pt x="792" y="473"/>
                    <a:pt x="786" y="479"/>
                    <a:pt x="786" y="486"/>
                  </a:cubicBezTo>
                  <a:cubicBezTo>
                    <a:pt x="786" y="493"/>
                    <a:pt x="792" y="499"/>
                    <a:pt x="799" y="499"/>
                  </a:cubicBezTo>
                  <a:close/>
                  <a:moveTo>
                    <a:pt x="956" y="499"/>
                  </a:moveTo>
                  <a:cubicBezTo>
                    <a:pt x="963" y="499"/>
                    <a:pt x="969" y="493"/>
                    <a:pt x="969" y="486"/>
                  </a:cubicBezTo>
                  <a:cubicBezTo>
                    <a:pt x="969" y="479"/>
                    <a:pt x="963" y="473"/>
                    <a:pt x="956" y="473"/>
                  </a:cubicBezTo>
                  <a:cubicBezTo>
                    <a:pt x="949" y="473"/>
                    <a:pt x="944" y="479"/>
                    <a:pt x="944" y="486"/>
                  </a:cubicBezTo>
                  <a:cubicBezTo>
                    <a:pt x="944" y="493"/>
                    <a:pt x="949" y="499"/>
                    <a:pt x="956" y="499"/>
                  </a:cubicBezTo>
                  <a:close/>
                  <a:moveTo>
                    <a:pt x="996" y="499"/>
                  </a:moveTo>
                  <a:cubicBezTo>
                    <a:pt x="1003" y="499"/>
                    <a:pt x="1009" y="493"/>
                    <a:pt x="1009" y="486"/>
                  </a:cubicBezTo>
                  <a:cubicBezTo>
                    <a:pt x="1009" y="479"/>
                    <a:pt x="1003" y="473"/>
                    <a:pt x="996" y="473"/>
                  </a:cubicBezTo>
                  <a:cubicBezTo>
                    <a:pt x="989" y="473"/>
                    <a:pt x="983" y="479"/>
                    <a:pt x="983" y="486"/>
                  </a:cubicBezTo>
                  <a:cubicBezTo>
                    <a:pt x="983" y="493"/>
                    <a:pt x="989" y="499"/>
                    <a:pt x="996" y="499"/>
                  </a:cubicBezTo>
                  <a:close/>
                  <a:moveTo>
                    <a:pt x="1035" y="499"/>
                  </a:moveTo>
                  <a:cubicBezTo>
                    <a:pt x="1042" y="499"/>
                    <a:pt x="1048" y="493"/>
                    <a:pt x="1048" y="486"/>
                  </a:cubicBezTo>
                  <a:cubicBezTo>
                    <a:pt x="1048" y="479"/>
                    <a:pt x="1042" y="473"/>
                    <a:pt x="1035" y="473"/>
                  </a:cubicBezTo>
                  <a:cubicBezTo>
                    <a:pt x="1028" y="473"/>
                    <a:pt x="1022" y="479"/>
                    <a:pt x="1022" y="486"/>
                  </a:cubicBezTo>
                  <a:cubicBezTo>
                    <a:pt x="1022" y="493"/>
                    <a:pt x="1028" y="499"/>
                    <a:pt x="1035" y="499"/>
                  </a:cubicBezTo>
                  <a:close/>
                  <a:moveTo>
                    <a:pt x="1666" y="493"/>
                  </a:moveTo>
                  <a:cubicBezTo>
                    <a:pt x="1670" y="493"/>
                    <a:pt x="1673" y="490"/>
                    <a:pt x="1673" y="486"/>
                  </a:cubicBezTo>
                  <a:cubicBezTo>
                    <a:pt x="1673" y="482"/>
                    <a:pt x="1670" y="478"/>
                    <a:pt x="1666" y="478"/>
                  </a:cubicBezTo>
                  <a:cubicBezTo>
                    <a:pt x="1662" y="478"/>
                    <a:pt x="1659" y="482"/>
                    <a:pt x="1659" y="486"/>
                  </a:cubicBezTo>
                  <a:cubicBezTo>
                    <a:pt x="1659" y="490"/>
                    <a:pt x="1662" y="493"/>
                    <a:pt x="1666" y="493"/>
                  </a:cubicBezTo>
                  <a:close/>
                  <a:moveTo>
                    <a:pt x="1784" y="499"/>
                  </a:moveTo>
                  <a:cubicBezTo>
                    <a:pt x="1791" y="499"/>
                    <a:pt x="1797" y="493"/>
                    <a:pt x="1797" y="486"/>
                  </a:cubicBezTo>
                  <a:cubicBezTo>
                    <a:pt x="1797" y="479"/>
                    <a:pt x="1791" y="473"/>
                    <a:pt x="1784" y="473"/>
                  </a:cubicBezTo>
                  <a:cubicBezTo>
                    <a:pt x="1777" y="473"/>
                    <a:pt x="1772" y="479"/>
                    <a:pt x="1772" y="486"/>
                  </a:cubicBezTo>
                  <a:cubicBezTo>
                    <a:pt x="1772" y="493"/>
                    <a:pt x="1777" y="499"/>
                    <a:pt x="1784" y="499"/>
                  </a:cubicBezTo>
                  <a:close/>
                  <a:moveTo>
                    <a:pt x="1863" y="473"/>
                  </a:moveTo>
                  <a:cubicBezTo>
                    <a:pt x="1856" y="473"/>
                    <a:pt x="1850" y="479"/>
                    <a:pt x="1850" y="486"/>
                  </a:cubicBezTo>
                  <a:cubicBezTo>
                    <a:pt x="1850" y="493"/>
                    <a:pt x="1856" y="498"/>
                    <a:pt x="1863" y="498"/>
                  </a:cubicBezTo>
                  <a:cubicBezTo>
                    <a:pt x="1870" y="498"/>
                    <a:pt x="1876" y="493"/>
                    <a:pt x="1876" y="486"/>
                  </a:cubicBezTo>
                  <a:cubicBezTo>
                    <a:pt x="1876" y="479"/>
                    <a:pt x="1870" y="473"/>
                    <a:pt x="1863" y="473"/>
                  </a:cubicBezTo>
                  <a:close/>
                  <a:moveTo>
                    <a:pt x="1942" y="499"/>
                  </a:moveTo>
                  <a:cubicBezTo>
                    <a:pt x="1949" y="499"/>
                    <a:pt x="1955" y="493"/>
                    <a:pt x="1955" y="486"/>
                  </a:cubicBezTo>
                  <a:cubicBezTo>
                    <a:pt x="1955" y="479"/>
                    <a:pt x="1949" y="473"/>
                    <a:pt x="1942" y="473"/>
                  </a:cubicBezTo>
                  <a:cubicBezTo>
                    <a:pt x="1935" y="473"/>
                    <a:pt x="1929" y="479"/>
                    <a:pt x="1929" y="486"/>
                  </a:cubicBezTo>
                  <a:cubicBezTo>
                    <a:pt x="1929" y="493"/>
                    <a:pt x="1935" y="499"/>
                    <a:pt x="1942" y="499"/>
                  </a:cubicBezTo>
                  <a:close/>
                  <a:moveTo>
                    <a:pt x="1981" y="499"/>
                  </a:moveTo>
                  <a:cubicBezTo>
                    <a:pt x="1988" y="499"/>
                    <a:pt x="1994" y="493"/>
                    <a:pt x="1994" y="486"/>
                  </a:cubicBezTo>
                  <a:cubicBezTo>
                    <a:pt x="1994" y="479"/>
                    <a:pt x="1988" y="473"/>
                    <a:pt x="1981" y="473"/>
                  </a:cubicBezTo>
                  <a:cubicBezTo>
                    <a:pt x="1974" y="473"/>
                    <a:pt x="1969" y="479"/>
                    <a:pt x="1969" y="486"/>
                  </a:cubicBezTo>
                  <a:cubicBezTo>
                    <a:pt x="1969" y="493"/>
                    <a:pt x="1974" y="499"/>
                    <a:pt x="1981" y="499"/>
                  </a:cubicBezTo>
                  <a:close/>
                  <a:moveTo>
                    <a:pt x="2021" y="499"/>
                  </a:moveTo>
                  <a:cubicBezTo>
                    <a:pt x="2028" y="499"/>
                    <a:pt x="2034" y="493"/>
                    <a:pt x="2034" y="486"/>
                  </a:cubicBezTo>
                  <a:cubicBezTo>
                    <a:pt x="2034" y="479"/>
                    <a:pt x="2028" y="473"/>
                    <a:pt x="2021" y="473"/>
                  </a:cubicBezTo>
                  <a:cubicBezTo>
                    <a:pt x="2014" y="473"/>
                    <a:pt x="2008" y="479"/>
                    <a:pt x="2008" y="486"/>
                  </a:cubicBezTo>
                  <a:cubicBezTo>
                    <a:pt x="2008" y="493"/>
                    <a:pt x="2014" y="499"/>
                    <a:pt x="2021" y="499"/>
                  </a:cubicBezTo>
                  <a:close/>
                  <a:moveTo>
                    <a:pt x="2060" y="499"/>
                  </a:moveTo>
                  <a:cubicBezTo>
                    <a:pt x="2067" y="499"/>
                    <a:pt x="2073" y="493"/>
                    <a:pt x="2073" y="486"/>
                  </a:cubicBezTo>
                  <a:cubicBezTo>
                    <a:pt x="2073" y="479"/>
                    <a:pt x="2067" y="473"/>
                    <a:pt x="2060" y="473"/>
                  </a:cubicBezTo>
                  <a:cubicBezTo>
                    <a:pt x="2053" y="473"/>
                    <a:pt x="2048" y="479"/>
                    <a:pt x="2048" y="486"/>
                  </a:cubicBezTo>
                  <a:cubicBezTo>
                    <a:pt x="2048" y="493"/>
                    <a:pt x="2053" y="499"/>
                    <a:pt x="2060" y="499"/>
                  </a:cubicBezTo>
                  <a:close/>
                  <a:moveTo>
                    <a:pt x="2100" y="499"/>
                  </a:moveTo>
                  <a:cubicBezTo>
                    <a:pt x="2107" y="499"/>
                    <a:pt x="2112" y="493"/>
                    <a:pt x="2112" y="486"/>
                  </a:cubicBezTo>
                  <a:cubicBezTo>
                    <a:pt x="2112" y="479"/>
                    <a:pt x="2107" y="473"/>
                    <a:pt x="2100" y="473"/>
                  </a:cubicBezTo>
                  <a:cubicBezTo>
                    <a:pt x="2093" y="473"/>
                    <a:pt x="2087" y="479"/>
                    <a:pt x="2087" y="486"/>
                  </a:cubicBezTo>
                  <a:cubicBezTo>
                    <a:pt x="2087" y="493"/>
                    <a:pt x="2093" y="499"/>
                    <a:pt x="2100" y="499"/>
                  </a:cubicBezTo>
                  <a:close/>
                  <a:moveTo>
                    <a:pt x="2139" y="499"/>
                  </a:moveTo>
                  <a:cubicBezTo>
                    <a:pt x="2146" y="499"/>
                    <a:pt x="2152" y="493"/>
                    <a:pt x="2152" y="486"/>
                  </a:cubicBezTo>
                  <a:cubicBezTo>
                    <a:pt x="2152" y="479"/>
                    <a:pt x="2146" y="473"/>
                    <a:pt x="2139" y="473"/>
                  </a:cubicBezTo>
                  <a:cubicBezTo>
                    <a:pt x="2132" y="473"/>
                    <a:pt x="2126" y="479"/>
                    <a:pt x="2126" y="486"/>
                  </a:cubicBezTo>
                  <a:cubicBezTo>
                    <a:pt x="2126" y="493"/>
                    <a:pt x="2132" y="499"/>
                    <a:pt x="2139" y="499"/>
                  </a:cubicBezTo>
                  <a:close/>
                  <a:moveTo>
                    <a:pt x="2179" y="499"/>
                  </a:moveTo>
                  <a:cubicBezTo>
                    <a:pt x="2186" y="499"/>
                    <a:pt x="2191" y="493"/>
                    <a:pt x="2191" y="486"/>
                  </a:cubicBezTo>
                  <a:cubicBezTo>
                    <a:pt x="2191" y="479"/>
                    <a:pt x="2186" y="473"/>
                    <a:pt x="2179" y="473"/>
                  </a:cubicBezTo>
                  <a:cubicBezTo>
                    <a:pt x="2171" y="473"/>
                    <a:pt x="2166" y="479"/>
                    <a:pt x="2166" y="486"/>
                  </a:cubicBezTo>
                  <a:cubicBezTo>
                    <a:pt x="2166" y="493"/>
                    <a:pt x="2171" y="499"/>
                    <a:pt x="2179" y="499"/>
                  </a:cubicBezTo>
                  <a:close/>
                  <a:moveTo>
                    <a:pt x="2218" y="499"/>
                  </a:moveTo>
                  <a:cubicBezTo>
                    <a:pt x="2225" y="499"/>
                    <a:pt x="2231" y="493"/>
                    <a:pt x="2231" y="486"/>
                  </a:cubicBezTo>
                  <a:cubicBezTo>
                    <a:pt x="2231" y="479"/>
                    <a:pt x="2225" y="473"/>
                    <a:pt x="2218" y="473"/>
                  </a:cubicBezTo>
                  <a:cubicBezTo>
                    <a:pt x="2211" y="473"/>
                    <a:pt x="2205" y="479"/>
                    <a:pt x="2205" y="486"/>
                  </a:cubicBezTo>
                  <a:cubicBezTo>
                    <a:pt x="2205" y="493"/>
                    <a:pt x="2211" y="499"/>
                    <a:pt x="2218" y="499"/>
                  </a:cubicBezTo>
                  <a:close/>
                  <a:moveTo>
                    <a:pt x="2257" y="499"/>
                  </a:moveTo>
                  <a:cubicBezTo>
                    <a:pt x="2264" y="499"/>
                    <a:pt x="2270" y="493"/>
                    <a:pt x="2270" y="486"/>
                  </a:cubicBezTo>
                  <a:cubicBezTo>
                    <a:pt x="2270" y="479"/>
                    <a:pt x="2264" y="473"/>
                    <a:pt x="2257" y="473"/>
                  </a:cubicBezTo>
                  <a:cubicBezTo>
                    <a:pt x="2250" y="473"/>
                    <a:pt x="2245" y="479"/>
                    <a:pt x="2245" y="486"/>
                  </a:cubicBezTo>
                  <a:cubicBezTo>
                    <a:pt x="2245" y="493"/>
                    <a:pt x="2250" y="499"/>
                    <a:pt x="2257" y="499"/>
                  </a:cubicBezTo>
                  <a:close/>
                  <a:moveTo>
                    <a:pt x="2297" y="499"/>
                  </a:moveTo>
                  <a:cubicBezTo>
                    <a:pt x="2304" y="499"/>
                    <a:pt x="2310" y="493"/>
                    <a:pt x="2310" y="486"/>
                  </a:cubicBezTo>
                  <a:cubicBezTo>
                    <a:pt x="2310" y="479"/>
                    <a:pt x="2304" y="473"/>
                    <a:pt x="2297" y="473"/>
                  </a:cubicBezTo>
                  <a:cubicBezTo>
                    <a:pt x="2290" y="473"/>
                    <a:pt x="2284" y="479"/>
                    <a:pt x="2284" y="486"/>
                  </a:cubicBezTo>
                  <a:cubicBezTo>
                    <a:pt x="2284" y="493"/>
                    <a:pt x="2290" y="499"/>
                    <a:pt x="2297" y="499"/>
                  </a:cubicBezTo>
                  <a:close/>
                  <a:moveTo>
                    <a:pt x="2336" y="499"/>
                  </a:moveTo>
                  <a:cubicBezTo>
                    <a:pt x="2343" y="499"/>
                    <a:pt x="2349" y="493"/>
                    <a:pt x="2349" y="486"/>
                  </a:cubicBezTo>
                  <a:cubicBezTo>
                    <a:pt x="2349" y="479"/>
                    <a:pt x="2343" y="473"/>
                    <a:pt x="2336" y="473"/>
                  </a:cubicBezTo>
                  <a:cubicBezTo>
                    <a:pt x="2329" y="473"/>
                    <a:pt x="2323" y="479"/>
                    <a:pt x="2323" y="486"/>
                  </a:cubicBezTo>
                  <a:cubicBezTo>
                    <a:pt x="2323" y="493"/>
                    <a:pt x="2329" y="499"/>
                    <a:pt x="2336" y="499"/>
                  </a:cubicBezTo>
                  <a:close/>
                  <a:moveTo>
                    <a:pt x="2376" y="499"/>
                  </a:moveTo>
                  <a:cubicBezTo>
                    <a:pt x="2383" y="499"/>
                    <a:pt x="2388" y="493"/>
                    <a:pt x="2388" y="486"/>
                  </a:cubicBezTo>
                  <a:cubicBezTo>
                    <a:pt x="2388" y="479"/>
                    <a:pt x="2383" y="473"/>
                    <a:pt x="2376" y="473"/>
                  </a:cubicBezTo>
                  <a:cubicBezTo>
                    <a:pt x="2369" y="473"/>
                    <a:pt x="2363" y="479"/>
                    <a:pt x="2363" y="486"/>
                  </a:cubicBezTo>
                  <a:cubicBezTo>
                    <a:pt x="2363" y="493"/>
                    <a:pt x="2369" y="499"/>
                    <a:pt x="2376" y="499"/>
                  </a:cubicBezTo>
                  <a:close/>
                  <a:moveTo>
                    <a:pt x="2415" y="499"/>
                  </a:moveTo>
                  <a:cubicBezTo>
                    <a:pt x="2422" y="499"/>
                    <a:pt x="2428" y="493"/>
                    <a:pt x="2428" y="486"/>
                  </a:cubicBezTo>
                  <a:cubicBezTo>
                    <a:pt x="2428" y="479"/>
                    <a:pt x="2422" y="473"/>
                    <a:pt x="2415" y="473"/>
                  </a:cubicBezTo>
                  <a:cubicBezTo>
                    <a:pt x="2408" y="473"/>
                    <a:pt x="2402" y="479"/>
                    <a:pt x="2402" y="486"/>
                  </a:cubicBezTo>
                  <a:cubicBezTo>
                    <a:pt x="2402" y="493"/>
                    <a:pt x="2408" y="499"/>
                    <a:pt x="2415" y="499"/>
                  </a:cubicBezTo>
                  <a:close/>
                  <a:moveTo>
                    <a:pt x="2454" y="499"/>
                  </a:moveTo>
                  <a:cubicBezTo>
                    <a:pt x="2462" y="499"/>
                    <a:pt x="2467" y="493"/>
                    <a:pt x="2467" y="486"/>
                  </a:cubicBezTo>
                  <a:cubicBezTo>
                    <a:pt x="2467" y="479"/>
                    <a:pt x="2462" y="473"/>
                    <a:pt x="2454" y="473"/>
                  </a:cubicBezTo>
                  <a:cubicBezTo>
                    <a:pt x="2447" y="473"/>
                    <a:pt x="2442" y="479"/>
                    <a:pt x="2442" y="486"/>
                  </a:cubicBezTo>
                  <a:cubicBezTo>
                    <a:pt x="2442" y="493"/>
                    <a:pt x="2447" y="499"/>
                    <a:pt x="2454" y="499"/>
                  </a:cubicBezTo>
                  <a:close/>
                  <a:moveTo>
                    <a:pt x="2494" y="499"/>
                  </a:moveTo>
                  <a:cubicBezTo>
                    <a:pt x="2501" y="499"/>
                    <a:pt x="2507" y="493"/>
                    <a:pt x="2507" y="486"/>
                  </a:cubicBezTo>
                  <a:cubicBezTo>
                    <a:pt x="2507" y="479"/>
                    <a:pt x="2501" y="473"/>
                    <a:pt x="2494" y="473"/>
                  </a:cubicBezTo>
                  <a:cubicBezTo>
                    <a:pt x="2487" y="473"/>
                    <a:pt x="2481" y="479"/>
                    <a:pt x="2481" y="486"/>
                  </a:cubicBezTo>
                  <a:cubicBezTo>
                    <a:pt x="2481" y="493"/>
                    <a:pt x="2487" y="499"/>
                    <a:pt x="2494" y="499"/>
                  </a:cubicBezTo>
                  <a:close/>
                  <a:moveTo>
                    <a:pt x="2533" y="499"/>
                  </a:moveTo>
                  <a:cubicBezTo>
                    <a:pt x="2540" y="499"/>
                    <a:pt x="2546" y="493"/>
                    <a:pt x="2546" y="486"/>
                  </a:cubicBezTo>
                  <a:cubicBezTo>
                    <a:pt x="2546" y="479"/>
                    <a:pt x="2540" y="473"/>
                    <a:pt x="2533" y="473"/>
                  </a:cubicBezTo>
                  <a:cubicBezTo>
                    <a:pt x="2526" y="473"/>
                    <a:pt x="2521" y="479"/>
                    <a:pt x="2521" y="486"/>
                  </a:cubicBezTo>
                  <a:cubicBezTo>
                    <a:pt x="2521" y="493"/>
                    <a:pt x="2526" y="499"/>
                    <a:pt x="2533" y="499"/>
                  </a:cubicBezTo>
                  <a:close/>
                  <a:moveTo>
                    <a:pt x="2573" y="499"/>
                  </a:moveTo>
                  <a:cubicBezTo>
                    <a:pt x="2580" y="499"/>
                    <a:pt x="2586" y="493"/>
                    <a:pt x="2586" y="486"/>
                  </a:cubicBezTo>
                  <a:cubicBezTo>
                    <a:pt x="2586" y="479"/>
                    <a:pt x="2580" y="473"/>
                    <a:pt x="2573" y="473"/>
                  </a:cubicBezTo>
                  <a:cubicBezTo>
                    <a:pt x="2566" y="473"/>
                    <a:pt x="2560" y="479"/>
                    <a:pt x="2560" y="486"/>
                  </a:cubicBezTo>
                  <a:cubicBezTo>
                    <a:pt x="2560" y="493"/>
                    <a:pt x="2566" y="499"/>
                    <a:pt x="2573" y="499"/>
                  </a:cubicBezTo>
                  <a:close/>
                  <a:moveTo>
                    <a:pt x="2612" y="499"/>
                  </a:moveTo>
                  <a:cubicBezTo>
                    <a:pt x="2619" y="499"/>
                    <a:pt x="2625" y="493"/>
                    <a:pt x="2625" y="486"/>
                  </a:cubicBezTo>
                  <a:cubicBezTo>
                    <a:pt x="2625" y="479"/>
                    <a:pt x="2619" y="473"/>
                    <a:pt x="2612" y="473"/>
                  </a:cubicBezTo>
                  <a:cubicBezTo>
                    <a:pt x="2605" y="473"/>
                    <a:pt x="2599" y="479"/>
                    <a:pt x="2599" y="486"/>
                  </a:cubicBezTo>
                  <a:cubicBezTo>
                    <a:pt x="2599" y="493"/>
                    <a:pt x="2605" y="499"/>
                    <a:pt x="2612" y="499"/>
                  </a:cubicBezTo>
                  <a:close/>
                  <a:moveTo>
                    <a:pt x="2652" y="499"/>
                  </a:moveTo>
                  <a:cubicBezTo>
                    <a:pt x="2659" y="499"/>
                    <a:pt x="2664" y="493"/>
                    <a:pt x="2664" y="486"/>
                  </a:cubicBezTo>
                  <a:cubicBezTo>
                    <a:pt x="2664" y="479"/>
                    <a:pt x="2659" y="473"/>
                    <a:pt x="2652" y="473"/>
                  </a:cubicBezTo>
                  <a:cubicBezTo>
                    <a:pt x="2645" y="473"/>
                    <a:pt x="2639" y="479"/>
                    <a:pt x="2639" y="486"/>
                  </a:cubicBezTo>
                  <a:cubicBezTo>
                    <a:pt x="2639" y="493"/>
                    <a:pt x="2645" y="499"/>
                    <a:pt x="2652" y="499"/>
                  </a:cubicBezTo>
                  <a:close/>
                  <a:moveTo>
                    <a:pt x="2691" y="499"/>
                  </a:moveTo>
                  <a:cubicBezTo>
                    <a:pt x="2698" y="499"/>
                    <a:pt x="2704" y="493"/>
                    <a:pt x="2704" y="486"/>
                  </a:cubicBezTo>
                  <a:cubicBezTo>
                    <a:pt x="2704" y="479"/>
                    <a:pt x="2698" y="473"/>
                    <a:pt x="2691" y="473"/>
                  </a:cubicBezTo>
                  <a:cubicBezTo>
                    <a:pt x="2684" y="473"/>
                    <a:pt x="2678" y="479"/>
                    <a:pt x="2678" y="486"/>
                  </a:cubicBezTo>
                  <a:cubicBezTo>
                    <a:pt x="2678" y="493"/>
                    <a:pt x="2684" y="499"/>
                    <a:pt x="2691" y="499"/>
                  </a:cubicBezTo>
                  <a:close/>
                  <a:moveTo>
                    <a:pt x="2730" y="499"/>
                  </a:moveTo>
                  <a:cubicBezTo>
                    <a:pt x="2738" y="499"/>
                    <a:pt x="2743" y="493"/>
                    <a:pt x="2743" y="486"/>
                  </a:cubicBezTo>
                  <a:cubicBezTo>
                    <a:pt x="2743" y="479"/>
                    <a:pt x="2738" y="473"/>
                    <a:pt x="2730" y="473"/>
                  </a:cubicBezTo>
                  <a:cubicBezTo>
                    <a:pt x="2723" y="473"/>
                    <a:pt x="2718" y="479"/>
                    <a:pt x="2718" y="486"/>
                  </a:cubicBezTo>
                  <a:cubicBezTo>
                    <a:pt x="2718" y="493"/>
                    <a:pt x="2723" y="499"/>
                    <a:pt x="2730" y="499"/>
                  </a:cubicBezTo>
                  <a:close/>
                  <a:moveTo>
                    <a:pt x="2770" y="499"/>
                  </a:moveTo>
                  <a:cubicBezTo>
                    <a:pt x="2777" y="499"/>
                    <a:pt x="2783" y="493"/>
                    <a:pt x="2783" y="486"/>
                  </a:cubicBezTo>
                  <a:cubicBezTo>
                    <a:pt x="2783" y="479"/>
                    <a:pt x="2777" y="473"/>
                    <a:pt x="2770" y="473"/>
                  </a:cubicBezTo>
                  <a:cubicBezTo>
                    <a:pt x="2763" y="473"/>
                    <a:pt x="2757" y="479"/>
                    <a:pt x="2757" y="486"/>
                  </a:cubicBezTo>
                  <a:cubicBezTo>
                    <a:pt x="2757" y="493"/>
                    <a:pt x="2763" y="499"/>
                    <a:pt x="2770" y="499"/>
                  </a:cubicBezTo>
                  <a:close/>
                  <a:moveTo>
                    <a:pt x="2809" y="499"/>
                  </a:moveTo>
                  <a:cubicBezTo>
                    <a:pt x="2816" y="499"/>
                    <a:pt x="2822" y="493"/>
                    <a:pt x="2822" y="486"/>
                  </a:cubicBezTo>
                  <a:cubicBezTo>
                    <a:pt x="2822" y="479"/>
                    <a:pt x="2816" y="473"/>
                    <a:pt x="2809" y="473"/>
                  </a:cubicBezTo>
                  <a:cubicBezTo>
                    <a:pt x="2802" y="473"/>
                    <a:pt x="2797" y="479"/>
                    <a:pt x="2797" y="486"/>
                  </a:cubicBezTo>
                  <a:cubicBezTo>
                    <a:pt x="2797" y="493"/>
                    <a:pt x="2802" y="499"/>
                    <a:pt x="2809" y="499"/>
                  </a:cubicBezTo>
                  <a:close/>
                  <a:moveTo>
                    <a:pt x="2849" y="499"/>
                  </a:moveTo>
                  <a:cubicBezTo>
                    <a:pt x="2856" y="499"/>
                    <a:pt x="2861" y="493"/>
                    <a:pt x="2861" y="486"/>
                  </a:cubicBezTo>
                  <a:cubicBezTo>
                    <a:pt x="2861" y="479"/>
                    <a:pt x="2856" y="473"/>
                    <a:pt x="2849" y="473"/>
                  </a:cubicBezTo>
                  <a:cubicBezTo>
                    <a:pt x="2842" y="473"/>
                    <a:pt x="2836" y="479"/>
                    <a:pt x="2836" y="486"/>
                  </a:cubicBezTo>
                  <a:cubicBezTo>
                    <a:pt x="2836" y="493"/>
                    <a:pt x="2842" y="499"/>
                    <a:pt x="2849" y="499"/>
                  </a:cubicBezTo>
                  <a:close/>
                  <a:moveTo>
                    <a:pt x="2888" y="499"/>
                  </a:moveTo>
                  <a:cubicBezTo>
                    <a:pt x="2895" y="499"/>
                    <a:pt x="2901" y="493"/>
                    <a:pt x="2901" y="486"/>
                  </a:cubicBezTo>
                  <a:cubicBezTo>
                    <a:pt x="2901" y="479"/>
                    <a:pt x="2895" y="473"/>
                    <a:pt x="2888" y="473"/>
                  </a:cubicBezTo>
                  <a:cubicBezTo>
                    <a:pt x="2881" y="473"/>
                    <a:pt x="2875" y="479"/>
                    <a:pt x="2875" y="486"/>
                  </a:cubicBezTo>
                  <a:cubicBezTo>
                    <a:pt x="2875" y="493"/>
                    <a:pt x="2881" y="499"/>
                    <a:pt x="2888" y="499"/>
                  </a:cubicBezTo>
                  <a:close/>
                  <a:moveTo>
                    <a:pt x="2928" y="499"/>
                  </a:moveTo>
                  <a:cubicBezTo>
                    <a:pt x="2935" y="499"/>
                    <a:pt x="2940" y="493"/>
                    <a:pt x="2940" y="486"/>
                  </a:cubicBezTo>
                  <a:cubicBezTo>
                    <a:pt x="2940" y="479"/>
                    <a:pt x="2935" y="473"/>
                    <a:pt x="2928" y="473"/>
                  </a:cubicBezTo>
                  <a:cubicBezTo>
                    <a:pt x="2921" y="473"/>
                    <a:pt x="2915" y="479"/>
                    <a:pt x="2915" y="486"/>
                  </a:cubicBezTo>
                  <a:cubicBezTo>
                    <a:pt x="2915" y="493"/>
                    <a:pt x="2921" y="499"/>
                    <a:pt x="2928" y="499"/>
                  </a:cubicBezTo>
                  <a:close/>
                  <a:moveTo>
                    <a:pt x="2967" y="499"/>
                  </a:moveTo>
                  <a:cubicBezTo>
                    <a:pt x="2974" y="499"/>
                    <a:pt x="2980" y="493"/>
                    <a:pt x="2980" y="486"/>
                  </a:cubicBezTo>
                  <a:cubicBezTo>
                    <a:pt x="2980" y="479"/>
                    <a:pt x="2974" y="473"/>
                    <a:pt x="2967" y="473"/>
                  </a:cubicBezTo>
                  <a:cubicBezTo>
                    <a:pt x="2960" y="473"/>
                    <a:pt x="2954" y="479"/>
                    <a:pt x="2954" y="486"/>
                  </a:cubicBezTo>
                  <a:cubicBezTo>
                    <a:pt x="2954" y="493"/>
                    <a:pt x="2960" y="499"/>
                    <a:pt x="2967" y="499"/>
                  </a:cubicBezTo>
                  <a:close/>
                  <a:moveTo>
                    <a:pt x="3006" y="499"/>
                  </a:moveTo>
                  <a:cubicBezTo>
                    <a:pt x="3013" y="499"/>
                    <a:pt x="3019" y="493"/>
                    <a:pt x="3019" y="486"/>
                  </a:cubicBezTo>
                  <a:cubicBezTo>
                    <a:pt x="3019" y="479"/>
                    <a:pt x="3013" y="473"/>
                    <a:pt x="3006" y="473"/>
                  </a:cubicBezTo>
                  <a:cubicBezTo>
                    <a:pt x="2999" y="473"/>
                    <a:pt x="2994" y="479"/>
                    <a:pt x="2994" y="486"/>
                  </a:cubicBezTo>
                  <a:cubicBezTo>
                    <a:pt x="2994" y="493"/>
                    <a:pt x="2999" y="499"/>
                    <a:pt x="3006" y="499"/>
                  </a:cubicBezTo>
                  <a:close/>
                  <a:moveTo>
                    <a:pt x="3046" y="499"/>
                  </a:moveTo>
                  <a:cubicBezTo>
                    <a:pt x="3053" y="499"/>
                    <a:pt x="3059" y="493"/>
                    <a:pt x="3059" y="486"/>
                  </a:cubicBezTo>
                  <a:cubicBezTo>
                    <a:pt x="3059" y="479"/>
                    <a:pt x="3053" y="473"/>
                    <a:pt x="3046" y="473"/>
                  </a:cubicBezTo>
                  <a:cubicBezTo>
                    <a:pt x="3039" y="473"/>
                    <a:pt x="3033" y="479"/>
                    <a:pt x="3033" y="486"/>
                  </a:cubicBezTo>
                  <a:cubicBezTo>
                    <a:pt x="3033" y="493"/>
                    <a:pt x="3039" y="499"/>
                    <a:pt x="3046" y="499"/>
                  </a:cubicBezTo>
                  <a:close/>
                  <a:moveTo>
                    <a:pt x="3085" y="499"/>
                  </a:moveTo>
                  <a:cubicBezTo>
                    <a:pt x="3092" y="499"/>
                    <a:pt x="3098" y="493"/>
                    <a:pt x="3098" y="486"/>
                  </a:cubicBezTo>
                  <a:cubicBezTo>
                    <a:pt x="3098" y="479"/>
                    <a:pt x="3092" y="473"/>
                    <a:pt x="3085" y="473"/>
                  </a:cubicBezTo>
                  <a:cubicBezTo>
                    <a:pt x="3078" y="473"/>
                    <a:pt x="3073" y="479"/>
                    <a:pt x="3073" y="486"/>
                  </a:cubicBezTo>
                  <a:cubicBezTo>
                    <a:pt x="3073" y="493"/>
                    <a:pt x="3078" y="499"/>
                    <a:pt x="3085" y="499"/>
                  </a:cubicBezTo>
                  <a:close/>
                  <a:moveTo>
                    <a:pt x="3282" y="499"/>
                  </a:moveTo>
                  <a:cubicBezTo>
                    <a:pt x="3289" y="499"/>
                    <a:pt x="3295" y="493"/>
                    <a:pt x="3295" y="486"/>
                  </a:cubicBezTo>
                  <a:cubicBezTo>
                    <a:pt x="3295" y="479"/>
                    <a:pt x="3289" y="473"/>
                    <a:pt x="3282" y="473"/>
                  </a:cubicBezTo>
                  <a:cubicBezTo>
                    <a:pt x="3275" y="473"/>
                    <a:pt x="3270" y="479"/>
                    <a:pt x="3270" y="486"/>
                  </a:cubicBezTo>
                  <a:cubicBezTo>
                    <a:pt x="3270" y="493"/>
                    <a:pt x="3275" y="499"/>
                    <a:pt x="3282" y="499"/>
                  </a:cubicBezTo>
                  <a:close/>
                  <a:moveTo>
                    <a:pt x="3322" y="473"/>
                  </a:moveTo>
                  <a:cubicBezTo>
                    <a:pt x="3315" y="473"/>
                    <a:pt x="3309" y="479"/>
                    <a:pt x="3309" y="486"/>
                  </a:cubicBezTo>
                  <a:cubicBezTo>
                    <a:pt x="3309" y="493"/>
                    <a:pt x="3315" y="499"/>
                    <a:pt x="3322" y="499"/>
                  </a:cubicBezTo>
                  <a:cubicBezTo>
                    <a:pt x="3329" y="499"/>
                    <a:pt x="3335" y="493"/>
                    <a:pt x="3335" y="486"/>
                  </a:cubicBezTo>
                  <a:cubicBezTo>
                    <a:pt x="3335" y="479"/>
                    <a:pt x="3329" y="473"/>
                    <a:pt x="3322" y="473"/>
                  </a:cubicBezTo>
                  <a:close/>
                  <a:moveTo>
                    <a:pt x="404" y="512"/>
                  </a:moveTo>
                  <a:cubicBezTo>
                    <a:pt x="397" y="512"/>
                    <a:pt x="392" y="518"/>
                    <a:pt x="392" y="525"/>
                  </a:cubicBezTo>
                  <a:cubicBezTo>
                    <a:pt x="392" y="532"/>
                    <a:pt x="397" y="538"/>
                    <a:pt x="404" y="538"/>
                  </a:cubicBezTo>
                  <a:cubicBezTo>
                    <a:pt x="411" y="538"/>
                    <a:pt x="417" y="532"/>
                    <a:pt x="417" y="525"/>
                  </a:cubicBezTo>
                  <a:cubicBezTo>
                    <a:pt x="417" y="518"/>
                    <a:pt x="411" y="512"/>
                    <a:pt x="404" y="512"/>
                  </a:cubicBezTo>
                  <a:close/>
                  <a:moveTo>
                    <a:pt x="444" y="538"/>
                  </a:moveTo>
                  <a:cubicBezTo>
                    <a:pt x="451" y="538"/>
                    <a:pt x="457" y="532"/>
                    <a:pt x="457" y="525"/>
                  </a:cubicBezTo>
                  <a:cubicBezTo>
                    <a:pt x="457" y="518"/>
                    <a:pt x="451" y="512"/>
                    <a:pt x="444" y="512"/>
                  </a:cubicBezTo>
                  <a:cubicBezTo>
                    <a:pt x="437" y="512"/>
                    <a:pt x="431" y="518"/>
                    <a:pt x="431" y="525"/>
                  </a:cubicBezTo>
                  <a:cubicBezTo>
                    <a:pt x="431" y="532"/>
                    <a:pt x="437" y="538"/>
                    <a:pt x="444" y="538"/>
                  </a:cubicBezTo>
                  <a:close/>
                  <a:moveTo>
                    <a:pt x="483" y="538"/>
                  </a:moveTo>
                  <a:cubicBezTo>
                    <a:pt x="490" y="538"/>
                    <a:pt x="496" y="532"/>
                    <a:pt x="496" y="525"/>
                  </a:cubicBezTo>
                  <a:cubicBezTo>
                    <a:pt x="496" y="518"/>
                    <a:pt x="490" y="512"/>
                    <a:pt x="483" y="512"/>
                  </a:cubicBezTo>
                  <a:cubicBezTo>
                    <a:pt x="476" y="512"/>
                    <a:pt x="471" y="518"/>
                    <a:pt x="471" y="525"/>
                  </a:cubicBezTo>
                  <a:cubicBezTo>
                    <a:pt x="471" y="532"/>
                    <a:pt x="476" y="538"/>
                    <a:pt x="483" y="538"/>
                  </a:cubicBezTo>
                  <a:close/>
                  <a:moveTo>
                    <a:pt x="523" y="538"/>
                  </a:moveTo>
                  <a:cubicBezTo>
                    <a:pt x="530" y="538"/>
                    <a:pt x="535" y="532"/>
                    <a:pt x="535" y="525"/>
                  </a:cubicBezTo>
                  <a:cubicBezTo>
                    <a:pt x="535" y="518"/>
                    <a:pt x="530" y="512"/>
                    <a:pt x="523" y="512"/>
                  </a:cubicBezTo>
                  <a:cubicBezTo>
                    <a:pt x="516" y="512"/>
                    <a:pt x="510" y="518"/>
                    <a:pt x="510" y="525"/>
                  </a:cubicBezTo>
                  <a:cubicBezTo>
                    <a:pt x="510" y="532"/>
                    <a:pt x="516" y="538"/>
                    <a:pt x="523" y="538"/>
                  </a:cubicBezTo>
                  <a:close/>
                  <a:moveTo>
                    <a:pt x="562" y="538"/>
                  </a:moveTo>
                  <a:cubicBezTo>
                    <a:pt x="569" y="538"/>
                    <a:pt x="575" y="532"/>
                    <a:pt x="575" y="525"/>
                  </a:cubicBezTo>
                  <a:cubicBezTo>
                    <a:pt x="575" y="518"/>
                    <a:pt x="569" y="512"/>
                    <a:pt x="562" y="512"/>
                  </a:cubicBezTo>
                  <a:cubicBezTo>
                    <a:pt x="555" y="512"/>
                    <a:pt x="549" y="518"/>
                    <a:pt x="549" y="525"/>
                  </a:cubicBezTo>
                  <a:cubicBezTo>
                    <a:pt x="549" y="532"/>
                    <a:pt x="555" y="538"/>
                    <a:pt x="562" y="538"/>
                  </a:cubicBezTo>
                  <a:close/>
                  <a:moveTo>
                    <a:pt x="602" y="538"/>
                  </a:moveTo>
                  <a:cubicBezTo>
                    <a:pt x="609" y="538"/>
                    <a:pt x="614" y="532"/>
                    <a:pt x="614" y="525"/>
                  </a:cubicBezTo>
                  <a:cubicBezTo>
                    <a:pt x="614" y="518"/>
                    <a:pt x="609" y="512"/>
                    <a:pt x="602" y="512"/>
                  </a:cubicBezTo>
                  <a:cubicBezTo>
                    <a:pt x="595" y="512"/>
                    <a:pt x="589" y="518"/>
                    <a:pt x="589" y="525"/>
                  </a:cubicBezTo>
                  <a:cubicBezTo>
                    <a:pt x="589" y="532"/>
                    <a:pt x="595" y="538"/>
                    <a:pt x="602" y="538"/>
                  </a:cubicBezTo>
                  <a:close/>
                  <a:moveTo>
                    <a:pt x="641" y="538"/>
                  </a:moveTo>
                  <a:cubicBezTo>
                    <a:pt x="648" y="538"/>
                    <a:pt x="654" y="532"/>
                    <a:pt x="654" y="525"/>
                  </a:cubicBezTo>
                  <a:cubicBezTo>
                    <a:pt x="654" y="518"/>
                    <a:pt x="648" y="512"/>
                    <a:pt x="641" y="512"/>
                  </a:cubicBezTo>
                  <a:cubicBezTo>
                    <a:pt x="634" y="512"/>
                    <a:pt x="628" y="518"/>
                    <a:pt x="628" y="525"/>
                  </a:cubicBezTo>
                  <a:cubicBezTo>
                    <a:pt x="628" y="532"/>
                    <a:pt x="634" y="538"/>
                    <a:pt x="641" y="538"/>
                  </a:cubicBezTo>
                  <a:close/>
                  <a:moveTo>
                    <a:pt x="680" y="538"/>
                  </a:moveTo>
                  <a:cubicBezTo>
                    <a:pt x="687" y="538"/>
                    <a:pt x="693" y="532"/>
                    <a:pt x="693" y="525"/>
                  </a:cubicBezTo>
                  <a:cubicBezTo>
                    <a:pt x="693" y="518"/>
                    <a:pt x="687" y="512"/>
                    <a:pt x="680" y="512"/>
                  </a:cubicBezTo>
                  <a:cubicBezTo>
                    <a:pt x="673" y="512"/>
                    <a:pt x="668" y="518"/>
                    <a:pt x="668" y="525"/>
                  </a:cubicBezTo>
                  <a:cubicBezTo>
                    <a:pt x="668" y="532"/>
                    <a:pt x="673" y="538"/>
                    <a:pt x="680" y="538"/>
                  </a:cubicBezTo>
                  <a:close/>
                  <a:moveTo>
                    <a:pt x="720" y="538"/>
                  </a:moveTo>
                  <a:cubicBezTo>
                    <a:pt x="727" y="538"/>
                    <a:pt x="733" y="532"/>
                    <a:pt x="733" y="525"/>
                  </a:cubicBezTo>
                  <a:cubicBezTo>
                    <a:pt x="733" y="518"/>
                    <a:pt x="727" y="512"/>
                    <a:pt x="720" y="512"/>
                  </a:cubicBezTo>
                  <a:cubicBezTo>
                    <a:pt x="713" y="512"/>
                    <a:pt x="707" y="518"/>
                    <a:pt x="707" y="525"/>
                  </a:cubicBezTo>
                  <a:cubicBezTo>
                    <a:pt x="707" y="532"/>
                    <a:pt x="713" y="538"/>
                    <a:pt x="720" y="538"/>
                  </a:cubicBezTo>
                  <a:close/>
                  <a:moveTo>
                    <a:pt x="759" y="538"/>
                  </a:moveTo>
                  <a:cubicBezTo>
                    <a:pt x="766" y="538"/>
                    <a:pt x="772" y="532"/>
                    <a:pt x="772" y="525"/>
                  </a:cubicBezTo>
                  <a:cubicBezTo>
                    <a:pt x="772" y="518"/>
                    <a:pt x="766" y="512"/>
                    <a:pt x="759" y="512"/>
                  </a:cubicBezTo>
                  <a:cubicBezTo>
                    <a:pt x="752" y="512"/>
                    <a:pt x="747" y="518"/>
                    <a:pt x="747" y="525"/>
                  </a:cubicBezTo>
                  <a:cubicBezTo>
                    <a:pt x="747" y="532"/>
                    <a:pt x="752" y="538"/>
                    <a:pt x="759" y="538"/>
                  </a:cubicBezTo>
                  <a:close/>
                  <a:moveTo>
                    <a:pt x="799" y="538"/>
                  </a:moveTo>
                  <a:cubicBezTo>
                    <a:pt x="806" y="538"/>
                    <a:pt x="811" y="532"/>
                    <a:pt x="811" y="525"/>
                  </a:cubicBezTo>
                  <a:cubicBezTo>
                    <a:pt x="811" y="518"/>
                    <a:pt x="806" y="512"/>
                    <a:pt x="799" y="512"/>
                  </a:cubicBezTo>
                  <a:cubicBezTo>
                    <a:pt x="792" y="512"/>
                    <a:pt x="786" y="518"/>
                    <a:pt x="786" y="525"/>
                  </a:cubicBezTo>
                  <a:cubicBezTo>
                    <a:pt x="786" y="532"/>
                    <a:pt x="792" y="538"/>
                    <a:pt x="799" y="538"/>
                  </a:cubicBezTo>
                  <a:close/>
                  <a:moveTo>
                    <a:pt x="838" y="538"/>
                  </a:moveTo>
                  <a:cubicBezTo>
                    <a:pt x="845" y="538"/>
                    <a:pt x="851" y="532"/>
                    <a:pt x="851" y="525"/>
                  </a:cubicBezTo>
                  <a:cubicBezTo>
                    <a:pt x="851" y="518"/>
                    <a:pt x="845" y="512"/>
                    <a:pt x="838" y="512"/>
                  </a:cubicBezTo>
                  <a:cubicBezTo>
                    <a:pt x="831" y="512"/>
                    <a:pt x="825" y="518"/>
                    <a:pt x="825" y="525"/>
                  </a:cubicBezTo>
                  <a:cubicBezTo>
                    <a:pt x="825" y="532"/>
                    <a:pt x="831" y="538"/>
                    <a:pt x="838" y="538"/>
                  </a:cubicBezTo>
                  <a:close/>
                  <a:moveTo>
                    <a:pt x="917" y="538"/>
                  </a:moveTo>
                  <a:cubicBezTo>
                    <a:pt x="924" y="538"/>
                    <a:pt x="930" y="532"/>
                    <a:pt x="930" y="525"/>
                  </a:cubicBezTo>
                  <a:cubicBezTo>
                    <a:pt x="930" y="518"/>
                    <a:pt x="924" y="512"/>
                    <a:pt x="917" y="512"/>
                  </a:cubicBezTo>
                  <a:cubicBezTo>
                    <a:pt x="910" y="512"/>
                    <a:pt x="904" y="518"/>
                    <a:pt x="904" y="525"/>
                  </a:cubicBezTo>
                  <a:cubicBezTo>
                    <a:pt x="904" y="532"/>
                    <a:pt x="910" y="538"/>
                    <a:pt x="917" y="538"/>
                  </a:cubicBezTo>
                  <a:close/>
                  <a:moveTo>
                    <a:pt x="956" y="538"/>
                  </a:moveTo>
                  <a:cubicBezTo>
                    <a:pt x="963" y="538"/>
                    <a:pt x="969" y="532"/>
                    <a:pt x="969" y="525"/>
                  </a:cubicBezTo>
                  <a:cubicBezTo>
                    <a:pt x="969" y="518"/>
                    <a:pt x="963" y="512"/>
                    <a:pt x="956" y="512"/>
                  </a:cubicBezTo>
                  <a:cubicBezTo>
                    <a:pt x="949" y="512"/>
                    <a:pt x="944" y="518"/>
                    <a:pt x="944" y="525"/>
                  </a:cubicBezTo>
                  <a:cubicBezTo>
                    <a:pt x="944" y="532"/>
                    <a:pt x="949" y="538"/>
                    <a:pt x="956" y="538"/>
                  </a:cubicBezTo>
                  <a:close/>
                  <a:moveTo>
                    <a:pt x="996" y="538"/>
                  </a:moveTo>
                  <a:cubicBezTo>
                    <a:pt x="1003" y="538"/>
                    <a:pt x="1009" y="532"/>
                    <a:pt x="1009" y="525"/>
                  </a:cubicBezTo>
                  <a:cubicBezTo>
                    <a:pt x="1009" y="518"/>
                    <a:pt x="1003" y="512"/>
                    <a:pt x="996" y="512"/>
                  </a:cubicBezTo>
                  <a:cubicBezTo>
                    <a:pt x="989" y="512"/>
                    <a:pt x="983" y="518"/>
                    <a:pt x="983" y="525"/>
                  </a:cubicBezTo>
                  <a:cubicBezTo>
                    <a:pt x="983" y="532"/>
                    <a:pt x="989" y="538"/>
                    <a:pt x="996" y="538"/>
                  </a:cubicBezTo>
                  <a:close/>
                  <a:moveTo>
                    <a:pt x="1035" y="538"/>
                  </a:moveTo>
                  <a:cubicBezTo>
                    <a:pt x="1042" y="538"/>
                    <a:pt x="1048" y="532"/>
                    <a:pt x="1048" y="525"/>
                  </a:cubicBezTo>
                  <a:cubicBezTo>
                    <a:pt x="1048" y="518"/>
                    <a:pt x="1042" y="512"/>
                    <a:pt x="1035" y="512"/>
                  </a:cubicBezTo>
                  <a:cubicBezTo>
                    <a:pt x="1028" y="512"/>
                    <a:pt x="1022" y="518"/>
                    <a:pt x="1022" y="525"/>
                  </a:cubicBezTo>
                  <a:cubicBezTo>
                    <a:pt x="1022" y="532"/>
                    <a:pt x="1028" y="538"/>
                    <a:pt x="1035" y="538"/>
                  </a:cubicBezTo>
                  <a:close/>
                  <a:moveTo>
                    <a:pt x="1062" y="525"/>
                  </a:moveTo>
                  <a:cubicBezTo>
                    <a:pt x="1062" y="532"/>
                    <a:pt x="1068" y="538"/>
                    <a:pt x="1075" y="538"/>
                  </a:cubicBezTo>
                  <a:cubicBezTo>
                    <a:pt x="1082" y="538"/>
                    <a:pt x="1087" y="532"/>
                    <a:pt x="1087" y="525"/>
                  </a:cubicBezTo>
                  <a:cubicBezTo>
                    <a:pt x="1087" y="518"/>
                    <a:pt x="1082" y="512"/>
                    <a:pt x="1075" y="512"/>
                  </a:cubicBezTo>
                  <a:cubicBezTo>
                    <a:pt x="1068" y="512"/>
                    <a:pt x="1062" y="518"/>
                    <a:pt x="1062" y="525"/>
                  </a:cubicBezTo>
                  <a:close/>
                  <a:moveTo>
                    <a:pt x="1627" y="538"/>
                  </a:moveTo>
                  <a:cubicBezTo>
                    <a:pt x="1634" y="538"/>
                    <a:pt x="1639" y="532"/>
                    <a:pt x="1639" y="525"/>
                  </a:cubicBezTo>
                  <a:cubicBezTo>
                    <a:pt x="1639" y="518"/>
                    <a:pt x="1634" y="512"/>
                    <a:pt x="1627" y="512"/>
                  </a:cubicBezTo>
                  <a:cubicBezTo>
                    <a:pt x="1620" y="512"/>
                    <a:pt x="1614" y="518"/>
                    <a:pt x="1614" y="525"/>
                  </a:cubicBezTo>
                  <a:cubicBezTo>
                    <a:pt x="1614" y="532"/>
                    <a:pt x="1620" y="538"/>
                    <a:pt x="1627" y="538"/>
                  </a:cubicBezTo>
                  <a:close/>
                  <a:moveTo>
                    <a:pt x="1666" y="537"/>
                  </a:moveTo>
                  <a:cubicBezTo>
                    <a:pt x="1673" y="537"/>
                    <a:pt x="1678" y="532"/>
                    <a:pt x="1678" y="525"/>
                  </a:cubicBezTo>
                  <a:cubicBezTo>
                    <a:pt x="1678" y="519"/>
                    <a:pt x="1673" y="513"/>
                    <a:pt x="1666" y="513"/>
                  </a:cubicBezTo>
                  <a:cubicBezTo>
                    <a:pt x="1659" y="513"/>
                    <a:pt x="1654" y="519"/>
                    <a:pt x="1654" y="525"/>
                  </a:cubicBezTo>
                  <a:cubicBezTo>
                    <a:pt x="1654" y="532"/>
                    <a:pt x="1659" y="537"/>
                    <a:pt x="1666" y="537"/>
                  </a:cubicBezTo>
                  <a:close/>
                  <a:moveTo>
                    <a:pt x="1784" y="538"/>
                  </a:moveTo>
                  <a:cubicBezTo>
                    <a:pt x="1791" y="538"/>
                    <a:pt x="1797" y="532"/>
                    <a:pt x="1797" y="525"/>
                  </a:cubicBezTo>
                  <a:cubicBezTo>
                    <a:pt x="1797" y="518"/>
                    <a:pt x="1791" y="512"/>
                    <a:pt x="1784" y="512"/>
                  </a:cubicBezTo>
                  <a:cubicBezTo>
                    <a:pt x="1777" y="512"/>
                    <a:pt x="1772" y="518"/>
                    <a:pt x="1772" y="525"/>
                  </a:cubicBezTo>
                  <a:cubicBezTo>
                    <a:pt x="1772" y="532"/>
                    <a:pt x="1777" y="538"/>
                    <a:pt x="1784" y="538"/>
                  </a:cubicBezTo>
                  <a:close/>
                  <a:moveTo>
                    <a:pt x="1824" y="538"/>
                  </a:moveTo>
                  <a:cubicBezTo>
                    <a:pt x="1831" y="538"/>
                    <a:pt x="1836" y="532"/>
                    <a:pt x="1836" y="525"/>
                  </a:cubicBezTo>
                  <a:cubicBezTo>
                    <a:pt x="1836" y="518"/>
                    <a:pt x="1831" y="512"/>
                    <a:pt x="1824" y="512"/>
                  </a:cubicBezTo>
                  <a:cubicBezTo>
                    <a:pt x="1817" y="512"/>
                    <a:pt x="1811" y="518"/>
                    <a:pt x="1811" y="525"/>
                  </a:cubicBezTo>
                  <a:cubicBezTo>
                    <a:pt x="1811" y="532"/>
                    <a:pt x="1817" y="538"/>
                    <a:pt x="1824" y="538"/>
                  </a:cubicBezTo>
                  <a:close/>
                  <a:moveTo>
                    <a:pt x="1863" y="538"/>
                  </a:moveTo>
                  <a:cubicBezTo>
                    <a:pt x="1870" y="538"/>
                    <a:pt x="1876" y="532"/>
                    <a:pt x="1876" y="525"/>
                  </a:cubicBezTo>
                  <a:cubicBezTo>
                    <a:pt x="1876" y="518"/>
                    <a:pt x="1870" y="512"/>
                    <a:pt x="1863" y="512"/>
                  </a:cubicBezTo>
                  <a:cubicBezTo>
                    <a:pt x="1856" y="512"/>
                    <a:pt x="1850" y="518"/>
                    <a:pt x="1850" y="525"/>
                  </a:cubicBezTo>
                  <a:cubicBezTo>
                    <a:pt x="1850" y="532"/>
                    <a:pt x="1856" y="538"/>
                    <a:pt x="1863" y="538"/>
                  </a:cubicBezTo>
                  <a:close/>
                  <a:moveTo>
                    <a:pt x="1903" y="538"/>
                  </a:moveTo>
                  <a:cubicBezTo>
                    <a:pt x="1910" y="538"/>
                    <a:pt x="1915" y="532"/>
                    <a:pt x="1915" y="525"/>
                  </a:cubicBezTo>
                  <a:cubicBezTo>
                    <a:pt x="1915" y="518"/>
                    <a:pt x="1910" y="512"/>
                    <a:pt x="1903" y="512"/>
                  </a:cubicBezTo>
                  <a:cubicBezTo>
                    <a:pt x="1896" y="512"/>
                    <a:pt x="1890" y="518"/>
                    <a:pt x="1890" y="525"/>
                  </a:cubicBezTo>
                  <a:cubicBezTo>
                    <a:pt x="1890" y="532"/>
                    <a:pt x="1896" y="538"/>
                    <a:pt x="1903" y="538"/>
                  </a:cubicBezTo>
                  <a:close/>
                  <a:moveTo>
                    <a:pt x="1942" y="538"/>
                  </a:moveTo>
                  <a:cubicBezTo>
                    <a:pt x="1949" y="538"/>
                    <a:pt x="1955" y="532"/>
                    <a:pt x="1955" y="525"/>
                  </a:cubicBezTo>
                  <a:cubicBezTo>
                    <a:pt x="1955" y="518"/>
                    <a:pt x="1949" y="512"/>
                    <a:pt x="1942" y="512"/>
                  </a:cubicBezTo>
                  <a:cubicBezTo>
                    <a:pt x="1935" y="512"/>
                    <a:pt x="1929" y="518"/>
                    <a:pt x="1929" y="525"/>
                  </a:cubicBezTo>
                  <a:cubicBezTo>
                    <a:pt x="1929" y="532"/>
                    <a:pt x="1935" y="538"/>
                    <a:pt x="1942" y="538"/>
                  </a:cubicBezTo>
                  <a:close/>
                  <a:moveTo>
                    <a:pt x="1981" y="538"/>
                  </a:moveTo>
                  <a:cubicBezTo>
                    <a:pt x="1988" y="538"/>
                    <a:pt x="1994" y="532"/>
                    <a:pt x="1994" y="525"/>
                  </a:cubicBezTo>
                  <a:cubicBezTo>
                    <a:pt x="1994" y="518"/>
                    <a:pt x="1988" y="512"/>
                    <a:pt x="1981" y="512"/>
                  </a:cubicBezTo>
                  <a:cubicBezTo>
                    <a:pt x="1974" y="512"/>
                    <a:pt x="1969" y="518"/>
                    <a:pt x="1969" y="525"/>
                  </a:cubicBezTo>
                  <a:cubicBezTo>
                    <a:pt x="1969" y="532"/>
                    <a:pt x="1974" y="538"/>
                    <a:pt x="1981" y="538"/>
                  </a:cubicBezTo>
                  <a:close/>
                  <a:moveTo>
                    <a:pt x="2021" y="538"/>
                  </a:moveTo>
                  <a:cubicBezTo>
                    <a:pt x="2028" y="538"/>
                    <a:pt x="2034" y="532"/>
                    <a:pt x="2034" y="525"/>
                  </a:cubicBezTo>
                  <a:cubicBezTo>
                    <a:pt x="2034" y="518"/>
                    <a:pt x="2028" y="512"/>
                    <a:pt x="2021" y="512"/>
                  </a:cubicBezTo>
                  <a:cubicBezTo>
                    <a:pt x="2014" y="512"/>
                    <a:pt x="2008" y="518"/>
                    <a:pt x="2008" y="525"/>
                  </a:cubicBezTo>
                  <a:cubicBezTo>
                    <a:pt x="2008" y="532"/>
                    <a:pt x="2014" y="538"/>
                    <a:pt x="2021" y="538"/>
                  </a:cubicBezTo>
                  <a:close/>
                  <a:moveTo>
                    <a:pt x="2060" y="538"/>
                  </a:moveTo>
                  <a:cubicBezTo>
                    <a:pt x="2067" y="538"/>
                    <a:pt x="2073" y="532"/>
                    <a:pt x="2073" y="525"/>
                  </a:cubicBezTo>
                  <a:cubicBezTo>
                    <a:pt x="2073" y="518"/>
                    <a:pt x="2067" y="512"/>
                    <a:pt x="2060" y="512"/>
                  </a:cubicBezTo>
                  <a:cubicBezTo>
                    <a:pt x="2053" y="512"/>
                    <a:pt x="2048" y="518"/>
                    <a:pt x="2048" y="525"/>
                  </a:cubicBezTo>
                  <a:cubicBezTo>
                    <a:pt x="2048" y="532"/>
                    <a:pt x="2053" y="538"/>
                    <a:pt x="2060" y="538"/>
                  </a:cubicBezTo>
                  <a:close/>
                  <a:moveTo>
                    <a:pt x="2100" y="538"/>
                  </a:moveTo>
                  <a:cubicBezTo>
                    <a:pt x="2107" y="538"/>
                    <a:pt x="2112" y="532"/>
                    <a:pt x="2112" y="525"/>
                  </a:cubicBezTo>
                  <a:cubicBezTo>
                    <a:pt x="2112" y="518"/>
                    <a:pt x="2107" y="512"/>
                    <a:pt x="2100" y="512"/>
                  </a:cubicBezTo>
                  <a:cubicBezTo>
                    <a:pt x="2093" y="512"/>
                    <a:pt x="2087" y="518"/>
                    <a:pt x="2087" y="525"/>
                  </a:cubicBezTo>
                  <a:cubicBezTo>
                    <a:pt x="2087" y="532"/>
                    <a:pt x="2093" y="538"/>
                    <a:pt x="2100" y="538"/>
                  </a:cubicBezTo>
                  <a:close/>
                  <a:moveTo>
                    <a:pt x="2139" y="538"/>
                  </a:moveTo>
                  <a:cubicBezTo>
                    <a:pt x="2146" y="538"/>
                    <a:pt x="2152" y="532"/>
                    <a:pt x="2152" y="525"/>
                  </a:cubicBezTo>
                  <a:cubicBezTo>
                    <a:pt x="2152" y="518"/>
                    <a:pt x="2146" y="512"/>
                    <a:pt x="2139" y="512"/>
                  </a:cubicBezTo>
                  <a:cubicBezTo>
                    <a:pt x="2132" y="512"/>
                    <a:pt x="2126" y="518"/>
                    <a:pt x="2126" y="525"/>
                  </a:cubicBezTo>
                  <a:cubicBezTo>
                    <a:pt x="2126" y="532"/>
                    <a:pt x="2132" y="538"/>
                    <a:pt x="2139" y="538"/>
                  </a:cubicBezTo>
                  <a:close/>
                  <a:moveTo>
                    <a:pt x="2179" y="538"/>
                  </a:moveTo>
                  <a:cubicBezTo>
                    <a:pt x="2186" y="538"/>
                    <a:pt x="2191" y="532"/>
                    <a:pt x="2191" y="525"/>
                  </a:cubicBezTo>
                  <a:cubicBezTo>
                    <a:pt x="2191" y="518"/>
                    <a:pt x="2186" y="512"/>
                    <a:pt x="2179" y="512"/>
                  </a:cubicBezTo>
                  <a:cubicBezTo>
                    <a:pt x="2171" y="512"/>
                    <a:pt x="2166" y="518"/>
                    <a:pt x="2166" y="525"/>
                  </a:cubicBezTo>
                  <a:cubicBezTo>
                    <a:pt x="2166" y="532"/>
                    <a:pt x="2171" y="538"/>
                    <a:pt x="2179" y="538"/>
                  </a:cubicBezTo>
                  <a:close/>
                  <a:moveTo>
                    <a:pt x="2218" y="538"/>
                  </a:moveTo>
                  <a:cubicBezTo>
                    <a:pt x="2225" y="538"/>
                    <a:pt x="2231" y="532"/>
                    <a:pt x="2231" y="525"/>
                  </a:cubicBezTo>
                  <a:cubicBezTo>
                    <a:pt x="2231" y="518"/>
                    <a:pt x="2225" y="512"/>
                    <a:pt x="2218" y="512"/>
                  </a:cubicBezTo>
                  <a:cubicBezTo>
                    <a:pt x="2211" y="512"/>
                    <a:pt x="2205" y="518"/>
                    <a:pt x="2205" y="525"/>
                  </a:cubicBezTo>
                  <a:cubicBezTo>
                    <a:pt x="2205" y="532"/>
                    <a:pt x="2211" y="538"/>
                    <a:pt x="2218" y="538"/>
                  </a:cubicBezTo>
                  <a:close/>
                  <a:moveTo>
                    <a:pt x="2257" y="538"/>
                  </a:moveTo>
                  <a:cubicBezTo>
                    <a:pt x="2264" y="538"/>
                    <a:pt x="2270" y="532"/>
                    <a:pt x="2270" y="525"/>
                  </a:cubicBezTo>
                  <a:cubicBezTo>
                    <a:pt x="2270" y="518"/>
                    <a:pt x="2264" y="512"/>
                    <a:pt x="2257" y="512"/>
                  </a:cubicBezTo>
                  <a:cubicBezTo>
                    <a:pt x="2250" y="512"/>
                    <a:pt x="2245" y="518"/>
                    <a:pt x="2245" y="525"/>
                  </a:cubicBezTo>
                  <a:cubicBezTo>
                    <a:pt x="2245" y="532"/>
                    <a:pt x="2250" y="538"/>
                    <a:pt x="2257" y="538"/>
                  </a:cubicBezTo>
                  <a:close/>
                  <a:moveTo>
                    <a:pt x="2297" y="538"/>
                  </a:moveTo>
                  <a:cubicBezTo>
                    <a:pt x="2304" y="538"/>
                    <a:pt x="2310" y="532"/>
                    <a:pt x="2310" y="525"/>
                  </a:cubicBezTo>
                  <a:cubicBezTo>
                    <a:pt x="2310" y="518"/>
                    <a:pt x="2304" y="512"/>
                    <a:pt x="2297" y="512"/>
                  </a:cubicBezTo>
                  <a:cubicBezTo>
                    <a:pt x="2290" y="512"/>
                    <a:pt x="2284" y="518"/>
                    <a:pt x="2284" y="525"/>
                  </a:cubicBezTo>
                  <a:cubicBezTo>
                    <a:pt x="2284" y="532"/>
                    <a:pt x="2290" y="538"/>
                    <a:pt x="2297" y="538"/>
                  </a:cubicBezTo>
                  <a:close/>
                  <a:moveTo>
                    <a:pt x="2336" y="538"/>
                  </a:moveTo>
                  <a:cubicBezTo>
                    <a:pt x="2343" y="538"/>
                    <a:pt x="2349" y="532"/>
                    <a:pt x="2349" y="525"/>
                  </a:cubicBezTo>
                  <a:cubicBezTo>
                    <a:pt x="2349" y="518"/>
                    <a:pt x="2343" y="512"/>
                    <a:pt x="2336" y="512"/>
                  </a:cubicBezTo>
                  <a:cubicBezTo>
                    <a:pt x="2329" y="512"/>
                    <a:pt x="2323" y="518"/>
                    <a:pt x="2323" y="525"/>
                  </a:cubicBezTo>
                  <a:cubicBezTo>
                    <a:pt x="2323" y="532"/>
                    <a:pt x="2329" y="538"/>
                    <a:pt x="2336" y="538"/>
                  </a:cubicBezTo>
                  <a:close/>
                  <a:moveTo>
                    <a:pt x="2376" y="538"/>
                  </a:moveTo>
                  <a:cubicBezTo>
                    <a:pt x="2383" y="538"/>
                    <a:pt x="2388" y="532"/>
                    <a:pt x="2388" y="525"/>
                  </a:cubicBezTo>
                  <a:cubicBezTo>
                    <a:pt x="2388" y="518"/>
                    <a:pt x="2383" y="512"/>
                    <a:pt x="2376" y="512"/>
                  </a:cubicBezTo>
                  <a:cubicBezTo>
                    <a:pt x="2369" y="512"/>
                    <a:pt x="2363" y="518"/>
                    <a:pt x="2363" y="525"/>
                  </a:cubicBezTo>
                  <a:cubicBezTo>
                    <a:pt x="2363" y="532"/>
                    <a:pt x="2369" y="538"/>
                    <a:pt x="2376" y="538"/>
                  </a:cubicBezTo>
                  <a:close/>
                  <a:moveTo>
                    <a:pt x="2415" y="538"/>
                  </a:moveTo>
                  <a:cubicBezTo>
                    <a:pt x="2422" y="538"/>
                    <a:pt x="2428" y="532"/>
                    <a:pt x="2428" y="525"/>
                  </a:cubicBezTo>
                  <a:cubicBezTo>
                    <a:pt x="2428" y="518"/>
                    <a:pt x="2422" y="512"/>
                    <a:pt x="2415" y="512"/>
                  </a:cubicBezTo>
                  <a:cubicBezTo>
                    <a:pt x="2408" y="512"/>
                    <a:pt x="2402" y="518"/>
                    <a:pt x="2402" y="525"/>
                  </a:cubicBezTo>
                  <a:cubicBezTo>
                    <a:pt x="2402" y="532"/>
                    <a:pt x="2408" y="538"/>
                    <a:pt x="2415" y="538"/>
                  </a:cubicBezTo>
                  <a:close/>
                  <a:moveTo>
                    <a:pt x="2455" y="538"/>
                  </a:moveTo>
                  <a:cubicBezTo>
                    <a:pt x="2462" y="538"/>
                    <a:pt x="2467" y="532"/>
                    <a:pt x="2467" y="525"/>
                  </a:cubicBezTo>
                  <a:cubicBezTo>
                    <a:pt x="2467" y="518"/>
                    <a:pt x="2462" y="512"/>
                    <a:pt x="2455" y="512"/>
                  </a:cubicBezTo>
                  <a:cubicBezTo>
                    <a:pt x="2447" y="512"/>
                    <a:pt x="2442" y="518"/>
                    <a:pt x="2442" y="525"/>
                  </a:cubicBezTo>
                  <a:cubicBezTo>
                    <a:pt x="2442" y="532"/>
                    <a:pt x="2447" y="538"/>
                    <a:pt x="2455" y="538"/>
                  </a:cubicBezTo>
                  <a:close/>
                  <a:moveTo>
                    <a:pt x="2494" y="538"/>
                  </a:moveTo>
                  <a:cubicBezTo>
                    <a:pt x="2501" y="538"/>
                    <a:pt x="2507" y="532"/>
                    <a:pt x="2507" y="525"/>
                  </a:cubicBezTo>
                  <a:cubicBezTo>
                    <a:pt x="2507" y="518"/>
                    <a:pt x="2501" y="512"/>
                    <a:pt x="2494" y="512"/>
                  </a:cubicBezTo>
                  <a:cubicBezTo>
                    <a:pt x="2487" y="512"/>
                    <a:pt x="2481" y="518"/>
                    <a:pt x="2481" y="525"/>
                  </a:cubicBezTo>
                  <a:cubicBezTo>
                    <a:pt x="2481" y="532"/>
                    <a:pt x="2487" y="538"/>
                    <a:pt x="2494" y="538"/>
                  </a:cubicBezTo>
                  <a:close/>
                  <a:moveTo>
                    <a:pt x="2533" y="538"/>
                  </a:moveTo>
                  <a:cubicBezTo>
                    <a:pt x="2540" y="538"/>
                    <a:pt x="2546" y="532"/>
                    <a:pt x="2546" y="525"/>
                  </a:cubicBezTo>
                  <a:cubicBezTo>
                    <a:pt x="2546" y="518"/>
                    <a:pt x="2540" y="512"/>
                    <a:pt x="2533" y="512"/>
                  </a:cubicBezTo>
                  <a:cubicBezTo>
                    <a:pt x="2526" y="512"/>
                    <a:pt x="2521" y="518"/>
                    <a:pt x="2521" y="525"/>
                  </a:cubicBezTo>
                  <a:cubicBezTo>
                    <a:pt x="2521" y="532"/>
                    <a:pt x="2526" y="538"/>
                    <a:pt x="2533" y="538"/>
                  </a:cubicBezTo>
                  <a:close/>
                  <a:moveTo>
                    <a:pt x="2573" y="538"/>
                  </a:moveTo>
                  <a:cubicBezTo>
                    <a:pt x="2580" y="538"/>
                    <a:pt x="2586" y="532"/>
                    <a:pt x="2586" y="525"/>
                  </a:cubicBezTo>
                  <a:cubicBezTo>
                    <a:pt x="2586" y="518"/>
                    <a:pt x="2580" y="512"/>
                    <a:pt x="2573" y="512"/>
                  </a:cubicBezTo>
                  <a:cubicBezTo>
                    <a:pt x="2566" y="512"/>
                    <a:pt x="2560" y="518"/>
                    <a:pt x="2560" y="525"/>
                  </a:cubicBezTo>
                  <a:cubicBezTo>
                    <a:pt x="2560" y="532"/>
                    <a:pt x="2566" y="538"/>
                    <a:pt x="2573" y="538"/>
                  </a:cubicBezTo>
                  <a:close/>
                  <a:moveTo>
                    <a:pt x="2612" y="538"/>
                  </a:moveTo>
                  <a:cubicBezTo>
                    <a:pt x="2619" y="538"/>
                    <a:pt x="2625" y="532"/>
                    <a:pt x="2625" y="525"/>
                  </a:cubicBezTo>
                  <a:cubicBezTo>
                    <a:pt x="2625" y="518"/>
                    <a:pt x="2619" y="512"/>
                    <a:pt x="2612" y="512"/>
                  </a:cubicBezTo>
                  <a:cubicBezTo>
                    <a:pt x="2605" y="512"/>
                    <a:pt x="2599" y="518"/>
                    <a:pt x="2599" y="525"/>
                  </a:cubicBezTo>
                  <a:cubicBezTo>
                    <a:pt x="2599" y="532"/>
                    <a:pt x="2605" y="538"/>
                    <a:pt x="2612" y="538"/>
                  </a:cubicBezTo>
                  <a:close/>
                  <a:moveTo>
                    <a:pt x="2652" y="538"/>
                  </a:moveTo>
                  <a:cubicBezTo>
                    <a:pt x="2659" y="538"/>
                    <a:pt x="2664" y="532"/>
                    <a:pt x="2664" y="525"/>
                  </a:cubicBezTo>
                  <a:cubicBezTo>
                    <a:pt x="2664" y="518"/>
                    <a:pt x="2659" y="512"/>
                    <a:pt x="2652" y="512"/>
                  </a:cubicBezTo>
                  <a:cubicBezTo>
                    <a:pt x="2645" y="512"/>
                    <a:pt x="2639" y="518"/>
                    <a:pt x="2639" y="525"/>
                  </a:cubicBezTo>
                  <a:cubicBezTo>
                    <a:pt x="2639" y="532"/>
                    <a:pt x="2645" y="538"/>
                    <a:pt x="2652" y="538"/>
                  </a:cubicBezTo>
                  <a:close/>
                  <a:moveTo>
                    <a:pt x="2691" y="538"/>
                  </a:moveTo>
                  <a:cubicBezTo>
                    <a:pt x="2698" y="538"/>
                    <a:pt x="2704" y="532"/>
                    <a:pt x="2704" y="525"/>
                  </a:cubicBezTo>
                  <a:cubicBezTo>
                    <a:pt x="2704" y="518"/>
                    <a:pt x="2698" y="512"/>
                    <a:pt x="2691" y="512"/>
                  </a:cubicBezTo>
                  <a:cubicBezTo>
                    <a:pt x="2684" y="512"/>
                    <a:pt x="2678" y="518"/>
                    <a:pt x="2678" y="525"/>
                  </a:cubicBezTo>
                  <a:cubicBezTo>
                    <a:pt x="2678" y="532"/>
                    <a:pt x="2684" y="538"/>
                    <a:pt x="2691" y="538"/>
                  </a:cubicBezTo>
                  <a:close/>
                  <a:moveTo>
                    <a:pt x="2730" y="538"/>
                  </a:moveTo>
                  <a:cubicBezTo>
                    <a:pt x="2738" y="538"/>
                    <a:pt x="2743" y="532"/>
                    <a:pt x="2743" y="525"/>
                  </a:cubicBezTo>
                  <a:cubicBezTo>
                    <a:pt x="2743" y="518"/>
                    <a:pt x="2738" y="512"/>
                    <a:pt x="2730" y="512"/>
                  </a:cubicBezTo>
                  <a:cubicBezTo>
                    <a:pt x="2723" y="512"/>
                    <a:pt x="2718" y="518"/>
                    <a:pt x="2718" y="525"/>
                  </a:cubicBezTo>
                  <a:cubicBezTo>
                    <a:pt x="2718" y="532"/>
                    <a:pt x="2723" y="538"/>
                    <a:pt x="2730" y="538"/>
                  </a:cubicBezTo>
                  <a:close/>
                  <a:moveTo>
                    <a:pt x="2770" y="538"/>
                  </a:moveTo>
                  <a:cubicBezTo>
                    <a:pt x="2777" y="538"/>
                    <a:pt x="2783" y="532"/>
                    <a:pt x="2783" y="525"/>
                  </a:cubicBezTo>
                  <a:cubicBezTo>
                    <a:pt x="2783" y="518"/>
                    <a:pt x="2777" y="512"/>
                    <a:pt x="2770" y="512"/>
                  </a:cubicBezTo>
                  <a:cubicBezTo>
                    <a:pt x="2763" y="512"/>
                    <a:pt x="2757" y="518"/>
                    <a:pt x="2757" y="525"/>
                  </a:cubicBezTo>
                  <a:cubicBezTo>
                    <a:pt x="2757" y="532"/>
                    <a:pt x="2763" y="538"/>
                    <a:pt x="2770" y="538"/>
                  </a:cubicBezTo>
                  <a:close/>
                  <a:moveTo>
                    <a:pt x="2809" y="538"/>
                  </a:moveTo>
                  <a:cubicBezTo>
                    <a:pt x="2816" y="538"/>
                    <a:pt x="2822" y="532"/>
                    <a:pt x="2822" y="525"/>
                  </a:cubicBezTo>
                  <a:cubicBezTo>
                    <a:pt x="2822" y="518"/>
                    <a:pt x="2816" y="512"/>
                    <a:pt x="2809" y="512"/>
                  </a:cubicBezTo>
                  <a:cubicBezTo>
                    <a:pt x="2802" y="512"/>
                    <a:pt x="2797" y="518"/>
                    <a:pt x="2797" y="525"/>
                  </a:cubicBezTo>
                  <a:cubicBezTo>
                    <a:pt x="2797" y="532"/>
                    <a:pt x="2802" y="538"/>
                    <a:pt x="2809" y="538"/>
                  </a:cubicBezTo>
                  <a:close/>
                  <a:moveTo>
                    <a:pt x="2849" y="538"/>
                  </a:moveTo>
                  <a:cubicBezTo>
                    <a:pt x="2856" y="538"/>
                    <a:pt x="2861" y="532"/>
                    <a:pt x="2861" y="525"/>
                  </a:cubicBezTo>
                  <a:cubicBezTo>
                    <a:pt x="2861" y="518"/>
                    <a:pt x="2856" y="512"/>
                    <a:pt x="2849" y="512"/>
                  </a:cubicBezTo>
                  <a:cubicBezTo>
                    <a:pt x="2842" y="512"/>
                    <a:pt x="2836" y="518"/>
                    <a:pt x="2836" y="525"/>
                  </a:cubicBezTo>
                  <a:cubicBezTo>
                    <a:pt x="2836" y="532"/>
                    <a:pt x="2842" y="538"/>
                    <a:pt x="2849" y="538"/>
                  </a:cubicBezTo>
                  <a:close/>
                  <a:moveTo>
                    <a:pt x="2888" y="538"/>
                  </a:moveTo>
                  <a:cubicBezTo>
                    <a:pt x="2895" y="538"/>
                    <a:pt x="2901" y="532"/>
                    <a:pt x="2901" y="525"/>
                  </a:cubicBezTo>
                  <a:cubicBezTo>
                    <a:pt x="2901" y="518"/>
                    <a:pt x="2895" y="512"/>
                    <a:pt x="2888" y="512"/>
                  </a:cubicBezTo>
                  <a:cubicBezTo>
                    <a:pt x="2881" y="512"/>
                    <a:pt x="2875" y="518"/>
                    <a:pt x="2875" y="525"/>
                  </a:cubicBezTo>
                  <a:cubicBezTo>
                    <a:pt x="2875" y="532"/>
                    <a:pt x="2881" y="538"/>
                    <a:pt x="2888" y="538"/>
                  </a:cubicBezTo>
                  <a:close/>
                  <a:moveTo>
                    <a:pt x="2928" y="538"/>
                  </a:moveTo>
                  <a:cubicBezTo>
                    <a:pt x="2935" y="538"/>
                    <a:pt x="2940" y="532"/>
                    <a:pt x="2940" y="525"/>
                  </a:cubicBezTo>
                  <a:cubicBezTo>
                    <a:pt x="2940" y="518"/>
                    <a:pt x="2935" y="512"/>
                    <a:pt x="2928" y="512"/>
                  </a:cubicBezTo>
                  <a:cubicBezTo>
                    <a:pt x="2921" y="512"/>
                    <a:pt x="2915" y="518"/>
                    <a:pt x="2915" y="525"/>
                  </a:cubicBezTo>
                  <a:cubicBezTo>
                    <a:pt x="2915" y="532"/>
                    <a:pt x="2921" y="538"/>
                    <a:pt x="2928" y="538"/>
                  </a:cubicBezTo>
                  <a:close/>
                  <a:moveTo>
                    <a:pt x="2967" y="538"/>
                  </a:moveTo>
                  <a:cubicBezTo>
                    <a:pt x="2974" y="538"/>
                    <a:pt x="2980" y="532"/>
                    <a:pt x="2980" y="525"/>
                  </a:cubicBezTo>
                  <a:cubicBezTo>
                    <a:pt x="2980" y="518"/>
                    <a:pt x="2974" y="512"/>
                    <a:pt x="2967" y="512"/>
                  </a:cubicBezTo>
                  <a:cubicBezTo>
                    <a:pt x="2960" y="512"/>
                    <a:pt x="2954" y="518"/>
                    <a:pt x="2954" y="525"/>
                  </a:cubicBezTo>
                  <a:cubicBezTo>
                    <a:pt x="2954" y="532"/>
                    <a:pt x="2960" y="538"/>
                    <a:pt x="2967" y="538"/>
                  </a:cubicBezTo>
                  <a:close/>
                  <a:moveTo>
                    <a:pt x="3006" y="538"/>
                  </a:moveTo>
                  <a:cubicBezTo>
                    <a:pt x="3013" y="538"/>
                    <a:pt x="3019" y="532"/>
                    <a:pt x="3019" y="525"/>
                  </a:cubicBezTo>
                  <a:cubicBezTo>
                    <a:pt x="3019" y="518"/>
                    <a:pt x="3013" y="512"/>
                    <a:pt x="3006" y="512"/>
                  </a:cubicBezTo>
                  <a:cubicBezTo>
                    <a:pt x="2999" y="512"/>
                    <a:pt x="2994" y="518"/>
                    <a:pt x="2994" y="525"/>
                  </a:cubicBezTo>
                  <a:cubicBezTo>
                    <a:pt x="2994" y="532"/>
                    <a:pt x="2999" y="538"/>
                    <a:pt x="3006" y="538"/>
                  </a:cubicBezTo>
                  <a:close/>
                  <a:moveTo>
                    <a:pt x="3046" y="538"/>
                  </a:moveTo>
                  <a:cubicBezTo>
                    <a:pt x="3053" y="538"/>
                    <a:pt x="3059" y="532"/>
                    <a:pt x="3059" y="525"/>
                  </a:cubicBezTo>
                  <a:cubicBezTo>
                    <a:pt x="3059" y="518"/>
                    <a:pt x="3053" y="512"/>
                    <a:pt x="3046" y="512"/>
                  </a:cubicBezTo>
                  <a:cubicBezTo>
                    <a:pt x="3039" y="512"/>
                    <a:pt x="3033" y="518"/>
                    <a:pt x="3033" y="525"/>
                  </a:cubicBezTo>
                  <a:cubicBezTo>
                    <a:pt x="3033" y="532"/>
                    <a:pt x="3039" y="538"/>
                    <a:pt x="3046" y="538"/>
                  </a:cubicBezTo>
                  <a:close/>
                  <a:moveTo>
                    <a:pt x="3085" y="538"/>
                  </a:moveTo>
                  <a:cubicBezTo>
                    <a:pt x="3092" y="538"/>
                    <a:pt x="3098" y="532"/>
                    <a:pt x="3098" y="525"/>
                  </a:cubicBezTo>
                  <a:cubicBezTo>
                    <a:pt x="3098" y="518"/>
                    <a:pt x="3092" y="512"/>
                    <a:pt x="3085" y="512"/>
                  </a:cubicBezTo>
                  <a:cubicBezTo>
                    <a:pt x="3078" y="512"/>
                    <a:pt x="3073" y="518"/>
                    <a:pt x="3073" y="525"/>
                  </a:cubicBezTo>
                  <a:cubicBezTo>
                    <a:pt x="3073" y="532"/>
                    <a:pt x="3078" y="538"/>
                    <a:pt x="3085" y="538"/>
                  </a:cubicBezTo>
                  <a:close/>
                  <a:moveTo>
                    <a:pt x="3282" y="512"/>
                  </a:moveTo>
                  <a:cubicBezTo>
                    <a:pt x="3275" y="512"/>
                    <a:pt x="3270" y="518"/>
                    <a:pt x="3270" y="525"/>
                  </a:cubicBezTo>
                  <a:cubicBezTo>
                    <a:pt x="3270" y="532"/>
                    <a:pt x="3275" y="538"/>
                    <a:pt x="3282" y="538"/>
                  </a:cubicBezTo>
                  <a:cubicBezTo>
                    <a:pt x="3289" y="538"/>
                    <a:pt x="3295" y="532"/>
                    <a:pt x="3295" y="525"/>
                  </a:cubicBezTo>
                  <a:cubicBezTo>
                    <a:pt x="3295" y="518"/>
                    <a:pt x="3289" y="512"/>
                    <a:pt x="3282" y="512"/>
                  </a:cubicBezTo>
                  <a:close/>
                  <a:moveTo>
                    <a:pt x="444" y="577"/>
                  </a:moveTo>
                  <a:cubicBezTo>
                    <a:pt x="451" y="577"/>
                    <a:pt x="457" y="572"/>
                    <a:pt x="457" y="565"/>
                  </a:cubicBezTo>
                  <a:cubicBezTo>
                    <a:pt x="457" y="558"/>
                    <a:pt x="451" y="552"/>
                    <a:pt x="444" y="552"/>
                  </a:cubicBezTo>
                  <a:cubicBezTo>
                    <a:pt x="437" y="552"/>
                    <a:pt x="431" y="558"/>
                    <a:pt x="431" y="565"/>
                  </a:cubicBezTo>
                  <a:cubicBezTo>
                    <a:pt x="431" y="572"/>
                    <a:pt x="437" y="577"/>
                    <a:pt x="444" y="577"/>
                  </a:cubicBezTo>
                  <a:close/>
                  <a:moveTo>
                    <a:pt x="483" y="577"/>
                  </a:moveTo>
                  <a:cubicBezTo>
                    <a:pt x="490" y="577"/>
                    <a:pt x="496" y="572"/>
                    <a:pt x="496" y="565"/>
                  </a:cubicBezTo>
                  <a:cubicBezTo>
                    <a:pt x="496" y="558"/>
                    <a:pt x="490" y="552"/>
                    <a:pt x="483" y="552"/>
                  </a:cubicBezTo>
                  <a:cubicBezTo>
                    <a:pt x="476" y="552"/>
                    <a:pt x="471" y="558"/>
                    <a:pt x="471" y="565"/>
                  </a:cubicBezTo>
                  <a:cubicBezTo>
                    <a:pt x="471" y="572"/>
                    <a:pt x="476" y="577"/>
                    <a:pt x="483" y="577"/>
                  </a:cubicBezTo>
                  <a:close/>
                  <a:moveTo>
                    <a:pt x="523" y="577"/>
                  </a:moveTo>
                  <a:cubicBezTo>
                    <a:pt x="530" y="577"/>
                    <a:pt x="535" y="572"/>
                    <a:pt x="535" y="565"/>
                  </a:cubicBezTo>
                  <a:cubicBezTo>
                    <a:pt x="535" y="558"/>
                    <a:pt x="530" y="552"/>
                    <a:pt x="523" y="552"/>
                  </a:cubicBezTo>
                  <a:cubicBezTo>
                    <a:pt x="516" y="552"/>
                    <a:pt x="510" y="558"/>
                    <a:pt x="510" y="565"/>
                  </a:cubicBezTo>
                  <a:cubicBezTo>
                    <a:pt x="510" y="572"/>
                    <a:pt x="516" y="577"/>
                    <a:pt x="523" y="577"/>
                  </a:cubicBezTo>
                  <a:close/>
                  <a:moveTo>
                    <a:pt x="562" y="577"/>
                  </a:moveTo>
                  <a:cubicBezTo>
                    <a:pt x="569" y="577"/>
                    <a:pt x="575" y="572"/>
                    <a:pt x="575" y="565"/>
                  </a:cubicBezTo>
                  <a:cubicBezTo>
                    <a:pt x="575" y="558"/>
                    <a:pt x="569" y="552"/>
                    <a:pt x="562" y="552"/>
                  </a:cubicBezTo>
                  <a:cubicBezTo>
                    <a:pt x="555" y="552"/>
                    <a:pt x="549" y="558"/>
                    <a:pt x="549" y="565"/>
                  </a:cubicBezTo>
                  <a:cubicBezTo>
                    <a:pt x="549" y="572"/>
                    <a:pt x="555" y="577"/>
                    <a:pt x="562" y="577"/>
                  </a:cubicBezTo>
                  <a:close/>
                  <a:moveTo>
                    <a:pt x="602" y="577"/>
                  </a:moveTo>
                  <a:cubicBezTo>
                    <a:pt x="609" y="577"/>
                    <a:pt x="614" y="572"/>
                    <a:pt x="614" y="565"/>
                  </a:cubicBezTo>
                  <a:cubicBezTo>
                    <a:pt x="614" y="558"/>
                    <a:pt x="609" y="552"/>
                    <a:pt x="602" y="552"/>
                  </a:cubicBezTo>
                  <a:cubicBezTo>
                    <a:pt x="595" y="552"/>
                    <a:pt x="589" y="558"/>
                    <a:pt x="589" y="565"/>
                  </a:cubicBezTo>
                  <a:cubicBezTo>
                    <a:pt x="589" y="572"/>
                    <a:pt x="595" y="577"/>
                    <a:pt x="602" y="577"/>
                  </a:cubicBezTo>
                  <a:close/>
                  <a:moveTo>
                    <a:pt x="641" y="577"/>
                  </a:moveTo>
                  <a:cubicBezTo>
                    <a:pt x="648" y="577"/>
                    <a:pt x="654" y="572"/>
                    <a:pt x="654" y="565"/>
                  </a:cubicBezTo>
                  <a:cubicBezTo>
                    <a:pt x="654" y="558"/>
                    <a:pt x="648" y="552"/>
                    <a:pt x="641" y="552"/>
                  </a:cubicBezTo>
                  <a:cubicBezTo>
                    <a:pt x="634" y="552"/>
                    <a:pt x="628" y="558"/>
                    <a:pt x="628" y="565"/>
                  </a:cubicBezTo>
                  <a:cubicBezTo>
                    <a:pt x="628" y="572"/>
                    <a:pt x="634" y="577"/>
                    <a:pt x="641" y="577"/>
                  </a:cubicBezTo>
                  <a:close/>
                  <a:moveTo>
                    <a:pt x="680" y="577"/>
                  </a:moveTo>
                  <a:cubicBezTo>
                    <a:pt x="687" y="577"/>
                    <a:pt x="693" y="572"/>
                    <a:pt x="693" y="565"/>
                  </a:cubicBezTo>
                  <a:cubicBezTo>
                    <a:pt x="693" y="558"/>
                    <a:pt x="687" y="552"/>
                    <a:pt x="680" y="552"/>
                  </a:cubicBezTo>
                  <a:cubicBezTo>
                    <a:pt x="673" y="552"/>
                    <a:pt x="668" y="558"/>
                    <a:pt x="668" y="565"/>
                  </a:cubicBezTo>
                  <a:cubicBezTo>
                    <a:pt x="668" y="572"/>
                    <a:pt x="673" y="577"/>
                    <a:pt x="680" y="577"/>
                  </a:cubicBezTo>
                  <a:close/>
                  <a:moveTo>
                    <a:pt x="720" y="577"/>
                  </a:moveTo>
                  <a:cubicBezTo>
                    <a:pt x="727" y="577"/>
                    <a:pt x="733" y="572"/>
                    <a:pt x="733" y="565"/>
                  </a:cubicBezTo>
                  <a:cubicBezTo>
                    <a:pt x="733" y="558"/>
                    <a:pt x="727" y="552"/>
                    <a:pt x="720" y="552"/>
                  </a:cubicBezTo>
                  <a:cubicBezTo>
                    <a:pt x="713" y="552"/>
                    <a:pt x="707" y="558"/>
                    <a:pt x="707" y="565"/>
                  </a:cubicBezTo>
                  <a:cubicBezTo>
                    <a:pt x="707" y="572"/>
                    <a:pt x="713" y="577"/>
                    <a:pt x="720" y="577"/>
                  </a:cubicBezTo>
                  <a:close/>
                  <a:moveTo>
                    <a:pt x="759" y="577"/>
                  </a:moveTo>
                  <a:cubicBezTo>
                    <a:pt x="766" y="577"/>
                    <a:pt x="772" y="572"/>
                    <a:pt x="772" y="565"/>
                  </a:cubicBezTo>
                  <a:cubicBezTo>
                    <a:pt x="772" y="558"/>
                    <a:pt x="766" y="552"/>
                    <a:pt x="759" y="552"/>
                  </a:cubicBezTo>
                  <a:cubicBezTo>
                    <a:pt x="752" y="552"/>
                    <a:pt x="747" y="558"/>
                    <a:pt x="747" y="565"/>
                  </a:cubicBezTo>
                  <a:cubicBezTo>
                    <a:pt x="747" y="572"/>
                    <a:pt x="752" y="577"/>
                    <a:pt x="759" y="577"/>
                  </a:cubicBezTo>
                  <a:close/>
                  <a:moveTo>
                    <a:pt x="799" y="577"/>
                  </a:moveTo>
                  <a:cubicBezTo>
                    <a:pt x="806" y="577"/>
                    <a:pt x="811" y="572"/>
                    <a:pt x="811" y="565"/>
                  </a:cubicBezTo>
                  <a:cubicBezTo>
                    <a:pt x="811" y="558"/>
                    <a:pt x="806" y="552"/>
                    <a:pt x="799" y="552"/>
                  </a:cubicBezTo>
                  <a:cubicBezTo>
                    <a:pt x="792" y="552"/>
                    <a:pt x="786" y="558"/>
                    <a:pt x="786" y="565"/>
                  </a:cubicBezTo>
                  <a:cubicBezTo>
                    <a:pt x="786" y="572"/>
                    <a:pt x="792" y="577"/>
                    <a:pt x="799" y="577"/>
                  </a:cubicBezTo>
                  <a:close/>
                  <a:moveTo>
                    <a:pt x="838" y="577"/>
                  </a:moveTo>
                  <a:cubicBezTo>
                    <a:pt x="845" y="577"/>
                    <a:pt x="851" y="572"/>
                    <a:pt x="851" y="565"/>
                  </a:cubicBezTo>
                  <a:cubicBezTo>
                    <a:pt x="851" y="558"/>
                    <a:pt x="845" y="552"/>
                    <a:pt x="838" y="552"/>
                  </a:cubicBezTo>
                  <a:cubicBezTo>
                    <a:pt x="831" y="552"/>
                    <a:pt x="825" y="558"/>
                    <a:pt x="825" y="565"/>
                  </a:cubicBezTo>
                  <a:cubicBezTo>
                    <a:pt x="825" y="572"/>
                    <a:pt x="831" y="577"/>
                    <a:pt x="838" y="577"/>
                  </a:cubicBezTo>
                  <a:close/>
                  <a:moveTo>
                    <a:pt x="878" y="577"/>
                  </a:moveTo>
                  <a:cubicBezTo>
                    <a:pt x="885" y="577"/>
                    <a:pt x="890" y="572"/>
                    <a:pt x="890" y="565"/>
                  </a:cubicBezTo>
                  <a:cubicBezTo>
                    <a:pt x="890" y="558"/>
                    <a:pt x="885" y="552"/>
                    <a:pt x="878" y="552"/>
                  </a:cubicBezTo>
                  <a:cubicBezTo>
                    <a:pt x="871" y="552"/>
                    <a:pt x="865" y="558"/>
                    <a:pt x="865" y="565"/>
                  </a:cubicBezTo>
                  <a:cubicBezTo>
                    <a:pt x="865" y="572"/>
                    <a:pt x="871" y="577"/>
                    <a:pt x="878" y="577"/>
                  </a:cubicBezTo>
                  <a:close/>
                  <a:moveTo>
                    <a:pt x="917" y="577"/>
                  </a:moveTo>
                  <a:cubicBezTo>
                    <a:pt x="924" y="577"/>
                    <a:pt x="930" y="572"/>
                    <a:pt x="930" y="565"/>
                  </a:cubicBezTo>
                  <a:cubicBezTo>
                    <a:pt x="930" y="558"/>
                    <a:pt x="924" y="552"/>
                    <a:pt x="917" y="552"/>
                  </a:cubicBezTo>
                  <a:cubicBezTo>
                    <a:pt x="910" y="552"/>
                    <a:pt x="904" y="558"/>
                    <a:pt x="904" y="565"/>
                  </a:cubicBezTo>
                  <a:cubicBezTo>
                    <a:pt x="904" y="572"/>
                    <a:pt x="910" y="577"/>
                    <a:pt x="917" y="577"/>
                  </a:cubicBezTo>
                  <a:close/>
                  <a:moveTo>
                    <a:pt x="956" y="577"/>
                  </a:moveTo>
                  <a:cubicBezTo>
                    <a:pt x="963" y="577"/>
                    <a:pt x="969" y="572"/>
                    <a:pt x="969" y="565"/>
                  </a:cubicBezTo>
                  <a:cubicBezTo>
                    <a:pt x="969" y="558"/>
                    <a:pt x="963" y="552"/>
                    <a:pt x="956" y="552"/>
                  </a:cubicBezTo>
                  <a:cubicBezTo>
                    <a:pt x="949" y="552"/>
                    <a:pt x="944" y="558"/>
                    <a:pt x="944" y="565"/>
                  </a:cubicBezTo>
                  <a:cubicBezTo>
                    <a:pt x="944" y="572"/>
                    <a:pt x="949" y="577"/>
                    <a:pt x="956" y="577"/>
                  </a:cubicBezTo>
                  <a:close/>
                  <a:moveTo>
                    <a:pt x="996" y="577"/>
                  </a:moveTo>
                  <a:cubicBezTo>
                    <a:pt x="1003" y="577"/>
                    <a:pt x="1009" y="572"/>
                    <a:pt x="1009" y="565"/>
                  </a:cubicBezTo>
                  <a:cubicBezTo>
                    <a:pt x="1009" y="558"/>
                    <a:pt x="1003" y="552"/>
                    <a:pt x="996" y="552"/>
                  </a:cubicBezTo>
                  <a:cubicBezTo>
                    <a:pt x="989" y="552"/>
                    <a:pt x="983" y="558"/>
                    <a:pt x="983" y="565"/>
                  </a:cubicBezTo>
                  <a:cubicBezTo>
                    <a:pt x="983" y="572"/>
                    <a:pt x="989" y="577"/>
                    <a:pt x="996" y="577"/>
                  </a:cubicBezTo>
                  <a:close/>
                  <a:moveTo>
                    <a:pt x="1035" y="577"/>
                  </a:moveTo>
                  <a:cubicBezTo>
                    <a:pt x="1042" y="577"/>
                    <a:pt x="1048" y="572"/>
                    <a:pt x="1048" y="565"/>
                  </a:cubicBezTo>
                  <a:cubicBezTo>
                    <a:pt x="1048" y="558"/>
                    <a:pt x="1042" y="552"/>
                    <a:pt x="1035" y="552"/>
                  </a:cubicBezTo>
                  <a:cubicBezTo>
                    <a:pt x="1028" y="552"/>
                    <a:pt x="1022" y="558"/>
                    <a:pt x="1022" y="565"/>
                  </a:cubicBezTo>
                  <a:cubicBezTo>
                    <a:pt x="1022" y="572"/>
                    <a:pt x="1028" y="577"/>
                    <a:pt x="1035" y="577"/>
                  </a:cubicBezTo>
                  <a:close/>
                  <a:moveTo>
                    <a:pt x="1075" y="577"/>
                  </a:moveTo>
                  <a:cubicBezTo>
                    <a:pt x="1082" y="577"/>
                    <a:pt x="1087" y="572"/>
                    <a:pt x="1087" y="565"/>
                  </a:cubicBezTo>
                  <a:cubicBezTo>
                    <a:pt x="1087" y="558"/>
                    <a:pt x="1082" y="552"/>
                    <a:pt x="1075" y="552"/>
                  </a:cubicBezTo>
                  <a:cubicBezTo>
                    <a:pt x="1068" y="552"/>
                    <a:pt x="1062" y="558"/>
                    <a:pt x="1062" y="565"/>
                  </a:cubicBezTo>
                  <a:cubicBezTo>
                    <a:pt x="1062" y="572"/>
                    <a:pt x="1068" y="577"/>
                    <a:pt x="1075" y="577"/>
                  </a:cubicBezTo>
                  <a:close/>
                  <a:moveTo>
                    <a:pt x="1666" y="577"/>
                  </a:moveTo>
                  <a:cubicBezTo>
                    <a:pt x="1673" y="577"/>
                    <a:pt x="1679" y="572"/>
                    <a:pt x="1679" y="565"/>
                  </a:cubicBezTo>
                  <a:cubicBezTo>
                    <a:pt x="1679" y="558"/>
                    <a:pt x="1673" y="552"/>
                    <a:pt x="1666" y="552"/>
                  </a:cubicBezTo>
                  <a:cubicBezTo>
                    <a:pt x="1659" y="552"/>
                    <a:pt x="1653" y="558"/>
                    <a:pt x="1653" y="565"/>
                  </a:cubicBezTo>
                  <a:cubicBezTo>
                    <a:pt x="1653" y="572"/>
                    <a:pt x="1659" y="577"/>
                    <a:pt x="1666" y="577"/>
                  </a:cubicBezTo>
                  <a:close/>
                  <a:moveTo>
                    <a:pt x="1745" y="577"/>
                  </a:moveTo>
                  <a:cubicBezTo>
                    <a:pt x="1752" y="577"/>
                    <a:pt x="1758" y="572"/>
                    <a:pt x="1758" y="565"/>
                  </a:cubicBezTo>
                  <a:cubicBezTo>
                    <a:pt x="1758" y="558"/>
                    <a:pt x="1752" y="552"/>
                    <a:pt x="1745" y="552"/>
                  </a:cubicBezTo>
                  <a:cubicBezTo>
                    <a:pt x="1738" y="552"/>
                    <a:pt x="1732" y="558"/>
                    <a:pt x="1732" y="565"/>
                  </a:cubicBezTo>
                  <a:cubicBezTo>
                    <a:pt x="1732" y="572"/>
                    <a:pt x="1738" y="577"/>
                    <a:pt x="1745" y="577"/>
                  </a:cubicBezTo>
                  <a:close/>
                  <a:moveTo>
                    <a:pt x="1784" y="577"/>
                  </a:moveTo>
                  <a:cubicBezTo>
                    <a:pt x="1791" y="577"/>
                    <a:pt x="1797" y="572"/>
                    <a:pt x="1797" y="565"/>
                  </a:cubicBezTo>
                  <a:cubicBezTo>
                    <a:pt x="1797" y="558"/>
                    <a:pt x="1791" y="552"/>
                    <a:pt x="1784" y="552"/>
                  </a:cubicBezTo>
                  <a:cubicBezTo>
                    <a:pt x="1777" y="552"/>
                    <a:pt x="1772" y="558"/>
                    <a:pt x="1772" y="565"/>
                  </a:cubicBezTo>
                  <a:cubicBezTo>
                    <a:pt x="1772" y="572"/>
                    <a:pt x="1777" y="577"/>
                    <a:pt x="1784" y="577"/>
                  </a:cubicBezTo>
                  <a:close/>
                  <a:moveTo>
                    <a:pt x="1824" y="577"/>
                  </a:moveTo>
                  <a:cubicBezTo>
                    <a:pt x="1831" y="577"/>
                    <a:pt x="1836" y="572"/>
                    <a:pt x="1836" y="565"/>
                  </a:cubicBezTo>
                  <a:cubicBezTo>
                    <a:pt x="1836" y="558"/>
                    <a:pt x="1831" y="552"/>
                    <a:pt x="1824" y="552"/>
                  </a:cubicBezTo>
                  <a:cubicBezTo>
                    <a:pt x="1817" y="552"/>
                    <a:pt x="1811" y="558"/>
                    <a:pt x="1811" y="565"/>
                  </a:cubicBezTo>
                  <a:cubicBezTo>
                    <a:pt x="1811" y="572"/>
                    <a:pt x="1817" y="577"/>
                    <a:pt x="1824" y="577"/>
                  </a:cubicBezTo>
                  <a:close/>
                  <a:moveTo>
                    <a:pt x="1863" y="577"/>
                  </a:moveTo>
                  <a:cubicBezTo>
                    <a:pt x="1870" y="577"/>
                    <a:pt x="1876" y="572"/>
                    <a:pt x="1876" y="565"/>
                  </a:cubicBezTo>
                  <a:cubicBezTo>
                    <a:pt x="1876" y="558"/>
                    <a:pt x="1870" y="552"/>
                    <a:pt x="1863" y="552"/>
                  </a:cubicBezTo>
                  <a:cubicBezTo>
                    <a:pt x="1856" y="552"/>
                    <a:pt x="1850" y="558"/>
                    <a:pt x="1850" y="565"/>
                  </a:cubicBezTo>
                  <a:cubicBezTo>
                    <a:pt x="1850" y="572"/>
                    <a:pt x="1856" y="577"/>
                    <a:pt x="1863" y="577"/>
                  </a:cubicBezTo>
                  <a:close/>
                  <a:moveTo>
                    <a:pt x="1903" y="577"/>
                  </a:moveTo>
                  <a:cubicBezTo>
                    <a:pt x="1910" y="577"/>
                    <a:pt x="1915" y="572"/>
                    <a:pt x="1915" y="565"/>
                  </a:cubicBezTo>
                  <a:cubicBezTo>
                    <a:pt x="1915" y="558"/>
                    <a:pt x="1910" y="552"/>
                    <a:pt x="1903" y="552"/>
                  </a:cubicBezTo>
                  <a:cubicBezTo>
                    <a:pt x="1896" y="552"/>
                    <a:pt x="1890" y="558"/>
                    <a:pt x="1890" y="565"/>
                  </a:cubicBezTo>
                  <a:cubicBezTo>
                    <a:pt x="1890" y="572"/>
                    <a:pt x="1896" y="577"/>
                    <a:pt x="1903" y="577"/>
                  </a:cubicBezTo>
                  <a:close/>
                  <a:moveTo>
                    <a:pt x="1942" y="577"/>
                  </a:moveTo>
                  <a:cubicBezTo>
                    <a:pt x="1949" y="577"/>
                    <a:pt x="1955" y="572"/>
                    <a:pt x="1955" y="565"/>
                  </a:cubicBezTo>
                  <a:cubicBezTo>
                    <a:pt x="1955" y="558"/>
                    <a:pt x="1949" y="552"/>
                    <a:pt x="1942" y="552"/>
                  </a:cubicBezTo>
                  <a:cubicBezTo>
                    <a:pt x="1935" y="552"/>
                    <a:pt x="1929" y="558"/>
                    <a:pt x="1929" y="565"/>
                  </a:cubicBezTo>
                  <a:cubicBezTo>
                    <a:pt x="1929" y="572"/>
                    <a:pt x="1935" y="577"/>
                    <a:pt x="1942" y="577"/>
                  </a:cubicBezTo>
                  <a:close/>
                  <a:moveTo>
                    <a:pt x="1981" y="577"/>
                  </a:moveTo>
                  <a:cubicBezTo>
                    <a:pt x="1988" y="577"/>
                    <a:pt x="1994" y="572"/>
                    <a:pt x="1994" y="565"/>
                  </a:cubicBezTo>
                  <a:cubicBezTo>
                    <a:pt x="1994" y="558"/>
                    <a:pt x="1988" y="552"/>
                    <a:pt x="1981" y="552"/>
                  </a:cubicBezTo>
                  <a:cubicBezTo>
                    <a:pt x="1974" y="552"/>
                    <a:pt x="1969" y="558"/>
                    <a:pt x="1969" y="565"/>
                  </a:cubicBezTo>
                  <a:cubicBezTo>
                    <a:pt x="1969" y="572"/>
                    <a:pt x="1974" y="577"/>
                    <a:pt x="1981" y="577"/>
                  </a:cubicBezTo>
                  <a:close/>
                  <a:moveTo>
                    <a:pt x="2021" y="577"/>
                  </a:moveTo>
                  <a:cubicBezTo>
                    <a:pt x="2028" y="577"/>
                    <a:pt x="2034" y="572"/>
                    <a:pt x="2034" y="565"/>
                  </a:cubicBezTo>
                  <a:cubicBezTo>
                    <a:pt x="2034" y="558"/>
                    <a:pt x="2028" y="552"/>
                    <a:pt x="2021" y="552"/>
                  </a:cubicBezTo>
                  <a:cubicBezTo>
                    <a:pt x="2014" y="552"/>
                    <a:pt x="2008" y="558"/>
                    <a:pt x="2008" y="565"/>
                  </a:cubicBezTo>
                  <a:cubicBezTo>
                    <a:pt x="2008" y="572"/>
                    <a:pt x="2014" y="577"/>
                    <a:pt x="2021" y="577"/>
                  </a:cubicBezTo>
                  <a:close/>
                  <a:moveTo>
                    <a:pt x="2060" y="577"/>
                  </a:moveTo>
                  <a:cubicBezTo>
                    <a:pt x="2067" y="577"/>
                    <a:pt x="2073" y="572"/>
                    <a:pt x="2073" y="565"/>
                  </a:cubicBezTo>
                  <a:cubicBezTo>
                    <a:pt x="2073" y="558"/>
                    <a:pt x="2067" y="552"/>
                    <a:pt x="2060" y="552"/>
                  </a:cubicBezTo>
                  <a:cubicBezTo>
                    <a:pt x="2053" y="552"/>
                    <a:pt x="2048" y="558"/>
                    <a:pt x="2048" y="565"/>
                  </a:cubicBezTo>
                  <a:cubicBezTo>
                    <a:pt x="2048" y="572"/>
                    <a:pt x="2053" y="577"/>
                    <a:pt x="2060" y="577"/>
                  </a:cubicBezTo>
                  <a:close/>
                  <a:moveTo>
                    <a:pt x="2100" y="577"/>
                  </a:moveTo>
                  <a:cubicBezTo>
                    <a:pt x="2107" y="577"/>
                    <a:pt x="2112" y="572"/>
                    <a:pt x="2112" y="565"/>
                  </a:cubicBezTo>
                  <a:cubicBezTo>
                    <a:pt x="2112" y="558"/>
                    <a:pt x="2107" y="552"/>
                    <a:pt x="2100" y="552"/>
                  </a:cubicBezTo>
                  <a:cubicBezTo>
                    <a:pt x="2093" y="552"/>
                    <a:pt x="2087" y="558"/>
                    <a:pt x="2087" y="565"/>
                  </a:cubicBezTo>
                  <a:cubicBezTo>
                    <a:pt x="2087" y="572"/>
                    <a:pt x="2093" y="577"/>
                    <a:pt x="2100" y="577"/>
                  </a:cubicBezTo>
                  <a:close/>
                  <a:moveTo>
                    <a:pt x="2139" y="577"/>
                  </a:moveTo>
                  <a:cubicBezTo>
                    <a:pt x="2146" y="577"/>
                    <a:pt x="2152" y="572"/>
                    <a:pt x="2152" y="565"/>
                  </a:cubicBezTo>
                  <a:cubicBezTo>
                    <a:pt x="2152" y="558"/>
                    <a:pt x="2146" y="552"/>
                    <a:pt x="2139" y="552"/>
                  </a:cubicBezTo>
                  <a:cubicBezTo>
                    <a:pt x="2132" y="552"/>
                    <a:pt x="2126" y="558"/>
                    <a:pt x="2126" y="565"/>
                  </a:cubicBezTo>
                  <a:cubicBezTo>
                    <a:pt x="2126" y="572"/>
                    <a:pt x="2132" y="577"/>
                    <a:pt x="2139" y="577"/>
                  </a:cubicBezTo>
                  <a:close/>
                  <a:moveTo>
                    <a:pt x="2179" y="577"/>
                  </a:moveTo>
                  <a:cubicBezTo>
                    <a:pt x="2186" y="577"/>
                    <a:pt x="2191" y="572"/>
                    <a:pt x="2191" y="565"/>
                  </a:cubicBezTo>
                  <a:cubicBezTo>
                    <a:pt x="2191" y="558"/>
                    <a:pt x="2186" y="552"/>
                    <a:pt x="2179" y="552"/>
                  </a:cubicBezTo>
                  <a:cubicBezTo>
                    <a:pt x="2171" y="552"/>
                    <a:pt x="2166" y="558"/>
                    <a:pt x="2166" y="565"/>
                  </a:cubicBezTo>
                  <a:cubicBezTo>
                    <a:pt x="2166" y="572"/>
                    <a:pt x="2171" y="577"/>
                    <a:pt x="2179" y="577"/>
                  </a:cubicBezTo>
                  <a:close/>
                  <a:moveTo>
                    <a:pt x="2218" y="577"/>
                  </a:moveTo>
                  <a:cubicBezTo>
                    <a:pt x="2225" y="577"/>
                    <a:pt x="2231" y="572"/>
                    <a:pt x="2231" y="565"/>
                  </a:cubicBezTo>
                  <a:cubicBezTo>
                    <a:pt x="2231" y="558"/>
                    <a:pt x="2225" y="552"/>
                    <a:pt x="2218" y="552"/>
                  </a:cubicBezTo>
                  <a:cubicBezTo>
                    <a:pt x="2211" y="552"/>
                    <a:pt x="2205" y="558"/>
                    <a:pt x="2205" y="565"/>
                  </a:cubicBezTo>
                  <a:cubicBezTo>
                    <a:pt x="2205" y="572"/>
                    <a:pt x="2211" y="577"/>
                    <a:pt x="2218" y="577"/>
                  </a:cubicBezTo>
                  <a:close/>
                  <a:moveTo>
                    <a:pt x="2257" y="577"/>
                  </a:moveTo>
                  <a:cubicBezTo>
                    <a:pt x="2264" y="577"/>
                    <a:pt x="2270" y="572"/>
                    <a:pt x="2270" y="565"/>
                  </a:cubicBezTo>
                  <a:cubicBezTo>
                    <a:pt x="2270" y="558"/>
                    <a:pt x="2264" y="552"/>
                    <a:pt x="2257" y="552"/>
                  </a:cubicBezTo>
                  <a:cubicBezTo>
                    <a:pt x="2250" y="552"/>
                    <a:pt x="2245" y="558"/>
                    <a:pt x="2245" y="565"/>
                  </a:cubicBezTo>
                  <a:cubicBezTo>
                    <a:pt x="2245" y="572"/>
                    <a:pt x="2250" y="577"/>
                    <a:pt x="2257" y="577"/>
                  </a:cubicBezTo>
                  <a:close/>
                  <a:moveTo>
                    <a:pt x="2297" y="577"/>
                  </a:moveTo>
                  <a:cubicBezTo>
                    <a:pt x="2304" y="577"/>
                    <a:pt x="2310" y="572"/>
                    <a:pt x="2310" y="565"/>
                  </a:cubicBezTo>
                  <a:cubicBezTo>
                    <a:pt x="2310" y="558"/>
                    <a:pt x="2304" y="552"/>
                    <a:pt x="2297" y="552"/>
                  </a:cubicBezTo>
                  <a:cubicBezTo>
                    <a:pt x="2290" y="552"/>
                    <a:pt x="2284" y="558"/>
                    <a:pt x="2284" y="565"/>
                  </a:cubicBezTo>
                  <a:cubicBezTo>
                    <a:pt x="2284" y="572"/>
                    <a:pt x="2290" y="577"/>
                    <a:pt x="2297" y="577"/>
                  </a:cubicBezTo>
                  <a:close/>
                  <a:moveTo>
                    <a:pt x="2336" y="577"/>
                  </a:moveTo>
                  <a:cubicBezTo>
                    <a:pt x="2343" y="577"/>
                    <a:pt x="2349" y="572"/>
                    <a:pt x="2349" y="565"/>
                  </a:cubicBezTo>
                  <a:cubicBezTo>
                    <a:pt x="2349" y="558"/>
                    <a:pt x="2343" y="552"/>
                    <a:pt x="2336" y="552"/>
                  </a:cubicBezTo>
                  <a:cubicBezTo>
                    <a:pt x="2329" y="552"/>
                    <a:pt x="2323" y="558"/>
                    <a:pt x="2323" y="565"/>
                  </a:cubicBezTo>
                  <a:cubicBezTo>
                    <a:pt x="2323" y="572"/>
                    <a:pt x="2329" y="577"/>
                    <a:pt x="2336" y="577"/>
                  </a:cubicBezTo>
                  <a:close/>
                  <a:moveTo>
                    <a:pt x="2376" y="577"/>
                  </a:moveTo>
                  <a:cubicBezTo>
                    <a:pt x="2383" y="577"/>
                    <a:pt x="2388" y="572"/>
                    <a:pt x="2388" y="565"/>
                  </a:cubicBezTo>
                  <a:cubicBezTo>
                    <a:pt x="2388" y="558"/>
                    <a:pt x="2383" y="552"/>
                    <a:pt x="2376" y="552"/>
                  </a:cubicBezTo>
                  <a:cubicBezTo>
                    <a:pt x="2369" y="552"/>
                    <a:pt x="2363" y="558"/>
                    <a:pt x="2363" y="565"/>
                  </a:cubicBezTo>
                  <a:cubicBezTo>
                    <a:pt x="2363" y="572"/>
                    <a:pt x="2369" y="577"/>
                    <a:pt x="2376" y="577"/>
                  </a:cubicBezTo>
                  <a:close/>
                  <a:moveTo>
                    <a:pt x="2415" y="577"/>
                  </a:moveTo>
                  <a:cubicBezTo>
                    <a:pt x="2422" y="577"/>
                    <a:pt x="2428" y="572"/>
                    <a:pt x="2428" y="565"/>
                  </a:cubicBezTo>
                  <a:cubicBezTo>
                    <a:pt x="2428" y="558"/>
                    <a:pt x="2422" y="552"/>
                    <a:pt x="2415" y="552"/>
                  </a:cubicBezTo>
                  <a:cubicBezTo>
                    <a:pt x="2408" y="552"/>
                    <a:pt x="2402" y="558"/>
                    <a:pt x="2402" y="565"/>
                  </a:cubicBezTo>
                  <a:cubicBezTo>
                    <a:pt x="2402" y="572"/>
                    <a:pt x="2408" y="577"/>
                    <a:pt x="2415" y="577"/>
                  </a:cubicBezTo>
                  <a:close/>
                  <a:moveTo>
                    <a:pt x="2455" y="577"/>
                  </a:moveTo>
                  <a:cubicBezTo>
                    <a:pt x="2462" y="577"/>
                    <a:pt x="2467" y="572"/>
                    <a:pt x="2467" y="565"/>
                  </a:cubicBezTo>
                  <a:cubicBezTo>
                    <a:pt x="2467" y="558"/>
                    <a:pt x="2462" y="552"/>
                    <a:pt x="2455" y="552"/>
                  </a:cubicBezTo>
                  <a:cubicBezTo>
                    <a:pt x="2447" y="552"/>
                    <a:pt x="2442" y="558"/>
                    <a:pt x="2442" y="565"/>
                  </a:cubicBezTo>
                  <a:cubicBezTo>
                    <a:pt x="2442" y="572"/>
                    <a:pt x="2447" y="577"/>
                    <a:pt x="2455" y="577"/>
                  </a:cubicBezTo>
                  <a:close/>
                  <a:moveTo>
                    <a:pt x="2494" y="577"/>
                  </a:moveTo>
                  <a:cubicBezTo>
                    <a:pt x="2501" y="577"/>
                    <a:pt x="2507" y="572"/>
                    <a:pt x="2507" y="565"/>
                  </a:cubicBezTo>
                  <a:cubicBezTo>
                    <a:pt x="2507" y="558"/>
                    <a:pt x="2501" y="552"/>
                    <a:pt x="2494" y="552"/>
                  </a:cubicBezTo>
                  <a:cubicBezTo>
                    <a:pt x="2487" y="552"/>
                    <a:pt x="2481" y="558"/>
                    <a:pt x="2481" y="565"/>
                  </a:cubicBezTo>
                  <a:cubicBezTo>
                    <a:pt x="2481" y="572"/>
                    <a:pt x="2487" y="577"/>
                    <a:pt x="2494" y="577"/>
                  </a:cubicBezTo>
                  <a:close/>
                  <a:moveTo>
                    <a:pt x="2533" y="577"/>
                  </a:moveTo>
                  <a:cubicBezTo>
                    <a:pt x="2540" y="577"/>
                    <a:pt x="2546" y="572"/>
                    <a:pt x="2546" y="565"/>
                  </a:cubicBezTo>
                  <a:cubicBezTo>
                    <a:pt x="2546" y="558"/>
                    <a:pt x="2540" y="552"/>
                    <a:pt x="2533" y="552"/>
                  </a:cubicBezTo>
                  <a:cubicBezTo>
                    <a:pt x="2526" y="552"/>
                    <a:pt x="2521" y="558"/>
                    <a:pt x="2521" y="565"/>
                  </a:cubicBezTo>
                  <a:cubicBezTo>
                    <a:pt x="2521" y="572"/>
                    <a:pt x="2526" y="577"/>
                    <a:pt x="2533" y="577"/>
                  </a:cubicBezTo>
                  <a:close/>
                  <a:moveTo>
                    <a:pt x="2573" y="577"/>
                  </a:moveTo>
                  <a:cubicBezTo>
                    <a:pt x="2580" y="577"/>
                    <a:pt x="2586" y="572"/>
                    <a:pt x="2586" y="565"/>
                  </a:cubicBezTo>
                  <a:cubicBezTo>
                    <a:pt x="2586" y="558"/>
                    <a:pt x="2580" y="552"/>
                    <a:pt x="2573" y="552"/>
                  </a:cubicBezTo>
                  <a:cubicBezTo>
                    <a:pt x="2566" y="552"/>
                    <a:pt x="2560" y="558"/>
                    <a:pt x="2560" y="565"/>
                  </a:cubicBezTo>
                  <a:cubicBezTo>
                    <a:pt x="2560" y="572"/>
                    <a:pt x="2566" y="577"/>
                    <a:pt x="2573" y="577"/>
                  </a:cubicBezTo>
                  <a:close/>
                  <a:moveTo>
                    <a:pt x="2612" y="577"/>
                  </a:moveTo>
                  <a:cubicBezTo>
                    <a:pt x="2619" y="577"/>
                    <a:pt x="2625" y="572"/>
                    <a:pt x="2625" y="565"/>
                  </a:cubicBezTo>
                  <a:cubicBezTo>
                    <a:pt x="2625" y="558"/>
                    <a:pt x="2619" y="552"/>
                    <a:pt x="2612" y="552"/>
                  </a:cubicBezTo>
                  <a:cubicBezTo>
                    <a:pt x="2605" y="552"/>
                    <a:pt x="2599" y="558"/>
                    <a:pt x="2599" y="565"/>
                  </a:cubicBezTo>
                  <a:cubicBezTo>
                    <a:pt x="2599" y="572"/>
                    <a:pt x="2605" y="577"/>
                    <a:pt x="2612" y="577"/>
                  </a:cubicBezTo>
                  <a:close/>
                  <a:moveTo>
                    <a:pt x="2652" y="577"/>
                  </a:moveTo>
                  <a:cubicBezTo>
                    <a:pt x="2659" y="577"/>
                    <a:pt x="2664" y="572"/>
                    <a:pt x="2664" y="565"/>
                  </a:cubicBezTo>
                  <a:cubicBezTo>
                    <a:pt x="2664" y="558"/>
                    <a:pt x="2659" y="552"/>
                    <a:pt x="2652" y="552"/>
                  </a:cubicBezTo>
                  <a:cubicBezTo>
                    <a:pt x="2645" y="552"/>
                    <a:pt x="2639" y="558"/>
                    <a:pt x="2639" y="565"/>
                  </a:cubicBezTo>
                  <a:cubicBezTo>
                    <a:pt x="2639" y="572"/>
                    <a:pt x="2645" y="577"/>
                    <a:pt x="2652" y="577"/>
                  </a:cubicBezTo>
                  <a:close/>
                  <a:moveTo>
                    <a:pt x="2691" y="577"/>
                  </a:moveTo>
                  <a:cubicBezTo>
                    <a:pt x="2698" y="577"/>
                    <a:pt x="2704" y="572"/>
                    <a:pt x="2704" y="565"/>
                  </a:cubicBezTo>
                  <a:cubicBezTo>
                    <a:pt x="2704" y="558"/>
                    <a:pt x="2698" y="552"/>
                    <a:pt x="2691" y="552"/>
                  </a:cubicBezTo>
                  <a:cubicBezTo>
                    <a:pt x="2684" y="552"/>
                    <a:pt x="2678" y="558"/>
                    <a:pt x="2678" y="565"/>
                  </a:cubicBezTo>
                  <a:cubicBezTo>
                    <a:pt x="2678" y="572"/>
                    <a:pt x="2684" y="577"/>
                    <a:pt x="2691" y="577"/>
                  </a:cubicBezTo>
                  <a:close/>
                  <a:moveTo>
                    <a:pt x="2730" y="577"/>
                  </a:moveTo>
                  <a:cubicBezTo>
                    <a:pt x="2738" y="577"/>
                    <a:pt x="2743" y="572"/>
                    <a:pt x="2743" y="565"/>
                  </a:cubicBezTo>
                  <a:cubicBezTo>
                    <a:pt x="2743" y="558"/>
                    <a:pt x="2738" y="552"/>
                    <a:pt x="2730" y="552"/>
                  </a:cubicBezTo>
                  <a:cubicBezTo>
                    <a:pt x="2723" y="552"/>
                    <a:pt x="2718" y="558"/>
                    <a:pt x="2718" y="565"/>
                  </a:cubicBezTo>
                  <a:cubicBezTo>
                    <a:pt x="2718" y="572"/>
                    <a:pt x="2723" y="577"/>
                    <a:pt x="2730" y="577"/>
                  </a:cubicBezTo>
                  <a:close/>
                  <a:moveTo>
                    <a:pt x="2770" y="577"/>
                  </a:moveTo>
                  <a:cubicBezTo>
                    <a:pt x="2777" y="577"/>
                    <a:pt x="2783" y="572"/>
                    <a:pt x="2783" y="565"/>
                  </a:cubicBezTo>
                  <a:cubicBezTo>
                    <a:pt x="2783" y="558"/>
                    <a:pt x="2777" y="552"/>
                    <a:pt x="2770" y="552"/>
                  </a:cubicBezTo>
                  <a:cubicBezTo>
                    <a:pt x="2763" y="552"/>
                    <a:pt x="2757" y="558"/>
                    <a:pt x="2757" y="565"/>
                  </a:cubicBezTo>
                  <a:cubicBezTo>
                    <a:pt x="2757" y="572"/>
                    <a:pt x="2763" y="577"/>
                    <a:pt x="2770" y="577"/>
                  </a:cubicBezTo>
                  <a:close/>
                  <a:moveTo>
                    <a:pt x="2809" y="577"/>
                  </a:moveTo>
                  <a:cubicBezTo>
                    <a:pt x="2816" y="577"/>
                    <a:pt x="2822" y="572"/>
                    <a:pt x="2822" y="565"/>
                  </a:cubicBezTo>
                  <a:cubicBezTo>
                    <a:pt x="2822" y="558"/>
                    <a:pt x="2816" y="552"/>
                    <a:pt x="2809" y="552"/>
                  </a:cubicBezTo>
                  <a:cubicBezTo>
                    <a:pt x="2802" y="552"/>
                    <a:pt x="2797" y="558"/>
                    <a:pt x="2797" y="565"/>
                  </a:cubicBezTo>
                  <a:cubicBezTo>
                    <a:pt x="2797" y="572"/>
                    <a:pt x="2802" y="577"/>
                    <a:pt x="2809" y="577"/>
                  </a:cubicBezTo>
                  <a:close/>
                  <a:moveTo>
                    <a:pt x="2849" y="577"/>
                  </a:moveTo>
                  <a:cubicBezTo>
                    <a:pt x="2856" y="577"/>
                    <a:pt x="2861" y="572"/>
                    <a:pt x="2861" y="565"/>
                  </a:cubicBezTo>
                  <a:cubicBezTo>
                    <a:pt x="2861" y="558"/>
                    <a:pt x="2856" y="552"/>
                    <a:pt x="2849" y="552"/>
                  </a:cubicBezTo>
                  <a:cubicBezTo>
                    <a:pt x="2842" y="552"/>
                    <a:pt x="2836" y="558"/>
                    <a:pt x="2836" y="565"/>
                  </a:cubicBezTo>
                  <a:cubicBezTo>
                    <a:pt x="2836" y="572"/>
                    <a:pt x="2842" y="577"/>
                    <a:pt x="2849" y="577"/>
                  </a:cubicBezTo>
                  <a:close/>
                  <a:moveTo>
                    <a:pt x="2888" y="577"/>
                  </a:moveTo>
                  <a:cubicBezTo>
                    <a:pt x="2895" y="577"/>
                    <a:pt x="2901" y="572"/>
                    <a:pt x="2901" y="565"/>
                  </a:cubicBezTo>
                  <a:cubicBezTo>
                    <a:pt x="2901" y="558"/>
                    <a:pt x="2895" y="552"/>
                    <a:pt x="2888" y="552"/>
                  </a:cubicBezTo>
                  <a:cubicBezTo>
                    <a:pt x="2881" y="552"/>
                    <a:pt x="2875" y="558"/>
                    <a:pt x="2875" y="565"/>
                  </a:cubicBezTo>
                  <a:cubicBezTo>
                    <a:pt x="2875" y="572"/>
                    <a:pt x="2881" y="577"/>
                    <a:pt x="2888" y="577"/>
                  </a:cubicBezTo>
                  <a:close/>
                  <a:moveTo>
                    <a:pt x="2928" y="577"/>
                  </a:moveTo>
                  <a:cubicBezTo>
                    <a:pt x="2935" y="577"/>
                    <a:pt x="2940" y="572"/>
                    <a:pt x="2940" y="565"/>
                  </a:cubicBezTo>
                  <a:cubicBezTo>
                    <a:pt x="2940" y="558"/>
                    <a:pt x="2935" y="552"/>
                    <a:pt x="2928" y="552"/>
                  </a:cubicBezTo>
                  <a:cubicBezTo>
                    <a:pt x="2921" y="552"/>
                    <a:pt x="2915" y="558"/>
                    <a:pt x="2915" y="565"/>
                  </a:cubicBezTo>
                  <a:cubicBezTo>
                    <a:pt x="2915" y="572"/>
                    <a:pt x="2921" y="577"/>
                    <a:pt x="2928" y="577"/>
                  </a:cubicBezTo>
                  <a:close/>
                  <a:moveTo>
                    <a:pt x="2967" y="577"/>
                  </a:moveTo>
                  <a:cubicBezTo>
                    <a:pt x="2974" y="577"/>
                    <a:pt x="2980" y="572"/>
                    <a:pt x="2980" y="565"/>
                  </a:cubicBezTo>
                  <a:cubicBezTo>
                    <a:pt x="2980" y="558"/>
                    <a:pt x="2974" y="552"/>
                    <a:pt x="2967" y="552"/>
                  </a:cubicBezTo>
                  <a:cubicBezTo>
                    <a:pt x="2960" y="552"/>
                    <a:pt x="2954" y="558"/>
                    <a:pt x="2954" y="565"/>
                  </a:cubicBezTo>
                  <a:cubicBezTo>
                    <a:pt x="2954" y="572"/>
                    <a:pt x="2960" y="577"/>
                    <a:pt x="2967" y="577"/>
                  </a:cubicBezTo>
                  <a:close/>
                  <a:moveTo>
                    <a:pt x="3006" y="577"/>
                  </a:moveTo>
                  <a:cubicBezTo>
                    <a:pt x="3013" y="577"/>
                    <a:pt x="3019" y="572"/>
                    <a:pt x="3019" y="565"/>
                  </a:cubicBezTo>
                  <a:cubicBezTo>
                    <a:pt x="3019" y="558"/>
                    <a:pt x="3013" y="552"/>
                    <a:pt x="3006" y="552"/>
                  </a:cubicBezTo>
                  <a:cubicBezTo>
                    <a:pt x="2999" y="552"/>
                    <a:pt x="2994" y="558"/>
                    <a:pt x="2994" y="565"/>
                  </a:cubicBezTo>
                  <a:cubicBezTo>
                    <a:pt x="2994" y="572"/>
                    <a:pt x="2999" y="577"/>
                    <a:pt x="3006" y="577"/>
                  </a:cubicBezTo>
                  <a:close/>
                  <a:moveTo>
                    <a:pt x="3046" y="577"/>
                  </a:moveTo>
                  <a:cubicBezTo>
                    <a:pt x="3053" y="577"/>
                    <a:pt x="3059" y="572"/>
                    <a:pt x="3059" y="565"/>
                  </a:cubicBezTo>
                  <a:cubicBezTo>
                    <a:pt x="3059" y="558"/>
                    <a:pt x="3053" y="552"/>
                    <a:pt x="3046" y="552"/>
                  </a:cubicBezTo>
                  <a:cubicBezTo>
                    <a:pt x="3039" y="552"/>
                    <a:pt x="3033" y="558"/>
                    <a:pt x="3033" y="565"/>
                  </a:cubicBezTo>
                  <a:cubicBezTo>
                    <a:pt x="3033" y="572"/>
                    <a:pt x="3039" y="577"/>
                    <a:pt x="3046" y="577"/>
                  </a:cubicBezTo>
                  <a:close/>
                  <a:moveTo>
                    <a:pt x="3085" y="577"/>
                  </a:moveTo>
                  <a:cubicBezTo>
                    <a:pt x="3092" y="577"/>
                    <a:pt x="3098" y="572"/>
                    <a:pt x="3098" y="565"/>
                  </a:cubicBezTo>
                  <a:cubicBezTo>
                    <a:pt x="3098" y="558"/>
                    <a:pt x="3092" y="552"/>
                    <a:pt x="3085" y="552"/>
                  </a:cubicBezTo>
                  <a:cubicBezTo>
                    <a:pt x="3078" y="552"/>
                    <a:pt x="3073" y="558"/>
                    <a:pt x="3073" y="565"/>
                  </a:cubicBezTo>
                  <a:cubicBezTo>
                    <a:pt x="3073" y="572"/>
                    <a:pt x="3078" y="577"/>
                    <a:pt x="3085" y="577"/>
                  </a:cubicBezTo>
                  <a:close/>
                  <a:moveTo>
                    <a:pt x="3282" y="554"/>
                  </a:moveTo>
                  <a:cubicBezTo>
                    <a:pt x="3276" y="554"/>
                    <a:pt x="3272" y="559"/>
                    <a:pt x="3272" y="565"/>
                  </a:cubicBezTo>
                  <a:cubicBezTo>
                    <a:pt x="3272" y="571"/>
                    <a:pt x="3276" y="575"/>
                    <a:pt x="3282" y="575"/>
                  </a:cubicBezTo>
                  <a:cubicBezTo>
                    <a:pt x="3288" y="575"/>
                    <a:pt x="3293" y="571"/>
                    <a:pt x="3293" y="565"/>
                  </a:cubicBezTo>
                  <a:cubicBezTo>
                    <a:pt x="3293" y="559"/>
                    <a:pt x="3288" y="554"/>
                    <a:pt x="3282" y="554"/>
                  </a:cubicBezTo>
                  <a:close/>
                  <a:moveTo>
                    <a:pt x="444" y="617"/>
                  </a:moveTo>
                  <a:cubicBezTo>
                    <a:pt x="451" y="617"/>
                    <a:pt x="457" y="611"/>
                    <a:pt x="457" y="604"/>
                  </a:cubicBezTo>
                  <a:cubicBezTo>
                    <a:pt x="457" y="597"/>
                    <a:pt x="451" y="591"/>
                    <a:pt x="444" y="591"/>
                  </a:cubicBezTo>
                  <a:cubicBezTo>
                    <a:pt x="437" y="591"/>
                    <a:pt x="431" y="597"/>
                    <a:pt x="431" y="604"/>
                  </a:cubicBezTo>
                  <a:cubicBezTo>
                    <a:pt x="431" y="611"/>
                    <a:pt x="437" y="617"/>
                    <a:pt x="444" y="617"/>
                  </a:cubicBezTo>
                  <a:close/>
                  <a:moveTo>
                    <a:pt x="483" y="617"/>
                  </a:moveTo>
                  <a:cubicBezTo>
                    <a:pt x="490" y="617"/>
                    <a:pt x="496" y="611"/>
                    <a:pt x="496" y="604"/>
                  </a:cubicBezTo>
                  <a:cubicBezTo>
                    <a:pt x="496" y="597"/>
                    <a:pt x="490" y="591"/>
                    <a:pt x="483" y="591"/>
                  </a:cubicBezTo>
                  <a:cubicBezTo>
                    <a:pt x="476" y="591"/>
                    <a:pt x="471" y="597"/>
                    <a:pt x="471" y="604"/>
                  </a:cubicBezTo>
                  <a:cubicBezTo>
                    <a:pt x="471" y="611"/>
                    <a:pt x="476" y="617"/>
                    <a:pt x="483" y="617"/>
                  </a:cubicBezTo>
                  <a:close/>
                  <a:moveTo>
                    <a:pt x="523" y="617"/>
                  </a:moveTo>
                  <a:cubicBezTo>
                    <a:pt x="530" y="617"/>
                    <a:pt x="535" y="611"/>
                    <a:pt x="535" y="604"/>
                  </a:cubicBezTo>
                  <a:cubicBezTo>
                    <a:pt x="535" y="597"/>
                    <a:pt x="530" y="591"/>
                    <a:pt x="523" y="591"/>
                  </a:cubicBezTo>
                  <a:cubicBezTo>
                    <a:pt x="516" y="591"/>
                    <a:pt x="510" y="597"/>
                    <a:pt x="510" y="604"/>
                  </a:cubicBezTo>
                  <a:cubicBezTo>
                    <a:pt x="510" y="611"/>
                    <a:pt x="516" y="617"/>
                    <a:pt x="523" y="617"/>
                  </a:cubicBezTo>
                  <a:close/>
                  <a:moveTo>
                    <a:pt x="562" y="617"/>
                  </a:moveTo>
                  <a:cubicBezTo>
                    <a:pt x="569" y="617"/>
                    <a:pt x="575" y="611"/>
                    <a:pt x="575" y="604"/>
                  </a:cubicBezTo>
                  <a:cubicBezTo>
                    <a:pt x="575" y="597"/>
                    <a:pt x="569" y="591"/>
                    <a:pt x="562" y="591"/>
                  </a:cubicBezTo>
                  <a:cubicBezTo>
                    <a:pt x="555" y="591"/>
                    <a:pt x="549" y="597"/>
                    <a:pt x="549" y="604"/>
                  </a:cubicBezTo>
                  <a:cubicBezTo>
                    <a:pt x="549" y="611"/>
                    <a:pt x="555" y="617"/>
                    <a:pt x="562" y="617"/>
                  </a:cubicBezTo>
                  <a:close/>
                  <a:moveTo>
                    <a:pt x="602" y="617"/>
                  </a:moveTo>
                  <a:cubicBezTo>
                    <a:pt x="609" y="617"/>
                    <a:pt x="614" y="611"/>
                    <a:pt x="614" y="604"/>
                  </a:cubicBezTo>
                  <a:cubicBezTo>
                    <a:pt x="614" y="597"/>
                    <a:pt x="609" y="591"/>
                    <a:pt x="602" y="591"/>
                  </a:cubicBezTo>
                  <a:cubicBezTo>
                    <a:pt x="595" y="591"/>
                    <a:pt x="589" y="597"/>
                    <a:pt x="589" y="604"/>
                  </a:cubicBezTo>
                  <a:cubicBezTo>
                    <a:pt x="589" y="611"/>
                    <a:pt x="595" y="617"/>
                    <a:pt x="602" y="617"/>
                  </a:cubicBezTo>
                  <a:close/>
                  <a:moveTo>
                    <a:pt x="641" y="617"/>
                  </a:moveTo>
                  <a:cubicBezTo>
                    <a:pt x="648" y="617"/>
                    <a:pt x="654" y="611"/>
                    <a:pt x="654" y="604"/>
                  </a:cubicBezTo>
                  <a:cubicBezTo>
                    <a:pt x="654" y="597"/>
                    <a:pt x="648" y="591"/>
                    <a:pt x="641" y="591"/>
                  </a:cubicBezTo>
                  <a:cubicBezTo>
                    <a:pt x="634" y="591"/>
                    <a:pt x="628" y="597"/>
                    <a:pt x="628" y="604"/>
                  </a:cubicBezTo>
                  <a:cubicBezTo>
                    <a:pt x="628" y="611"/>
                    <a:pt x="634" y="617"/>
                    <a:pt x="641" y="617"/>
                  </a:cubicBezTo>
                  <a:close/>
                  <a:moveTo>
                    <a:pt x="680" y="617"/>
                  </a:moveTo>
                  <a:cubicBezTo>
                    <a:pt x="687" y="617"/>
                    <a:pt x="693" y="611"/>
                    <a:pt x="693" y="604"/>
                  </a:cubicBezTo>
                  <a:cubicBezTo>
                    <a:pt x="693" y="597"/>
                    <a:pt x="687" y="591"/>
                    <a:pt x="680" y="591"/>
                  </a:cubicBezTo>
                  <a:cubicBezTo>
                    <a:pt x="673" y="591"/>
                    <a:pt x="668" y="597"/>
                    <a:pt x="668" y="604"/>
                  </a:cubicBezTo>
                  <a:cubicBezTo>
                    <a:pt x="668" y="611"/>
                    <a:pt x="673" y="617"/>
                    <a:pt x="680" y="617"/>
                  </a:cubicBezTo>
                  <a:close/>
                  <a:moveTo>
                    <a:pt x="720" y="617"/>
                  </a:moveTo>
                  <a:cubicBezTo>
                    <a:pt x="727" y="617"/>
                    <a:pt x="733" y="611"/>
                    <a:pt x="733" y="604"/>
                  </a:cubicBezTo>
                  <a:cubicBezTo>
                    <a:pt x="733" y="597"/>
                    <a:pt x="727" y="591"/>
                    <a:pt x="720" y="591"/>
                  </a:cubicBezTo>
                  <a:cubicBezTo>
                    <a:pt x="713" y="591"/>
                    <a:pt x="707" y="597"/>
                    <a:pt x="707" y="604"/>
                  </a:cubicBezTo>
                  <a:cubicBezTo>
                    <a:pt x="707" y="611"/>
                    <a:pt x="713" y="617"/>
                    <a:pt x="720" y="617"/>
                  </a:cubicBezTo>
                  <a:close/>
                  <a:moveTo>
                    <a:pt x="759" y="617"/>
                  </a:moveTo>
                  <a:cubicBezTo>
                    <a:pt x="766" y="617"/>
                    <a:pt x="772" y="611"/>
                    <a:pt x="772" y="604"/>
                  </a:cubicBezTo>
                  <a:cubicBezTo>
                    <a:pt x="772" y="597"/>
                    <a:pt x="766" y="591"/>
                    <a:pt x="759" y="591"/>
                  </a:cubicBezTo>
                  <a:cubicBezTo>
                    <a:pt x="752" y="591"/>
                    <a:pt x="747" y="597"/>
                    <a:pt x="747" y="604"/>
                  </a:cubicBezTo>
                  <a:cubicBezTo>
                    <a:pt x="747" y="611"/>
                    <a:pt x="752" y="617"/>
                    <a:pt x="759" y="617"/>
                  </a:cubicBezTo>
                  <a:close/>
                  <a:moveTo>
                    <a:pt x="838" y="617"/>
                  </a:moveTo>
                  <a:cubicBezTo>
                    <a:pt x="845" y="617"/>
                    <a:pt x="851" y="611"/>
                    <a:pt x="851" y="604"/>
                  </a:cubicBezTo>
                  <a:cubicBezTo>
                    <a:pt x="851" y="597"/>
                    <a:pt x="845" y="591"/>
                    <a:pt x="838" y="591"/>
                  </a:cubicBezTo>
                  <a:cubicBezTo>
                    <a:pt x="831" y="591"/>
                    <a:pt x="825" y="597"/>
                    <a:pt x="825" y="604"/>
                  </a:cubicBezTo>
                  <a:cubicBezTo>
                    <a:pt x="825" y="611"/>
                    <a:pt x="831" y="617"/>
                    <a:pt x="838" y="617"/>
                  </a:cubicBezTo>
                  <a:close/>
                  <a:moveTo>
                    <a:pt x="878" y="617"/>
                  </a:moveTo>
                  <a:cubicBezTo>
                    <a:pt x="885" y="617"/>
                    <a:pt x="890" y="611"/>
                    <a:pt x="890" y="604"/>
                  </a:cubicBezTo>
                  <a:cubicBezTo>
                    <a:pt x="890" y="597"/>
                    <a:pt x="885" y="591"/>
                    <a:pt x="878" y="591"/>
                  </a:cubicBezTo>
                  <a:cubicBezTo>
                    <a:pt x="871" y="591"/>
                    <a:pt x="865" y="597"/>
                    <a:pt x="865" y="604"/>
                  </a:cubicBezTo>
                  <a:cubicBezTo>
                    <a:pt x="865" y="611"/>
                    <a:pt x="871" y="617"/>
                    <a:pt x="878" y="617"/>
                  </a:cubicBezTo>
                  <a:close/>
                  <a:moveTo>
                    <a:pt x="917" y="617"/>
                  </a:moveTo>
                  <a:cubicBezTo>
                    <a:pt x="924" y="617"/>
                    <a:pt x="930" y="611"/>
                    <a:pt x="930" y="604"/>
                  </a:cubicBezTo>
                  <a:cubicBezTo>
                    <a:pt x="930" y="597"/>
                    <a:pt x="924" y="591"/>
                    <a:pt x="917" y="591"/>
                  </a:cubicBezTo>
                  <a:cubicBezTo>
                    <a:pt x="910" y="591"/>
                    <a:pt x="904" y="597"/>
                    <a:pt x="904" y="604"/>
                  </a:cubicBezTo>
                  <a:cubicBezTo>
                    <a:pt x="904" y="611"/>
                    <a:pt x="910" y="617"/>
                    <a:pt x="917" y="617"/>
                  </a:cubicBezTo>
                  <a:close/>
                  <a:moveTo>
                    <a:pt x="956" y="617"/>
                  </a:moveTo>
                  <a:cubicBezTo>
                    <a:pt x="963" y="617"/>
                    <a:pt x="969" y="611"/>
                    <a:pt x="969" y="604"/>
                  </a:cubicBezTo>
                  <a:cubicBezTo>
                    <a:pt x="969" y="597"/>
                    <a:pt x="963" y="591"/>
                    <a:pt x="956" y="591"/>
                  </a:cubicBezTo>
                  <a:cubicBezTo>
                    <a:pt x="949" y="591"/>
                    <a:pt x="944" y="597"/>
                    <a:pt x="944" y="604"/>
                  </a:cubicBezTo>
                  <a:cubicBezTo>
                    <a:pt x="944" y="611"/>
                    <a:pt x="949" y="617"/>
                    <a:pt x="956" y="617"/>
                  </a:cubicBezTo>
                  <a:close/>
                  <a:moveTo>
                    <a:pt x="996" y="617"/>
                  </a:moveTo>
                  <a:cubicBezTo>
                    <a:pt x="1003" y="617"/>
                    <a:pt x="1009" y="611"/>
                    <a:pt x="1009" y="604"/>
                  </a:cubicBezTo>
                  <a:cubicBezTo>
                    <a:pt x="1009" y="597"/>
                    <a:pt x="1003" y="591"/>
                    <a:pt x="996" y="591"/>
                  </a:cubicBezTo>
                  <a:cubicBezTo>
                    <a:pt x="989" y="591"/>
                    <a:pt x="983" y="597"/>
                    <a:pt x="983" y="604"/>
                  </a:cubicBezTo>
                  <a:cubicBezTo>
                    <a:pt x="983" y="611"/>
                    <a:pt x="989" y="617"/>
                    <a:pt x="996" y="617"/>
                  </a:cubicBezTo>
                  <a:close/>
                  <a:moveTo>
                    <a:pt x="1035" y="595"/>
                  </a:moveTo>
                  <a:cubicBezTo>
                    <a:pt x="1030" y="595"/>
                    <a:pt x="1026" y="599"/>
                    <a:pt x="1026" y="604"/>
                  </a:cubicBezTo>
                  <a:cubicBezTo>
                    <a:pt x="1026" y="609"/>
                    <a:pt x="1030" y="613"/>
                    <a:pt x="1035" y="613"/>
                  </a:cubicBezTo>
                  <a:cubicBezTo>
                    <a:pt x="1040" y="613"/>
                    <a:pt x="1045" y="609"/>
                    <a:pt x="1045" y="604"/>
                  </a:cubicBezTo>
                  <a:cubicBezTo>
                    <a:pt x="1045" y="599"/>
                    <a:pt x="1040" y="595"/>
                    <a:pt x="1035" y="595"/>
                  </a:cubicBezTo>
                  <a:close/>
                  <a:moveTo>
                    <a:pt x="1101" y="604"/>
                  </a:moveTo>
                  <a:cubicBezTo>
                    <a:pt x="1101" y="611"/>
                    <a:pt x="1107" y="617"/>
                    <a:pt x="1114" y="617"/>
                  </a:cubicBezTo>
                  <a:cubicBezTo>
                    <a:pt x="1121" y="617"/>
                    <a:pt x="1127" y="611"/>
                    <a:pt x="1127" y="604"/>
                  </a:cubicBezTo>
                  <a:cubicBezTo>
                    <a:pt x="1127" y="597"/>
                    <a:pt x="1121" y="591"/>
                    <a:pt x="1114" y="591"/>
                  </a:cubicBezTo>
                  <a:cubicBezTo>
                    <a:pt x="1107" y="591"/>
                    <a:pt x="1101" y="597"/>
                    <a:pt x="1101" y="604"/>
                  </a:cubicBezTo>
                  <a:close/>
                  <a:moveTo>
                    <a:pt x="1144" y="604"/>
                  </a:moveTo>
                  <a:cubicBezTo>
                    <a:pt x="1144" y="609"/>
                    <a:pt x="1148" y="613"/>
                    <a:pt x="1154" y="613"/>
                  </a:cubicBezTo>
                  <a:cubicBezTo>
                    <a:pt x="1159" y="613"/>
                    <a:pt x="1163" y="609"/>
                    <a:pt x="1163" y="604"/>
                  </a:cubicBezTo>
                  <a:cubicBezTo>
                    <a:pt x="1163" y="599"/>
                    <a:pt x="1159" y="595"/>
                    <a:pt x="1154" y="595"/>
                  </a:cubicBezTo>
                  <a:cubicBezTo>
                    <a:pt x="1148" y="595"/>
                    <a:pt x="1144" y="599"/>
                    <a:pt x="1144" y="604"/>
                  </a:cubicBezTo>
                  <a:close/>
                  <a:moveTo>
                    <a:pt x="1666" y="591"/>
                  </a:moveTo>
                  <a:cubicBezTo>
                    <a:pt x="1659" y="591"/>
                    <a:pt x="1653" y="597"/>
                    <a:pt x="1653" y="604"/>
                  </a:cubicBezTo>
                  <a:cubicBezTo>
                    <a:pt x="1653" y="611"/>
                    <a:pt x="1659" y="617"/>
                    <a:pt x="1666" y="617"/>
                  </a:cubicBezTo>
                  <a:cubicBezTo>
                    <a:pt x="1673" y="617"/>
                    <a:pt x="1679" y="611"/>
                    <a:pt x="1679" y="604"/>
                  </a:cubicBezTo>
                  <a:cubicBezTo>
                    <a:pt x="1679" y="597"/>
                    <a:pt x="1673" y="591"/>
                    <a:pt x="1666" y="591"/>
                  </a:cubicBezTo>
                  <a:close/>
                  <a:moveTo>
                    <a:pt x="1705" y="617"/>
                  </a:moveTo>
                  <a:cubicBezTo>
                    <a:pt x="1712" y="617"/>
                    <a:pt x="1718" y="611"/>
                    <a:pt x="1718" y="604"/>
                  </a:cubicBezTo>
                  <a:cubicBezTo>
                    <a:pt x="1718" y="597"/>
                    <a:pt x="1712" y="591"/>
                    <a:pt x="1705" y="591"/>
                  </a:cubicBezTo>
                  <a:cubicBezTo>
                    <a:pt x="1698" y="591"/>
                    <a:pt x="1693" y="597"/>
                    <a:pt x="1693" y="604"/>
                  </a:cubicBezTo>
                  <a:cubicBezTo>
                    <a:pt x="1693" y="611"/>
                    <a:pt x="1698" y="617"/>
                    <a:pt x="1705" y="617"/>
                  </a:cubicBezTo>
                  <a:close/>
                  <a:moveTo>
                    <a:pt x="1745" y="617"/>
                  </a:moveTo>
                  <a:cubicBezTo>
                    <a:pt x="1752" y="617"/>
                    <a:pt x="1758" y="611"/>
                    <a:pt x="1758" y="604"/>
                  </a:cubicBezTo>
                  <a:cubicBezTo>
                    <a:pt x="1758" y="597"/>
                    <a:pt x="1752" y="591"/>
                    <a:pt x="1745" y="591"/>
                  </a:cubicBezTo>
                  <a:cubicBezTo>
                    <a:pt x="1738" y="591"/>
                    <a:pt x="1732" y="597"/>
                    <a:pt x="1732" y="604"/>
                  </a:cubicBezTo>
                  <a:cubicBezTo>
                    <a:pt x="1732" y="611"/>
                    <a:pt x="1738" y="617"/>
                    <a:pt x="1745" y="617"/>
                  </a:cubicBezTo>
                  <a:close/>
                  <a:moveTo>
                    <a:pt x="1784" y="617"/>
                  </a:moveTo>
                  <a:cubicBezTo>
                    <a:pt x="1791" y="617"/>
                    <a:pt x="1797" y="611"/>
                    <a:pt x="1797" y="604"/>
                  </a:cubicBezTo>
                  <a:cubicBezTo>
                    <a:pt x="1797" y="597"/>
                    <a:pt x="1791" y="591"/>
                    <a:pt x="1784" y="591"/>
                  </a:cubicBezTo>
                  <a:cubicBezTo>
                    <a:pt x="1777" y="591"/>
                    <a:pt x="1772" y="597"/>
                    <a:pt x="1772" y="604"/>
                  </a:cubicBezTo>
                  <a:cubicBezTo>
                    <a:pt x="1772" y="611"/>
                    <a:pt x="1777" y="617"/>
                    <a:pt x="1784" y="617"/>
                  </a:cubicBezTo>
                  <a:close/>
                  <a:moveTo>
                    <a:pt x="1824" y="617"/>
                  </a:moveTo>
                  <a:cubicBezTo>
                    <a:pt x="1831" y="617"/>
                    <a:pt x="1836" y="611"/>
                    <a:pt x="1836" y="604"/>
                  </a:cubicBezTo>
                  <a:cubicBezTo>
                    <a:pt x="1836" y="597"/>
                    <a:pt x="1831" y="591"/>
                    <a:pt x="1824" y="591"/>
                  </a:cubicBezTo>
                  <a:cubicBezTo>
                    <a:pt x="1817" y="591"/>
                    <a:pt x="1811" y="597"/>
                    <a:pt x="1811" y="604"/>
                  </a:cubicBezTo>
                  <a:cubicBezTo>
                    <a:pt x="1811" y="611"/>
                    <a:pt x="1817" y="617"/>
                    <a:pt x="1824" y="617"/>
                  </a:cubicBezTo>
                  <a:close/>
                  <a:moveTo>
                    <a:pt x="1863" y="617"/>
                  </a:moveTo>
                  <a:cubicBezTo>
                    <a:pt x="1870" y="617"/>
                    <a:pt x="1876" y="611"/>
                    <a:pt x="1876" y="604"/>
                  </a:cubicBezTo>
                  <a:cubicBezTo>
                    <a:pt x="1876" y="597"/>
                    <a:pt x="1870" y="591"/>
                    <a:pt x="1863" y="591"/>
                  </a:cubicBezTo>
                  <a:cubicBezTo>
                    <a:pt x="1856" y="591"/>
                    <a:pt x="1850" y="597"/>
                    <a:pt x="1850" y="604"/>
                  </a:cubicBezTo>
                  <a:cubicBezTo>
                    <a:pt x="1850" y="611"/>
                    <a:pt x="1856" y="617"/>
                    <a:pt x="1863" y="617"/>
                  </a:cubicBezTo>
                  <a:close/>
                  <a:moveTo>
                    <a:pt x="1903" y="617"/>
                  </a:moveTo>
                  <a:cubicBezTo>
                    <a:pt x="1910" y="617"/>
                    <a:pt x="1915" y="611"/>
                    <a:pt x="1915" y="604"/>
                  </a:cubicBezTo>
                  <a:cubicBezTo>
                    <a:pt x="1915" y="597"/>
                    <a:pt x="1910" y="591"/>
                    <a:pt x="1903" y="591"/>
                  </a:cubicBezTo>
                  <a:cubicBezTo>
                    <a:pt x="1896" y="591"/>
                    <a:pt x="1890" y="597"/>
                    <a:pt x="1890" y="604"/>
                  </a:cubicBezTo>
                  <a:cubicBezTo>
                    <a:pt x="1890" y="611"/>
                    <a:pt x="1896" y="617"/>
                    <a:pt x="1903" y="617"/>
                  </a:cubicBezTo>
                  <a:close/>
                  <a:moveTo>
                    <a:pt x="1942" y="617"/>
                  </a:moveTo>
                  <a:cubicBezTo>
                    <a:pt x="1949" y="617"/>
                    <a:pt x="1955" y="611"/>
                    <a:pt x="1955" y="604"/>
                  </a:cubicBezTo>
                  <a:cubicBezTo>
                    <a:pt x="1955" y="597"/>
                    <a:pt x="1949" y="591"/>
                    <a:pt x="1942" y="591"/>
                  </a:cubicBezTo>
                  <a:cubicBezTo>
                    <a:pt x="1935" y="591"/>
                    <a:pt x="1929" y="597"/>
                    <a:pt x="1929" y="604"/>
                  </a:cubicBezTo>
                  <a:cubicBezTo>
                    <a:pt x="1929" y="611"/>
                    <a:pt x="1935" y="617"/>
                    <a:pt x="1942" y="617"/>
                  </a:cubicBezTo>
                  <a:close/>
                  <a:moveTo>
                    <a:pt x="1981" y="617"/>
                  </a:moveTo>
                  <a:cubicBezTo>
                    <a:pt x="1988" y="617"/>
                    <a:pt x="1994" y="611"/>
                    <a:pt x="1994" y="604"/>
                  </a:cubicBezTo>
                  <a:cubicBezTo>
                    <a:pt x="1994" y="597"/>
                    <a:pt x="1988" y="591"/>
                    <a:pt x="1981" y="591"/>
                  </a:cubicBezTo>
                  <a:cubicBezTo>
                    <a:pt x="1974" y="591"/>
                    <a:pt x="1969" y="597"/>
                    <a:pt x="1969" y="604"/>
                  </a:cubicBezTo>
                  <a:cubicBezTo>
                    <a:pt x="1969" y="611"/>
                    <a:pt x="1974" y="617"/>
                    <a:pt x="1981" y="617"/>
                  </a:cubicBezTo>
                  <a:close/>
                  <a:moveTo>
                    <a:pt x="2021" y="617"/>
                  </a:moveTo>
                  <a:cubicBezTo>
                    <a:pt x="2028" y="617"/>
                    <a:pt x="2034" y="611"/>
                    <a:pt x="2034" y="604"/>
                  </a:cubicBezTo>
                  <a:cubicBezTo>
                    <a:pt x="2034" y="597"/>
                    <a:pt x="2028" y="591"/>
                    <a:pt x="2021" y="591"/>
                  </a:cubicBezTo>
                  <a:cubicBezTo>
                    <a:pt x="2014" y="591"/>
                    <a:pt x="2008" y="597"/>
                    <a:pt x="2008" y="604"/>
                  </a:cubicBezTo>
                  <a:cubicBezTo>
                    <a:pt x="2008" y="611"/>
                    <a:pt x="2014" y="617"/>
                    <a:pt x="2021" y="617"/>
                  </a:cubicBezTo>
                  <a:close/>
                  <a:moveTo>
                    <a:pt x="2060" y="617"/>
                  </a:moveTo>
                  <a:cubicBezTo>
                    <a:pt x="2067" y="617"/>
                    <a:pt x="2073" y="611"/>
                    <a:pt x="2073" y="604"/>
                  </a:cubicBezTo>
                  <a:cubicBezTo>
                    <a:pt x="2073" y="597"/>
                    <a:pt x="2067" y="591"/>
                    <a:pt x="2060" y="591"/>
                  </a:cubicBezTo>
                  <a:cubicBezTo>
                    <a:pt x="2053" y="591"/>
                    <a:pt x="2048" y="597"/>
                    <a:pt x="2048" y="604"/>
                  </a:cubicBezTo>
                  <a:cubicBezTo>
                    <a:pt x="2048" y="611"/>
                    <a:pt x="2053" y="617"/>
                    <a:pt x="2060" y="617"/>
                  </a:cubicBezTo>
                  <a:close/>
                  <a:moveTo>
                    <a:pt x="2100" y="617"/>
                  </a:moveTo>
                  <a:cubicBezTo>
                    <a:pt x="2107" y="617"/>
                    <a:pt x="2112" y="611"/>
                    <a:pt x="2112" y="604"/>
                  </a:cubicBezTo>
                  <a:cubicBezTo>
                    <a:pt x="2112" y="597"/>
                    <a:pt x="2107" y="591"/>
                    <a:pt x="2100" y="591"/>
                  </a:cubicBezTo>
                  <a:cubicBezTo>
                    <a:pt x="2093" y="591"/>
                    <a:pt x="2087" y="597"/>
                    <a:pt x="2087" y="604"/>
                  </a:cubicBezTo>
                  <a:cubicBezTo>
                    <a:pt x="2087" y="611"/>
                    <a:pt x="2093" y="617"/>
                    <a:pt x="2100" y="617"/>
                  </a:cubicBezTo>
                  <a:close/>
                  <a:moveTo>
                    <a:pt x="2139" y="617"/>
                  </a:moveTo>
                  <a:cubicBezTo>
                    <a:pt x="2146" y="617"/>
                    <a:pt x="2152" y="611"/>
                    <a:pt x="2152" y="604"/>
                  </a:cubicBezTo>
                  <a:cubicBezTo>
                    <a:pt x="2152" y="597"/>
                    <a:pt x="2146" y="591"/>
                    <a:pt x="2139" y="591"/>
                  </a:cubicBezTo>
                  <a:cubicBezTo>
                    <a:pt x="2132" y="591"/>
                    <a:pt x="2126" y="597"/>
                    <a:pt x="2126" y="604"/>
                  </a:cubicBezTo>
                  <a:cubicBezTo>
                    <a:pt x="2126" y="611"/>
                    <a:pt x="2132" y="617"/>
                    <a:pt x="2139" y="617"/>
                  </a:cubicBezTo>
                  <a:close/>
                  <a:moveTo>
                    <a:pt x="2179" y="617"/>
                  </a:moveTo>
                  <a:cubicBezTo>
                    <a:pt x="2186" y="617"/>
                    <a:pt x="2191" y="611"/>
                    <a:pt x="2191" y="604"/>
                  </a:cubicBezTo>
                  <a:cubicBezTo>
                    <a:pt x="2191" y="597"/>
                    <a:pt x="2186" y="591"/>
                    <a:pt x="2179" y="591"/>
                  </a:cubicBezTo>
                  <a:cubicBezTo>
                    <a:pt x="2171" y="591"/>
                    <a:pt x="2166" y="597"/>
                    <a:pt x="2166" y="604"/>
                  </a:cubicBezTo>
                  <a:cubicBezTo>
                    <a:pt x="2166" y="611"/>
                    <a:pt x="2171" y="617"/>
                    <a:pt x="2179" y="617"/>
                  </a:cubicBezTo>
                  <a:close/>
                  <a:moveTo>
                    <a:pt x="2218" y="617"/>
                  </a:moveTo>
                  <a:cubicBezTo>
                    <a:pt x="2225" y="617"/>
                    <a:pt x="2231" y="611"/>
                    <a:pt x="2231" y="604"/>
                  </a:cubicBezTo>
                  <a:cubicBezTo>
                    <a:pt x="2231" y="597"/>
                    <a:pt x="2225" y="591"/>
                    <a:pt x="2218" y="591"/>
                  </a:cubicBezTo>
                  <a:cubicBezTo>
                    <a:pt x="2211" y="591"/>
                    <a:pt x="2205" y="597"/>
                    <a:pt x="2205" y="604"/>
                  </a:cubicBezTo>
                  <a:cubicBezTo>
                    <a:pt x="2205" y="611"/>
                    <a:pt x="2211" y="617"/>
                    <a:pt x="2218" y="617"/>
                  </a:cubicBezTo>
                  <a:close/>
                  <a:moveTo>
                    <a:pt x="2257" y="617"/>
                  </a:moveTo>
                  <a:cubicBezTo>
                    <a:pt x="2264" y="617"/>
                    <a:pt x="2270" y="611"/>
                    <a:pt x="2270" y="604"/>
                  </a:cubicBezTo>
                  <a:cubicBezTo>
                    <a:pt x="2270" y="597"/>
                    <a:pt x="2264" y="591"/>
                    <a:pt x="2257" y="591"/>
                  </a:cubicBezTo>
                  <a:cubicBezTo>
                    <a:pt x="2250" y="591"/>
                    <a:pt x="2245" y="597"/>
                    <a:pt x="2245" y="604"/>
                  </a:cubicBezTo>
                  <a:cubicBezTo>
                    <a:pt x="2245" y="611"/>
                    <a:pt x="2250" y="617"/>
                    <a:pt x="2257" y="617"/>
                  </a:cubicBezTo>
                  <a:close/>
                  <a:moveTo>
                    <a:pt x="2297" y="617"/>
                  </a:moveTo>
                  <a:cubicBezTo>
                    <a:pt x="2304" y="617"/>
                    <a:pt x="2310" y="611"/>
                    <a:pt x="2310" y="604"/>
                  </a:cubicBezTo>
                  <a:cubicBezTo>
                    <a:pt x="2310" y="597"/>
                    <a:pt x="2304" y="591"/>
                    <a:pt x="2297" y="591"/>
                  </a:cubicBezTo>
                  <a:cubicBezTo>
                    <a:pt x="2290" y="591"/>
                    <a:pt x="2284" y="597"/>
                    <a:pt x="2284" y="604"/>
                  </a:cubicBezTo>
                  <a:cubicBezTo>
                    <a:pt x="2284" y="611"/>
                    <a:pt x="2290" y="617"/>
                    <a:pt x="2297" y="617"/>
                  </a:cubicBezTo>
                  <a:close/>
                  <a:moveTo>
                    <a:pt x="2336" y="617"/>
                  </a:moveTo>
                  <a:cubicBezTo>
                    <a:pt x="2343" y="617"/>
                    <a:pt x="2349" y="611"/>
                    <a:pt x="2349" y="604"/>
                  </a:cubicBezTo>
                  <a:cubicBezTo>
                    <a:pt x="2349" y="597"/>
                    <a:pt x="2343" y="591"/>
                    <a:pt x="2336" y="591"/>
                  </a:cubicBezTo>
                  <a:cubicBezTo>
                    <a:pt x="2329" y="591"/>
                    <a:pt x="2323" y="597"/>
                    <a:pt x="2323" y="604"/>
                  </a:cubicBezTo>
                  <a:cubicBezTo>
                    <a:pt x="2323" y="611"/>
                    <a:pt x="2329" y="617"/>
                    <a:pt x="2336" y="617"/>
                  </a:cubicBezTo>
                  <a:close/>
                  <a:moveTo>
                    <a:pt x="2376" y="617"/>
                  </a:moveTo>
                  <a:cubicBezTo>
                    <a:pt x="2383" y="617"/>
                    <a:pt x="2388" y="611"/>
                    <a:pt x="2388" y="604"/>
                  </a:cubicBezTo>
                  <a:cubicBezTo>
                    <a:pt x="2388" y="597"/>
                    <a:pt x="2383" y="591"/>
                    <a:pt x="2376" y="591"/>
                  </a:cubicBezTo>
                  <a:cubicBezTo>
                    <a:pt x="2369" y="591"/>
                    <a:pt x="2363" y="597"/>
                    <a:pt x="2363" y="604"/>
                  </a:cubicBezTo>
                  <a:cubicBezTo>
                    <a:pt x="2363" y="611"/>
                    <a:pt x="2369" y="617"/>
                    <a:pt x="2376" y="617"/>
                  </a:cubicBezTo>
                  <a:close/>
                  <a:moveTo>
                    <a:pt x="2415" y="617"/>
                  </a:moveTo>
                  <a:cubicBezTo>
                    <a:pt x="2422" y="617"/>
                    <a:pt x="2428" y="611"/>
                    <a:pt x="2428" y="604"/>
                  </a:cubicBezTo>
                  <a:cubicBezTo>
                    <a:pt x="2428" y="597"/>
                    <a:pt x="2422" y="591"/>
                    <a:pt x="2415" y="591"/>
                  </a:cubicBezTo>
                  <a:cubicBezTo>
                    <a:pt x="2408" y="591"/>
                    <a:pt x="2402" y="597"/>
                    <a:pt x="2402" y="604"/>
                  </a:cubicBezTo>
                  <a:cubicBezTo>
                    <a:pt x="2402" y="611"/>
                    <a:pt x="2408" y="617"/>
                    <a:pt x="2415" y="617"/>
                  </a:cubicBezTo>
                  <a:close/>
                  <a:moveTo>
                    <a:pt x="2455" y="617"/>
                  </a:moveTo>
                  <a:cubicBezTo>
                    <a:pt x="2462" y="617"/>
                    <a:pt x="2467" y="611"/>
                    <a:pt x="2467" y="604"/>
                  </a:cubicBezTo>
                  <a:cubicBezTo>
                    <a:pt x="2467" y="597"/>
                    <a:pt x="2462" y="591"/>
                    <a:pt x="2455" y="591"/>
                  </a:cubicBezTo>
                  <a:cubicBezTo>
                    <a:pt x="2447" y="591"/>
                    <a:pt x="2442" y="597"/>
                    <a:pt x="2442" y="604"/>
                  </a:cubicBezTo>
                  <a:cubicBezTo>
                    <a:pt x="2442" y="611"/>
                    <a:pt x="2447" y="617"/>
                    <a:pt x="2455" y="617"/>
                  </a:cubicBezTo>
                  <a:close/>
                  <a:moveTo>
                    <a:pt x="2494" y="617"/>
                  </a:moveTo>
                  <a:cubicBezTo>
                    <a:pt x="2501" y="617"/>
                    <a:pt x="2507" y="611"/>
                    <a:pt x="2507" y="604"/>
                  </a:cubicBezTo>
                  <a:cubicBezTo>
                    <a:pt x="2507" y="597"/>
                    <a:pt x="2501" y="591"/>
                    <a:pt x="2494" y="591"/>
                  </a:cubicBezTo>
                  <a:cubicBezTo>
                    <a:pt x="2487" y="591"/>
                    <a:pt x="2481" y="597"/>
                    <a:pt x="2481" y="604"/>
                  </a:cubicBezTo>
                  <a:cubicBezTo>
                    <a:pt x="2481" y="611"/>
                    <a:pt x="2487" y="617"/>
                    <a:pt x="2494" y="617"/>
                  </a:cubicBezTo>
                  <a:close/>
                  <a:moveTo>
                    <a:pt x="2533" y="617"/>
                  </a:moveTo>
                  <a:cubicBezTo>
                    <a:pt x="2540" y="617"/>
                    <a:pt x="2546" y="611"/>
                    <a:pt x="2546" y="604"/>
                  </a:cubicBezTo>
                  <a:cubicBezTo>
                    <a:pt x="2546" y="597"/>
                    <a:pt x="2540" y="591"/>
                    <a:pt x="2533" y="591"/>
                  </a:cubicBezTo>
                  <a:cubicBezTo>
                    <a:pt x="2526" y="591"/>
                    <a:pt x="2521" y="597"/>
                    <a:pt x="2521" y="604"/>
                  </a:cubicBezTo>
                  <a:cubicBezTo>
                    <a:pt x="2521" y="611"/>
                    <a:pt x="2526" y="617"/>
                    <a:pt x="2533" y="617"/>
                  </a:cubicBezTo>
                  <a:close/>
                  <a:moveTo>
                    <a:pt x="2573" y="617"/>
                  </a:moveTo>
                  <a:cubicBezTo>
                    <a:pt x="2580" y="617"/>
                    <a:pt x="2586" y="611"/>
                    <a:pt x="2586" y="604"/>
                  </a:cubicBezTo>
                  <a:cubicBezTo>
                    <a:pt x="2586" y="597"/>
                    <a:pt x="2580" y="591"/>
                    <a:pt x="2573" y="591"/>
                  </a:cubicBezTo>
                  <a:cubicBezTo>
                    <a:pt x="2566" y="591"/>
                    <a:pt x="2560" y="597"/>
                    <a:pt x="2560" y="604"/>
                  </a:cubicBezTo>
                  <a:cubicBezTo>
                    <a:pt x="2560" y="611"/>
                    <a:pt x="2566" y="617"/>
                    <a:pt x="2573" y="617"/>
                  </a:cubicBezTo>
                  <a:close/>
                  <a:moveTo>
                    <a:pt x="2612" y="617"/>
                  </a:moveTo>
                  <a:cubicBezTo>
                    <a:pt x="2619" y="617"/>
                    <a:pt x="2625" y="611"/>
                    <a:pt x="2625" y="604"/>
                  </a:cubicBezTo>
                  <a:cubicBezTo>
                    <a:pt x="2625" y="597"/>
                    <a:pt x="2619" y="591"/>
                    <a:pt x="2612" y="591"/>
                  </a:cubicBezTo>
                  <a:cubicBezTo>
                    <a:pt x="2605" y="591"/>
                    <a:pt x="2599" y="597"/>
                    <a:pt x="2599" y="604"/>
                  </a:cubicBezTo>
                  <a:cubicBezTo>
                    <a:pt x="2599" y="611"/>
                    <a:pt x="2605" y="617"/>
                    <a:pt x="2612" y="617"/>
                  </a:cubicBezTo>
                  <a:close/>
                  <a:moveTo>
                    <a:pt x="2652" y="617"/>
                  </a:moveTo>
                  <a:cubicBezTo>
                    <a:pt x="2659" y="617"/>
                    <a:pt x="2664" y="611"/>
                    <a:pt x="2664" y="604"/>
                  </a:cubicBezTo>
                  <a:cubicBezTo>
                    <a:pt x="2664" y="597"/>
                    <a:pt x="2659" y="591"/>
                    <a:pt x="2652" y="591"/>
                  </a:cubicBezTo>
                  <a:cubicBezTo>
                    <a:pt x="2645" y="591"/>
                    <a:pt x="2639" y="597"/>
                    <a:pt x="2639" y="604"/>
                  </a:cubicBezTo>
                  <a:cubicBezTo>
                    <a:pt x="2639" y="611"/>
                    <a:pt x="2645" y="617"/>
                    <a:pt x="2652" y="617"/>
                  </a:cubicBezTo>
                  <a:close/>
                  <a:moveTo>
                    <a:pt x="2691" y="617"/>
                  </a:moveTo>
                  <a:cubicBezTo>
                    <a:pt x="2698" y="617"/>
                    <a:pt x="2704" y="611"/>
                    <a:pt x="2704" y="604"/>
                  </a:cubicBezTo>
                  <a:cubicBezTo>
                    <a:pt x="2704" y="597"/>
                    <a:pt x="2698" y="591"/>
                    <a:pt x="2691" y="591"/>
                  </a:cubicBezTo>
                  <a:cubicBezTo>
                    <a:pt x="2684" y="591"/>
                    <a:pt x="2678" y="597"/>
                    <a:pt x="2678" y="604"/>
                  </a:cubicBezTo>
                  <a:cubicBezTo>
                    <a:pt x="2678" y="611"/>
                    <a:pt x="2684" y="617"/>
                    <a:pt x="2691" y="617"/>
                  </a:cubicBezTo>
                  <a:close/>
                  <a:moveTo>
                    <a:pt x="2730" y="617"/>
                  </a:moveTo>
                  <a:cubicBezTo>
                    <a:pt x="2738" y="617"/>
                    <a:pt x="2743" y="611"/>
                    <a:pt x="2743" y="604"/>
                  </a:cubicBezTo>
                  <a:cubicBezTo>
                    <a:pt x="2743" y="597"/>
                    <a:pt x="2738" y="591"/>
                    <a:pt x="2730" y="591"/>
                  </a:cubicBezTo>
                  <a:cubicBezTo>
                    <a:pt x="2723" y="591"/>
                    <a:pt x="2718" y="597"/>
                    <a:pt x="2718" y="604"/>
                  </a:cubicBezTo>
                  <a:cubicBezTo>
                    <a:pt x="2718" y="611"/>
                    <a:pt x="2723" y="617"/>
                    <a:pt x="2730" y="617"/>
                  </a:cubicBezTo>
                  <a:close/>
                  <a:moveTo>
                    <a:pt x="2770" y="617"/>
                  </a:moveTo>
                  <a:cubicBezTo>
                    <a:pt x="2777" y="617"/>
                    <a:pt x="2783" y="611"/>
                    <a:pt x="2783" y="604"/>
                  </a:cubicBezTo>
                  <a:cubicBezTo>
                    <a:pt x="2783" y="597"/>
                    <a:pt x="2777" y="591"/>
                    <a:pt x="2770" y="591"/>
                  </a:cubicBezTo>
                  <a:cubicBezTo>
                    <a:pt x="2763" y="591"/>
                    <a:pt x="2757" y="597"/>
                    <a:pt x="2757" y="604"/>
                  </a:cubicBezTo>
                  <a:cubicBezTo>
                    <a:pt x="2757" y="611"/>
                    <a:pt x="2763" y="617"/>
                    <a:pt x="2770" y="617"/>
                  </a:cubicBezTo>
                  <a:close/>
                  <a:moveTo>
                    <a:pt x="2809" y="617"/>
                  </a:moveTo>
                  <a:cubicBezTo>
                    <a:pt x="2816" y="617"/>
                    <a:pt x="2822" y="611"/>
                    <a:pt x="2822" y="604"/>
                  </a:cubicBezTo>
                  <a:cubicBezTo>
                    <a:pt x="2822" y="597"/>
                    <a:pt x="2816" y="591"/>
                    <a:pt x="2809" y="591"/>
                  </a:cubicBezTo>
                  <a:cubicBezTo>
                    <a:pt x="2802" y="591"/>
                    <a:pt x="2797" y="597"/>
                    <a:pt x="2797" y="604"/>
                  </a:cubicBezTo>
                  <a:cubicBezTo>
                    <a:pt x="2797" y="611"/>
                    <a:pt x="2802" y="617"/>
                    <a:pt x="2809" y="617"/>
                  </a:cubicBezTo>
                  <a:close/>
                  <a:moveTo>
                    <a:pt x="2849" y="617"/>
                  </a:moveTo>
                  <a:cubicBezTo>
                    <a:pt x="2856" y="617"/>
                    <a:pt x="2861" y="611"/>
                    <a:pt x="2861" y="604"/>
                  </a:cubicBezTo>
                  <a:cubicBezTo>
                    <a:pt x="2861" y="597"/>
                    <a:pt x="2856" y="591"/>
                    <a:pt x="2849" y="591"/>
                  </a:cubicBezTo>
                  <a:cubicBezTo>
                    <a:pt x="2842" y="591"/>
                    <a:pt x="2836" y="597"/>
                    <a:pt x="2836" y="604"/>
                  </a:cubicBezTo>
                  <a:cubicBezTo>
                    <a:pt x="2836" y="611"/>
                    <a:pt x="2842" y="617"/>
                    <a:pt x="2849" y="617"/>
                  </a:cubicBezTo>
                  <a:close/>
                  <a:moveTo>
                    <a:pt x="2888" y="617"/>
                  </a:moveTo>
                  <a:cubicBezTo>
                    <a:pt x="2895" y="617"/>
                    <a:pt x="2901" y="611"/>
                    <a:pt x="2901" y="604"/>
                  </a:cubicBezTo>
                  <a:cubicBezTo>
                    <a:pt x="2901" y="597"/>
                    <a:pt x="2895" y="591"/>
                    <a:pt x="2888" y="591"/>
                  </a:cubicBezTo>
                  <a:cubicBezTo>
                    <a:pt x="2881" y="591"/>
                    <a:pt x="2875" y="597"/>
                    <a:pt x="2875" y="604"/>
                  </a:cubicBezTo>
                  <a:cubicBezTo>
                    <a:pt x="2875" y="611"/>
                    <a:pt x="2881" y="617"/>
                    <a:pt x="2888" y="617"/>
                  </a:cubicBezTo>
                  <a:close/>
                  <a:moveTo>
                    <a:pt x="2928" y="617"/>
                  </a:moveTo>
                  <a:cubicBezTo>
                    <a:pt x="2935" y="617"/>
                    <a:pt x="2940" y="611"/>
                    <a:pt x="2940" y="604"/>
                  </a:cubicBezTo>
                  <a:cubicBezTo>
                    <a:pt x="2940" y="597"/>
                    <a:pt x="2935" y="591"/>
                    <a:pt x="2928" y="591"/>
                  </a:cubicBezTo>
                  <a:cubicBezTo>
                    <a:pt x="2921" y="591"/>
                    <a:pt x="2915" y="597"/>
                    <a:pt x="2915" y="604"/>
                  </a:cubicBezTo>
                  <a:cubicBezTo>
                    <a:pt x="2915" y="611"/>
                    <a:pt x="2921" y="617"/>
                    <a:pt x="2928" y="617"/>
                  </a:cubicBezTo>
                  <a:close/>
                  <a:moveTo>
                    <a:pt x="2967" y="617"/>
                  </a:moveTo>
                  <a:cubicBezTo>
                    <a:pt x="2974" y="617"/>
                    <a:pt x="2980" y="611"/>
                    <a:pt x="2980" y="604"/>
                  </a:cubicBezTo>
                  <a:cubicBezTo>
                    <a:pt x="2980" y="597"/>
                    <a:pt x="2974" y="591"/>
                    <a:pt x="2967" y="591"/>
                  </a:cubicBezTo>
                  <a:cubicBezTo>
                    <a:pt x="2960" y="591"/>
                    <a:pt x="2954" y="597"/>
                    <a:pt x="2954" y="604"/>
                  </a:cubicBezTo>
                  <a:cubicBezTo>
                    <a:pt x="2954" y="611"/>
                    <a:pt x="2960" y="617"/>
                    <a:pt x="2967" y="617"/>
                  </a:cubicBezTo>
                  <a:close/>
                  <a:moveTo>
                    <a:pt x="3006" y="617"/>
                  </a:moveTo>
                  <a:cubicBezTo>
                    <a:pt x="3013" y="617"/>
                    <a:pt x="3019" y="611"/>
                    <a:pt x="3019" y="604"/>
                  </a:cubicBezTo>
                  <a:cubicBezTo>
                    <a:pt x="3019" y="597"/>
                    <a:pt x="3013" y="591"/>
                    <a:pt x="3006" y="591"/>
                  </a:cubicBezTo>
                  <a:cubicBezTo>
                    <a:pt x="2999" y="591"/>
                    <a:pt x="2994" y="597"/>
                    <a:pt x="2994" y="604"/>
                  </a:cubicBezTo>
                  <a:cubicBezTo>
                    <a:pt x="2994" y="611"/>
                    <a:pt x="2999" y="617"/>
                    <a:pt x="3006" y="617"/>
                  </a:cubicBezTo>
                  <a:close/>
                  <a:moveTo>
                    <a:pt x="3046" y="617"/>
                  </a:moveTo>
                  <a:cubicBezTo>
                    <a:pt x="3053" y="617"/>
                    <a:pt x="3059" y="611"/>
                    <a:pt x="3059" y="604"/>
                  </a:cubicBezTo>
                  <a:cubicBezTo>
                    <a:pt x="3059" y="597"/>
                    <a:pt x="3053" y="591"/>
                    <a:pt x="3046" y="591"/>
                  </a:cubicBezTo>
                  <a:cubicBezTo>
                    <a:pt x="3039" y="591"/>
                    <a:pt x="3033" y="597"/>
                    <a:pt x="3033" y="604"/>
                  </a:cubicBezTo>
                  <a:cubicBezTo>
                    <a:pt x="3033" y="611"/>
                    <a:pt x="3039" y="617"/>
                    <a:pt x="3046" y="617"/>
                  </a:cubicBezTo>
                  <a:close/>
                  <a:moveTo>
                    <a:pt x="3085" y="617"/>
                  </a:moveTo>
                  <a:cubicBezTo>
                    <a:pt x="3092" y="617"/>
                    <a:pt x="3098" y="611"/>
                    <a:pt x="3098" y="604"/>
                  </a:cubicBezTo>
                  <a:cubicBezTo>
                    <a:pt x="3098" y="597"/>
                    <a:pt x="3092" y="591"/>
                    <a:pt x="3085" y="591"/>
                  </a:cubicBezTo>
                  <a:cubicBezTo>
                    <a:pt x="3078" y="591"/>
                    <a:pt x="3073" y="597"/>
                    <a:pt x="3073" y="604"/>
                  </a:cubicBezTo>
                  <a:cubicBezTo>
                    <a:pt x="3073" y="611"/>
                    <a:pt x="3078" y="617"/>
                    <a:pt x="3085" y="617"/>
                  </a:cubicBezTo>
                  <a:close/>
                  <a:moveTo>
                    <a:pt x="444" y="656"/>
                  </a:moveTo>
                  <a:cubicBezTo>
                    <a:pt x="451" y="656"/>
                    <a:pt x="457" y="651"/>
                    <a:pt x="457" y="643"/>
                  </a:cubicBezTo>
                  <a:cubicBezTo>
                    <a:pt x="457" y="636"/>
                    <a:pt x="451" y="631"/>
                    <a:pt x="444" y="631"/>
                  </a:cubicBezTo>
                  <a:cubicBezTo>
                    <a:pt x="437" y="631"/>
                    <a:pt x="431" y="636"/>
                    <a:pt x="431" y="643"/>
                  </a:cubicBezTo>
                  <a:cubicBezTo>
                    <a:pt x="431" y="651"/>
                    <a:pt x="437" y="656"/>
                    <a:pt x="444" y="656"/>
                  </a:cubicBezTo>
                  <a:close/>
                  <a:moveTo>
                    <a:pt x="483" y="656"/>
                  </a:moveTo>
                  <a:cubicBezTo>
                    <a:pt x="490" y="656"/>
                    <a:pt x="496" y="651"/>
                    <a:pt x="496" y="643"/>
                  </a:cubicBezTo>
                  <a:cubicBezTo>
                    <a:pt x="496" y="636"/>
                    <a:pt x="490" y="631"/>
                    <a:pt x="483" y="631"/>
                  </a:cubicBezTo>
                  <a:cubicBezTo>
                    <a:pt x="476" y="631"/>
                    <a:pt x="471" y="636"/>
                    <a:pt x="471" y="643"/>
                  </a:cubicBezTo>
                  <a:cubicBezTo>
                    <a:pt x="471" y="651"/>
                    <a:pt x="476" y="656"/>
                    <a:pt x="483" y="656"/>
                  </a:cubicBezTo>
                  <a:close/>
                  <a:moveTo>
                    <a:pt x="523" y="656"/>
                  </a:moveTo>
                  <a:cubicBezTo>
                    <a:pt x="530" y="656"/>
                    <a:pt x="535" y="651"/>
                    <a:pt x="535" y="643"/>
                  </a:cubicBezTo>
                  <a:cubicBezTo>
                    <a:pt x="535" y="636"/>
                    <a:pt x="530" y="631"/>
                    <a:pt x="523" y="631"/>
                  </a:cubicBezTo>
                  <a:cubicBezTo>
                    <a:pt x="516" y="631"/>
                    <a:pt x="510" y="636"/>
                    <a:pt x="510" y="643"/>
                  </a:cubicBezTo>
                  <a:cubicBezTo>
                    <a:pt x="510" y="651"/>
                    <a:pt x="516" y="656"/>
                    <a:pt x="523" y="656"/>
                  </a:cubicBezTo>
                  <a:close/>
                  <a:moveTo>
                    <a:pt x="562" y="656"/>
                  </a:moveTo>
                  <a:cubicBezTo>
                    <a:pt x="569" y="656"/>
                    <a:pt x="575" y="651"/>
                    <a:pt x="575" y="643"/>
                  </a:cubicBezTo>
                  <a:cubicBezTo>
                    <a:pt x="575" y="636"/>
                    <a:pt x="569" y="631"/>
                    <a:pt x="562" y="631"/>
                  </a:cubicBezTo>
                  <a:cubicBezTo>
                    <a:pt x="555" y="631"/>
                    <a:pt x="549" y="636"/>
                    <a:pt x="549" y="643"/>
                  </a:cubicBezTo>
                  <a:cubicBezTo>
                    <a:pt x="549" y="651"/>
                    <a:pt x="555" y="656"/>
                    <a:pt x="562" y="656"/>
                  </a:cubicBezTo>
                  <a:close/>
                  <a:moveTo>
                    <a:pt x="602" y="656"/>
                  </a:moveTo>
                  <a:cubicBezTo>
                    <a:pt x="609" y="656"/>
                    <a:pt x="614" y="651"/>
                    <a:pt x="614" y="643"/>
                  </a:cubicBezTo>
                  <a:cubicBezTo>
                    <a:pt x="614" y="636"/>
                    <a:pt x="609" y="631"/>
                    <a:pt x="602" y="631"/>
                  </a:cubicBezTo>
                  <a:cubicBezTo>
                    <a:pt x="595" y="631"/>
                    <a:pt x="589" y="636"/>
                    <a:pt x="589" y="643"/>
                  </a:cubicBezTo>
                  <a:cubicBezTo>
                    <a:pt x="589" y="651"/>
                    <a:pt x="595" y="656"/>
                    <a:pt x="602" y="656"/>
                  </a:cubicBezTo>
                  <a:close/>
                  <a:moveTo>
                    <a:pt x="641" y="656"/>
                  </a:moveTo>
                  <a:cubicBezTo>
                    <a:pt x="648" y="656"/>
                    <a:pt x="654" y="651"/>
                    <a:pt x="654" y="643"/>
                  </a:cubicBezTo>
                  <a:cubicBezTo>
                    <a:pt x="654" y="636"/>
                    <a:pt x="648" y="631"/>
                    <a:pt x="641" y="631"/>
                  </a:cubicBezTo>
                  <a:cubicBezTo>
                    <a:pt x="634" y="631"/>
                    <a:pt x="628" y="636"/>
                    <a:pt x="628" y="643"/>
                  </a:cubicBezTo>
                  <a:cubicBezTo>
                    <a:pt x="628" y="651"/>
                    <a:pt x="634" y="656"/>
                    <a:pt x="641" y="656"/>
                  </a:cubicBezTo>
                  <a:close/>
                  <a:moveTo>
                    <a:pt x="680" y="656"/>
                  </a:moveTo>
                  <a:cubicBezTo>
                    <a:pt x="687" y="656"/>
                    <a:pt x="693" y="651"/>
                    <a:pt x="693" y="643"/>
                  </a:cubicBezTo>
                  <a:cubicBezTo>
                    <a:pt x="693" y="636"/>
                    <a:pt x="687" y="631"/>
                    <a:pt x="680" y="631"/>
                  </a:cubicBezTo>
                  <a:cubicBezTo>
                    <a:pt x="673" y="631"/>
                    <a:pt x="668" y="636"/>
                    <a:pt x="668" y="643"/>
                  </a:cubicBezTo>
                  <a:cubicBezTo>
                    <a:pt x="668" y="651"/>
                    <a:pt x="673" y="656"/>
                    <a:pt x="680" y="656"/>
                  </a:cubicBezTo>
                  <a:close/>
                  <a:moveTo>
                    <a:pt x="720" y="656"/>
                  </a:moveTo>
                  <a:cubicBezTo>
                    <a:pt x="727" y="656"/>
                    <a:pt x="733" y="651"/>
                    <a:pt x="733" y="643"/>
                  </a:cubicBezTo>
                  <a:cubicBezTo>
                    <a:pt x="733" y="636"/>
                    <a:pt x="727" y="631"/>
                    <a:pt x="720" y="631"/>
                  </a:cubicBezTo>
                  <a:cubicBezTo>
                    <a:pt x="713" y="631"/>
                    <a:pt x="707" y="636"/>
                    <a:pt x="707" y="643"/>
                  </a:cubicBezTo>
                  <a:cubicBezTo>
                    <a:pt x="707" y="651"/>
                    <a:pt x="713" y="656"/>
                    <a:pt x="720" y="656"/>
                  </a:cubicBezTo>
                  <a:close/>
                  <a:moveTo>
                    <a:pt x="759" y="656"/>
                  </a:moveTo>
                  <a:cubicBezTo>
                    <a:pt x="766" y="656"/>
                    <a:pt x="772" y="651"/>
                    <a:pt x="772" y="643"/>
                  </a:cubicBezTo>
                  <a:cubicBezTo>
                    <a:pt x="772" y="636"/>
                    <a:pt x="766" y="631"/>
                    <a:pt x="759" y="631"/>
                  </a:cubicBezTo>
                  <a:cubicBezTo>
                    <a:pt x="752" y="631"/>
                    <a:pt x="747" y="636"/>
                    <a:pt x="747" y="643"/>
                  </a:cubicBezTo>
                  <a:cubicBezTo>
                    <a:pt x="747" y="651"/>
                    <a:pt x="752" y="656"/>
                    <a:pt x="759" y="656"/>
                  </a:cubicBezTo>
                  <a:close/>
                  <a:moveTo>
                    <a:pt x="799" y="656"/>
                  </a:moveTo>
                  <a:cubicBezTo>
                    <a:pt x="806" y="656"/>
                    <a:pt x="811" y="651"/>
                    <a:pt x="811" y="643"/>
                  </a:cubicBezTo>
                  <a:cubicBezTo>
                    <a:pt x="811" y="636"/>
                    <a:pt x="806" y="631"/>
                    <a:pt x="799" y="631"/>
                  </a:cubicBezTo>
                  <a:cubicBezTo>
                    <a:pt x="792" y="631"/>
                    <a:pt x="786" y="636"/>
                    <a:pt x="786" y="643"/>
                  </a:cubicBezTo>
                  <a:cubicBezTo>
                    <a:pt x="786" y="651"/>
                    <a:pt x="792" y="656"/>
                    <a:pt x="799" y="656"/>
                  </a:cubicBezTo>
                  <a:close/>
                  <a:moveTo>
                    <a:pt x="838" y="656"/>
                  </a:moveTo>
                  <a:cubicBezTo>
                    <a:pt x="845" y="656"/>
                    <a:pt x="851" y="651"/>
                    <a:pt x="851" y="643"/>
                  </a:cubicBezTo>
                  <a:cubicBezTo>
                    <a:pt x="851" y="636"/>
                    <a:pt x="845" y="631"/>
                    <a:pt x="838" y="631"/>
                  </a:cubicBezTo>
                  <a:cubicBezTo>
                    <a:pt x="831" y="631"/>
                    <a:pt x="825" y="636"/>
                    <a:pt x="825" y="643"/>
                  </a:cubicBezTo>
                  <a:cubicBezTo>
                    <a:pt x="825" y="651"/>
                    <a:pt x="831" y="656"/>
                    <a:pt x="838" y="656"/>
                  </a:cubicBezTo>
                  <a:close/>
                  <a:moveTo>
                    <a:pt x="917" y="656"/>
                  </a:moveTo>
                  <a:cubicBezTo>
                    <a:pt x="924" y="656"/>
                    <a:pt x="930" y="651"/>
                    <a:pt x="930" y="643"/>
                  </a:cubicBezTo>
                  <a:cubicBezTo>
                    <a:pt x="930" y="636"/>
                    <a:pt x="924" y="631"/>
                    <a:pt x="917" y="631"/>
                  </a:cubicBezTo>
                  <a:cubicBezTo>
                    <a:pt x="910" y="631"/>
                    <a:pt x="904" y="636"/>
                    <a:pt x="904" y="643"/>
                  </a:cubicBezTo>
                  <a:cubicBezTo>
                    <a:pt x="904" y="651"/>
                    <a:pt x="910" y="656"/>
                    <a:pt x="917" y="656"/>
                  </a:cubicBezTo>
                  <a:close/>
                  <a:moveTo>
                    <a:pt x="956" y="656"/>
                  </a:moveTo>
                  <a:cubicBezTo>
                    <a:pt x="963" y="656"/>
                    <a:pt x="969" y="651"/>
                    <a:pt x="969" y="643"/>
                  </a:cubicBezTo>
                  <a:cubicBezTo>
                    <a:pt x="969" y="636"/>
                    <a:pt x="963" y="631"/>
                    <a:pt x="956" y="631"/>
                  </a:cubicBezTo>
                  <a:cubicBezTo>
                    <a:pt x="949" y="631"/>
                    <a:pt x="944" y="636"/>
                    <a:pt x="944" y="643"/>
                  </a:cubicBezTo>
                  <a:cubicBezTo>
                    <a:pt x="944" y="651"/>
                    <a:pt x="949" y="656"/>
                    <a:pt x="956" y="656"/>
                  </a:cubicBezTo>
                  <a:close/>
                  <a:moveTo>
                    <a:pt x="996" y="656"/>
                  </a:moveTo>
                  <a:cubicBezTo>
                    <a:pt x="1003" y="656"/>
                    <a:pt x="1009" y="651"/>
                    <a:pt x="1009" y="643"/>
                  </a:cubicBezTo>
                  <a:cubicBezTo>
                    <a:pt x="1009" y="636"/>
                    <a:pt x="1003" y="631"/>
                    <a:pt x="996" y="631"/>
                  </a:cubicBezTo>
                  <a:cubicBezTo>
                    <a:pt x="989" y="631"/>
                    <a:pt x="983" y="636"/>
                    <a:pt x="983" y="643"/>
                  </a:cubicBezTo>
                  <a:cubicBezTo>
                    <a:pt x="983" y="651"/>
                    <a:pt x="989" y="656"/>
                    <a:pt x="996" y="656"/>
                  </a:cubicBezTo>
                  <a:close/>
                  <a:moveTo>
                    <a:pt x="1035" y="656"/>
                  </a:moveTo>
                  <a:cubicBezTo>
                    <a:pt x="1042" y="656"/>
                    <a:pt x="1048" y="651"/>
                    <a:pt x="1048" y="643"/>
                  </a:cubicBezTo>
                  <a:cubicBezTo>
                    <a:pt x="1048" y="636"/>
                    <a:pt x="1042" y="631"/>
                    <a:pt x="1035" y="631"/>
                  </a:cubicBezTo>
                  <a:cubicBezTo>
                    <a:pt x="1028" y="631"/>
                    <a:pt x="1022" y="636"/>
                    <a:pt x="1022" y="643"/>
                  </a:cubicBezTo>
                  <a:cubicBezTo>
                    <a:pt x="1022" y="651"/>
                    <a:pt x="1028" y="656"/>
                    <a:pt x="1035" y="656"/>
                  </a:cubicBezTo>
                  <a:close/>
                  <a:moveTo>
                    <a:pt x="1705" y="656"/>
                  </a:moveTo>
                  <a:cubicBezTo>
                    <a:pt x="1712" y="656"/>
                    <a:pt x="1718" y="651"/>
                    <a:pt x="1718" y="643"/>
                  </a:cubicBezTo>
                  <a:cubicBezTo>
                    <a:pt x="1718" y="636"/>
                    <a:pt x="1712" y="631"/>
                    <a:pt x="1705" y="631"/>
                  </a:cubicBezTo>
                  <a:cubicBezTo>
                    <a:pt x="1698" y="631"/>
                    <a:pt x="1693" y="636"/>
                    <a:pt x="1693" y="643"/>
                  </a:cubicBezTo>
                  <a:cubicBezTo>
                    <a:pt x="1693" y="651"/>
                    <a:pt x="1698" y="656"/>
                    <a:pt x="1705" y="656"/>
                  </a:cubicBezTo>
                  <a:close/>
                  <a:moveTo>
                    <a:pt x="1745" y="656"/>
                  </a:moveTo>
                  <a:cubicBezTo>
                    <a:pt x="1752" y="656"/>
                    <a:pt x="1758" y="651"/>
                    <a:pt x="1758" y="643"/>
                  </a:cubicBezTo>
                  <a:cubicBezTo>
                    <a:pt x="1758" y="636"/>
                    <a:pt x="1752" y="631"/>
                    <a:pt x="1745" y="631"/>
                  </a:cubicBezTo>
                  <a:cubicBezTo>
                    <a:pt x="1738" y="631"/>
                    <a:pt x="1732" y="636"/>
                    <a:pt x="1732" y="643"/>
                  </a:cubicBezTo>
                  <a:cubicBezTo>
                    <a:pt x="1732" y="651"/>
                    <a:pt x="1738" y="656"/>
                    <a:pt x="1745" y="656"/>
                  </a:cubicBezTo>
                  <a:close/>
                  <a:moveTo>
                    <a:pt x="1784" y="656"/>
                  </a:moveTo>
                  <a:cubicBezTo>
                    <a:pt x="1791" y="656"/>
                    <a:pt x="1797" y="651"/>
                    <a:pt x="1797" y="643"/>
                  </a:cubicBezTo>
                  <a:cubicBezTo>
                    <a:pt x="1797" y="636"/>
                    <a:pt x="1791" y="631"/>
                    <a:pt x="1784" y="631"/>
                  </a:cubicBezTo>
                  <a:cubicBezTo>
                    <a:pt x="1777" y="631"/>
                    <a:pt x="1772" y="636"/>
                    <a:pt x="1772" y="643"/>
                  </a:cubicBezTo>
                  <a:cubicBezTo>
                    <a:pt x="1772" y="651"/>
                    <a:pt x="1777" y="656"/>
                    <a:pt x="1784" y="656"/>
                  </a:cubicBezTo>
                  <a:close/>
                  <a:moveTo>
                    <a:pt x="1863" y="656"/>
                  </a:moveTo>
                  <a:cubicBezTo>
                    <a:pt x="1870" y="656"/>
                    <a:pt x="1876" y="651"/>
                    <a:pt x="1876" y="643"/>
                  </a:cubicBezTo>
                  <a:cubicBezTo>
                    <a:pt x="1876" y="636"/>
                    <a:pt x="1870" y="631"/>
                    <a:pt x="1863" y="631"/>
                  </a:cubicBezTo>
                  <a:cubicBezTo>
                    <a:pt x="1856" y="631"/>
                    <a:pt x="1850" y="636"/>
                    <a:pt x="1850" y="643"/>
                  </a:cubicBezTo>
                  <a:cubicBezTo>
                    <a:pt x="1850" y="651"/>
                    <a:pt x="1856" y="656"/>
                    <a:pt x="1863" y="656"/>
                  </a:cubicBezTo>
                  <a:close/>
                  <a:moveTo>
                    <a:pt x="1903" y="656"/>
                  </a:moveTo>
                  <a:cubicBezTo>
                    <a:pt x="1910" y="656"/>
                    <a:pt x="1915" y="651"/>
                    <a:pt x="1915" y="643"/>
                  </a:cubicBezTo>
                  <a:cubicBezTo>
                    <a:pt x="1915" y="636"/>
                    <a:pt x="1910" y="631"/>
                    <a:pt x="1903" y="631"/>
                  </a:cubicBezTo>
                  <a:cubicBezTo>
                    <a:pt x="1896" y="631"/>
                    <a:pt x="1890" y="636"/>
                    <a:pt x="1890" y="643"/>
                  </a:cubicBezTo>
                  <a:cubicBezTo>
                    <a:pt x="1890" y="651"/>
                    <a:pt x="1896" y="656"/>
                    <a:pt x="1903" y="656"/>
                  </a:cubicBezTo>
                  <a:close/>
                  <a:moveTo>
                    <a:pt x="1942" y="656"/>
                  </a:moveTo>
                  <a:cubicBezTo>
                    <a:pt x="1949" y="656"/>
                    <a:pt x="1955" y="651"/>
                    <a:pt x="1955" y="643"/>
                  </a:cubicBezTo>
                  <a:cubicBezTo>
                    <a:pt x="1955" y="636"/>
                    <a:pt x="1949" y="631"/>
                    <a:pt x="1942" y="631"/>
                  </a:cubicBezTo>
                  <a:cubicBezTo>
                    <a:pt x="1935" y="631"/>
                    <a:pt x="1929" y="636"/>
                    <a:pt x="1929" y="643"/>
                  </a:cubicBezTo>
                  <a:cubicBezTo>
                    <a:pt x="1929" y="651"/>
                    <a:pt x="1935" y="656"/>
                    <a:pt x="1942" y="656"/>
                  </a:cubicBezTo>
                  <a:close/>
                  <a:moveTo>
                    <a:pt x="1994" y="643"/>
                  </a:moveTo>
                  <a:cubicBezTo>
                    <a:pt x="1994" y="636"/>
                    <a:pt x="1988" y="631"/>
                    <a:pt x="1981" y="631"/>
                  </a:cubicBezTo>
                  <a:cubicBezTo>
                    <a:pt x="1974" y="631"/>
                    <a:pt x="1969" y="636"/>
                    <a:pt x="1969" y="643"/>
                  </a:cubicBezTo>
                  <a:cubicBezTo>
                    <a:pt x="1969" y="650"/>
                    <a:pt x="1974" y="656"/>
                    <a:pt x="1981" y="656"/>
                  </a:cubicBezTo>
                  <a:cubicBezTo>
                    <a:pt x="1988" y="656"/>
                    <a:pt x="1994" y="650"/>
                    <a:pt x="1994" y="643"/>
                  </a:cubicBezTo>
                  <a:close/>
                  <a:moveTo>
                    <a:pt x="2100" y="656"/>
                  </a:moveTo>
                  <a:cubicBezTo>
                    <a:pt x="2107" y="656"/>
                    <a:pt x="2112" y="651"/>
                    <a:pt x="2112" y="643"/>
                  </a:cubicBezTo>
                  <a:cubicBezTo>
                    <a:pt x="2112" y="636"/>
                    <a:pt x="2107" y="631"/>
                    <a:pt x="2100" y="631"/>
                  </a:cubicBezTo>
                  <a:cubicBezTo>
                    <a:pt x="2093" y="631"/>
                    <a:pt x="2087" y="636"/>
                    <a:pt x="2087" y="643"/>
                  </a:cubicBezTo>
                  <a:cubicBezTo>
                    <a:pt x="2087" y="651"/>
                    <a:pt x="2093" y="656"/>
                    <a:pt x="2100" y="656"/>
                  </a:cubicBezTo>
                  <a:close/>
                  <a:moveTo>
                    <a:pt x="2139" y="656"/>
                  </a:moveTo>
                  <a:cubicBezTo>
                    <a:pt x="2146" y="656"/>
                    <a:pt x="2152" y="651"/>
                    <a:pt x="2152" y="643"/>
                  </a:cubicBezTo>
                  <a:cubicBezTo>
                    <a:pt x="2152" y="636"/>
                    <a:pt x="2146" y="631"/>
                    <a:pt x="2139" y="631"/>
                  </a:cubicBezTo>
                  <a:cubicBezTo>
                    <a:pt x="2132" y="631"/>
                    <a:pt x="2126" y="636"/>
                    <a:pt x="2126" y="643"/>
                  </a:cubicBezTo>
                  <a:cubicBezTo>
                    <a:pt x="2126" y="651"/>
                    <a:pt x="2132" y="656"/>
                    <a:pt x="2139" y="656"/>
                  </a:cubicBezTo>
                  <a:close/>
                  <a:moveTo>
                    <a:pt x="2218" y="631"/>
                  </a:moveTo>
                  <a:cubicBezTo>
                    <a:pt x="2211" y="631"/>
                    <a:pt x="2205" y="636"/>
                    <a:pt x="2205" y="643"/>
                  </a:cubicBezTo>
                  <a:cubicBezTo>
                    <a:pt x="2205" y="650"/>
                    <a:pt x="2211" y="656"/>
                    <a:pt x="2218" y="656"/>
                  </a:cubicBezTo>
                  <a:cubicBezTo>
                    <a:pt x="2225" y="656"/>
                    <a:pt x="2231" y="650"/>
                    <a:pt x="2231" y="643"/>
                  </a:cubicBezTo>
                  <a:cubicBezTo>
                    <a:pt x="2231" y="636"/>
                    <a:pt x="2225" y="631"/>
                    <a:pt x="2218" y="631"/>
                  </a:cubicBezTo>
                  <a:close/>
                  <a:moveTo>
                    <a:pt x="2257" y="656"/>
                  </a:moveTo>
                  <a:cubicBezTo>
                    <a:pt x="2264" y="656"/>
                    <a:pt x="2270" y="651"/>
                    <a:pt x="2270" y="643"/>
                  </a:cubicBezTo>
                  <a:cubicBezTo>
                    <a:pt x="2270" y="636"/>
                    <a:pt x="2264" y="631"/>
                    <a:pt x="2257" y="631"/>
                  </a:cubicBezTo>
                  <a:cubicBezTo>
                    <a:pt x="2250" y="631"/>
                    <a:pt x="2245" y="636"/>
                    <a:pt x="2245" y="643"/>
                  </a:cubicBezTo>
                  <a:cubicBezTo>
                    <a:pt x="2245" y="651"/>
                    <a:pt x="2250" y="656"/>
                    <a:pt x="2257" y="656"/>
                  </a:cubicBezTo>
                  <a:close/>
                  <a:moveTo>
                    <a:pt x="2297" y="631"/>
                  </a:moveTo>
                  <a:cubicBezTo>
                    <a:pt x="2290" y="631"/>
                    <a:pt x="2284" y="636"/>
                    <a:pt x="2284" y="643"/>
                  </a:cubicBezTo>
                  <a:cubicBezTo>
                    <a:pt x="2284" y="650"/>
                    <a:pt x="2290" y="656"/>
                    <a:pt x="2297" y="656"/>
                  </a:cubicBezTo>
                  <a:cubicBezTo>
                    <a:pt x="2304" y="656"/>
                    <a:pt x="2310" y="650"/>
                    <a:pt x="2310" y="643"/>
                  </a:cubicBezTo>
                  <a:cubicBezTo>
                    <a:pt x="2310" y="636"/>
                    <a:pt x="2304" y="631"/>
                    <a:pt x="2297" y="631"/>
                  </a:cubicBezTo>
                  <a:close/>
                  <a:moveTo>
                    <a:pt x="2336" y="656"/>
                  </a:moveTo>
                  <a:cubicBezTo>
                    <a:pt x="2343" y="656"/>
                    <a:pt x="2349" y="651"/>
                    <a:pt x="2349" y="643"/>
                  </a:cubicBezTo>
                  <a:cubicBezTo>
                    <a:pt x="2349" y="636"/>
                    <a:pt x="2343" y="631"/>
                    <a:pt x="2336" y="631"/>
                  </a:cubicBezTo>
                  <a:cubicBezTo>
                    <a:pt x="2329" y="631"/>
                    <a:pt x="2323" y="636"/>
                    <a:pt x="2323" y="643"/>
                  </a:cubicBezTo>
                  <a:cubicBezTo>
                    <a:pt x="2323" y="651"/>
                    <a:pt x="2329" y="656"/>
                    <a:pt x="2336" y="656"/>
                  </a:cubicBezTo>
                  <a:close/>
                  <a:moveTo>
                    <a:pt x="2376" y="656"/>
                  </a:moveTo>
                  <a:cubicBezTo>
                    <a:pt x="2383" y="656"/>
                    <a:pt x="2388" y="651"/>
                    <a:pt x="2388" y="643"/>
                  </a:cubicBezTo>
                  <a:cubicBezTo>
                    <a:pt x="2388" y="636"/>
                    <a:pt x="2383" y="631"/>
                    <a:pt x="2376" y="631"/>
                  </a:cubicBezTo>
                  <a:cubicBezTo>
                    <a:pt x="2369" y="631"/>
                    <a:pt x="2363" y="636"/>
                    <a:pt x="2363" y="643"/>
                  </a:cubicBezTo>
                  <a:cubicBezTo>
                    <a:pt x="2363" y="651"/>
                    <a:pt x="2369" y="656"/>
                    <a:pt x="2376" y="656"/>
                  </a:cubicBezTo>
                  <a:close/>
                  <a:moveTo>
                    <a:pt x="2415" y="656"/>
                  </a:moveTo>
                  <a:cubicBezTo>
                    <a:pt x="2422" y="656"/>
                    <a:pt x="2428" y="651"/>
                    <a:pt x="2428" y="643"/>
                  </a:cubicBezTo>
                  <a:cubicBezTo>
                    <a:pt x="2428" y="636"/>
                    <a:pt x="2422" y="631"/>
                    <a:pt x="2415" y="631"/>
                  </a:cubicBezTo>
                  <a:cubicBezTo>
                    <a:pt x="2408" y="631"/>
                    <a:pt x="2402" y="636"/>
                    <a:pt x="2402" y="643"/>
                  </a:cubicBezTo>
                  <a:cubicBezTo>
                    <a:pt x="2402" y="651"/>
                    <a:pt x="2408" y="656"/>
                    <a:pt x="2415" y="656"/>
                  </a:cubicBezTo>
                  <a:close/>
                  <a:moveTo>
                    <a:pt x="2455" y="656"/>
                  </a:moveTo>
                  <a:cubicBezTo>
                    <a:pt x="2462" y="656"/>
                    <a:pt x="2467" y="651"/>
                    <a:pt x="2467" y="643"/>
                  </a:cubicBezTo>
                  <a:cubicBezTo>
                    <a:pt x="2467" y="636"/>
                    <a:pt x="2462" y="631"/>
                    <a:pt x="2455" y="631"/>
                  </a:cubicBezTo>
                  <a:cubicBezTo>
                    <a:pt x="2447" y="631"/>
                    <a:pt x="2442" y="636"/>
                    <a:pt x="2442" y="643"/>
                  </a:cubicBezTo>
                  <a:cubicBezTo>
                    <a:pt x="2442" y="651"/>
                    <a:pt x="2447" y="656"/>
                    <a:pt x="2455" y="656"/>
                  </a:cubicBezTo>
                  <a:close/>
                  <a:moveTo>
                    <a:pt x="2494" y="656"/>
                  </a:moveTo>
                  <a:cubicBezTo>
                    <a:pt x="2501" y="656"/>
                    <a:pt x="2507" y="651"/>
                    <a:pt x="2507" y="643"/>
                  </a:cubicBezTo>
                  <a:cubicBezTo>
                    <a:pt x="2507" y="636"/>
                    <a:pt x="2501" y="631"/>
                    <a:pt x="2494" y="631"/>
                  </a:cubicBezTo>
                  <a:cubicBezTo>
                    <a:pt x="2487" y="631"/>
                    <a:pt x="2481" y="636"/>
                    <a:pt x="2481" y="643"/>
                  </a:cubicBezTo>
                  <a:cubicBezTo>
                    <a:pt x="2481" y="651"/>
                    <a:pt x="2487" y="656"/>
                    <a:pt x="2494" y="656"/>
                  </a:cubicBezTo>
                  <a:close/>
                  <a:moveTo>
                    <a:pt x="2533" y="656"/>
                  </a:moveTo>
                  <a:cubicBezTo>
                    <a:pt x="2540" y="656"/>
                    <a:pt x="2546" y="651"/>
                    <a:pt x="2546" y="643"/>
                  </a:cubicBezTo>
                  <a:cubicBezTo>
                    <a:pt x="2546" y="636"/>
                    <a:pt x="2540" y="631"/>
                    <a:pt x="2533" y="631"/>
                  </a:cubicBezTo>
                  <a:cubicBezTo>
                    <a:pt x="2526" y="631"/>
                    <a:pt x="2521" y="636"/>
                    <a:pt x="2521" y="643"/>
                  </a:cubicBezTo>
                  <a:cubicBezTo>
                    <a:pt x="2521" y="651"/>
                    <a:pt x="2526" y="656"/>
                    <a:pt x="2533" y="656"/>
                  </a:cubicBezTo>
                  <a:close/>
                  <a:moveTo>
                    <a:pt x="2573" y="656"/>
                  </a:moveTo>
                  <a:cubicBezTo>
                    <a:pt x="2580" y="656"/>
                    <a:pt x="2586" y="651"/>
                    <a:pt x="2586" y="643"/>
                  </a:cubicBezTo>
                  <a:cubicBezTo>
                    <a:pt x="2586" y="636"/>
                    <a:pt x="2580" y="631"/>
                    <a:pt x="2573" y="631"/>
                  </a:cubicBezTo>
                  <a:cubicBezTo>
                    <a:pt x="2566" y="631"/>
                    <a:pt x="2560" y="636"/>
                    <a:pt x="2560" y="643"/>
                  </a:cubicBezTo>
                  <a:cubicBezTo>
                    <a:pt x="2560" y="651"/>
                    <a:pt x="2566" y="656"/>
                    <a:pt x="2573" y="656"/>
                  </a:cubicBezTo>
                  <a:close/>
                  <a:moveTo>
                    <a:pt x="2612" y="656"/>
                  </a:moveTo>
                  <a:cubicBezTo>
                    <a:pt x="2619" y="656"/>
                    <a:pt x="2625" y="651"/>
                    <a:pt x="2625" y="643"/>
                  </a:cubicBezTo>
                  <a:cubicBezTo>
                    <a:pt x="2625" y="636"/>
                    <a:pt x="2619" y="631"/>
                    <a:pt x="2612" y="631"/>
                  </a:cubicBezTo>
                  <a:cubicBezTo>
                    <a:pt x="2605" y="631"/>
                    <a:pt x="2599" y="636"/>
                    <a:pt x="2599" y="643"/>
                  </a:cubicBezTo>
                  <a:cubicBezTo>
                    <a:pt x="2599" y="651"/>
                    <a:pt x="2605" y="656"/>
                    <a:pt x="2612" y="656"/>
                  </a:cubicBezTo>
                  <a:close/>
                  <a:moveTo>
                    <a:pt x="2652" y="656"/>
                  </a:moveTo>
                  <a:cubicBezTo>
                    <a:pt x="2659" y="656"/>
                    <a:pt x="2664" y="651"/>
                    <a:pt x="2664" y="643"/>
                  </a:cubicBezTo>
                  <a:cubicBezTo>
                    <a:pt x="2664" y="636"/>
                    <a:pt x="2659" y="631"/>
                    <a:pt x="2652" y="631"/>
                  </a:cubicBezTo>
                  <a:cubicBezTo>
                    <a:pt x="2645" y="631"/>
                    <a:pt x="2639" y="636"/>
                    <a:pt x="2639" y="643"/>
                  </a:cubicBezTo>
                  <a:cubicBezTo>
                    <a:pt x="2639" y="651"/>
                    <a:pt x="2645" y="656"/>
                    <a:pt x="2652" y="656"/>
                  </a:cubicBezTo>
                  <a:close/>
                  <a:moveTo>
                    <a:pt x="2691" y="656"/>
                  </a:moveTo>
                  <a:cubicBezTo>
                    <a:pt x="2698" y="656"/>
                    <a:pt x="2704" y="651"/>
                    <a:pt x="2704" y="643"/>
                  </a:cubicBezTo>
                  <a:cubicBezTo>
                    <a:pt x="2704" y="636"/>
                    <a:pt x="2698" y="631"/>
                    <a:pt x="2691" y="631"/>
                  </a:cubicBezTo>
                  <a:cubicBezTo>
                    <a:pt x="2684" y="631"/>
                    <a:pt x="2678" y="636"/>
                    <a:pt x="2678" y="643"/>
                  </a:cubicBezTo>
                  <a:cubicBezTo>
                    <a:pt x="2678" y="651"/>
                    <a:pt x="2684" y="656"/>
                    <a:pt x="2691" y="656"/>
                  </a:cubicBezTo>
                  <a:close/>
                  <a:moveTo>
                    <a:pt x="2730" y="656"/>
                  </a:moveTo>
                  <a:cubicBezTo>
                    <a:pt x="2738" y="656"/>
                    <a:pt x="2743" y="651"/>
                    <a:pt x="2743" y="643"/>
                  </a:cubicBezTo>
                  <a:cubicBezTo>
                    <a:pt x="2743" y="636"/>
                    <a:pt x="2738" y="631"/>
                    <a:pt x="2730" y="631"/>
                  </a:cubicBezTo>
                  <a:cubicBezTo>
                    <a:pt x="2723" y="631"/>
                    <a:pt x="2718" y="636"/>
                    <a:pt x="2718" y="643"/>
                  </a:cubicBezTo>
                  <a:cubicBezTo>
                    <a:pt x="2718" y="651"/>
                    <a:pt x="2723" y="656"/>
                    <a:pt x="2730" y="656"/>
                  </a:cubicBezTo>
                  <a:close/>
                  <a:moveTo>
                    <a:pt x="2770" y="656"/>
                  </a:moveTo>
                  <a:cubicBezTo>
                    <a:pt x="2777" y="656"/>
                    <a:pt x="2783" y="651"/>
                    <a:pt x="2783" y="643"/>
                  </a:cubicBezTo>
                  <a:cubicBezTo>
                    <a:pt x="2783" y="636"/>
                    <a:pt x="2777" y="631"/>
                    <a:pt x="2770" y="631"/>
                  </a:cubicBezTo>
                  <a:cubicBezTo>
                    <a:pt x="2763" y="631"/>
                    <a:pt x="2757" y="636"/>
                    <a:pt x="2757" y="643"/>
                  </a:cubicBezTo>
                  <a:cubicBezTo>
                    <a:pt x="2757" y="651"/>
                    <a:pt x="2763" y="656"/>
                    <a:pt x="2770" y="656"/>
                  </a:cubicBezTo>
                  <a:close/>
                  <a:moveTo>
                    <a:pt x="2809" y="656"/>
                  </a:moveTo>
                  <a:cubicBezTo>
                    <a:pt x="2816" y="656"/>
                    <a:pt x="2822" y="651"/>
                    <a:pt x="2822" y="643"/>
                  </a:cubicBezTo>
                  <a:cubicBezTo>
                    <a:pt x="2822" y="636"/>
                    <a:pt x="2816" y="631"/>
                    <a:pt x="2809" y="631"/>
                  </a:cubicBezTo>
                  <a:cubicBezTo>
                    <a:pt x="2802" y="631"/>
                    <a:pt x="2797" y="636"/>
                    <a:pt x="2797" y="643"/>
                  </a:cubicBezTo>
                  <a:cubicBezTo>
                    <a:pt x="2797" y="651"/>
                    <a:pt x="2802" y="656"/>
                    <a:pt x="2809" y="656"/>
                  </a:cubicBezTo>
                  <a:close/>
                  <a:moveTo>
                    <a:pt x="2849" y="656"/>
                  </a:moveTo>
                  <a:cubicBezTo>
                    <a:pt x="2856" y="656"/>
                    <a:pt x="2862" y="651"/>
                    <a:pt x="2862" y="643"/>
                  </a:cubicBezTo>
                  <a:cubicBezTo>
                    <a:pt x="2862" y="636"/>
                    <a:pt x="2856" y="631"/>
                    <a:pt x="2849" y="631"/>
                  </a:cubicBezTo>
                  <a:cubicBezTo>
                    <a:pt x="2842" y="631"/>
                    <a:pt x="2836" y="636"/>
                    <a:pt x="2836" y="643"/>
                  </a:cubicBezTo>
                  <a:cubicBezTo>
                    <a:pt x="2836" y="651"/>
                    <a:pt x="2842" y="656"/>
                    <a:pt x="2849" y="656"/>
                  </a:cubicBezTo>
                  <a:close/>
                  <a:moveTo>
                    <a:pt x="2888" y="656"/>
                  </a:moveTo>
                  <a:cubicBezTo>
                    <a:pt x="2895" y="656"/>
                    <a:pt x="2901" y="651"/>
                    <a:pt x="2901" y="643"/>
                  </a:cubicBezTo>
                  <a:cubicBezTo>
                    <a:pt x="2901" y="636"/>
                    <a:pt x="2895" y="631"/>
                    <a:pt x="2888" y="631"/>
                  </a:cubicBezTo>
                  <a:cubicBezTo>
                    <a:pt x="2881" y="631"/>
                    <a:pt x="2875" y="636"/>
                    <a:pt x="2875" y="643"/>
                  </a:cubicBezTo>
                  <a:cubicBezTo>
                    <a:pt x="2875" y="651"/>
                    <a:pt x="2881" y="656"/>
                    <a:pt x="2888" y="656"/>
                  </a:cubicBezTo>
                  <a:close/>
                  <a:moveTo>
                    <a:pt x="2928" y="656"/>
                  </a:moveTo>
                  <a:cubicBezTo>
                    <a:pt x="2935" y="656"/>
                    <a:pt x="2940" y="651"/>
                    <a:pt x="2940" y="643"/>
                  </a:cubicBezTo>
                  <a:cubicBezTo>
                    <a:pt x="2940" y="636"/>
                    <a:pt x="2935" y="631"/>
                    <a:pt x="2928" y="631"/>
                  </a:cubicBezTo>
                  <a:cubicBezTo>
                    <a:pt x="2921" y="631"/>
                    <a:pt x="2915" y="636"/>
                    <a:pt x="2915" y="643"/>
                  </a:cubicBezTo>
                  <a:cubicBezTo>
                    <a:pt x="2915" y="651"/>
                    <a:pt x="2921" y="656"/>
                    <a:pt x="2928" y="656"/>
                  </a:cubicBezTo>
                  <a:close/>
                  <a:moveTo>
                    <a:pt x="2967" y="656"/>
                  </a:moveTo>
                  <a:cubicBezTo>
                    <a:pt x="2974" y="656"/>
                    <a:pt x="2980" y="651"/>
                    <a:pt x="2980" y="643"/>
                  </a:cubicBezTo>
                  <a:cubicBezTo>
                    <a:pt x="2980" y="636"/>
                    <a:pt x="2974" y="631"/>
                    <a:pt x="2967" y="631"/>
                  </a:cubicBezTo>
                  <a:cubicBezTo>
                    <a:pt x="2960" y="631"/>
                    <a:pt x="2954" y="636"/>
                    <a:pt x="2954" y="643"/>
                  </a:cubicBezTo>
                  <a:cubicBezTo>
                    <a:pt x="2954" y="651"/>
                    <a:pt x="2960" y="656"/>
                    <a:pt x="2967" y="656"/>
                  </a:cubicBezTo>
                  <a:close/>
                  <a:moveTo>
                    <a:pt x="3006" y="656"/>
                  </a:moveTo>
                  <a:cubicBezTo>
                    <a:pt x="3013" y="656"/>
                    <a:pt x="3019" y="651"/>
                    <a:pt x="3019" y="643"/>
                  </a:cubicBezTo>
                  <a:cubicBezTo>
                    <a:pt x="3019" y="636"/>
                    <a:pt x="3013" y="631"/>
                    <a:pt x="3006" y="631"/>
                  </a:cubicBezTo>
                  <a:cubicBezTo>
                    <a:pt x="2999" y="631"/>
                    <a:pt x="2994" y="636"/>
                    <a:pt x="2994" y="643"/>
                  </a:cubicBezTo>
                  <a:cubicBezTo>
                    <a:pt x="2994" y="651"/>
                    <a:pt x="2999" y="656"/>
                    <a:pt x="3006" y="656"/>
                  </a:cubicBezTo>
                  <a:close/>
                  <a:moveTo>
                    <a:pt x="3046" y="656"/>
                  </a:moveTo>
                  <a:cubicBezTo>
                    <a:pt x="3053" y="656"/>
                    <a:pt x="3059" y="651"/>
                    <a:pt x="3059" y="643"/>
                  </a:cubicBezTo>
                  <a:cubicBezTo>
                    <a:pt x="3059" y="636"/>
                    <a:pt x="3053" y="631"/>
                    <a:pt x="3046" y="631"/>
                  </a:cubicBezTo>
                  <a:cubicBezTo>
                    <a:pt x="3039" y="631"/>
                    <a:pt x="3033" y="636"/>
                    <a:pt x="3033" y="643"/>
                  </a:cubicBezTo>
                  <a:cubicBezTo>
                    <a:pt x="3033" y="651"/>
                    <a:pt x="3039" y="656"/>
                    <a:pt x="3046" y="656"/>
                  </a:cubicBezTo>
                  <a:close/>
                  <a:moveTo>
                    <a:pt x="444" y="670"/>
                  </a:moveTo>
                  <a:cubicBezTo>
                    <a:pt x="437" y="670"/>
                    <a:pt x="431" y="676"/>
                    <a:pt x="431" y="683"/>
                  </a:cubicBezTo>
                  <a:cubicBezTo>
                    <a:pt x="431" y="690"/>
                    <a:pt x="437" y="696"/>
                    <a:pt x="444" y="696"/>
                  </a:cubicBezTo>
                  <a:cubicBezTo>
                    <a:pt x="451" y="696"/>
                    <a:pt x="457" y="690"/>
                    <a:pt x="457" y="683"/>
                  </a:cubicBezTo>
                  <a:cubicBezTo>
                    <a:pt x="457" y="676"/>
                    <a:pt x="451" y="670"/>
                    <a:pt x="444" y="670"/>
                  </a:cubicBezTo>
                  <a:close/>
                  <a:moveTo>
                    <a:pt x="483" y="696"/>
                  </a:moveTo>
                  <a:cubicBezTo>
                    <a:pt x="490" y="696"/>
                    <a:pt x="496" y="690"/>
                    <a:pt x="496" y="683"/>
                  </a:cubicBezTo>
                  <a:cubicBezTo>
                    <a:pt x="496" y="676"/>
                    <a:pt x="490" y="670"/>
                    <a:pt x="483" y="670"/>
                  </a:cubicBezTo>
                  <a:cubicBezTo>
                    <a:pt x="476" y="670"/>
                    <a:pt x="471" y="676"/>
                    <a:pt x="471" y="683"/>
                  </a:cubicBezTo>
                  <a:cubicBezTo>
                    <a:pt x="471" y="690"/>
                    <a:pt x="476" y="696"/>
                    <a:pt x="483" y="696"/>
                  </a:cubicBezTo>
                  <a:close/>
                  <a:moveTo>
                    <a:pt x="523" y="696"/>
                  </a:moveTo>
                  <a:cubicBezTo>
                    <a:pt x="530" y="696"/>
                    <a:pt x="535" y="690"/>
                    <a:pt x="535" y="683"/>
                  </a:cubicBezTo>
                  <a:cubicBezTo>
                    <a:pt x="535" y="676"/>
                    <a:pt x="530" y="670"/>
                    <a:pt x="523" y="670"/>
                  </a:cubicBezTo>
                  <a:cubicBezTo>
                    <a:pt x="516" y="670"/>
                    <a:pt x="510" y="676"/>
                    <a:pt x="510" y="683"/>
                  </a:cubicBezTo>
                  <a:cubicBezTo>
                    <a:pt x="510" y="690"/>
                    <a:pt x="516" y="696"/>
                    <a:pt x="523" y="696"/>
                  </a:cubicBezTo>
                  <a:close/>
                  <a:moveTo>
                    <a:pt x="562" y="696"/>
                  </a:moveTo>
                  <a:cubicBezTo>
                    <a:pt x="569" y="696"/>
                    <a:pt x="575" y="690"/>
                    <a:pt x="575" y="683"/>
                  </a:cubicBezTo>
                  <a:cubicBezTo>
                    <a:pt x="575" y="676"/>
                    <a:pt x="569" y="670"/>
                    <a:pt x="562" y="670"/>
                  </a:cubicBezTo>
                  <a:cubicBezTo>
                    <a:pt x="555" y="670"/>
                    <a:pt x="549" y="676"/>
                    <a:pt x="549" y="683"/>
                  </a:cubicBezTo>
                  <a:cubicBezTo>
                    <a:pt x="549" y="690"/>
                    <a:pt x="555" y="696"/>
                    <a:pt x="562" y="696"/>
                  </a:cubicBezTo>
                  <a:close/>
                  <a:moveTo>
                    <a:pt x="602" y="696"/>
                  </a:moveTo>
                  <a:cubicBezTo>
                    <a:pt x="609" y="696"/>
                    <a:pt x="614" y="690"/>
                    <a:pt x="614" y="683"/>
                  </a:cubicBezTo>
                  <a:cubicBezTo>
                    <a:pt x="614" y="676"/>
                    <a:pt x="609" y="670"/>
                    <a:pt x="602" y="670"/>
                  </a:cubicBezTo>
                  <a:cubicBezTo>
                    <a:pt x="595" y="670"/>
                    <a:pt x="589" y="676"/>
                    <a:pt x="589" y="683"/>
                  </a:cubicBezTo>
                  <a:cubicBezTo>
                    <a:pt x="589" y="690"/>
                    <a:pt x="595" y="696"/>
                    <a:pt x="602" y="696"/>
                  </a:cubicBezTo>
                  <a:close/>
                  <a:moveTo>
                    <a:pt x="641" y="696"/>
                  </a:moveTo>
                  <a:cubicBezTo>
                    <a:pt x="648" y="696"/>
                    <a:pt x="654" y="690"/>
                    <a:pt x="654" y="683"/>
                  </a:cubicBezTo>
                  <a:cubicBezTo>
                    <a:pt x="654" y="676"/>
                    <a:pt x="648" y="670"/>
                    <a:pt x="641" y="670"/>
                  </a:cubicBezTo>
                  <a:cubicBezTo>
                    <a:pt x="634" y="670"/>
                    <a:pt x="628" y="676"/>
                    <a:pt x="628" y="683"/>
                  </a:cubicBezTo>
                  <a:cubicBezTo>
                    <a:pt x="628" y="690"/>
                    <a:pt x="634" y="696"/>
                    <a:pt x="641" y="696"/>
                  </a:cubicBezTo>
                  <a:close/>
                  <a:moveTo>
                    <a:pt x="680" y="696"/>
                  </a:moveTo>
                  <a:cubicBezTo>
                    <a:pt x="687" y="696"/>
                    <a:pt x="693" y="690"/>
                    <a:pt x="693" y="683"/>
                  </a:cubicBezTo>
                  <a:cubicBezTo>
                    <a:pt x="693" y="676"/>
                    <a:pt x="687" y="670"/>
                    <a:pt x="680" y="670"/>
                  </a:cubicBezTo>
                  <a:cubicBezTo>
                    <a:pt x="673" y="670"/>
                    <a:pt x="668" y="676"/>
                    <a:pt x="668" y="683"/>
                  </a:cubicBezTo>
                  <a:cubicBezTo>
                    <a:pt x="668" y="690"/>
                    <a:pt x="673" y="696"/>
                    <a:pt x="680" y="696"/>
                  </a:cubicBezTo>
                  <a:close/>
                  <a:moveTo>
                    <a:pt x="720" y="696"/>
                  </a:moveTo>
                  <a:cubicBezTo>
                    <a:pt x="727" y="696"/>
                    <a:pt x="733" y="690"/>
                    <a:pt x="733" y="683"/>
                  </a:cubicBezTo>
                  <a:cubicBezTo>
                    <a:pt x="733" y="676"/>
                    <a:pt x="727" y="670"/>
                    <a:pt x="720" y="670"/>
                  </a:cubicBezTo>
                  <a:cubicBezTo>
                    <a:pt x="713" y="670"/>
                    <a:pt x="707" y="676"/>
                    <a:pt x="707" y="683"/>
                  </a:cubicBezTo>
                  <a:cubicBezTo>
                    <a:pt x="707" y="690"/>
                    <a:pt x="713" y="696"/>
                    <a:pt x="720" y="696"/>
                  </a:cubicBezTo>
                  <a:close/>
                  <a:moveTo>
                    <a:pt x="759" y="696"/>
                  </a:moveTo>
                  <a:cubicBezTo>
                    <a:pt x="766" y="696"/>
                    <a:pt x="772" y="690"/>
                    <a:pt x="772" y="683"/>
                  </a:cubicBezTo>
                  <a:cubicBezTo>
                    <a:pt x="772" y="676"/>
                    <a:pt x="766" y="670"/>
                    <a:pt x="759" y="670"/>
                  </a:cubicBezTo>
                  <a:cubicBezTo>
                    <a:pt x="752" y="670"/>
                    <a:pt x="747" y="676"/>
                    <a:pt x="747" y="683"/>
                  </a:cubicBezTo>
                  <a:cubicBezTo>
                    <a:pt x="747" y="690"/>
                    <a:pt x="752" y="696"/>
                    <a:pt x="759" y="696"/>
                  </a:cubicBezTo>
                  <a:close/>
                  <a:moveTo>
                    <a:pt x="799" y="696"/>
                  </a:moveTo>
                  <a:cubicBezTo>
                    <a:pt x="806" y="696"/>
                    <a:pt x="811" y="690"/>
                    <a:pt x="811" y="683"/>
                  </a:cubicBezTo>
                  <a:cubicBezTo>
                    <a:pt x="811" y="676"/>
                    <a:pt x="806" y="670"/>
                    <a:pt x="799" y="670"/>
                  </a:cubicBezTo>
                  <a:cubicBezTo>
                    <a:pt x="792" y="670"/>
                    <a:pt x="786" y="676"/>
                    <a:pt x="786" y="683"/>
                  </a:cubicBezTo>
                  <a:cubicBezTo>
                    <a:pt x="786" y="690"/>
                    <a:pt x="792" y="696"/>
                    <a:pt x="799" y="696"/>
                  </a:cubicBezTo>
                  <a:close/>
                  <a:moveTo>
                    <a:pt x="838" y="696"/>
                  </a:moveTo>
                  <a:cubicBezTo>
                    <a:pt x="845" y="696"/>
                    <a:pt x="851" y="690"/>
                    <a:pt x="851" y="683"/>
                  </a:cubicBezTo>
                  <a:cubicBezTo>
                    <a:pt x="851" y="676"/>
                    <a:pt x="845" y="670"/>
                    <a:pt x="838" y="670"/>
                  </a:cubicBezTo>
                  <a:cubicBezTo>
                    <a:pt x="831" y="670"/>
                    <a:pt x="825" y="676"/>
                    <a:pt x="825" y="683"/>
                  </a:cubicBezTo>
                  <a:cubicBezTo>
                    <a:pt x="825" y="690"/>
                    <a:pt x="831" y="696"/>
                    <a:pt x="838" y="696"/>
                  </a:cubicBezTo>
                  <a:close/>
                  <a:moveTo>
                    <a:pt x="878" y="696"/>
                  </a:moveTo>
                  <a:cubicBezTo>
                    <a:pt x="885" y="696"/>
                    <a:pt x="890" y="690"/>
                    <a:pt x="890" y="683"/>
                  </a:cubicBezTo>
                  <a:cubicBezTo>
                    <a:pt x="890" y="676"/>
                    <a:pt x="885" y="670"/>
                    <a:pt x="878" y="670"/>
                  </a:cubicBezTo>
                  <a:cubicBezTo>
                    <a:pt x="871" y="670"/>
                    <a:pt x="865" y="676"/>
                    <a:pt x="865" y="683"/>
                  </a:cubicBezTo>
                  <a:cubicBezTo>
                    <a:pt x="865" y="690"/>
                    <a:pt x="871" y="696"/>
                    <a:pt x="878" y="696"/>
                  </a:cubicBezTo>
                  <a:close/>
                  <a:moveTo>
                    <a:pt x="917" y="696"/>
                  </a:moveTo>
                  <a:cubicBezTo>
                    <a:pt x="924" y="696"/>
                    <a:pt x="930" y="690"/>
                    <a:pt x="930" y="683"/>
                  </a:cubicBezTo>
                  <a:cubicBezTo>
                    <a:pt x="930" y="676"/>
                    <a:pt x="924" y="670"/>
                    <a:pt x="917" y="670"/>
                  </a:cubicBezTo>
                  <a:cubicBezTo>
                    <a:pt x="910" y="670"/>
                    <a:pt x="904" y="676"/>
                    <a:pt x="904" y="683"/>
                  </a:cubicBezTo>
                  <a:cubicBezTo>
                    <a:pt x="904" y="690"/>
                    <a:pt x="910" y="696"/>
                    <a:pt x="917" y="696"/>
                  </a:cubicBezTo>
                  <a:close/>
                  <a:moveTo>
                    <a:pt x="956" y="696"/>
                  </a:moveTo>
                  <a:cubicBezTo>
                    <a:pt x="963" y="696"/>
                    <a:pt x="969" y="690"/>
                    <a:pt x="969" y="683"/>
                  </a:cubicBezTo>
                  <a:cubicBezTo>
                    <a:pt x="969" y="676"/>
                    <a:pt x="963" y="670"/>
                    <a:pt x="956" y="670"/>
                  </a:cubicBezTo>
                  <a:cubicBezTo>
                    <a:pt x="949" y="670"/>
                    <a:pt x="944" y="676"/>
                    <a:pt x="944" y="683"/>
                  </a:cubicBezTo>
                  <a:cubicBezTo>
                    <a:pt x="944" y="690"/>
                    <a:pt x="949" y="696"/>
                    <a:pt x="956" y="696"/>
                  </a:cubicBezTo>
                  <a:close/>
                  <a:moveTo>
                    <a:pt x="1627" y="696"/>
                  </a:moveTo>
                  <a:cubicBezTo>
                    <a:pt x="1634" y="696"/>
                    <a:pt x="1639" y="690"/>
                    <a:pt x="1639" y="683"/>
                  </a:cubicBezTo>
                  <a:cubicBezTo>
                    <a:pt x="1639" y="676"/>
                    <a:pt x="1634" y="670"/>
                    <a:pt x="1627" y="670"/>
                  </a:cubicBezTo>
                  <a:cubicBezTo>
                    <a:pt x="1620" y="670"/>
                    <a:pt x="1614" y="676"/>
                    <a:pt x="1614" y="683"/>
                  </a:cubicBezTo>
                  <a:cubicBezTo>
                    <a:pt x="1614" y="690"/>
                    <a:pt x="1620" y="696"/>
                    <a:pt x="1627" y="696"/>
                  </a:cubicBezTo>
                  <a:close/>
                  <a:moveTo>
                    <a:pt x="1666" y="696"/>
                  </a:moveTo>
                  <a:cubicBezTo>
                    <a:pt x="1673" y="696"/>
                    <a:pt x="1679" y="690"/>
                    <a:pt x="1679" y="683"/>
                  </a:cubicBezTo>
                  <a:cubicBezTo>
                    <a:pt x="1679" y="676"/>
                    <a:pt x="1673" y="670"/>
                    <a:pt x="1666" y="670"/>
                  </a:cubicBezTo>
                  <a:cubicBezTo>
                    <a:pt x="1659" y="670"/>
                    <a:pt x="1653" y="676"/>
                    <a:pt x="1653" y="683"/>
                  </a:cubicBezTo>
                  <a:cubicBezTo>
                    <a:pt x="1653" y="690"/>
                    <a:pt x="1659" y="696"/>
                    <a:pt x="1666" y="696"/>
                  </a:cubicBezTo>
                  <a:close/>
                  <a:moveTo>
                    <a:pt x="1705" y="696"/>
                  </a:moveTo>
                  <a:cubicBezTo>
                    <a:pt x="1712" y="696"/>
                    <a:pt x="1718" y="690"/>
                    <a:pt x="1718" y="683"/>
                  </a:cubicBezTo>
                  <a:cubicBezTo>
                    <a:pt x="1718" y="676"/>
                    <a:pt x="1712" y="670"/>
                    <a:pt x="1705" y="670"/>
                  </a:cubicBezTo>
                  <a:cubicBezTo>
                    <a:pt x="1698" y="670"/>
                    <a:pt x="1693" y="676"/>
                    <a:pt x="1693" y="683"/>
                  </a:cubicBezTo>
                  <a:cubicBezTo>
                    <a:pt x="1693" y="690"/>
                    <a:pt x="1698" y="696"/>
                    <a:pt x="1705" y="696"/>
                  </a:cubicBezTo>
                  <a:close/>
                  <a:moveTo>
                    <a:pt x="1817" y="683"/>
                  </a:moveTo>
                  <a:cubicBezTo>
                    <a:pt x="1817" y="686"/>
                    <a:pt x="1820" y="689"/>
                    <a:pt x="1824" y="689"/>
                  </a:cubicBezTo>
                  <a:cubicBezTo>
                    <a:pt x="1827" y="689"/>
                    <a:pt x="1830" y="686"/>
                    <a:pt x="1830" y="683"/>
                  </a:cubicBezTo>
                  <a:cubicBezTo>
                    <a:pt x="1830" y="679"/>
                    <a:pt x="1827" y="676"/>
                    <a:pt x="1824" y="676"/>
                  </a:cubicBezTo>
                  <a:cubicBezTo>
                    <a:pt x="1820" y="676"/>
                    <a:pt x="1817" y="679"/>
                    <a:pt x="1817" y="683"/>
                  </a:cubicBezTo>
                  <a:close/>
                  <a:moveTo>
                    <a:pt x="1903" y="696"/>
                  </a:moveTo>
                  <a:cubicBezTo>
                    <a:pt x="1910" y="696"/>
                    <a:pt x="1915" y="690"/>
                    <a:pt x="1915" y="683"/>
                  </a:cubicBezTo>
                  <a:cubicBezTo>
                    <a:pt x="1915" y="676"/>
                    <a:pt x="1910" y="670"/>
                    <a:pt x="1903" y="670"/>
                  </a:cubicBezTo>
                  <a:cubicBezTo>
                    <a:pt x="1896" y="670"/>
                    <a:pt x="1890" y="676"/>
                    <a:pt x="1890" y="683"/>
                  </a:cubicBezTo>
                  <a:cubicBezTo>
                    <a:pt x="1890" y="690"/>
                    <a:pt x="1896" y="696"/>
                    <a:pt x="1903" y="696"/>
                  </a:cubicBezTo>
                  <a:close/>
                  <a:moveTo>
                    <a:pt x="1955" y="683"/>
                  </a:moveTo>
                  <a:cubicBezTo>
                    <a:pt x="1955" y="676"/>
                    <a:pt x="1949" y="670"/>
                    <a:pt x="1942" y="670"/>
                  </a:cubicBezTo>
                  <a:cubicBezTo>
                    <a:pt x="1935" y="670"/>
                    <a:pt x="1929" y="676"/>
                    <a:pt x="1929" y="683"/>
                  </a:cubicBezTo>
                  <a:cubicBezTo>
                    <a:pt x="1929" y="690"/>
                    <a:pt x="1935" y="696"/>
                    <a:pt x="1942" y="696"/>
                  </a:cubicBezTo>
                  <a:cubicBezTo>
                    <a:pt x="1949" y="696"/>
                    <a:pt x="1955" y="690"/>
                    <a:pt x="1955" y="683"/>
                  </a:cubicBezTo>
                  <a:close/>
                  <a:moveTo>
                    <a:pt x="1981" y="696"/>
                  </a:moveTo>
                  <a:cubicBezTo>
                    <a:pt x="1988" y="696"/>
                    <a:pt x="1994" y="690"/>
                    <a:pt x="1994" y="683"/>
                  </a:cubicBezTo>
                  <a:cubicBezTo>
                    <a:pt x="1994" y="676"/>
                    <a:pt x="1988" y="670"/>
                    <a:pt x="1981" y="670"/>
                  </a:cubicBezTo>
                  <a:cubicBezTo>
                    <a:pt x="1974" y="670"/>
                    <a:pt x="1969" y="676"/>
                    <a:pt x="1969" y="683"/>
                  </a:cubicBezTo>
                  <a:cubicBezTo>
                    <a:pt x="1969" y="690"/>
                    <a:pt x="1974" y="696"/>
                    <a:pt x="1981" y="696"/>
                  </a:cubicBezTo>
                  <a:close/>
                  <a:moveTo>
                    <a:pt x="2021" y="696"/>
                  </a:moveTo>
                  <a:cubicBezTo>
                    <a:pt x="2028" y="696"/>
                    <a:pt x="2034" y="690"/>
                    <a:pt x="2034" y="683"/>
                  </a:cubicBezTo>
                  <a:cubicBezTo>
                    <a:pt x="2034" y="676"/>
                    <a:pt x="2028" y="670"/>
                    <a:pt x="2021" y="670"/>
                  </a:cubicBezTo>
                  <a:cubicBezTo>
                    <a:pt x="2014" y="670"/>
                    <a:pt x="2008" y="676"/>
                    <a:pt x="2008" y="683"/>
                  </a:cubicBezTo>
                  <a:cubicBezTo>
                    <a:pt x="2008" y="690"/>
                    <a:pt x="2014" y="696"/>
                    <a:pt x="2021" y="696"/>
                  </a:cubicBezTo>
                  <a:close/>
                  <a:moveTo>
                    <a:pt x="2060" y="670"/>
                  </a:moveTo>
                  <a:cubicBezTo>
                    <a:pt x="2053" y="670"/>
                    <a:pt x="2048" y="676"/>
                    <a:pt x="2048" y="683"/>
                  </a:cubicBezTo>
                  <a:cubicBezTo>
                    <a:pt x="2048" y="690"/>
                    <a:pt x="2053" y="696"/>
                    <a:pt x="2060" y="696"/>
                  </a:cubicBezTo>
                  <a:cubicBezTo>
                    <a:pt x="2067" y="696"/>
                    <a:pt x="2073" y="690"/>
                    <a:pt x="2073" y="683"/>
                  </a:cubicBezTo>
                  <a:cubicBezTo>
                    <a:pt x="2073" y="676"/>
                    <a:pt x="2067" y="670"/>
                    <a:pt x="2060" y="670"/>
                  </a:cubicBezTo>
                  <a:close/>
                  <a:moveTo>
                    <a:pt x="2139" y="696"/>
                  </a:moveTo>
                  <a:cubicBezTo>
                    <a:pt x="2146" y="696"/>
                    <a:pt x="2152" y="690"/>
                    <a:pt x="2152" y="683"/>
                  </a:cubicBezTo>
                  <a:cubicBezTo>
                    <a:pt x="2152" y="676"/>
                    <a:pt x="2146" y="670"/>
                    <a:pt x="2139" y="670"/>
                  </a:cubicBezTo>
                  <a:cubicBezTo>
                    <a:pt x="2132" y="670"/>
                    <a:pt x="2126" y="676"/>
                    <a:pt x="2126" y="683"/>
                  </a:cubicBezTo>
                  <a:cubicBezTo>
                    <a:pt x="2126" y="690"/>
                    <a:pt x="2132" y="696"/>
                    <a:pt x="2139" y="696"/>
                  </a:cubicBezTo>
                  <a:close/>
                  <a:moveTo>
                    <a:pt x="2179" y="696"/>
                  </a:moveTo>
                  <a:cubicBezTo>
                    <a:pt x="2186" y="696"/>
                    <a:pt x="2191" y="690"/>
                    <a:pt x="2191" y="683"/>
                  </a:cubicBezTo>
                  <a:cubicBezTo>
                    <a:pt x="2191" y="676"/>
                    <a:pt x="2186" y="670"/>
                    <a:pt x="2179" y="670"/>
                  </a:cubicBezTo>
                  <a:cubicBezTo>
                    <a:pt x="2172" y="670"/>
                    <a:pt x="2166" y="676"/>
                    <a:pt x="2166" y="683"/>
                  </a:cubicBezTo>
                  <a:cubicBezTo>
                    <a:pt x="2166" y="690"/>
                    <a:pt x="2172" y="696"/>
                    <a:pt x="2179" y="696"/>
                  </a:cubicBezTo>
                  <a:close/>
                  <a:moveTo>
                    <a:pt x="2257" y="696"/>
                  </a:moveTo>
                  <a:cubicBezTo>
                    <a:pt x="2264" y="696"/>
                    <a:pt x="2270" y="690"/>
                    <a:pt x="2270" y="683"/>
                  </a:cubicBezTo>
                  <a:cubicBezTo>
                    <a:pt x="2270" y="676"/>
                    <a:pt x="2264" y="670"/>
                    <a:pt x="2257" y="670"/>
                  </a:cubicBezTo>
                  <a:cubicBezTo>
                    <a:pt x="2250" y="670"/>
                    <a:pt x="2245" y="676"/>
                    <a:pt x="2245" y="683"/>
                  </a:cubicBezTo>
                  <a:cubicBezTo>
                    <a:pt x="2245" y="690"/>
                    <a:pt x="2250" y="696"/>
                    <a:pt x="2257" y="696"/>
                  </a:cubicBezTo>
                  <a:close/>
                  <a:moveTo>
                    <a:pt x="2297" y="696"/>
                  </a:moveTo>
                  <a:cubicBezTo>
                    <a:pt x="2304" y="696"/>
                    <a:pt x="2310" y="690"/>
                    <a:pt x="2310" y="683"/>
                  </a:cubicBezTo>
                  <a:cubicBezTo>
                    <a:pt x="2310" y="676"/>
                    <a:pt x="2304" y="670"/>
                    <a:pt x="2297" y="670"/>
                  </a:cubicBezTo>
                  <a:cubicBezTo>
                    <a:pt x="2290" y="670"/>
                    <a:pt x="2284" y="676"/>
                    <a:pt x="2284" y="683"/>
                  </a:cubicBezTo>
                  <a:cubicBezTo>
                    <a:pt x="2284" y="690"/>
                    <a:pt x="2290" y="696"/>
                    <a:pt x="2297" y="696"/>
                  </a:cubicBezTo>
                  <a:close/>
                  <a:moveTo>
                    <a:pt x="2336" y="696"/>
                  </a:moveTo>
                  <a:cubicBezTo>
                    <a:pt x="2343" y="696"/>
                    <a:pt x="2349" y="690"/>
                    <a:pt x="2349" y="683"/>
                  </a:cubicBezTo>
                  <a:cubicBezTo>
                    <a:pt x="2349" y="676"/>
                    <a:pt x="2343" y="670"/>
                    <a:pt x="2336" y="670"/>
                  </a:cubicBezTo>
                  <a:cubicBezTo>
                    <a:pt x="2329" y="670"/>
                    <a:pt x="2323" y="676"/>
                    <a:pt x="2323" y="683"/>
                  </a:cubicBezTo>
                  <a:cubicBezTo>
                    <a:pt x="2323" y="690"/>
                    <a:pt x="2329" y="696"/>
                    <a:pt x="2336" y="696"/>
                  </a:cubicBezTo>
                  <a:close/>
                  <a:moveTo>
                    <a:pt x="2376" y="696"/>
                  </a:moveTo>
                  <a:cubicBezTo>
                    <a:pt x="2383" y="696"/>
                    <a:pt x="2388" y="690"/>
                    <a:pt x="2388" y="683"/>
                  </a:cubicBezTo>
                  <a:cubicBezTo>
                    <a:pt x="2388" y="676"/>
                    <a:pt x="2383" y="670"/>
                    <a:pt x="2376" y="670"/>
                  </a:cubicBezTo>
                  <a:cubicBezTo>
                    <a:pt x="2369" y="670"/>
                    <a:pt x="2363" y="676"/>
                    <a:pt x="2363" y="683"/>
                  </a:cubicBezTo>
                  <a:cubicBezTo>
                    <a:pt x="2363" y="690"/>
                    <a:pt x="2369" y="696"/>
                    <a:pt x="2376" y="696"/>
                  </a:cubicBezTo>
                  <a:close/>
                  <a:moveTo>
                    <a:pt x="2415" y="696"/>
                  </a:moveTo>
                  <a:cubicBezTo>
                    <a:pt x="2422" y="696"/>
                    <a:pt x="2428" y="690"/>
                    <a:pt x="2428" y="683"/>
                  </a:cubicBezTo>
                  <a:cubicBezTo>
                    <a:pt x="2428" y="676"/>
                    <a:pt x="2422" y="670"/>
                    <a:pt x="2415" y="670"/>
                  </a:cubicBezTo>
                  <a:cubicBezTo>
                    <a:pt x="2408" y="670"/>
                    <a:pt x="2402" y="676"/>
                    <a:pt x="2402" y="683"/>
                  </a:cubicBezTo>
                  <a:cubicBezTo>
                    <a:pt x="2402" y="690"/>
                    <a:pt x="2408" y="696"/>
                    <a:pt x="2415" y="696"/>
                  </a:cubicBezTo>
                  <a:close/>
                  <a:moveTo>
                    <a:pt x="2455" y="696"/>
                  </a:moveTo>
                  <a:cubicBezTo>
                    <a:pt x="2462" y="696"/>
                    <a:pt x="2467" y="690"/>
                    <a:pt x="2467" y="683"/>
                  </a:cubicBezTo>
                  <a:cubicBezTo>
                    <a:pt x="2467" y="676"/>
                    <a:pt x="2462" y="670"/>
                    <a:pt x="2455" y="670"/>
                  </a:cubicBezTo>
                  <a:cubicBezTo>
                    <a:pt x="2447" y="670"/>
                    <a:pt x="2442" y="676"/>
                    <a:pt x="2442" y="683"/>
                  </a:cubicBezTo>
                  <a:cubicBezTo>
                    <a:pt x="2442" y="690"/>
                    <a:pt x="2447" y="696"/>
                    <a:pt x="2455" y="696"/>
                  </a:cubicBezTo>
                  <a:close/>
                  <a:moveTo>
                    <a:pt x="2494" y="696"/>
                  </a:moveTo>
                  <a:cubicBezTo>
                    <a:pt x="2501" y="696"/>
                    <a:pt x="2507" y="690"/>
                    <a:pt x="2507" y="683"/>
                  </a:cubicBezTo>
                  <a:cubicBezTo>
                    <a:pt x="2507" y="676"/>
                    <a:pt x="2501" y="670"/>
                    <a:pt x="2494" y="670"/>
                  </a:cubicBezTo>
                  <a:cubicBezTo>
                    <a:pt x="2487" y="670"/>
                    <a:pt x="2481" y="676"/>
                    <a:pt x="2481" y="683"/>
                  </a:cubicBezTo>
                  <a:cubicBezTo>
                    <a:pt x="2481" y="690"/>
                    <a:pt x="2487" y="696"/>
                    <a:pt x="2494" y="696"/>
                  </a:cubicBezTo>
                  <a:close/>
                  <a:moveTo>
                    <a:pt x="2533" y="696"/>
                  </a:moveTo>
                  <a:cubicBezTo>
                    <a:pt x="2540" y="696"/>
                    <a:pt x="2546" y="690"/>
                    <a:pt x="2546" y="683"/>
                  </a:cubicBezTo>
                  <a:cubicBezTo>
                    <a:pt x="2546" y="676"/>
                    <a:pt x="2540" y="670"/>
                    <a:pt x="2533" y="670"/>
                  </a:cubicBezTo>
                  <a:cubicBezTo>
                    <a:pt x="2526" y="670"/>
                    <a:pt x="2521" y="676"/>
                    <a:pt x="2521" y="683"/>
                  </a:cubicBezTo>
                  <a:cubicBezTo>
                    <a:pt x="2521" y="690"/>
                    <a:pt x="2526" y="696"/>
                    <a:pt x="2533" y="696"/>
                  </a:cubicBezTo>
                  <a:close/>
                  <a:moveTo>
                    <a:pt x="2573" y="696"/>
                  </a:moveTo>
                  <a:cubicBezTo>
                    <a:pt x="2580" y="696"/>
                    <a:pt x="2586" y="690"/>
                    <a:pt x="2586" y="683"/>
                  </a:cubicBezTo>
                  <a:cubicBezTo>
                    <a:pt x="2586" y="676"/>
                    <a:pt x="2580" y="670"/>
                    <a:pt x="2573" y="670"/>
                  </a:cubicBezTo>
                  <a:cubicBezTo>
                    <a:pt x="2566" y="670"/>
                    <a:pt x="2560" y="676"/>
                    <a:pt x="2560" y="683"/>
                  </a:cubicBezTo>
                  <a:cubicBezTo>
                    <a:pt x="2560" y="690"/>
                    <a:pt x="2566" y="696"/>
                    <a:pt x="2573" y="696"/>
                  </a:cubicBezTo>
                  <a:close/>
                  <a:moveTo>
                    <a:pt x="2612" y="696"/>
                  </a:moveTo>
                  <a:cubicBezTo>
                    <a:pt x="2619" y="696"/>
                    <a:pt x="2625" y="690"/>
                    <a:pt x="2625" y="683"/>
                  </a:cubicBezTo>
                  <a:cubicBezTo>
                    <a:pt x="2625" y="676"/>
                    <a:pt x="2619" y="670"/>
                    <a:pt x="2612" y="670"/>
                  </a:cubicBezTo>
                  <a:cubicBezTo>
                    <a:pt x="2605" y="670"/>
                    <a:pt x="2599" y="676"/>
                    <a:pt x="2599" y="683"/>
                  </a:cubicBezTo>
                  <a:cubicBezTo>
                    <a:pt x="2599" y="690"/>
                    <a:pt x="2605" y="696"/>
                    <a:pt x="2612" y="696"/>
                  </a:cubicBezTo>
                  <a:close/>
                  <a:moveTo>
                    <a:pt x="2652" y="696"/>
                  </a:moveTo>
                  <a:cubicBezTo>
                    <a:pt x="2659" y="696"/>
                    <a:pt x="2664" y="690"/>
                    <a:pt x="2664" y="683"/>
                  </a:cubicBezTo>
                  <a:cubicBezTo>
                    <a:pt x="2664" y="676"/>
                    <a:pt x="2659" y="670"/>
                    <a:pt x="2652" y="670"/>
                  </a:cubicBezTo>
                  <a:cubicBezTo>
                    <a:pt x="2645" y="670"/>
                    <a:pt x="2639" y="676"/>
                    <a:pt x="2639" y="683"/>
                  </a:cubicBezTo>
                  <a:cubicBezTo>
                    <a:pt x="2639" y="690"/>
                    <a:pt x="2645" y="696"/>
                    <a:pt x="2652" y="696"/>
                  </a:cubicBezTo>
                  <a:close/>
                  <a:moveTo>
                    <a:pt x="2691" y="696"/>
                  </a:moveTo>
                  <a:cubicBezTo>
                    <a:pt x="2698" y="696"/>
                    <a:pt x="2704" y="690"/>
                    <a:pt x="2704" y="683"/>
                  </a:cubicBezTo>
                  <a:cubicBezTo>
                    <a:pt x="2704" y="676"/>
                    <a:pt x="2698" y="670"/>
                    <a:pt x="2691" y="670"/>
                  </a:cubicBezTo>
                  <a:cubicBezTo>
                    <a:pt x="2684" y="670"/>
                    <a:pt x="2678" y="676"/>
                    <a:pt x="2678" y="683"/>
                  </a:cubicBezTo>
                  <a:cubicBezTo>
                    <a:pt x="2678" y="690"/>
                    <a:pt x="2684" y="696"/>
                    <a:pt x="2691" y="696"/>
                  </a:cubicBezTo>
                  <a:close/>
                  <a:moveTo>
                    <a:pt x="2730" y="696"/>
                  </a:moveTo>
                  <a:cubicBezTo>
                    <a:pt x="2738" y="696"/>
                    <a:pt x="2743" y="690"/>
                    <a:pt x="2743" y="683"/>
                  </a:cubicBezTo>
                  <a:cubicBezTo>
                    <a:pt x="2743" y="676"/>
                    <a:pt x="2738" y="670"/>
                    <a:pt x="2730" y="670"/>
                  </a:cubicBezTo>
                  <a:cubicBezTo>
                    <a:pt x="2723" y="670"/>
                    <a:pt x="2718" y="676"/>
                    <a:pt x="2718" y="683"/>
                  </a:cubicBezTo>
                  <a:cubicBezTo>
                    <a:pt x="2718" y="690"/>
                    <a:pt x="2723" y="696"/>
                    <a:pt x="2730" y="696"/>
                  </a:cubicBezTo>
                  <a:close/>
                  <a:moveTo>
                    <a:pt x="2770" y="696"/>
                  </a:moveTo>
                  <a:cubicBezTo>
                    <a:pt x="2777" y="696"/>
                    <a:pt x="2783" y="690"/>
                    <a:pt x="2783" y="683"/>
                  </a:cubicBezTo>
                  <a:cubicBezTo>
                    <a:pt x="2783" y="676"/>
                    <a:pt x="2777" y="670"/>
                    <a:pt x="2770" y="670"/>
                  </a:cubicBezTo>
                  <a:cubicBezTo>
                    <a:pt x="2763" y="670"/>
                    <a:pt x="2757" y="676"/>
                    <a:pt x="2757" y="683"/>
                  </a:cubicBezTo>
                  <a:cubicBezTo>
                    <a:pt x="2757" y="690"/>
                    <a:pt x="2763" y="696"/>
                    <a:pt x="2770" y="696"/>
                  </a:cubicBezTo>
                  <a:close/>
                  <a:moveTo>
                    <a:pt x="2809" y="696"/>
                  </a:moveTo>
                  <a:cubicBezTo>
                    <a:pt x="2816" y="696"/>
                    <a:pt x="2822" y="690"/>
                    <a:pt x="2822" y="683"/>
                  </a:cubicBezTo>
                  <a:cubicBezTo>
                    <a:pt x="2822" y="676"/>
                    <a:pt x="2816" y="670"/>
                    <a:pt x="2809" y="670"/>
                  </a:cubicBezTo>
                  <a:cubicBezTo>
                    <a:pt x="2802" y="670"/>
                    <a:pt x="2797" y="676"/>
                    <a:pt x="2797" y="683"/>
                  </a:cubicBezTo>
                  <a:cubicBezTo>
                    <a:pt x="2797" y="690"/>
                    <a:pt x="2802" y="696"/>
                    <a:pt x="2809" y="696"/>
                  </a:cubicBezTo>
                  <a:close/>
                  <a:moveTo>
                    <a:pt x="2849" y="696"/>
                  </a:moveTo>
                  <a:cubicBezTo>
                    <a:pt x="2856" y="696"/>
                    <a:pt x="2862" y="690"/>
                    <a:pt x="2862" y="683"/>
                  </a:cubicBezTo>
                  <a:cubicBezTo>
                    <a:pt x="2862" y="676"/>
                    <a:pt x="2856" y="670"/>
                    <a:pt x="2849" y="670"/>
                  </a:cubicBezTo>
                  <a:cubicBezTo>
                    <a:pt x="2842" y="670"/>
                    <a:pt x="2836" y="676"/>
                    <a:pt x="2836" y="683"/>
                  </a:cubicBezTo>
                  <a:cubicBezTo>
                    <a:pt x="2836" y="690"/>
                    <a:pt x="2842" y="696"/>
                    <a:pt x="2849" y="696"/>
                  </a:cubicBezTo>
                  <a:close/>
                  <a:moveTo>
                    <a:pt x="2888" y="696"/>
                  </a:moveTo>
                  <a:cubicBezTo>
                    <a:pt x="2895" y="696"/>
                    <a:pt x="2901" y="690"/>
                    <a:pt x="2901" y="683"/>
                  </a:cubicBezTo>
                  <a:cubicBezTo>
                    <a:pt x="2901" y="676"/>
                    <a:pt x="2895" y="670"/>
                    <a:pt x="2888" y="670"/>
                  </a:cubicBezTo>
                  <a:cubicBezTo>
                    <a:pt x="2881" y="670"/>
                    <a:pt x="2875" y="676"/>
                    <a:pt x="2875" y="683"/>
                  </a:cubicBezTo>
                  <a:cubicBezTo>
                    <a:pt x="2875" y="690"/>
                    <a:pt x="2881" y="696"/>
                    <a:pt x="2888" y="696"/>
                  </a:cubicBezTo>
                  <a:close/>
                  <a:moveTo>
                    <a:pt x="2928" y="670"/>
                  </a:moveTo>
                  <a:cubicBezTo>
                    <a:pt x="2921" y="670"/>
                    <a:pt x="2915" y="676"/>
                    <a:pt x="2915" y="683"/>
                  </a:cubicBezTo>
                  <a:cubicBezTo>
                    <a:pt x="2915" y="690"/>
                    <a:pt x="2921" y="696"/>
                    <a:pt x="2928" y="696"/>
                  </a:cubicBezTo>
                  <a:cubicBezTo>
                    <a:pt x="2935" y="696"/>
                    <a:pt x="2940" y="690"/>
                    <a:pt x="2940" y="683"/>
                  </a:cubicBezTo>
                  <a:cubicBezTo>
                    <a:pt x="2940" y="676"/>
                    <a:pt x="2935" y="670"/>
                    <a:pt x="2928" y="670"/>
                  </a:cubicBezTo>
                  <a:close/>
                  <a:moveTo>
                    <a:pt x="2967" y="696"/>
                  </a:moveTo>
                  <a:cubicBezTo>
                    <a:pt x="2974" y="696"/>
                    <a:pt x="2980" y="690"/>
                    <a:pt x="2980" y="683"/>
                  </a:cubicBezTo>
                  <a:cubicBezTo>
                    <a:pt x="2980" y="676"/>
                    <a:pt x="2974" y="670"/>
                    <a:pt x="2967" y="670"/>
                  </a:cubicBezTo>
                  <a:cubicBezTo>
                    <a:pt x="2960" y="670"/>
                    <a:pt x="2954" y="676"/>
                    <a:pt x="2954" y="683"/>
                  </a:cubicBezTo>
                  <a:cubicBezTo>
                    <a:pt x="2954" y="690"/>
                    <a:pt x="2960" y="696"/>
                    <a:pt x="2967" y="696"/>
                  </a:cubicBezTo>
                  <a:close/>
                  <a:moveTo>
                    <a:pt x="3006" y="696"/>
                  </a:moveTo>
                  <a:cubicBezTo>
                    <a:pt x="3013" y="696"/>
                    <a:pt x="3019" y="690"/>
                    <a:pt x="3019" y="683"/>
                  </a:cubicBezTo>
                  <a:cubicBezTo>
                    <a:pt x="3019" y="676"/>
                    <a:pt x="3013" y="670"/>
                    <a:pt x="3006" y="670"/>
                  </a:cubicBezTo>
                  <a:cubicBezTo>
                    <a:pt x="2999" y="670"/>
                    <a:pt x="2994" y="676"/>
                    <a:pt x="2994" y="683"/>
                  </a:cubicBezTo>
                  <a:cubicBezTo>
                    <a:pt x="2994" y="690"/>
                    <a:pt x="2999" y="696"/>
                    <a:pt x="3006" y="696"/>
                  </a:cubicBezTo>
                  <a:close/>
                  <a:moveTo>
                    <a:pt x="483" y="735"/>
                  </a:moveTo>
                  <a:cubicBezTo>
                    <a:pt x="490" y="735"/>
                    <a:pt x="496" y="729"/>
                    <a:pt x="496" y="722"/>
                  </a:cubicBezTo>
                  <a:cubicBezTo>
                    <a:pt x="496" y="715"/>
                    <a:pt x="490" y="710"/>
                    <a:pt x="483" y="710"/>
                  </a:cubicBezTo>
                  <a:cubicBezTo>
                    <a:pt x="476" y="710"/>
                    <a:pt x="471" y="715"/>
                    <a:pt x="471" y="722"/>
                  </a:cubicBezTo>
                  <a:cubicBezTo>
                    <a:pt x="471" y="729"/>
                    <a:pt x="476" y="735"/>
                    <a:pt x="483" y="735"/>
                  </a:cubicBezTo>
                  <a:close/>
                  <a:moveTo>
                    <a:pt x="523" y="735"/>
                  </a:moveTo>
                  <a:cubicBezTo>
                    <a:pt x="530" y="735"/>
                    <a:pt x="535" y="729"/>
                    <a:pt x="535" y="722"/>
                  </a:cubicBezTo>
                  <a:cubicBezTo>
                    <a:pt x="535" y="715"/>
                    <a:pt x="530" y="710"/>
                    <a:pt x="523" y="710"/>
                  </a:cubicBezTo>
                  <a:cubicBezTo>
                    <a:pt x="516" y="710"/>
                    <a:pt x="510" y="715"/>
                    <a:pt x="510" y="722"/>
                  </a:cubicBezTo>
                  <a:cubicBezTo>
                    <a:pt x="510" y="729"/>
                    <a:pt x="516" y="735"/>
                    <a:pt x="523" y="735"/>
                  </a:cubicBezTo>
                  <a:close/>
                  <a:moveTo>
                    <a:pt x="562" y="735"/>
                  </a:moveTo>
                  <a:cubicBezTo>
                    <a:pt x="569" y="735"/>
                    <a:pt x="575" y="729"/>
                    <a:pt x="575" y="722"/>
                  </a:cubicBezTo>
                  <a:cubicBezTo>
                    <a:pt x="575" y="715"/>
                    <a:pt x="569" y="710"/>
                    <a:pt x="562" y="710"/>
                  </a:cubicBezTo>
                  <a:cubicBezTo>
                    <a:pt x="555" y="710"/>
                    <a:pt x="549" y="715"/>
                    <a:pt x="549" y="722"/>
                  </a:cubicBezTo>
                  <a:cubicBezTo>
                    <a:pt x="549" y="729"/>
                    <a:pt x="555" y="735"/>
                    <a:pt x="562" y="735"/>
                  </a:cubicBezTo>
                  <a:close/>
                  <a:moveTo>
                    <a:pt x="602" y="735"/>
                  </a:moveTo>
                  <a:cubicBezTo>
                    <a:pt x="609" y="735"/>
                    <a:pt x="614" y="729"/>
                    <a:pt x="614" y="722"/>
                  </a:cubicBezTo>
                  <a:cubicBezTo>
                    <a:pt x="614" y="715"/>
                    <a:pt x="609" y="710"/>
                    <a:pt x="602" y="710"/>
                  </a:cubicBezTo>
                  <a:cubicBezTo>
                    <a:pt x="595" y="710"/>
                    <a:pt x="589" y="715"/>
                    <a:pt x="589" y="722"/>
                  </a:cubicBezTo>
                  <a:cubicBezTo>
                    <a:pt x="589" y="729"/>
                    <a:pt x="595" y="735"/>
                    <a:pt x="602" y="735"/>
                  </a:cubicBezTo>
                  <a:close/>
                  <a:moveTo>
                    <a:pt x="641" y="735"/>
                  </a:moveTo>
                  <a:cubicBezTo>
                    <a:pt x="648" y="735"/>
                    <a:pt x="654" y="729"/>
                    <a:pt x="654" y="722"/>
                  </a:cubicBezTo>
                  <a:cubicBezTo>
                    <a:pt x="654" y="715"/>
                    <a:pt x="648" y="710"/>
                    <a:pt x="641" y="710"/>
                  </a:cubicBezTo>
                  <a:cubicBezTo>
                    <a:pt x="634" y="710"/>
                    <a:pt x="628" y="715"/>
                    <a:pt x="628" y="722"/>
                  </a:cubicBezTo>
                  <a:cubicBezTo>
                    <a:pt x="628" y="729"/>
                    <a:pt x="634" y="735"/>
                    <a:pt x="641" y="735"/>
                  </a:cubicBezTo>
                  <a:close/>
                  <a:moveTo>
                    <a:pt x="680" y="735"/>
                  </a:moveTo>
                  <a:cubicBezTo>
                    <a:pt x="687" y="735"/>
                    <a:pt x="693" y="729"/>
                    <a:pt x="693" y="722"/>
                  </a:cubicBezTo>
                  <a:cubicBezTo>
                    <a:pt x="693" y="715"/>
                    <a:pt x="687" y="710"/>
                    <a:pt x="680" y="710"/>
                  </a:cubicBezTo>
                  <a:cubicBezTo>
                    <a:pt x="673" y="710"/>
                    <a:pt x="668" y="715"/>
                    <a:pt x="668" y="722"/>
                  </a:cubicBezTo>
                  <a:cubicBezTo>
                    <a:pt x="668" y="729"/>
                    <a:pt x="673" y="735"/>
                    <a:pt x="680" y="735"/>
                  </a:cubicBezTo>
                  <a:close/>
                  <a:moveTo>
                    <a:pt x="720" y="735"/>
                  </a:moveTo>
                  <a:cubicBezTo>
                    <a:pt x="727" y="735"/>
                    <a:pt x="733" y="729"/>
                    <a:pt x="733" y="722"/>
                  </a:cubicBezTo>
                  <a:cubicBezTo>
                    <a:pt x="733" y="715"/>
                    <a:pt x="727" y="710"/>
                    <a:pt x="720" y="710"/>
                  </a:cubicBezTo>
                  <a:cubicBezTo>
                    <a:pt x="713" y="710"/>
                    <a:pt x="707" y="715"/>
                    <a:pt x="707" y="722"/>
                  </a:cubicBezTo>
                  <a:cubicBezTo>
                    <a:pt x="707" y="729"/>
                    <a:pt x="713" y="735"/>
                    <a:pt x="720" y="735"/>
                  </a:cubicBezTo>
                  <a:close/>
                  <a:moveTo>
                    <a:pt x="759" y="735"/>
                  </a:moveTo>
                  <a:cubicBezTo>
                    <a:pt x="766" y="735"/>
                    <a:pt x="772" y="729"/>
                    <a:pt x="772" y="722"/>
                  </a:cubicBezTo>
                  <a:cubicBezTo>
                    <a:pt x="772" y="715"/>
                    <a:pt x="766" y="710"/>
                    <a:pt x="759" y="710"/>
                  </a:cubicBezTo>
                  <a:cubicBezTo>
                    <a:pt x="752" y="710"/>
                    <a:pt x="747" y="715"/>
                    <a:pt x="747" y="722"/>
                  </a:cubicBezTo>
                  <a:cubicBezTo>
                    <a:pt x="747" y="729"/>
                    <a:pt x="752" y="735"/>
                    <a:pt x="759" y="735"/>
                  </a:cubicBezTo>
                  <a:close/>
                  <a:moveTo>
                    <a:pt x="799" y="735"/>
                  </a:moveTo>
                  <a:cubicBezTo>
                    <a:pt x="806" y="735"/>
                    <a:pt x="811" y="729"/>
                    <a:pt x="811" y="722"/>
                  </a:cubicBezTo>
                  <a:cubicBezTo>
                    <a:pt x="811" y="715"/>
                    <a:pt x="806" y="710"/>
                    <a:pt x="799" y="710"/>
                  </a:cubicBezTo>
                  <a:cubicBezTo>
                    <a:pt x="792" y="710"/>
                    <a:pt x="786" y="715"/>
                    <a:pt x="786" y="722"/>
                  </a:cubicBezTo>
                  <a:cubicBezTo>
                    <a:pt x="786" y="729"/>
                    <a:pt x="792" y="735"/>
                    <a:pt x="799" y="735"/>
                  </a:cubicBezTo>
                  <a:close/>
                  <a:moveTo>
                    <a:pt x="838" y="735"/>
                  </a:moveTo>
                  <a:cubicBezTo>
                    <a:pt x="845" y="735"/>
                    <a:pt x="851" y="729"/>
                    <a:pt x="851" y="722"/>
                  </a:cubicBezTo>
                  <a:cubicBezTo>
                    <a:pt x="851" y="715"/>
                    <a:pt x="845" y="710"/>
                    <a:pt x="838" y="710"/>
                  </a:cubicBezTo>
                  <a:cubicBezTo>
                    <a:pt x="831" y="710"/>
                    <a:pt x="825" y="715"/>
                    <a:pt x="825" y="722"/>
                  </a:cubicBezTo>
                  <a:cubicBezTo>
                    <a:pt x="825" y="729"/>
                    <a:pt x="831" y="735"/>
                    <a:pt x="838" y="735"/>
                  </a:cubicBezTo>
                  <a:close/>
                  <a:moveTo>
                    <a:pt x="878" y="735"/>
                  </a:moveTo>
                  <a:cubicBezTo>
                    <a:pt x="885" y="735"/>
                    <a:pt x="890" y="729"/>
                    <a:pt x="890" y="722"/>
                  </a:cubicBezTo>
                  <a:cubicBezTo>
                    <a:pt x="890" y="715"/>
                    <a:pt x="885" y="710"/>
                    <a:pt x="878" y="710"/>
                  </a:cubicBezTo>
                  <a:cubicBezTo>
                    <a:pt x="871" y="710"/>
                    <a:pt x="865" y="715"/>
                    <a:pt x="865" y="722"/>
                  </a:cubicBezTo>
                  <a:cubicBezTo>
                    <a:pt x="865" y="729"/>
                    <a:pt x="871" y="735"/>
                    <a:pt x="878" y="735"/>
                  </a:cubicBezTo>
                  <a:close/>
                  <a:moveTo>
                    <a:pt x="1627" y="735"/>
                  </a:moveTo>
                  <a:cubicBezTo>
                    <a:pt x="1634" y="735"/>
                    <a:pt x="1639" y="729"/>
                    <a:pt x="1639" y="722"/>
                  </a:cubicBezTo>
                  <a:cubicBezTo>
                    <a:pt x="1639" y="715"/>
                    <a:pt x="1634" y="710"/>
                    <a:pt x="1627" y="710"/>
                  </a:cubicBezTo>
                  <a:cubicBezTo>
                    <a:pt x="1620" y="710"/>
                    <a:pt x="1614" y="715"/>
                    <a:pt x="1614" y="722"/>
                  </a:cubicBezTo>
                  <a:cubicBezTo>
                    <a:pt x="1614" y="729"/>
                    <a:pt x="1620" y="735"/>
                    <a:pt x="1627" y="735"/>
                  </a:cubicBezTo>
                  <a:close/>
                  <a:moveTo>
                    <a:pt x="1666" y="735"/>
                  </a:moveTo>
                  <a:cubicBezTo>
                    <a:pt x="1673" y="735"/>
                    <a:pt x="1679" y="729"/>
                    <a:pt x="1679" y="722"/>
                  </a:cubicBezTo>
                  <a:cubicBezTo>
                    <a:pt x="1679" y="715"/>
                    <a:pt x="1673" y="710"/>
                    <a:pt x="1666" y="710"/>
                  </a:cubicBezTo>
                  <a:cubicBezTo>
                    <a:pt x="1659" y="710"/>
                    <a:pt x="1653" y="715"/>
                    <a:pt x="1653" y="722"/>
                  </a:cubicBezTo>
                  <a:cubicBezTo>
                    <a:pt x="1653" y="729"/>
                    <a:pt x="1659" y="735"/>
                    <a:pt x="1666" y="735"/>
                  </a:cubicBezTo>
                  <a:close/>
                  <a:moveTo>
                    <a:pt x="1907" y="722"/>
                  </a:moveTo>
                  <a:cubicBezTo>
                    <a:pt x="1907" y="720"/>
                    <a:pt x="1905" y="718"/>
                    <a:pt x="1903" y="718"/>
                  </a:cubicBezTo>
                  <a:cubicBezTo>
                    <a:pt x="1900" y="718"/>
                    <a:pt x="1898" y="720"/>
                    <a:pt x="1898" y="722"/>
                  </a:cubicBezTo>
                  <a:cubicBezTo>
                    <a:pt x="1898" y="725"/>
                    <a:pt x="1900" y="726"/>
                    <a:pt x="1903" y="726"/>
                  </a:cubicBezTo>
                  <a:cubicBezTo>
                    <a:pt x="1905" y="726"/>
                    <a:pt x="1907" y="725"/>
                    <a:pt x="1907" y="722"/>
                  </a:cubicBezTo>
                  <a:close/>
                  <a:moveTo>
                    <a:pt x="1942" y="735"/>
                  </a:moveTo>
                  <a:cubicBezTo>
                    <a:pt x="1949" y="735"/>
                    <a:pt x="1955" y="729"/>
                    <a:pt x="1955" y="722"/>
                  </a:cubicBezTo>
                  <a:cubicBezTo>
                    <a:pt x="1955" y="715"/>
                    <a:pt x="1949" y="710"/>
                    <a:pt x="1942" y="710"/>
                  </a:cubicBezTo>
                  <a:cubicBezTo>
                    <a:pt x="1935" y="710"/>
                    <a:pt x="1929" y="715"/>
                    <a:pt x="1929" y="722"/>
                  </a:cubicBezTo>
                  <a:cubicBezTo>
                    <a:pt x="1929" y="729"/>
                    <a:pt x="1935" y="735"/>
                    <a:pt x="1942" y="735"/>
                  </a:cubicBezTo>
                  <a:close/>
                  <a:moveTo>
                    <a:pt x="1981" y="735"/>
                  </a:moveTo>
                  <a:cubicBezTo>
                    <a:pt x="1988" y="735"/>
                    <a:pt x="1994" y="729"/>
                    <a:pt x="1994" y="722"/>
                  </a:cubicBezTo>
                  <a:cubicBezTo>
                    <a:pt x="1994" y="715"/>
                    <a:pt x="1988" y="710"/>
                    <a:pt x="1981" y="710"/>
                  </a:cubicBezTo>
                  <a:cubicBezTo>
                    <a:pt x="1974" y="710"/>
                    <a:pt x="1969" y="715"/>
                    <a:pt x="1969" y="722"/>
                  </a:cubicBezTo>
                  <a:cubicBezTo>
                    <a:pt x="1969" y="729"/>
                    <a:pt x="1974" y="735"/>
                    <a:pt x="1981" y="735"/>
                  </a:cubicBezTo>
                  <a:close/>
                  <a:moveTo>
                    <a:pt x="2021" y="735"/>
                  </a:moveTo>
                  <a:cubicBezTo>
                    <a:pt x="2028" y="735"/>
                    <a:pt x="2034" y="729"/>
                    <a:pt x="2034" y="722"/>
                  </a:cubicBezTo>
                  <a:cubicBezTo>
                    <a:pt x="2034" y="715"/>
                    <a:pt x="2028" y="710"/>
                    <a:pt x="2021" y="710"/>
                  </a:cubicBezTo>
                  <a:cubicBezTo>
                    <a:pt x="2014" y="710"/>
                    <a:pt x="2008" y="715"/>
                    <a:pt x="2008" y="722"/>
                  </a:cubicBezTo>
                  <a:cubicBezTo>
                    <a:pt x="2008" y="729"/>
                    <a:pt x="2014" y="735"/>
                    <a:pt x="2021" y="735"/>
                  </a:cubicBezTo>
                  <a:close/>
                  <a:moveTo>
                    <a:pt x="2060" y="735"/>
                  </a:moveTo>
                  <a:cubicBezTo>
                    <a:pt x="2067" y="735"/>
                    <a:pt x="2073" y="729"/>
                    <a:pt x="2073" y="722"/>
                  </a:cubicBezTo>
                  <a:cubicBezTo>
                    <a:pt x="2073" y="715"/>
                    <a:pt x="2067" y="710"/>
                    <a:pt x="2060" y="710"/>
                  </a:cubicBezTo>
                  <a:cubicBezTo>
                    <a:pt x="2053" y="710"/>
                    <a:pt x="2048" y="715"/>
                    <a:pt x="2048" y="722"/>
                  </a:cubicBezTo>
                  <a:cubicBezTo>
                    <a:pt x="2048" y="729"/>
                    <a:pt x="2053" y="735"/>
                    <a:pt x="2060" y="735"/>
                  </a:cubicBezTo>
                  <a:close/>
                  <a:moveTo>
                    <a:pt x="2100" y="735"/>
                  </a:moveTo>
                  <a:cubicBezTo>
                    <a:pt x="2107" y="735"/>
                    <a:pt x="2112" y="729"/>
                    <a:pt x="2112" y="722"/>
                  </a:cubicBezTo>
                  <a:cubicBezTo>
                    <a:pt x="2112" y="715"/>
                    <a:pt x="2107" y="710"/>
                    <a:pt x="2100" y="710"/>
                  </a:cubicBezTo>
                  <a:cubicBezTo>
                    <a:pt x="2093" y="710"/>
                    <a:pt x="2087" y="715"/>
                    <a:pt x="2087" y="722"/>
                  </a:cubicBezTo>
                  <a:cubicBezTo>
                    <a:pt x="2087" y="729"/>
                    <a:pt x="2093" y="735"/>
                    <a:pt x="2100" y="735"/>
                  </a:cubicBezTo>
                  <a:close/>
                  <a:moveTo>
                    <a:pt x="2139" y="735"/>
                  </a:moveTo>
                  <a:cubicBezTo>
                    <a:pt x="2146" y="735"/>
                    <a:pt x="2152" y="729"/>
                    <a:pt x="2152" y="722"/>
                  </a:cubicBezTo>
                  <a:cubicBezTo>
                    <a:pt x="2152" y="715"/>
                    <a:pt x="2146" y="710"/>
                    <a:pt x="2139" y="710"/>
                  </a:cubicBezTo>
                  <a:cubicBezTo>
                    <a:pt x="2132" y="710"/>
                    <a:pt x="2126" y="715"/>
                    <a:pt x="2126" y="722"/>
                  </a:cubicBezTo>
                  <a:cubicBezTo>
                    <a:pt x="2126" y="729"/>
                    <a:pt x="2132" y="735"/>
                    <a:pt x="2139" y="735"/>
                  </a:cubicBezTo>
                  <a:close/>
                  <a:moveTo>
                    <a:pt x="2179" y="735"/>
                  </a:moveTo>
                  <a:cubicBezTo>
                    <a:pt x="2186" y="735"/>
                    <a:pt x="2191" y="729"/>
                    <a:pt x="2191" y="722"/>
                  </a:cubicBezTo>
                  <a:cubicBezTo>
                    <a:pt x="2191" y="715"/>
                    <a:pt x="2186" y="710"/>
                    <a:pt x="2179" y="710"/>
                  </a:cubicBezTo>
                  <a:cubicBezTo>
                    <a:pt x="2172" y="710"/>
                    <a:pt x="2166" y="715"/>
                    <a:pt x="2166" y="722"/>
                  </a:cubicBezTo>
                  <a:cubicBezTo>
                    <a:pt x="2166" y="729"/>
                    <a:pt x="2172" y="735"/>
                    <a:pt x="2179" y="735"/>
                  </a:cubicBezTo>
                  <a:close/>
                  <a:moveTo>
                    <a:pt x="2257" y="735"/>
                  </a:moveTo>
                  <a:cubicBezTo>
                    <a:pt x="2264" y="735"/>
                    <a:pt x="2270" y="729"/>
                    <a:pt x="2270" y="722"/>
                  </a:cubicBezTo>
                  <a:cubicBezTo>
                    <a:pt x="2270" y="715"/>
                    <a:pt x="2264" y="710"/>
                    <a:pt x="2257" y="710"/>
                  </a:cubicBezTo>
                  <a:cubicBezTo>
                    <a:pt x="2250" y="710"/>
                    <a:pt x="2245" y="715"/>
                    <a:pt x="2245" y="722"/>
                  </a:cubicBezTo>
                  <a:cubicBezTo>
                    <a:pt x="2245" y="729"/>
                    <a:pt x="2250" y="735"/>
                    <a:pt x="2257" y="735"/>
                  </a:cubicBezTo>
                  <a:close/>
                  <a:moveTo>
                    <a:pt x="2297" y="735"/>
                  </a:moveTo>
                  <a:cubicBezTo>
                    <a:pt x="2304" y="735"/>
                    <a:pt x="2310" y="729"/>
                    <a:pt x="2310" y="722"/>
                  </a:cubicBezTo>
                  <a:cubicBezTo>
                    <a:pt x="2310" y="715"/>
                    <a:pt x="2304" y="710"/>
                    <a:pt x="2297" y="710"/>
                  </a:cubicBezTo>
                  <a:cubicBezTo>
                    <a:pt x="2290" y="710"/>
                    <a:pt x="2284" y="715"/>
                    <a:pt x="2284" y="722"/>
                  </a:cubicBezTo>
                  <a:cubicBezTo>
                    <a:pt x="2284" y="729"/>
                    <a:pt x="2290" y="735"/>
                    <a:pt x="2297" y="735"/>
                  </a:cubicBezTo>
                  <a:close/>
                  <a:moveTo>
                    <a:pt x="2336" y="735"/>
                  </a:moveTo>
                  <a:cubicBezTo>
                    <a:pt x="2343" y="735"/>
                    <a:pt x="2349" y="729"/>
                    <a:pt x="2349" y="722"/>
                  </a:cubicBezTo>
                  <a:cubicBezTo>
                    <a:pt x="2349" y="715"/>
                    <a:pt x="2343" y="710"/>
                    <a:pt x="2336" y="710"/>
                  </a:cubicBezTo>
                  <a:cubicBezTo>
                    <a:pt x="2329" y="710"/>
                    <a:pt x="2323" y="715"/>
                    <a:pt x="2323" y="722"/>
                  </a:cubicBezTo>
                  <a:cubicBezTo>
                    <a:pt x="2323" y="729"/>
                    <a:pt x="2329" y="735"/>
                    <a:pt x="2336" y="735"/>
                  </a:cubicBezTo>
                  <a:close/>
                  <a:moveTo>
                    <a:pt x="2376" y="735"/>
                  </a:moveTo>
                  <a:cubicBezTo>
                    <a:pt x="2383" y="735"/>
                    <a:pt x="2388" y="729"/>
                    <a:pt x="2388" y="722"/>
                  </a:cubicBezTo>
                  <a:cubicBezTo>
                    <a:pt x="2388" y="715"/>
                    <a:pt x="2383" y="710"/>
                    <a:pt x="2376" y="710"/>
                  </a:cubicBezTo>
                  <a:cubicBezTo>
                    <a:pt x="2369" y="710"/>
                    <a:pt x="2363" y="715"/>
                    <a:pt x="2363" y="722"/>
                  </a:cubicBezTo>
                  <a:cubicBezTo>
                    <a:pt x="2363" y="729"/>
                    <a:pt x="2369" y="735"/>
                    <a:pt x="2376" y="735"/>
                  </a:cubicBezTo>
                  <a:close/>
                  <a:moveTo>
                    <a:pt x="2415" y="735"/>
                  </a:moveTo>
                  <a:cubicBezTo>
                    <a:pt x="2422" y="735"/>
                    <a:pt x="2428" y="729"/>
                    <a:pt x="2428" y="722"/>
                  </a:cubicBezTo>
                  <a:cubicBezTo>
                    <a:pt x="2428" y="715"/>
                    <a:pt x="2422" y="710"/>
                    <a:pt x="2415" y="710"/>
                  </a:cubicBezTo>
                  <a:cubicBezTo>
                    <a:pt x="2408" y="710"/>
                    <a:pt x="2402" y="715"/>
                    <a:pt x="2402" y="722"/>
                  </a:cubicBezTo>
                  <a:cubicBezTo>
                    <a:pt x="2402" y="729"/>
                    <a:pt x="2408" y="735"/>
                    <a:pt x="2415" y="735"/>
                  </a:cubicBezTo>
                  <a:close/>
                  <a:moveTo>
                    <a:pt x="2455" y="735"/>
                  </a:moveTo>
                  <a:cubicBezTo>
                    <a:pt x="2462" y="735"/>
                    <a:pt x="2467" y="729"/>
                    <a:pt x="2467" y="722"/>
                  </a:cubicBezTo>
                  <a:cubicBezTo>
                    <a:pt x="2467" y="715"/>
                    <a:pt x="2462" y="710"/>
                    <a:pt x="2455" y="710"/>
                  </a:cubicBezTo>
                  <a:cubicBezTo>
                    <a:pt x="2447" y="710"/>
                    <a:pt x="2442" y="715"/>
                    <a:pt x="2442" y="722"/>
                  </a:cubicBezTo>
                  <a:cubicBezTo>
                    <a:pt x="2442" y="729"/>
                    <a:pt x="2447" y="735"/>
                    <a:pt x="2455" y="735"/>
                  </a:cubicBezTo>
                  <a:close/>
                  <a:moveTo>
                    <a:pt x="2494" y="735"/>
                  </a:moveTo>
                  <a:cubicBezTo>
                    <a:pt x="2501" y="735"/>
                    <a:pt x="2507" y="729"/>
                    <a:pt x="2507" y="722"/>
                  </a:cubicBezTo>
                  <a:cubicBezTo>
                    <a:pt x="2507" y="715"/>
                    <a:pt x="2501" y="710"/>
                    <a:pt x="2494" y="710"/>
                  </a:cubicBezTo>
                  <a:cubicBezTo>
                    <a:pt x="2487" y="710"/>
                    <a:pt x="2481" y="715"/>
                    <a:pt x="2481" y="722"/>
                  </a:cubicBezTo>
                  <a:cubicBezTo>
                    <a:pt x="2481" y="729"/>
                    <a:pt x="2487" y="735"/>
                    <a:pt x="2494" y="735"/>
                  </a:cubicBezTo>
                  <a:close/>
                  <a:moveTo>
                    <a:pt x="2533" y="735"/>
                  </a:moveTo>
                  <a:cubicBezTo>
                    <a:pt x="2540" y="735"/>
                    <a:pt x="2546" y="729"/>
                    <a:pt x="2546" y="722"/>
                  </a:cubicBezTo>
                  <a:cubicBezTo>
                    <a:pt x="2546" y="715"/>
                    <a:pt x="2540" y="710"/>
                    <a:pt x="2533" y="710"/>
                  </a:cubicBezTo>
                  <a:cubicBezTo>
                    <a:pt x="2526" y="710"/>
                    <a:pt x="2521" y="715"/>
                    <a:pt x="2521" y="722"/>
                  </a:cubicBezTo>
                  <a:cubicBezTo>
                    <a:pt x="2521" y="729"/>
                    <a:pt x="2526" y="735"/>
                    <a:pt x="2533" y="735"/>
                  </a:cubicBezTo>
                  <a:close/>
                  <a:moveTo>
                    <a:pt x="2573" y="735"/>
                  </a:moveTo>
                  <a:cubicBezTo>
                    <a:pt x="2580" y="735"/>
                    <a:pt x="2586" y="729"/>
                    <a:pt x="2586" y="722"/>
                  </a:cubicBezTo>
                  <a:cubicBezTo>
                    <a:pt x="2586" y="715"/>
                    <a:pt x="2580" y="710"/>
                    <a:pt x="2573" y="710"/>
                  </a:cubicBezTo>
                  <a:cubicBezTo>
                    <a:pt x="2566" y="710"/>
                    <a:pt x="2560" y="715"/>
                    <a:pt x="2560" y="722"/>
                  </a:cubicBezTo>
                  <a:cubicBezTo>
                    <a:pt x="2560" y="729"/>
                    <a:pt x="2566" y="735"/>
                    <a:pt x="2573" y="735"/>
                  </a:cubicBezTo>
                  <a:close/>
                  <a:moveTo>
                    <a:pt x="2612" y="735"/>
                  </a:moveTo>
                  <a:cubicBezTo>
                    <a:pt x="2619" y="735"/>
                    <a:pt x="2625" y="729"/>
                    <a:pt x="2625" y="722"/>
                  </a:cubicBezTo>
                  <a:cubicBezTo>
                    <a:pt x="2625" y="715"/>
                    <a:pt x="2619" y="710"/>
                    <a:pt x="2612" y="710"/>
                  </a:cubicBezTo>
                  <a:cubicBezTo>
                    <a:pt x="2605" y="710"/>
                    <a:pt x="2599" y="715"/>
                    <a:pt x="2599" y="722"/>
                  </a:cubicBezTo>
                  <a:cubicBezTo>
                    <a:pt x="2599" y="729"/>
                    <a:pt x="2605" y="735"/>
                    <a:pt x="2612" y="735"/>
                  </a:cubicBezTo>
                  <a:close/>
                  <a:moveTo>
                    <a:pt x="2652" y="735"/>
                  </a:moveTo>
                  <a:cubicBezTo>
                    <a:pt x="2659" y="735"/>
                    <a:pt x="2664" y="729"/>
                    <a:pt x="2664" y="722"/>
                  </a:cubicBezTo>
                  <a:cubicBezTo>
                    <a:pt x="2664" y="715"/>
                    <a:pt x="2659" y="710"/>
                    <a:pt x="2652" y="710"/>
                  </a:cubicBezTo>
                  <a:cubicBezTo>
                    <a:pt x="2645" y="710"/>
                    <a:pt x="2639" y="715"/>
                    <a:pt x="2639" y="722"/>
                  </a:cubicBezTo>
                  <a:cubicBezTo>
                    <a:pt x="2639" y="729"/>
                    <a:pt x="2645" y="735"/>
                    <a:pt x="2652" y="735"/>
                  </a:cubicBezTo>
                  <a:close/>
                  <a:moveTo>
                    <a:pt x="2691" y="735"/>
                  </a:moveTo>
                  <a:cubicBezTo>
                    <a:pt x="2698" y="735"/>
                    <a:pt x="2704" y="729"/>
                    <a:pt x="2704" y="722"/>
                  </a:cubicBezTo>
                  <a:cubicBezTo>
                    <a:pt x="2704" y="715"/>
                    <a:pt x="2698" y="710"/>
                    <a:pt x="2691" y="710"/>
                  </a:cubicBezTo>
                  <a:cubicBezTo>
                    <a:pt x="2684" y="710"/>
                    <a:pt x="2678" y="715"/>
                    <a:pt x="2678" y="722"/>
                  </a:cubicBezTo>
                  <a:cubicBezTo>
                    <a:pt x="2678" y="729"/>
                    <a:pt x="2684" y="735"/>
                    <a:pt x="2691" y="735"/>
                  </a:cubicBezTo>
                  <a:close/>
                  <a:moveTo>
                    <a:pt x="2730" y="735"/>
                  </a:moveTo>
                  <a:cubicBezTo>
                    <a:pt x="2738" y="735"/>
                    <a:pt x="2743" y="729"/>
                    <a:pt x="2743" y="722"/>
                  </a:cubicBezTo>
                  <a:cubicBezTo>
                    <a:pt x="2743" y="715"/>
                    <a:pt x="2738" y="710"/>
                    <a:pt x="2730" y="710"/>
                  </a:cubicBezTo>
                  <a:cubicBezTo>
                    <a:pt x="2723" y="710"/>
                    <a:pt x="2718" y="715"/>
                    <a:pt x="2718" y="722"/>
                  </a:cubicBezTo>
                  <a:cubicBezTo>
                    <a:pt x="2718" y="729"/>
                    <a:pt x="2723" y="735"/>
                    <a:pt x="2730" y="735"/>
                  </a:cubicBezTo>
                  <a:close/>
                  <a:moveTo>
                    <a:pt x="2770" y="735"/>
                  </a:moveTo>
                  <a:cubicBezTo>
                    <a:pt x="2777" y="735"/>
                    <a:pt x="2783" y="729"/>
                    <a:pt x="2783" y="722"/>
                  </a:cubicBezTo>
                  <a:cubicBezTo>
                    <a:pt x="2783" y="715"/>
                    <a:pt x="2777" y="710"/>
                    <a:pt x="2770" y="710"/>
                  </a:cubicBezTo>
                  <a:cubicBezTo>
                    <a:pt x="2763" y="710"/>
                    <a:pt x="2757" y="715"/>
                    <a:pt x="2757" y="722"/>
                  </a:cubicBezTo>
                  <a:cubicBezTo>
                    <a:pt x="2757" y="729"/>
                    <a:pt x="2763" y="735"/>
                    <a:pt x="2770" y="735"/>
                  </a:cubicBezTo>
                  <a:close/>
                  <a:moveTo>
                    <a:pt x="2809" y="735"/>
                  </a:moveTo>
                  <a:cubicBezTo>
                    <a:pt x="2816" y="735"/>
                    <a:pt x="2822" y="729"/>
                    <a:pt x="2822" y="722"/>
                  </a:cubicBezTo>
                  <a:cubicBezTo>
                    <a:pt x="2822" y="715"/>
                    <a:pt x="2816" y="710"/>
                    <a:pt x="2809" y="710"/>
                  </a:cubicBezTo>
                  <a:cubicBezTo>
                    <a:pt x="2802" y="710"/>
                    <a:pt x="2797" y="715"/>
                    <a:pt x="2797" y="722"/>
                  </a:cubicBezTo>
                  <a:cubicBezTo>
                    <a:pt x="2797" y="729"/>
                    <a:pt x="2802" y="735"/>
                    <a:pt x="2809" y="735"/>
                  </a:cubicBezTo>
                  <a:close/>
                  <a:moveTo>
                    <a:pt x="2849" y="735"/>
                  </a:moveTo>
                  <a:cubicBezTo>
                    <a:pt x="2856" y="735"/>
                    <a:pt x="2862" y="729"/>
                    <a:pt x="2862" y="722"/>
                  </a:cubicBezTo>
                  <a:cubicBezTo>
                    <a:pt x="2862" y="715"/>
                    <a:pt x="2856" y="710"/>
                    <a:pt x="2849" y="710"/>
                  </a:cubicBezTo>
                  <a:cubicBezTo>
                    <a:pt x="2842" y="710"/>
                    <a:pt x="2836" y="715"/>
                    <a:pt x="2836" y="722"/>
                  </a:cubicBezTo>
                  <a:cubicBezTo>
                    <a:pt x="2836" y="729"/>
                    <a:pt x="2842" y="735"/>
                    <a:pt x="2849" y="735"/>
                  </a:cubicBezTo>
                  <a:close/>
                  <a:moveTo>
                    <a:pt x="2888" y="735"/>
                  </a:moveTo>
                  <a:cubicBezTo>
                    <a:pt x="2895" y="735"/>
                    <a:pt x="2901" y="729"/>
                    <a:pt x="2901" y="722"/>
                  </a:cubicBezTo>
                  <a:cubicBezTo>
                    <a:pt x="2901" y="715"/>
                    <a:pt x="2895" y="710"/>
                    <a:pt x="2888" y="710"/>
                  </a:cubicBezTo>
                  <a:cubicBezTo>
                    <a:pt x="2881" y="710"/>
                    <a:pt x="2875" y="715"/>
                    <a:pt x="2875" y="722"/>
                  </a:cubicBezTo>
                  <a:cubicBezTo>
                    <a:pt x="2875" y="729"/>
                    <a:pt x="2881" y="735"/>
                    <a:pt x="2888" y="735"/>
                  </a:cubicBezTo>
                  <a:close/>
                  <a:moveTo>
                    <a:pt x="2967" y="735"/>
                  </a:moveTo>
                  <a:cubicBezTo>
                    <a:pt x="2974" y="735"/>
                    <a:pt x="2980" y="729"/>
                    <a:pt x="2980" y="722"/>
                  </a:cubicBezTo>
                  <a:cubicBezTo>
                    <a:pt x="2980" y="715"/>
                    <a:pt x="2974" y="710"/>
                    <a:pt x="2967" y="710"/>
                  </a:cubicBezTo>
                  <a:cubicBezTo>
                    <a:pt x="2960" y="710"/>
                    <a:pt x="2954" y="715"/>
                    <a:pt x="2954" y="722"/>
                  </a:cubicBezTo>
                  <a:cubicBezTo>
                    <a:pt x="2954" y="729"/>
                    <a:pt x="2960" y="735"/>
                    <a:pt x="2967" y="735"/>
                  </a:cubicBezTo>
                  <a:close/>
                  <a:moveTo>
                    <a:pt x="3125" y="735"/>
                  </a:moveTo>
                  <a:cubicBezTo>
                    <a:pt x="3132" y="735"/>
                    <a:pt x="3137" y="729"/>
                    <a:pt x="3137" y="722"/>
                  </a:cubicBezTo>
                  <a:cubicBezTo>
                    <a:pt x="3137" y="715"/>
                    <a:pt x="3132" y="710"/>
                    <a:pt x="3125" y="710"/>
                  </a:cubicBezTo>
                  <a:cubicBezTo>
                    <a:pt x="3118" y="710"/>
                    <a:pt x="3112" y="715"/>
                    <a:pt x="3112" y="722"/>
                  </a:cubicBezTo>
                  <a:cubicBezTo>
                    <a:pt x="3112" y="729"/>
                    <a:pt x="3118" y="735"/>
                    <a:pt x="3125" y="735"/>
                  </a:cubicBezTo>
                  <a:close/>
                  <a:moveTo>
                    <a:pt x="483" y="749"/>
                  </a:moveTo>
                  <a:cubicBezTo>
                    <a:pt x="476" y="749"/>
                    <a:pt x="471" y="755"/>
                    <a:pt x="471" y="762"/>
                  </a:cubicBezTo>
                  <a:cubicBezTo>
                    <a:pt x="471" y="769"/>
                    <a:pt x="476" y="774"/>
                    <a:pt x="483" y="774"/>
                  </a:cubicBezTo>
                  <a:cubicBezTo>
                    <a:pt x="490" y="774"/>
                    <a:pt x="496" y="769"/>
                    <a:pt x="496" y="762"/>
                  </a:cubicBezTo>
                  <a:cubicBezTo>
                    <a:pt x="496" y="755"/>
                    <a:pt x="490" y="749"/>
                    <a:pt x="483" y="749"/>
                  </a:cubicBezTo>
                  <a:close/>
                  <a:moveTo>
                    <a:pt x="523" y="774"/>
                  </a:moveTo>
                  <a:cubicBezTo>
                    <a:pt x="530" y="774"/>
                    <a:pt x="535" y="769"/>
                    <a:pt x="535" y="762"/>
                  </a:cubicBezTo>
                  <a:cubicBezTo>
                    <a:pt x="535" y="755"/>
                    <a:pt x="530" y="749"/>
                    <a:pt x="523" y="749"/>
                  </a:cubicBezTo>
                  <a:cubicBezTo>
                    <a:pt x="516" y="749"/>
                    <a:pt x="510" y="755"/>
                    <a:pt x="510" y="762"/>
                  </a:cubicBezTo>
                  <a:cubicBezTo>
                    <a:pt x="510" y="769"/>
                    <a:pt x="516" y="774"/>
                    <a:pt x="523" y="774"/>
                  </a:cubicBezTo>
                  <a:close/>
                  <a:moveTo>
                    <a:pt x="562" y="774"/>
                  </a:moveTo>
                  <a:cubicBezTo>
                    <a:pt x="569" y="774"/>
                    <a:pt x="575" y="769"/>
                    <a:pt x="575" y="762"/>
                  </a:cubicBezTo>
                  <a:cubicBezTo>
                    <a:pt x="575" y="755"/>
                    <a:pt x="569" y="749"/>
                    <a:pt x="562" y="749"/>
                  </a:cubicBezTo>
                  <a:cubicBezTo>
                    <a:pt x="555" y="749"/>
                    <a:pt x="549" y="755"/>
                    <a:pt x="549" y="762"/>
                  </a:cubicBezTo>
                  <a:cubicBezTo>
                    <a:pt x="549" y="769"/>
                    <a:pt x="555" y="774"/>
                    <a:pt x="562" y="774"/>
                  </a:cubicBezTo>
                  <a:close/>
                  <a:moveTo>
                    <a:pt x="602" y="774"/>
                  </a:moveTo>
                  <a:cubicBezTo>
                    <a:pt x="609" y="774"/>
                    <a:pt x="614" y="769"/>
                    <a:pt x="614" y="762"/>
                  </a:cubicBezTo>
                  <a:cubicBezTo>
                    <a:pt x="614" y="755"/>
                    <a:pt x="609" y="749"/>
                    <a:pt x="602" y="749"/>
                  </a:cubicBezTo>
                  <a:cubicBezTo>
                    <a:pt x="595" y="749"/>
                    <a:pt x="589" y="755"/>
                    <a:pt x="589" y="762"/>
                  </a:cubicBezTo>
                  <a:cubicBezTo>
                    <a:pt x="589" y="769"/>
                    <a:pt x="595" y="774"/>
                    <a:pt x="602" y="774"/>
                  </a:cubicBezTo>
                  <a:close/>
                  <a:moveTo>
                    <a:pt x="641" y="774"/>
                  </a:moveTo>
                  <a:cubicBezTo>
                    <a:pt x="648" y="774"/>
                    <a:pt x="654" y="769"/>
                    <a:pt x="654" y="762"/>
                  </a:cubicBezTo>
                  <a:cubicBezTo>
                    <a:pt x="654" y="755"/>
                    <a:pt x="648" y="749"/>
                    <a:pt x="641" y="749"/>
                  </a:cubicBezTo>
                  <a:cubicBezTo>
                    <a:pt x="634" y="749"/>
                    <a:pt x="628" y="755"/>
                    <a:pt x="628" y="762"/>
                  </a:cubicBezTo>
                  <a:cubicBezTo>
                    <a:pt x="628" y="769"/>
                    <a:pt x="634" y="774"/>
                    <a:pt x="641" y="774"/>
                  </a:cubicBezTo>
                  <a:close/>
                  <a:moveTo>
                    <a:pt x="680" y="774"/>
                  </a:moveTo>
                  <a:cubicBezTo>
                    <a:pt x="687" y="774"/>
                    <a:pt x="693" y="769"/>
                    <a:pt x="693" y="762"/>
                  </a:cubicBezTo>
                  <a:cubicBezTo>
                    <a:pt x="693" y="755"/>
                    <a:pt x="687" y="749"/>
                    <a:pt x="680" y="749"/>
                  </a:cubicBezTo>
                  <a:cubicBezTo>
                    <a:pt x="673" y="749"/>
                    <a:pt x="668" y="755"/>
                    <a:pt x="668" y="762"/>
                  </a:cubicBezTo>
                  <a:cubicBezTo>
                    <a:pt x="668" y="769"/>
                    <a:pt x="673" y="774"/>
                    <a:pt x="680" y="774"/>
                  </a:cubicBezTo>
                  <a:close/>
                  <a:moveTo>
                    <a:pt x="720" y="774"/>
                  </a:moveTo>
                  <a:cubicBezTo>
                    <a:pt x="727" y="774"/>
                    <a:pt x="733" y="769"/>
                    <a:pt x="733" y="762"/>
                  </a:cubicBezTo>
                  <a:cubicBezTo>
                    <a:pt x="733" y="755"/>
                    <a:pt x="727" y="749"/>
                    <a:pt x="720" y="749"/>
                  </a:cubicBezTo>
                  <a:cubicBezTo>
                    <a:pt x="713" y="749"/>
                    <a:pt x="707" y="755"/>
                    <a:pt x="707" y="762"/>
                  </a:cubicBezTo>
                  <a:cubicBezTo>
                    <a:pt x="707" y="769"/>
                    <a:pt x="713" y="774"/>
                    <a:pt x="720" y="774"/>
                  </a:cubicBezTo>
                  <a:close/>
                  <a:moveTo>
                    <a:pt x="759" y="774"/>
                  </a:moveTo>
                  <a:cubicBezTo>
                    <a:pt x="766" y="774"/>
                    <a:pt x="772" y="769"/>
                    <a:pt x="772" y="762"/>
                  </a:cubicBezTo>
                  <a:cubicBezTo>
                    <a:pt x="772" y="755"/>
                    <a:pt x="766" y="749"/>
                    <a:pt x="759" y="749"/>
                  </a:cubicBezTo>
                  <a:cubicBezTo>
                    <a:pt x="752" y="749"/>
                    <a:pt x="747" y="755"/>
                    <a:pt x="747" y="762"/>
                  </a:cubicBezTo>
                  <a:cubicBezTo>
                    <a:pt x="747" y="769"/>
                    <a:pt x="752" y="774"/>
                    <a:pt x="759" y="774"/>
                  </a:cubicBezTo>
                  <a:close/>
                  <a:moveTo>
                    <a:pt x="799" y="774"/>
                  </a:moveTo>
                  <a:cubicBezTo>
                    <a:pt x="806" y="774"/>
                    <a:pt x="811" y="769"/>
                    <a:pt x="811" y="762"/>
                  </a:cubicBezTo>
                  <a:cubicBezTo>
                    <a:pt x="811" y="755"/>
                    <a:pt x="806" y="749"/>
                    <a:pt x="799" y="749"/>
                  </a:cubicBezTo>
                  <a:cubicBezTo>
                    <a:pt x="792" y="749"/>
                    <a:pt x="786" y="755"/>
                    <a:pt x="786" y="762"/>
                  </a:cubicBezTo>
                  <a:cubicBezTo>
                    <a:pt x="786" y="769"/>
                    <a:pt x="792" y="774"/>
                    <a:pt x="799" y="774"/>
                  </a:cubicBezTo>
                  <a:close/>
                  <a:moveTo>
                    <a:pt x="838" y="774"/>
                  </a:moveTo>
                  <a:cubicBezTo>
                    <a:pt x="845" y="774"/>
                    <a:pt x="851" y="769"/>
                    <a:pt x="851" y="762"/>
                  </a:cubicBezTo>
                  <a:cubicBezTo>
                    <a:pt x="851" y="755"/>
                    <a:pt x="845" y="749"/>
                    <a:pt x="838" y="749"/>
                  </a:cubicBezTo>
                  <a:cubicBezTo>
                    <a:pt x="831" y="749"/>
                    <a:pt x="825" y="755"/>
                    <a:pt x="825" y="762"/>
                  </a:cubicBezTo>
                  <a:cubicBezTo>
                    <a:pt x="825" y="769"/>
                    <a:pt x="831" y="774"/>
                    <a:pt x="838" y="774"/>
                  </a:cubicBezTo>
                  <a:close/>
                  <a:moveTo>
                    <a:pt x="878" y="774"/>
                  </a:moveTo>
                  <a:cubicBezTo>
                    <a:pt x="885" y="774"/>
                    <a:pt x="890" y="769"/>
                    <a:pt x="890" y="762"/>
                  </a:cubicBezTo>
                  <a:cubicBezTo>
                    <a:pt x="890" y="755"/>
                    <a:pt x="885" y="749"/>
                    <a:pt x="878" y="749"/>
                  </a:cubicBezTo>
                  <a:cubicBezTo>
                    <a:pt x="871" y="749"/>
                    <a:pt x="865" y="755"/>
                    <a:pt x="865" y="762"/>
                  </a:cubicBezTo>
                  <a:cubicBezTo>
                    <a:pt x="865" y="769"/>
                    <a:pt x="871" y="774"/>
                    <a:pt x="878" y="774"/>
                  </a:cubicBezTo>
                  <a:close/>
                  <a:moveTo>
                    <a:pt x="930" y="762"/>
                  </a:moveTo>
                  <a:cubicBezTo>
                    <a:pt x="930" y="755"/>
                    <a:pt x="924" y="749"/>
                    <a:pt x="917" y="749"/>
                  </a:cubicBezTo>
                  <a:cubicBezTo>
                    <a:pt x="910" y="749"/>
                    <a:pt x="904" y="755"/>
                    <a:pt x="904" y="762"/>
                  </a:cubicBezTo>
                  <a:cubicBezTo>
                    <a:pt x="904" y="769"/>
                    <a:pt x="910" y="774"/>
                    <a:pt x="917" y="774"/>
                  </a:cubicBezTo>
                  <a:cubicBezTo>
                    <a:pt x="924" y="774"/>
                    <a:pt x="930" y="769"/>
                    <a:pt x="930" y="762"/>
                  </a:cubicBezTo>
                  <a:close/>
                  <a:moveTo>
                    <a:pt x="1666" y="774"/>
                  </a:moveTo>
                  <a:cubicBezTo>
                    <a:pt x="1673" y="774"/>
                    <a:pt x="1679" y="769"/>
                    <a:pt x="1679" y="762"/>
                  </a:cubicBezTo>
                  <a:cubicBezTo>
                    <a:pt x="1679" y="755"/>
                    <a:pt x="1673" y="749"/>
                    <a:pt x="1666" y="749"/>
                  </a:cubicBezTo>
                  <a:cubicBezTo>
                    <a:pt x="1659" y="749"/>
                    <a:pt x="1653" y="755"/>
                    <a:pt x="1653" y="762"/>
                  </a:cubicBezTo>
                  <a:cubicBezTo>
                    <a:pt x="1653" y="769"/>
                    <a:pt x="1659" y="774"/>
                    <a:pt x="1666" y="774"/>
                  </a:cubicBezTo>
                  <a:close/>
                  <a:moveTo>
                    <a:pt x="1705" y="774"/>
                  </a:moveTo>
                  <a:cubicBezTo>
                    <a:pt x="1713" y="774"/>
                    <a:pt x="1718" y="769"/>
                    <a:pt x="1718" y="762"/>
                  </a:cubicBezTo>
                  <a:cubicBezTo>
                    <a:pt x="1718" y="755"/>
                    <a:pt x="1713" y="749"/>
                    <a:pt x="1705" y="749"/>
                  </a:cubicBezTo>
                  <a:cubicBezTo>
                    <a:pt x="1698" y="749"/>
                    <a:pt x="1693" y="755"/>
                    <a:pt x="1693" y="762"/>
                  </a:cubicBezTo>
                  <a:cubicBezTo>
                    <a:pt x="1693" y="769"/>
                    <a:pt x="1698" y="774"/>
                    <a:pt x="1705" y="774"/>
                  </a:cubicBezTo>
                  <a:close/>
                  <a:moveTo>
                    <a:pt x="1745" y="774"/>
                  </a:moveTo>
                  <a:cubicBezTo>
                    <a:pt x="1752" y="774"/>
                    <a:pt x="1758" y="769"/>
                    <a:pt x="1758" y="762"/>
                  </a:cubicBezTo>
                  <a:cubicBezTo>
                    <a:pt x="1758" y="755"/>
                    <a:pt x="1752" y="749"/>
                    <a:pt x="1745" y="749"/>
                  </a:cubicBezTo>
                  <a:cubicBezTo>
                    <a:pt x="1738" y="749"/>
                    <a:pt x="1732" y="755"/>
                    <a:pt x="1732" y="762"/>
                  </a:cubicBezTo>
                  <a:cubicBezTo>
                    <a:pt x="1732" y="769"/>
                    <a:pt x="1738" y="774"/>
                    <a:pt x="1745" y="774"/>
                  </a:cubicBezTo>
                  <a:close/>
                  <a:moveTo>
                    <a:pt x="1784" y="774"/>
                  </a:moveTo>
                  <a:cubicBezTo>
                    <a:pt x="1791" y="774"/>
                    <a:pt x="1797" y="769"/>
                    <a:pt x="1797" y="762"/>
                  </a:cubicBezTo>
                  <a:cubicBezTo>
                    <a:pt x="1797" y="755"/>
                    <a:pt x="1791" y="749"/>
                    <a:pt x="1784" y="749"/>
                  </a:cubicBezTo>
                  <a:cubicBezTo>
                    <a:pt x="1777" y="749"/>
                    <a:pt x="1772" y="755"/>
                    <a:pt x="1772" y="762"/>
                  </a:cubicBezTo>
                  <a:cubicBezTo>
                    <a:pt x="1772" y="769"/>
                    <a:pt x="1777" y="774"/>
                    <a:pt x="1784" y="774"/>
                  </a:cubicBezTo>
                  <a:close/>
                  <a:moveTo>
                    <a:pt x="2060" y="752"/>
                  </a:moveTo>
                  <a:cubicBezTo>
                    <a:pt x="2055" y="752"/>
                    <a:pt x="2051" y="757"/>
                    <a:pt x="2051" y="762"/>
                  </a:cubicBezTo>
                  <a:cubicBezTo>
                    <a:pt x="2051" y="767"/>
                    <a:pt x="2055" y="771"/>
                    <a:pt x="2060" y="771"/>
                  </a:cubicBezTo>
                  <a:cubicBezTo>
                    <a:pt x="2065" y="771"/>
                    <a:pt x="2070" y="767"/>
                    <a:pt x="2070" y="762"/>
                  </a:cubicBezTo>
                  <a:cubicBezTo>
                    <a:pt x="2070" y="757"/>
                    <a:pt x="2065" y="752"/>
                    <a:pt x="2060" y="752"/>
                  </a:cubicBezTo>
                  <a:close/>
                  <a:moveTo>
                    <a:pt x="2100" y="774"/>
                  </a:moveTo>
                  <a:cubicBezTo>
                    <a:pt x="2107" y="774"/>
                    <a:pt x="2112" y="769"/>
                    <a:pt x="2112" y="762"/>
                  </a:cubicBezTo>
                  <a:cubicBezTo>
                    <a:pt x="2112" y="755"/>
                    <a:pt x="2107" y="749"/>
                    <a:pt x="2100" y="749"/>
                  </a:cubicBezTo>
                  <a:cubicBezTo>
                    <a:pt x="2093" y="749"/>
                    <a:pt x="2087" y="755"/>
                    <a:pt x="2087" y="762"/>
                  </a:cubicBezTo>
                  <a:cubicBezTo>
                    <a:pt x="2087" y="769"/>
                    <a:pt x="2093" y="774"/>
                    <a:pt x="2100" y="774"/>
                  </a:cubicBezTo>
                  <a:close/>
                  <a:moveTo>
                    <a:pt x="2139" y="774"/>
                  </a:moveTo>
                  <a:cubicBezTo>
                    <a:pt x="2146" y="774"/>
                    <a:pt x="2152" y="769"/>
                    <a:pt x="2152" y="762"/>
                  </a:cubicBezTo>
                  <a:cubicBezTo>
                    <a:pt x="2152" y="755"/>
                    <a:pt x="2146" y="749"/>
                    <a:pt x="2139" y="749"/>
                  </a:cubicBezTo>
                  <a:cubicBezTo>
                    <a:pt x="2132" y="749"/>
                    <a:pt x="2126" y="755"/>
                    <a:pt x="2126" y="762"/>
                  </a:cubicBezTo>
                  <a:cubicBezTo>
                    <a:pt x="2126" y="769"/>
                    <a:pt x="2132" y="774"/>
                    <a:pt x="2139" y="774"/>
                  </a:cubicBezTo>
                  <a:close/>
                  <a:moveTo>
                    <a:pt x="2179" y="774"/>
                  </a:moveTo>
                  <a:cubicBezTo>
                    <a:pt x="2186" y="774"/>
                    <a:pt x="2191" y="769"/>
                    <a:pt x="2191" y="762"/>
                  </a:cubicBezTo>
                  <a:cubicBezTo>
                    <a:pt x="2191" y="755"/>
                    <a:pt x="2186" y="749"/>
                    <a:pt x="2179" y="749"/>
                  </a:cubicBezTo>
                  <a:cubicBezTo>
                    <a:pt x="2172" y="749"/>
                    <a:pt x="2166" y="755"/>
                    <a:pt x="2166" y="762"/>
                  </a:cubicBezTo>
                  <a:cubicBezTo>
                    <a:pt x="2166" y="769"/>
                    <a:pt x="2172" y="774"/>
                    <a:pt x="2179" y="774"/>
                  </a:cubicBezTo>
                  <a:close/>
                  <a:moveTo>
                    <a:pt x="2218" y="774"/>
                  </a:moveTo>
                  <a:cubicBezTo>
                    <a:pt x="2225" y="774"/>
                    <a:pt x="2231" y="769"/>
                    <a:pt x="2231" y="762"/>
                  </a:cubicBezTo>
                  <a:cubicBezTo>
                    <a:pt x="2231" y="755"/>
                    <a:pt x="2225" y="749"/>
                    <a:pt x="2218" y="749"/>
                  </a:cubicBezTo>
                  <a:cubicBezTo>
                    <a:pt x="2211" y="749"/>
                    <a:pt x="2205" y="755"/>
                    <a:pt x="2205" y="762"/>
                  </a:cubicBezTo>
                  <a:cubicBezTo>
                    <a:pt x="2205" y="769"/>
                    <a:pt x="2211" y="774"/>
                    <a:pt x="2218" y="774"/>
                  </a:cubicBezTo>
                  <a:close/>
                  <a:moveTo>
                    <a:pt x="2257" y="774"/>
                  </a:moveTo>
                  <a:cubicBezTo>
                    <a:pt x="2264" y="774"/>
                    <a:pt x="2270" y="769"/>
                    <a:pt x="2270" y="762"/>
                  </a:cubicBezTo>
                  <a:cubicBezTo>
                    <a:pt x="2270" y="755"/>
                    <a:pt x="2264" y="749"/>
                    <a:pt x="2257" y="749"/>
                  </a:cubicBezTo>
                  <a:cubicBezTo>
                    <a:pt x="2250" y="749"/>
                    <a:pt x="2245" y="755"/>
                    <a:pt x="2245" y="762"/>
                  </a:cubicBezTo>
                  <a:cubicBezTo>
                    <a:pt x="2245" y="769"/>
                    <a:pt x="2250" y="774"/>
                    <a:pt x="2257" y="774"/>
                  </a:cubicBezTo>
                  <a:close/>
                  <a:moveTo>
                    <a:pt x="2297" y="774"/>
                  </a:moveTo>
                  <a:cubicBezTo>
                    <a:pt x="2304" y="774"/>
                    <a:pt x="2310" y="769"/>
                    <a:pt x="2310" y="762"/>
                  </a:cubicBezTo>
                  <a:cubicBezTo>
                    <a:pt x="2310" y="755"/>
                    <a:pt x="2304" y="749"/>
                    <a:pt x="2297" y="749"/>
                  </a:cubicBezTo>
                  <a:cubicBezTo>
                    <a:pt x="2290" y="749"/>
                    <a:pt x="2284" y="755"/>
                    <a:pt x="2284" y="762"/>
                  </a:cubicBezTo>
                  <a:cubicBezTo>
                    <a:pt x="2284" y="769"/>
                    <a:pt x="2290" y="774"/>
                    <a:pt x="2297" y="774"/>
                  </a:cubicBezTo>
                  <a:close/>
                  <a:moveTo>
                    <a:pt x="2336" y="774"/>
                  </a:moveTo>
                  <a:cubicBezTo>
                    <a:pt x="2343" y="774"/>
                    <a:pt x="2349" y="769"/>
                    <a:pt x="2349" y="762"/>
                  </a:cubicBezTo>
                  <a:cubicBezTo>
                    <a:pt x="2349" y="755"/>
                    <a:pt x="2343" y="749"/>
                    <a:pt x="2336" y="749"/>
                  </a:cubicBezTo>
                  <a:cubicBezTo>
                    <a:pt x="2329" y="749"/>
                    <a:pt x="2323" y="755"/>
                    <a:pt x="2323" y="762"/>
                  </a:cubicBezTo>
                  <a:cubicBezTo>
                    <a:pt x="2323" y="769"/>
                    <a:pt x="2329" y="774"/>
                    <a:pt x="2336" y="774"/>
                  </a:cubicBezTo>
                  <a:close/>
                  <a:moveTo>
                    <a:pt x="2376" y="774"/>
                  </a:moveTo>
                  <a:cubicBezTo>
                    <a:pt x="2383" y="774"/>
                    <a:pt x="2388" y="769"/>
                    <a:pt x="2388" y="762"/>
                  </a:cubicBezTo>
                  <a:cubicBezTo>
                    <a:pt x="2388" y="755"/>
                    <a:pt x="2383" y="749"/>
                    <a:pt x="2376" y="749"/>
                  </a:cubicBezTo>
                  <a:cubicBezTo>
                    <a:pt x="2369" y="749"/>
                    <a:pt x="2363" y="755"/>
                    <a:pt x="2363" y="762"/>
                  </a:cubicBezTo>
                  <a:cubicBezTo>
                    <a:pt x="2363" y="769"/>
                    <a:pt x="2369" y="774"/>
                    <a:pt x="2376" y="774"/>
                  </a:cubicBezTo>
                  <a:close/>
                  <a:moveTo>
                    <a:pt x="2415" y="774"/>
                  </a:moveTo>
                  <a:cubicBezTo>
                    <a:pt x="2422" y="774"/>
                    <a:pt x="2428" y="769"/>
                    <a:pt x="2428" y="762"/>
                  </a:cubicBezTo>
                  <a:cubicBezTo>
                    <a:pt x="2428" y="755"/>
                    <a:pt x="2422" y="749"/>
                    <a:pt x="2415" y="749"/>
                  </a:cubicBezTo>
                  <a:cubicBezTo>
                    <a:pt x="2408" y="749"/>
                    <a:pt x="2402" y="755"/>
                    <a:pt x="2402" y="762"/>
                  </a:cubicBezTo>
                  <a:cubicBezTo>
                    <a:pt x="2402" y="769"/>
                    <a:pt x="2408" y="774"/>
                    <a:pt x="2415" y="774"/>
                  </a:cubicBezTo>
                  <a:close/>
                  <a:moveTo>
                    <a:pt x="2455" y="774"/>
                  </a:moveTo>
                  <a:cubicBezTo>
                    <a:pt x="2462" y="774"/>
                    <a:pt x="2467" y="769"/>
                    <a:pt x="2467" y="762"/>
                  </a:cubicBezTo>
                  <a:cubicBezTo>
                    <a:pt x="2467" y="755"/>
                    <a:pt x="2462" y="749"/>
                    <a:pt x="2455" y="749"/>
                  </a:cubicBezTo>
                  <a:cubicBezTo>
                    <a:pt x="2447" y="749"/>
                    <a:pt x="2442" y="755"/>
                    <a:pt x="2442" y="762"/>
                  </a:cubicBezTo>
                  <a:cubicBezTo>
                    <a:pt x="2442" y="769"/>
                    <a:pt x="2447" y="774"/>
                    <a:pt x="2455" y="774"/>
                  </a:cubicBezTo>
                  <a:close/>
                  <a:moveTo>
                    <a:pt x="2494" y="774"/>
                  </a:moveTo>
                  <a:cubicBezTo>
                    <a:pt x="2501" y="774"/>
                    <a:pt x="2507" y="769"/>
                    <a:pt x="2507" y="762"/>
                  </a:cubicBezTo>
                  <a:cubicBezTo>
                    <a:pt x="2507" y="755"/>
                    <a:pt x="2501" y="749"/>
                    <a:pt x="2494" y="749"/>
                  </a:cubicBezTo>
                  <a:cubicBezTo>
                    <a:pt x="2487" y="749"/>
                    <a:pt x="2481" y="755"/>
                    <a:pt x="2481" y="762"/>
                  </a:cubicBezTo>
                  <a:cubicBezTo>
                    <a:pt x="2481" y="769"/>
                    <a:pt x="2487" y="774"/>
                    <a:pt x="2494" y="774"/>
                  </a:cubicBezTo>
                  <a:close/>
                  <a:moveTo>
                    <a:pt x="2533" y="774"/>
                  </a:moveTo>
                  <a:cubicBezTo>
                    <a:pt x="2540" y="774"/>
                    <a:pt x="2546" y="769"/>
                    <a:pt x="2546" y="762"/>
                  </a:cubicBezTo>
                  <a:cubicBezTo>
                    <a:pt x="2546" y="755"/>
                    <a:pt x="2540" y="749"/>
                    <a:pt x="2533" y="749"/>
                  </a:cubicBezTo>
                  <a:cubicBezTo>
                    <a:pt x="2526" y="749"/>
                    <a:pt x="2521" y="755"/>
                    <a:pt x="2521" y="762"/>
                  </a:cubicBezTo>
                  <a:cubicBezTo>
                    <a:pt x="2521" y="769"/>
                    <a:pt x="2526" y="774"/>
                    <a:pt x="2533" y="774"/>
                  </a:cubicBezTo>
                  <a:close/>
                  <a:moveTo>
                    <a:pt x="2573" y="774"/>
                  </a:moveTo>
                  <a:cubicBezTo>
                    <a:pt x="2580" y="774"/>
                    <a:pt x="2586" y="769"/>
                    <a:pt x="2586" y="762"/>
                  </a:cubicBezTo>
                  <a:cubicBezTo>
                    <a:pt x="2586" y="755"/>
                    <a:pt x="2580" y="749"/>
                    <a:pt x="2573" y="749"/>
                  </a:cubicBezTo>
                  <a:cubicBezTo>
                    <a:pt x="2566" y="749"/>
                    <a:pt x="2560" y="755"/>
                    <a:pt x="2560" y="762"/>
                  </a:cubicBezTo>
                  <a:cubicBezTo>
                    <a:pt x="2560" y="769"/>
                    <a:pt x="2566" y="774"/>
                    <a:pt x="2573" y="774"/>
                  </a:cubicBezTo>
                  <a:close/>
                  <a:moveTo>
                    <a:pt x="2612" y="774"/>
                  </a:moveTo>
                  <a:cubicBezTo>
                    <a:pt x="2619" y="774"/>
                    <a:pt x="2625" y="769"/>
                    <a:pt x="2625" y="762"/>
                  </a:cubicBezTo>
                  <a:cubicBezTo>
                    <a:pt x="2625" y="755"/>
                    <a:pt x="2619" y="749"/>
                    <a:pt x="2612" y="749"/>
                  </a:cubicBezTo>
                  <a:cubicBezTo>
                    <a:pt x="2605" y="749"/>
                    <a:pt x="2599" y="755"/>
                    <a:pt x="2599" y="762"/>
                  </a:cubicBezTo>
                  <a:cubicBezTo>
                    <a:pt x="2599" y="769"/>
                    <a:pt x="2605" y="774"/>
                    <a:pt x="2612" y="774"/>
                  </a:cubicBezTo>
                  <a:close/>
                  <a:moveTo>
                    <a:pt x="2652" y="774"/>
                  </a:moveTo>
                  <a:cubicBezTo>
                    <a:pt x="2659" y="774"/>
                    <a:pt x="2664" y="769"/>
                    <a:pt x="2664" y="762"/>
                  </a:cubicBezTo>
                  <a:cubicBezTo>
                    <a:pt x="2664" y="755"/>
                    <a:pt x="2659" y="749"/>
                    <a:pt x="2652" y="749"/>
                  </a:cubicBezTo>
                  <a:cubicBezTo>
                    <a:pt x="2645" y="749"/>
                    <a:pt x="2639" y="755"/>
                    <a:pt x="2639" y="762"/>
                  </a:cubicBezTo>
                  <a:cubicBezTo>
                    <a:pt x="2639" y="769"/>
                    <a:pt x="2645" y="774"/>
                    <a:pt x="2652" y="774"/>
                  </a:cubicBezTo>
                  <a:close/>
                  <a:moveTo>
                    <a:pt x="2691" y="774"/>
                  </a:moveTo>
                  <a:cubicBezTo>
                    <a:pt x="2698" y="774"/>
                    <a:pt x="2704" y="769"/>
                    <a:pt x="2704" y="762"/>
                  </a:cubicBezTo>
                  <a:cubicBezTo>
                    <a:pt x="2704" y="755"/>
                    <a:pt x="2698" y="749"/>
                    <a:pt x="2691" y="749"/>
                  </a:cubicBezTo>
                  <a:cubicBezTo>
                    <a:pt x="2684" y="749"/>
                    <a:pt x="2678" y="755"/>
                    <a:pt x="2678" y="762"/>
                  </a:cubicBezTo>
                  <a:cubicBezTo>
                    <a:pt x="2678" y="769"/>
                    <a:pt x="2684" y="774"/>
                    <a:pt x="2691" y="774"/>
                  </a:cubicBezTo>
                  <a:close/>
                  <a:moveTo>
                    <a:pt x="2730" y="774"/>
                  </a:moveTo>
                  <a:cubicBezTo>
                    <a:pt x="2738" y="774"/>
                    <a:pt x="2743" y="769"/>
                    <a:pt x="2743" y="762"/>
                  </a:cubicBezTo>
                  <a:cubicBezTo>
                    <a:pt x="2743" y="755"/>
                    <a:pt x="2738" y="749"/>
                    <a:pt x="2730" y="749"/>
                  </a:cubicBezTo>
                  <a:cubicBezTo>
                    <a:pt x="2723" y="749"/>
                    <a:pt x="2718" y="755"/>
                    <a:pt x="2718" y="762"/>
                  </a:cubicBezTo>
                  <a:cubicBezTo>
                    <a:pt x="2718" y="769"/>
                    <a:pt x="2723" y="774"/>
                    <a:pt x="2730" y="774"/>
                  </a:cubicBezTo>
                  <a:close/>
                  <a:moveTo>
                    <a:pt x="2770" y="774"/>
                  </a:moveTo>
                  <a:cubicBezTo>
                    <a:pt x="2777" y="774"/>
                    <a:pt x="2783" y="769"/>
                    <a:pt x="2783" y="762"/>
                  </a:cubicBezTo>
                  <a:cubicBezTo>
                    <a:pt x="2783" y="755"/>
                    <a:pt x="2777" y="749"/>
                    <a:pt x="2770" y="749"/>
                  </a:cubicBezTo>
                  <a:cubicBezTo>
                    <a:pt x="2763" y="749"/>
                    <a:pt x="2757" y="755"/>
                    <a:pt x="2757" y="762"/>
                  </a:cubicBezTo>
                  <a:cubicBezTo>
                    <a:pt x="2757" y="769"/>
                    <a:pt x="2763" y="774"/>
                    <a:pt x="2770" y="774"/>
                  </a:cubicBezTo>
                  <a:close/>
                  <a:moveTo>
                    <a:pt x="2809" y="774"/>
                  </a:moveTo>
                  <a:cubicBezTo>
                    <a:pt x="2816" y="774"/>
                    <a:pt x="2822" y="769"/>
                    <a:pt x="2822" y="762"/>
                  </a:cubicBezTo>
                  <a:cubicBezTo>
                    <a:pt x="2822" y="755"/>
                    <a:pt x="2816" y="749"/>
                    <a:pt x="2809" y="749"/>
                  </a:cubicBezTo>
                  <a:cubicBezTo>
                    <a:pt x="2802" y="749"/>
                    <a:pt x="2797" y="755"/>
                    <a:pt x="2797" y="762"/>
                  </a:cubicBezTo>
                  <a:cubicBezTo>
                    <a:pt x="2797" y="769"/>
                    <a:pt x="2802" y="774"/>
                    <a:pt x="2809" y="774"/>
                  </a:cubicBezTo>
                  <a:close/>
                  <a:moveTo>
                    <a:pt x="2849" y="774"/>
                  </a:moveTo>
                  <a:cubicBezTo>
                    <a:pt x="2856" y="774"/>
                    <a:pt x="2862" y="769"/>
                    <a:pt x="2862" y="762"/>
                  </a:cubicBezTo>
                  <a:cubicBezTo>
                    <a:pt x="2862" y="755"/>
                    <a:pt x="2856" y="749"/>
                    <a:pt x="2849" y="749"/>
                  </a:cubicBezTo>
                  <a:cubicBezTo>
                    <a:pt x="2842" y="749"/>
                    <a:pt x="2836" y="755"/>
                    <a:pt x="2836" y="762"/>
                  </a:cubicBezTo>
                  <a:cubicBezTo>
                    <a:pt x="2836" y="769"/>
                    <a:pt x="2842" y="774"/>
                    <a:pt x="2849" y="774"/>
                  </a:cubicBezTo>
                  <a:close/>
                  <a:moveTo>
                    <a:pt x="2888" y="774"/>
                  </a:moveTo>
                  <a:cubicBezTo>
                    <a:pt x="2895" y="774"/>
                    <a:pt x="2901" y="769"/>
                    <a:pt x="2901" y="762"/>
                  </a:cubicBezTo>
                  <a:cubicBezTo>
                    <a:pt x="2901" y="755"/>
                    <a:pt x="2895" y="749"/>
                    <a:pt x="2888" y="749"/>
                  </a:cubicBezTo>
                  <a:cubicBezTo>
                    <a:pt x="2881" y="749"/>
                    <a:pt x="2875" y="755"/>
                    <a:pt x="2875" y="762"/>
                  </a:cubicBezTo>
                  <a:cubicBezTo>
                    <a:pt x="2875" y="769"/>
                    <a:pt x="2881" y="774"/>
                    <a:pt x="2888" y="774"/>
                  </a:cubicBezTo>
                  <a:close/>
                  <a:moveTo>
                    <a:pt x="3046" y="749"/>
                  </a:moveTo>
                  <a:cubicBezTo>
                    <a:pt x="3039" y="749"/>
                    <a:pt x="3033" y="755"/>
                    <a:pt x="3033" y="762"/>
                  </a:cubicBezTo>
                  <a:cubicBezTo>
                    <a:pt x="3033" y="769"/>
                    <a:pt x="3039" y="774"/>
                    <a:pt x="3046" y="774"/>
                  </a:cubicBezTo>
                  <a:cubicBezTo>
                    <a:pt x="3053" y="774"/>
                    <a:pt x="3059" y="769"/>
                    <a:pt x="3059" y="762"/>
                  </a:cubicBezTo>
                  <a:cubicBezTo>
                    <a:pt x="3059" y="755"/>
                    <a:pt x="3053" y="749"/>
                    <a:pt x="3046" y="749"/>
                  </a:cubicBezTo>
                  <a:close/>
                  <a:moveTo>
                    <a:pt x="3077" y="762"/>
                  </a:moveTo>
                  <a:cubicBezTo>
                    <a:pt x="3077" y="766"/>
                    <a:pt x="3081" y="770"/>
                    <a:pt x="3085" y="770"/>
                  </a:cubicBezTo>
                  <a:cubicBezTo>
                    <a:pt x="3090" y="770"/>
                    <a:pt x="3093" y="766"/>
                    <a:pt x="3093" y="762"/>
                  </a:cubicBezTo>
                  <a:cubicBezTo>
                    <a:pt x="3093" y="757"/>
                    <a:pt x="3090" y="754"/>
                    <a:pt x="3085" y="754"/>
                  </a:cubicBezTo>
                  <a:cubicBezTo>
                    <a:pt x="3081" y="754"/>
                    <a:pt x="3077" y="757"/>
                    <a:pt x="3077" y="762"/>
                  </a:cubicBezTo>
                  <a:close/>
                  <a:moveTo>
                    <a:pt x="523" y="788"/>
                  </a:moveTo>
                  <a:cubicBezTo>
                    <a:pt x="516" y="788"/>
                    <a:pt x="510" y="794"/>
                    <a:pt x="510" y="801"/>
                  </a:cubicBezTo>
                  <a:cubicBezTo>
                    <a:pt x="510" y="808"/>
                    <a:pt x="516" y="814"/>
                    <a:pt x="523" y="814"/>
                  </a:cubicBezTo>
                  <a:cubicBezTo>
                    <a:pt x="530" y="814"/>
                    <a:pt x="535" y="808"/>
                    <a:pt x="535" y="801"/>
                  </a:cubicBezTo>
                  <a:cubicBezTo>
                    <a:pt x="535" y="794"/>
                    <a:pt x="530" y="788"/>
                    <a:pt x="523" y="788"/>
                  </a:cubicBezTo>
                  <a:close/>
                  <a:moveTo>
                    <a:pt x="562" y="788"/>
                  </a:moveTo>
                  <a:cubicBezTo>
                    <a:pt x="555" y="788"/>
                    <a:pt x="549" y="794"/>
                    <a:pt x="549" y="801"/>
                  </a:cubicBezTo>
                  <a:cubicBezTo>
                    <a:pt x="549" y="808"/>
                    <a:pt x="555" y="814"/>
                    <a:pt x="562" y="814"/>
                  </a:cubicBezTo>
                  <a:cubicBezTo>
                    <a:pt x="569" y="814"/>
                    <a:pt x="575" y="808"/>
                    <a:pt x="575" y="801"/>
                  </a:cubicBezTo>
                  <a:cubicBezTo>
                    <a:pt x="575" y="794"/>
                    <a:pt x="569" y="788"/>
                    <a:pt x="562" y="788"/>
                  </a:cubicBezTo>
                  <a:close/>
                  <a:moveTo>
                    <a:pt x="602" y="814"/>
                  </a:moveTo>
                  <a:cubicBezTo>
                    <a:pt x="609" y="814"/>
                    <a:pt x="614" y="808"/>
                    <a:pt x="614" y="801"/>
                  </a:cubicBezTo>
                  <a:cubicBezTo>
                    <a:pt x="614" y="794"/>
                    <a:pt x="609" y="788"/>
                    <a:pt x="602" y="788"/>
                  </a:cubicBezTo>
                  <a:cubicBezTo>
                    <a:pt x="595" y="788"/>
                    <a:pt x="589" y="794"/>
                    <a:pt x="589" y="801"/>
                  </a:cubicBezTo>
                  <a:cubicBezTo>
                    <a:pt x="589" y="808"/>
                    <a:pt x="595" y="814"/>
                    <a:pt x="602" y="814"/>
                  </a:cubicBezTo>
                  <a:close/>
                  <a:moveTo>
                    <a:pt x="641" y="814"/>
                  </a:moveTo>
                  <a:cubicBezTo>
                    <a:pt x="648" y="814"/>
                    <a:pt x="654" y="808"/>
                    <a:pt x="654" y="801"/>
                  </a:cubicBezTo>
                  <a:cubicBezTo>
                    <a:pt x="654" y="794"/>
                    <a:pt x="648" y="788"/>
                    <a:pt x="641" y="788"/>
                  </a:cubicBezTo>
                  <a:cubicBezTo>
                    <a:pt x="634" y="788"/>
                    <a:pt x="628" y="794"/>
                    <a:pt x="628" y="801"/>
                  </a:cubicBezTo>
                  <a:cubicBezTo>
                    <a:pt x="628" y="808"/>
                    <a:pt x="634" y="814"/>
                    <a:pt x="641" y="814"/>
                  </a:cubicBezTo>
                  <a:close/>
                  <a:moveTo>
                    <a:pt x="680" y="814"/>
                  </a:moveTo>
                  <a:cubicBezTo>
                    <a:pt x="687" y="814"/>
                    <a:pt x="693" y="808"/>
                    <a:pt x="693" y="801"/>
                  </a:cubicBezTo>
                  <a:cubicBezTo>
                    <a:pt x="693" y="794"/>
                    <a:pt x="687" y="788"/>
                    <a:pt x="680" y="788"/>
                  </a:cubicBezTo>
                  <a:cubicBezTo>
                    <a:pt x="673" y="788"/>
                    <a:pt x="668" y="794"/>
                    <a:pt x="668" y="801"/>
                  </a:cubicBezTo>
                  <a:cubicBezTo>
                    <a:pt x="668" y="808"/>
                    <a:pt x="673" y="814"/>
                    <a:pt x="680" y="814"/>
                  </a:cubicBezTo>
                  <a:close/>
                  <a:moveTo>
                    <a:pt x="720" y="814"/>
                  </a:moveTo>
                  <a:cubicBezTo>
                    <a:pt x="727" y="814"/>
                    <a:pt x="733" y="808"/>
                    <a:pt x="733" y="801"/>
                  </a:cubicBezTo>
                  <a:cubicBezTo>
                    <a:pt x="733" y="794"/>
                    <a:pt x="727" y="788"/>
                    <a:pt x="720" y="788"/>
                  </a:cubicBezTo>
                  <a:cubicBezTo>
                    <a:pt x="713" y="788"/>
                    <a:pt x="707" y="794"/>
                    <a:pt x="707" y="801"/>
                  </a:cubicBezTo>
                  <a:cubicBezTo>
                    <a:pt x="707" y="808"/>
                    <a:pt x="713" y="814"/>
                    <a:pt x="720" y="814"/>
                  </a:cubicBezTo>
                  <a:close/>
                  <a:moveTo>
                    <a:pt x="759" y="814"/>
                  </a:moveTo>
                  <a:cubicBezTo>
                    <a:pt x="766" y="814"/>
                    <a:pt x="772" y="808"/>
                    <a:pt x="772" y="801"/>
                  </a:cubicBezTo>
                  <a:cubicBezTo>
                    <a:pt x="772" y="794"/>
                    <a:pt x="766" y="788"/>
                    <a:pt x="759" y="788"/>
                  </a:cubicBezTo>
                  <a:cubicBezTo>
                    <a:pt x="752" y="788"/>
                    <a:pt x="747" y="794"/>
                    <a:pt x="747" y="801"/>
                  </a:cubicBezTo>
                  <a:cubicBezTo>
                    <a:pt x="747" y="808"/>
                    <a:pt x="752" y="814"/>
                    <a:pt x="759" y="814"/>
                  </a:cubicBezTo>
                  <a:close/>
                  <a:moveTo>
                    <a:pt x="799" y="814"/>
                  </a:moveTo>
                  <a:cubicBezTo>
                    <a:pt x="806" y="814"/>
                    <a:pt x="811" y="808"/>
                    <a:pt x="811" y="801"/>
                  </a:cubicBezTo>
                  <a:cubicBezTo>
                    <a:pt x="811" y="794"/>
                    <a:pt x="806" y="788"/>
                    <a:pt x="799" y="788"/>
                  </a:cubicBezTo>
                  <a:cubicBezTo>
                    <a:pt x="792" y="788"/>
                    <a:pt x="786" y="794"/>
                    <a:pt x="786" y="801"/>
                  </a:cubicBezTo>
                  <a:cubicBezTo>
                    <a:pt x="786" y="808"/>
                    <a:pt x="792" y="814"/>
                    <a:pt x="799" y="814"/>
                  </a:cubicBezTo>
                  <a:close/>
                  <a:moveTo>
                    <a:pt x="838" y="814"/>
                  </a:moveTo>
                  <a:cubicBezTo>
                    <a:pt x="845" y="814"/>
                    <a:pt x="851" y="808"/>
                    <a:pt x="851" y="801"/>
                  </a:cubicBezTo>
                  <a:cubicBezTo>
                    <a:pt x="851" y="794"/>
                    <a:pt x="845" y="788"/>
                    <a:pt x="838" y="788"/>
                  </a:cubicBezTo>
                  <a:cubicBezTo>
                    <a:pt x="831" y="788"/>
                    <a:pt x="825" y="794"/>
                    <a:pt x="825" y="801"/>
                  </a:cubicBezTo>
                  <a:cubicBezTo>
                    <a:pt x="825" y="808"/>
                    <a:pt x="831" y="814"/>
                    <a:pt x="838" y="814"/>
                  </a:cubicBezTo>
                  <a:close/>
                  <a:moveTo>
                    <a:pt x="1627" y="814"/>
                  </a:moveTo>
                  <a:cubicBezTo>
                    <a:pt x="1634" y="814"/>
                    <a:pt x="1639" y="808"/>
                    <a:pt x="1639" y="801"/>
                  </a:cubicBezTo>
                  <a:cubicBezTo>
                    <a:pt x="1639" y="794"/>
                    <a:pt x="1634" y="788"/>
                    <a:pt x="1627" y="788"/>
                  </a:cubicBezTo>
                  <a:cubicBezTo>
                    <a:pt x="1620" y="788"/>
                    <a:pt x="1614" y="794"/>
                    <a:pt x="1614" y="801"/>
                  </a:cubicBezTo>
                  <a:cubicBezTo>
                    <a:pt x="1614" y="808"/>
                    <a:pt x="1620" y="814"/>
                    <a:pt x="1627" y="814"/>
                  </a:cubicBezTo>
                  <a:close/>
                  <a:moveTo>
                    <a:pt x="1666" y="814"/>
                  </a:moveTo>
                  <a:cubicBezTo>
                    <a:pt x="1673" y="814"/>
                    <a:pt x="1679" y="808"/>
                    <a:pt x="1679" y="801"/>
                  </a:cubicBezTo>
                  <a:cubicBezTo>
                    <a:pt x="1679" y="794"/>
                    <a:pt x="1673" y="788"/>
                    <a:pt x="1666" y="788"/>
                  </a:cubicBezTo>
                  <a:cubicBezTo>
                    <a:pt x="1659" y="788"/>
                    <a:pt x="1653" y="794"/>
                    <a:pt x="1653" y="801"/>
                  </a:cubicBezTo>
                  <a:cubicBezTo>
                    <a:pt x="1653" y="808"/>
                    <a:pt x="1659" y="814"/>
                    <a:pt x="1666" y="814"/>
                  </a:cubicBezTo>
                  <a:close/>
                  <a:moveTo>
                    <a:pt x="1705" y="814"/>
                  </a:moveTo>
                  <a:cubicBezTo>
                    <a:pt x="1713" y="814"/>
                    <a:pt x="1718" y="808"/>
                    <a:pt x="1718" y="801"/>
                  </a:cubicBezTo>
                  <a:cubicBezTo>
                    <a:pt x="1718" y="794"/>
                    <a:pt x="1713" y="788"/>
                    <a:pt x="1705" y="788"/>
                  </a:cubicBezTo>
                  <a:cubicBezTo>
                    <a:pt x="1698" y="788"/>
                    <a:pt x="1693" y="794"/>
                    <a:pt x="1693" y="801"/>
                  </a:cubicBezTo>
                  <a:cubicBezTo>
                    <a:pt x="1693" y="808"/>
                    <a:pt x="1698" y="814"/>
                    <a:pt x="1705" y="814"/>
                  </a:cubicBezTo>
                  <a:close/>
                  <a:moveTo>
                    <a:pt x="1745" y="814"/>
                  </a:moveTo>
                  <a:cubicBezTo>
                    <a:pt x="1752" y="814"/>
                    <a:pt x="1758" y="808"/>
                    <a:pt x="1758" y="801"/>
                  </a:cubicBezTo>
                  <a:cubicBezTo>
                    <a:pt x="1758" y="794"/>
                    <a:pt x="1752" y="788"/>
                    <a:pt x="1745" y="788"/>
                  </a:cubicBezTo>
                  <a:cubicBezTo>
                    <a:pt x="1738" y="788"/>
                    <a:pt x="1732" y="794"/>
                    <a:pt x="1732" y="801"/>
                  </a:cubicBezTo>
                  <a:cubicBezTo>
                    <a:pt x="1732" y="808"/>
                    <a:pt x="1738" y="814"/>
                    <a:pt x="1745" y="814"/>
                  </a:cubicBezTo>
                  <a:close/>
                  <a:moveTo>
                    <a:pt x="1784" y="814"/>
                  </a:moveTo>
                  <a:cubicBezTo>
                    <a:pt x="1791" y="814"/>
                    <a:pt x="1797" y="808"/>
                    <a:pt x="1797" y="801"/>
                  </a:cubicBezTo>
                  <a:cubicBezTo>
                    <a:pt x="1797" y="794"/>
                    <a:pt x="1791" y="788"/>
                    <a:pt x="1784" y="788"/>
                  </a:cubicBezTo>
                  <a:cubicBezTo>
                    <a:pt x="1777" y="788"/>
                    <a:pt x="1772" y="794"/>
                    <a:pt x="1772" y="801"/>
                  </a:cubicBezTo>
                  <a:cubicBezTo>
                    <a:pt x="1772" y="808"/>
                    <a:pt x="1777" y="814"/>
                    <a:pt x="1784" y="814"/>
                  </a:cubicBezTo>
                  <a:close/>
                  <a:moveTo>
                    <a:pt x="1824" y="814"/>
                  </a:moveTo>
                  <a:cubicBezTo>
                    <a:pt x="1831" y="814"/>
                    <a:pt x="1836" y="808"/>
                    <a:pt x="1836" y="801"/>
                  </a:cubicBezTo>
                  <a:cubicBezTo>
                    <a:pt x="1836" y="794"/>
                    <a:pt x="1831" y="788"/>
                    <a:pt x="1824" y="788"/>
                  </a:cubicBezTo>
                  <a:cubicBezTo>
                    <a:pt x="1817" y="788"/>
                    <a:pt x="1811" y="794"/>
                    <a:pt x="1811" y="801"/>
                  </a:cubicBezTo>
                  <a:cubicBezTo>
                    <a:pt x="1811" y="808"/>
                    <a:pt x="1817" y="814"/>
                    <a:pt x="1824" y="814"/>
                  </a:cubicBezTo>
                  <a:close/>
                  <a:moveTo>
                    <a:pt x="1890" y="801"/>
                  </a:moveTo>
                  <a:cubicBezTo>
                    <a:pt x="1890" y="808"/>
                    <a:pt x="1896" y="814"/>
                    <a:pt x="1903" y="814"/>
                  </a:cubicBezTo>
                  <a:cubicBezTo>
                    <a:pt x="1910" y="814"/>
                    <a:pt x="1915" y="808"/>
                    <a:pt x="1915" y="801"/>
                  </a:cubicBezTo>
                  <a:cubicBezTo>
                    <a:pt x="1915" y="794"/>
                    <a:pt x="1910" y="788"/>
                    <a:pt x="1903" y="788"/>
                  </a:cubicBezTo>
                  <a:cubicBezTo>
                    <a:pt x="1896" y="788"/>
                    <a:pt x="1890" y="794"/>
                    <a:pt x="1890" y="801"/>
                  </a:cubicBezTo>
                  <a:close/>
                  <a:moveTo>
                    <a:pt x="1942" y="814"/>
                  </a:moveTo>
                  <a:cubicBezTo>
                    <a:pt x="1949" y="814"/>
                    <a:pt x="1955" y="808"/>
                    <a:pt x="1955" y="801"/>
                  </a:cubicBezTo>
                  <a:cubicBezTo>
                    <a:pt x="1955" y="794"/>
                    <a:pt x="1949" y="788"/>
                    <a:pt x="1942" y="788"/>
                  </a:cubicBezTo>
                  <a:cubicBezTo>
                    <a:pt x="1935" y="788"/>
                    <a:pt x="1929" y="794"/>
                    <a:pt x="1929" y="801"/>
                  </a:cubicBezTo>
                  <a:cubicBezTo>
                    <a:pt x="1929" y="808"/>
                    <a:pt x="1935" y="814"/>
                    <a:pt x="1942" y="814"/>
                  </a:cubicBezTo>
                  <a:close/>
                  <a:moveTo>
                    <a:pt x="2021" y="788"/>
                  </a:moveTo>
                  <a:cubicBezTo>
                    <a:pt x="2014" y="788"/>
                    <a:pt x="2008" y="794"/>
                    <a:pt x="2008" y="801"/>
                  </a:cubicBezTo>
                  <a:cubicBezTo>
                    <a:pt x="2008" y="808"/>
                    <a:pt x="2014" y="814"/>
                    <a:pt x="2021" y="814"/>
                  </a:cubicBezTo>
                  <a:cubicBezTo>
                    <a:pt x="2028" y="814"/>
                    <a:pt x="2034" y="808"/>
                    <a:pt x="2034" y="801"/>
                  </a:cubicBezTo>
                  <a:cubicBezTo>
                    <a:pt x="2034" y="794"/>
                    <a:pt x="2028" y="788"/>
                    <a:pt x="2021" y="788"/>
                  </a:cubicBezTo>
                  <a:close/>
                  <a:moveTo>
                    <a:pt x="2060" y="814"/>
                  </a:moveTo>
                  <a:cubicBezTo>
                    <a:pt x="2067" y="814"/>
                    <a:pt x="2073" y="808"/>
                    <a:pt x="2073" y="801"/>
                  </a:cubicBezTo>
                  <a:cubicBezTo>
                    <a:pt x="2073" y="794"/>
                    <a:pt x="2067" y="788"/>
                    <a:pt x="2060" y="788"/>
                  </a:cubicBezTo>
                  <a:cubicBezTo>
                    <a:pt x="2053" y="788"/>
                    <a:pt x="2048" y="794"/>
                    <a:pt x="2048" y="801"/>
                  </a:cubicBezTo>
                  <a:cubicBezTo>
                    <a:pt x="2048" y="808"/>
                    <a:pt x="2053" y="814"/>
                    <a:pt x="2060" y="814"/>
                  </a:cubicBezTo>
                  <a:close/>
                  <a:moveTo>
                    <a:pt x="2100" y="814"/>
                  </a:moveTo>
                  <a:cubicBezTo>
                    <a:pt x="2107" y="814"/>
                    <a:pt x="2112" y="808"/>
                    <a:pt x="2112" y="801"/>
                  </a:cubicBezTo>
                  <a:cubicBezTo>
                    <a:pt x="2112" y="794"/>
                    <a:pt x="2107" y="788"/>
                    <a:pt x="2100" y="788"/>
                  </a:cubicBezTo>
                  <a:cubicBezTo>
                    <a:pt x="2093" y="788"/>
                    <a:pt x="2087" y="794"/>
                    <a:pt x="2087" y="801"/>
                  </a:cubicBezTo>
                  <a:cubicBezTo>
                    <a:pt x="2087" y="808"/>
                    <a:pt x="2093" y="814"/>
                    <a:pt x="2100" y="814"/>
                  </a:cubicBezTo>
                  <a:close/>
                  <a:moveTo>
                    <a:pt x="2139" y="814"/>
                  </a:moveTo>
                  <a:cubicBezTo>
                    <a:pt x="2146" y="814"/>
                    <a:pt x="2152" y="808"/>
                    <a:pt x="2152" y="801"/>
                  </a:cubicBezTo>
                  <a:cubicBezTo>
                    <a:pt x="2152" y="794"/>
                    <a:pt x="2146" y="788"/>
                    <a:pt x="2139" y="788"/>
                  </a:cubicBezTo>
                  <a:cubicBezTo>
                    <a:pt x="2132" y="788"/>
                    <a:pt x="2126" y="794"/>
                    <a:pt x="2126" y="801"/>
                  </a:cubicBezTo>
                  <a:cubicBezTo>
                    <a:pt x="2126" y="808"/>
                    <a:pt x="2132" y="814"/>
                    <a:pt x="2139" y="814"/>
                  </a:cubicBezTo>
                  <a:close/>
                  <a:moveTo>
                    <a:pt x="2179" y="814"/>
                  </a:moveTo>
                  <a:cubicBezTo>
                    <a:pt x="2186" y="814"/>
                    <a:pt x="2191" y="808"/>
                    <a:pt x="2191" y="801"/>
                  </a:cubicBezTo>
                  <a:cubicBezTo>
                    <a:pt x="2191" y="794"/>
                    <a:pt x="2186" y="788"/>
                    <a:pt x="2179" y="788"/>
                  </a:cubicBezTo>
                  <a:cubicBezTo>
                    <a:pt x="2172" y="788"/>
                    <a:pt x="2166" y="794"/>
                    <a:pt x="2166" y="801"/>
                  </a:cubicBezTo>
                  <a:cubicBezTo>
                    <a:pt x="2166" y="808"/>
                    <a:pt x="2172" y="814"/>
                    <a:pt x="2179" y="814"/>
                  </a:cubicBezTo>
                  <a:close/>
                  <a:moveTo>
                    <a:pt x="2218" y="814"/>
                  </a:moveTo>
                  <a:cubicBezTo>
                    <a:pt x="2225" y="814"/>
                    <a:pt x="2231" y="808"/>
                    <a:pt x="2231" y="801"/>
                  </a:cubicBezTo>
                  <a:cubicBezTo>
                    <a:pt x="2231" y="794"/>
                    <a:pt x="2225" y="788"/>
                    <a:pt x="2218" y="788"/>
                  </a:cubicBezTo>
                  <a:cubicBezTo>
                    <a:pt x="2211" y="788"/>
                    <a:pt x="2205" y="794"/>
                    <a:pt x="2205" y="801"/>
                  </a:cubicBezTo>
                  <a:cubicBezTo>
                    <a:pt x="2205" y="808"/>
                    <a:pt x="2211" y="814"/>
                    <a:pt x="2218" y="814"/>
                  </a:cubicBezTo>
                  <a:close/>
                  <a:moveTo>
                    <a:pt x="2257" y="814"/>
                  </a:moveTo>
                  <a:cubicBezTo>
                    <a:pt x="2264" y="814"/>
                    <a:pt x="2270" y="808"/>
                    <a:pt x="2270" y="801"/>
                  </a:cubicBezTo>
                  <a:cubicBezTo>
                    <a:pt x="2270" y="794"/>
                    <a:pt x="2264" y="788"/>
                    <a:pt x="2257" y="788"/>
                  </a:cubicBezTo>
                  <a:cubicBezTo>
                    <a:pt x="2250" y="788"/>
                    <a:pt x="2245" y="794"/>
                    <a:pt x="2245" y="801"/>
                  </a:cubicBezTo>
                  <a:cubicBezTo>
                    <a:pt x="2245" y="808"/>
                    <a:pt x="2250" y="814"/>
                    <a:pt x="2257" y="814"/>
                  </a:cubicBezTo>
                  <a:close/>
                  <a:moveTo>
                    <a:pt x="2297" y="814"/>
                  </a:moveTo>
                  <a:cubicBezTo>
                    <a:pt x="2304" y="814"/>
                    <a:pt x="2310" y="808"/>
                    <a:pt x="2310" y="801"/>
                  </a:cubicBezTo>
                  <a:cubicBezTo>
                    <a:pt x="2310" y="794"/>
                    <a:pt x="2304" y="788"/>
                    <a:pt x="2297" y="788"/>
                  </a:cubicBezTo>
                  <a:cubicBezTo>
                    <a:pt x="2290" y="788"/>
                    <a:pt x="2284" y="794"/>
                    <a:pt x="2284" y="801"/>
                  </a:cubicBezTo>
                  <a:cubicBezTo>
                    <a:pt x="2284" y="808"/>
                    <a:pt x="2290" y="814"/>
                    <a:pt x="2297" y="814"/>
                  </a:cubicBezTo>
                  <a:close/>
                  <a:moveTo>
                    <a:pt x="2336" y="814"/>
                  </a:moveTo>
                  <a:cubicBezTo>
                    <a:pt x="2343" y="814"/>
                    <a:pt x="2349" y="808"/>
                    <a:pt x="2349" y="801"/>
                  </a:cubicBezTo>
                  <a:cubicBezTo>
                    <a:pt x="2349" y="794"/>
                    <a:pt x="2343" y="788"/>
                    <a:pt x="2336" y="788"/>
                  </a:cubicBezTo>
                  <a:cubicBezTo>
                    <a:pt x="2329" y="788"/>
                    <a:pt x="2323" y="794"/>
                    <a:pt x="2323" y="801"/>
                  </a:cubicBezTo>
                  <a:cubicBezTo>
                    <a:pt x="2323" y="808"/>
                    <a:pt x="2329" y="814"/>
                    <a:pt x="2336" y="814"/>
                  </a:cubicBezTo>
                  <a:close/>
                  <a:moveTo>
                    <a:pt x="2376" y="814"/>
                  </a:moveTo>
                  <a:cubicBezTo>
                    <a:pt x="2383" y="814"/>
                    <a:pt x="2388" y="808"/>
                    <a:pt x="2388" y="801"/>
                  </a:cubicBezTo>
                  <a:cubicBezTo>
                    <a:pt x="2388" y="794"/>
                    <a:pt x="2383" y="788"/>
                    <a:pt x="2376" y="788"/>
                  </a:cubicBezTo>
                  <a:cubicBezTo>
                    <a:pt x="2369" y="788"/>
                    <a:pt x="2363" y="794"/>
                    <a:pt x="2363" y="801"/>
                  </a:cubicBezTo>
                  <a:cubicBezTo>
                    <a:pt x="2363" y="808"/>
                    <a:pt x="2369" y="814"/>
                    <a:pt x="2376" y="814"/>
                  </a:cubicBezTo>
                  <a:close/>
                  <a:moveTo>
                    <a:pt x="2415" y="814"/>
                  </a:moveTo>
                  <a:cubicBezTo>
                    <a:pt x="2422" y="814"/>
                    <a:pt x="2428" y="808"/>
                    <a:pt x="2428" y="801"/>
                  </a:cubicBezTo>
                  <a:cubicBezTo>
                    <a:pt x="2428" y="794"/>
                    <a:pt x="2422" y="788"/>
                    <a:pt x="2415" y="788"/>
                  </a:cubicBezTo>
                  <a:cubicBezTo>
                    <a:pt x="2408" y="788"/>
                    <a:pt x="2402" y="794"/>
                    <a:pt x="2402" y="801"/>
                  </a:cubicBezTo>
                  <a:cubicBezTo>
                    <a:pt x="2402" y="808"/>
                    <a:pt x="2408" y="814"/>
                    <a:pt x="2415" y="814"/>
                  </a:cubicBezTo>
                  <a:close/>
                  <a:moveTo>
                    <a:pt x="2455" y="814"/>
                  </a:moveTo>
                  <a:cubicBezTo>
                    <a:pt x="2462" y="814"/>
                    <a:pt x="2467" y="808"/>
                    <a:pt x="2467" y="801"/>
                  </a:cubicBezTo>
                  <a:cubicBezTo>
                    <a:pt x="2467" y="794"/>
                    <a:pt x="2462" y="788"/>
                    <a:pt x="2455" y="788"/>
                  </a:cubicBezTo>
                  <a:cubicBezTo>
                    <a:pt x="2447" y="788"/>
                    <a:pt x="2442" y="794"/>
                    <a:pt x="2442" y="801"/>
                  </a:cubicBezTo>
                  <a:cubicBezTo>
                    <a:pt x="2442" y="808"/>
                    <a:pt x="2447" y="814"/>
                    <a:pt x="2455" y="814"/>
                  </a:cubicBezTo>
                  <a:close/>
                  <a:moveTo>
                    <a:pt x="2494" y="814"/>
                  </a:moveTo>
                  <a:cubicBezTo>
                    <a:pt x="2501" y="814"/>
                    <a:pt x="2507" y="808"/>
                    <a:pt x="2507" y="801"/>
                  </a:cubicBezTo>
                  <a:cubicBezTo>
                    <a:pt x="2507" y="794"/>
                    <a:pt x="2501" y="788"/>
                    <a:pt x="2494" y="788"/>
                  </a:cubicBezTo>
                  <a:cubicBezTo>
                    <a:pt x="2487" y="788"/>
                    <a:pt x="2481" y="794"/>
                    <a:pt x="2481" y="801"/>
                  </a:cubicBezTo>
                  <a:cubicBezTo>
                    <a:pt x="2481" y="808"/>
                    <a:pt x="2487" y="814"/>
                    <a:pt x="2494" y="814"/>
                  </a:cubicBezTo>
                  <a:close/>
                  <a:moveTo>
                    <a:pt x="2533" y="814"/>
                  </a:moveTo>
                  <a:cubicBezTo>
                    <a:pt x="2540" y="814"/>
                    <a:pt x="2546" y="808"/>
                    <a:pt x="2546" y="801"/>
                  </a:cubicBezTo>
                  <a:cubicBezTo>
                    <a:pt x="2546" y="794"/>
                    <a:pt x="2540" y="788"/>
                    <a:pt x="2533" y="788"/>
                  </a:cubicBezTo>
                  <a:cubicBezTo>
                    <a:pt x="2526" y="788"/>
                    <a:pt x="2521" y="794"/>
                    <a:pt x="2521" y="801"/>
                  </a:cubicBezTo>
                  <a:cubicBezTo>
                    <a:pt x="2521" y="808"/>
                    <a:pt x="2526" y="814"/>
                    <a:pt x="2533" y="814"/>
                  </a:cubicBezTo>
                  <a:close/>
                  <a:moveTo>
                    <a:pt x="2573" y="814"/>
                  </a:moveTo>
                  <a:cubicBezTo>
                    <a:pt x="2580" y="814"/>
                    <a:pt x="2586" y="808"/>
                    <a:pt x="2586" y="801"/>
                  </a:cubicBezTo>
                  <a:cubicBezTo>
                    <a:pt x="2586" y="794"/>
                    <a:pt x="2580" y="788"/>
                    <a:pt x="2573" y="788"/>
                  </a:cubicBezTo>
                  <a:cubicBezTo>
                    <a:pt x="2566" y="788"/>
                    <a:pt x="2560" y="794"/>
                    <a:pt x="2560" y="801"/>
                  </a:cubicBezTo>
                  <a:cubicBezTo>
                    <a:pt x="2560" y="808"/>
                    <a:pt x="2566" y="814"/>
                    <a:pt x="2573" y="814"/>
                  </a:cubicBezTo>
                  <a:close/>
                  <a:moveTo>
                    <a:pt x="2612" y="814"/>
                  </a:moveTo>
                  <a:cubicBezTo>
                    <a:pt x="2619" y="814"/>
                    <a:pt x="2625" y="808"/>
                    <a:pt x="2625" y="801"/>
                  </a:cubicBezTo>
                  <a:cubicBezTo>
                    <a:pt x="2625" y="794"/>
                    <a:pt x="2619" y="788"/>
                    <a:pt x="2612" y="788"/>
                  </a:cubicBezTo>
                  <a:cubicBezTo>
                    <a:pt x="2605" y="788"/>
                    <a:pt x="2599" y="794"/>
                    <a:pt x="2599" y="801"/>
                  </a:cubicBezTo>
                  <a:cubicBezTo>
                    <a:pt x="2599" y="808"/>
                    <a:pt x="2605" y="814"/>
                    <a:pt x="2612" y="814"/>
                  </a:cubicBezTo>
                  <a:close/>
                  <a:moveTo>
                    <a:pt x="2652" y="814"/>
                  </a:moveTo>
                  <a:cubicBezTo>
                    <a:pt x="2659" y="814"/>
                    <a:pt x="2664" y="808"/>
                    <a:pt x="2664" y="801"/>
                  </a:cubicBezTo>
                  <a:cubicBezTo>
                    <a:pt x="2664" y="794"/>
                    <a:pt x="2659" y="788"/>
                    <a:pt x="2652" y="788"/>
                  </a:cubicBezTo>
                  <a:cubicBezTo>
                    <a:pt x="2645" y="788"/>
                    <a:pt x="2639" y="794"/>
                    <a:pt x="2639" y="801"/>
                  </a:cubicBezTo>
                  <a:cubicBezTo>
                    <a:pt x="2639" y="808"/>
                    <a:pt x="2645" y="814"/>
                    <a:pt x="2652" y="814"/>
                  </a:cubicBezTo>
                  <a:close/>
                  <a:moveTo>
                    <a:pt x="2691" y="814"/>
                  </a:moveTo>
                  <a:cubicBezTo>
                    <a:pt x="2698" y="814"/>
                    <a:pt x="2704" y="808"/>
                    <a:pt x="2704" y="801"/>
                  </a:cubicBezTo>
                  <a:cubicBezTo>
                    <a:pt x="2704" y="794"/>
                    <a:pt x="2698" y="788"/>
                    <a:pt x="2691" y="788"/>
                  </a:cubicBezTo>
                  <a:cubicBezTo>
                    <a:pt x="2684" y="788"/>
                    <a:pt x="2678" y="794"/>
                    <a:pt x="2678" y="801"/>
                  </a:cubicBezTo>
                  <a:cubicBezTo>
                    <a:pt x="2678" y="808"/>
                    <a:pt x="2684" y="814"/>
                    <a:pt x="2691" y="814"/>
                  </a:cubicBezTo>
                  <a:close/>
                  <a:moveTo>
                    <a:pt x="2730" y="814"/>
                  </a:moveTo>
                  <a:cubicBezTo>
                    <a:pt x="2738" y="814"/>
                    <a:pt x="2743" y="808"/>
                    <a:pt x="2743" y="801"/>
                  </a:cubicBezTo>
                  <a:cubicBezTo>
                    <a:pt x="2743" y="794"/>
                    <a:pt x="2738" y="788"/>
                    <a:pt x="2730" y="788"/>
                  </a:cubicBezTo>
                  <a:cubicBezTo>
                    <a:pt x="2723" y="788"/>
                    <a:pt x="2718" y="794"/>
                    <a:pt x="2718" y="801"/>
                  </a:cubicBezTo>
                  <a:cubicBezTo>
                    <a:pt x="2718" y="808"/>
                    <a:pt x="2723" y="814"/>
                    <a:pt x="2730" y="814"/>
                  </a:cubicBezTo>
                  <a:close/>
                  <a:moveTo>
                    <a:pt x="2770" y="814"/>
                  </a:moveTo>
                  <a:cubicBezTo>
                    <a:pt x="2777" y="814"/>
                    <a:pt x="2783" y="808"/>
                    <a:pt x="2783" y="801"/>
                  </a:cubicBezTo>
                  <a:cubicBezTo>
                    <a:pt x="2783" y="794"/>
                    <a:pt x="2777" y="788"/>
                    <a:pt x="2770" y="788"/>
                  </a:cubicBezTo>
                  <a:cubicBezTo>
                    <a:pt x="2763" y="788"/>
                    <a:pt x="2757" y="794"/>
                    <a:pt x="2757" y="801"/>
                  </a:cubicBezTo>
                  <a:cubicBezTo>
                    <a:pt x="2757" y="808"/>
                    <a:pt x="2763" y="814"/>
                    <a:pt x="2770" y="814"/>
                  </a:cubicBezTo>
                  <a:close/>
                  <a:moveTo>
                    <a:pt x="2809" y="814"/>
                  </a:moveTo>
                  <a:cubicBezTo>
                    <a:pt x="2816" y="814"/>
                    <a:pt x="2822" y="808"/>
                    <a:pt x="2822" y="801"/>
                  </a:cubicBezTo>
                  <a:cubicBezTo>
                    <a:pt x="2822" y="794"/>
                    <a:pt x="2816" y="788"/>
                    <a:pt x="2809" y="788"/>
                  </a:cubicBezTo>
                  <a:cubicBezTo>
                    <a:pt x="2802" y="788"/>
                    <a:pt x="2797" y="794"/>
                    <a:pt x="2797" y="801"/>
                  </a:cubicBezTo>
                  <a:cubicBezTo>
                    <a:pt x="2797" y="808"/>
                    <a:pt x="2802" y="814"/>
                    <a:pt x="2809" y="814"/>
                  </a:cubicBezTo>
                  <a:close/>
                  <a:moveTo>
                    <a:pt x="2849" y="814"/>
                  </a:moveTo>
                  <a:cubicBezTo>
                    <a:pt x="2856" y="814"/>
                    <a:pt x="2862" y="808"/>
                    <a:pt x="2862" y="801"/>
                  </a:cubicBezTo>
                  <a:cubicBezTo>
                    <a:pt x="2862" y="794"/>
                    <a:pt x="2856" y="788"/>
                    <a:pt x="2849" y="788"/>
                  </a:cubicBezTo>
                  <a:cubicBezTo>
                    <a:pt x="2842" y="788"/>
                    <a:pt x="2836" y="794"/>
                    <a:pt x="2836" y="801"/>
                  </a:cubicBezTo>
                  <a:cubicBezTo>
                    <a:pt x="2836" y="808"/>
                    <a:pt x="2842" y="814"/>
                    <a:pt x="2849" y="814"/>
                  </a:cubicBezTo>
                  <a:close/>
                  <a:moveTo>
                    <a:pt x="2888" y="814"/>
                  </a:moveTo>
                  <a:cubicBezTo>
                    <a:pt x="2895" y="814"/>
                    <a:pt x="2901" y="808"/>
                    <a:pt x="2901" y="801"/>
                  </a:cubicBezTo>
                  <a:cubicBezTo>
                    <a:pt x="2901" y="794"/>
                    <a:pt x="2895" y="788"/>
                    <a:pt x="2888" y="788"/>
                  </a:cubicBezTo>
                  <a:cubicBezTo>
                    <a:pt x="2881" y="788"/>
                    <a:pt x="2875" y="794"/>
                    <a:pt x="2875" y="801"/>
                  </a:cubicBezTo>
                  <a:cubicBezTo>
                    <a:pt x="2875" y="808"/>
                    <a:pt x="2881" y="814"/>
                    <a:pt x="2888" y="814"/>
                  </a:cubicBezTo>
                  <a:close/>
                  <a:moveTo>
                    <a:pt x="2928" y="814"/>
                  </a:moveTo>
                  <a:cubicBezTo>
                    <a:pt x="2935" y="814"/>
                    <a:pt x="2940" y="808"/>
                    <a:pt x="2940" y="801"/>
                  </a:cubicBezTo>
                  <a:cubicBezTo>
                    <a:pt x="2940" y="794"/>
                    <a:pt x="2935" y="788"/>
                    <a:pt x="2928" y="788"/>
                  </a:cubicBezTo>
                  <a:cubicBezTo>
                    <a:pt x="2921" y="788"/>
                    <a:pt x="2915" y="794"/>
                    <a:pt x="2915" y="801"/>
                  </a:cubicBezTo>
                  <a:cubicBezTo>
                    <a:pt x="2915" y="808"/>
                    <a:pt x="2921" y="814"/>
                    <a:pt x="2928" y="814"/>
                  </a:cubicBezTo>
                  <a:close/>
                  <a:moveTo>
                    <a:pt x="602" y="828"/>
                  </a:moveTo>
                  <a:cubicBezTo>
                    <a:pt x="595" y="828"/>
                    <a:pt x="589" y="834"/>
                    <a:pt x="589" y="841"/>
                  </a:cubicBezTo>
                  <a:cubicBezTo>
                    <a:pt x="589" y="848"/>
                    <a:pt x="595" y="853"/>
                    <a:pt x="602" y="853"/>
                  </a:cubicBezTo>
                  <a:cubicBezTo>
                    <a:pt x="609" y="853"/>
                    <a:pt x="614" y="848"/>
                    <a:pt x="614" y="841"/>
                  </a:cubicBezTo>
                  <a:cubicBezTo>
                    <a:pt x="614" y="834"/>
                    <a:pt x="609" y="828"/>
                    <a:pt x="602" y="828"/>
                  </a:cubicBezTo>
                  <a:close/>
                  <a:moveTo>
                    <a:pt x="641" y="853"/>
                  </a:moveTo>
                  <a:cubicBezTo>
                    <a:pt x="648" y="853"/>
                    <a:pt x="654" y="848"/>
                    <a:pt x="654" y="841"/>
                  </a:cubicBezTo>
                  <a:cubicBezTo>
                    <a:pt x="654" y="834"/>
                    <a:pt x="648" y="828"/>
                    <a:pt x="641" y="828"/>
                  </a:cubicBezTo>
                  <a:cubicBezTo>
                    <a:pt x="634" y="828"/>
                    <a:pt x="628" y="834"/>
                    <a:pt x="628" y="841"/>
                  </a:cubicBezTo>
                  <a:cubicBezTo>
                    <a:pt x="628" y="848"/>
                    <a:pt x="634" y="853"/>
                    <a:pt x="641" y="853"/>
                  </a:cubicBezTo>
                  <a:close/>
                  <a:moveTo>
                    <a:pt x="680" y="853"/>
                  </a:moveTo>
                  <a:cubicBezTo>
                    <a:pt x="687" y="853"/>
                    <a:pt x="693" y="848"/>
                    <a:pt x="693" y="841"/>
                  </a:cubicBezTo>
                  <a:cubicBezTo>
                    <a:pt x="693" y="834"/>
                    <a:pt x="687" y="828"/>
                    <a:pt x="680" y="828"/>
                  </a:cubicBezTo>
                  <a:cubicBezTo>
                    <a:pt x="673" y="828"/>
                    <a:pt x="668" y="834"/>
                    <a:pt x="668" y="841"/>
                  </a:cubicBezTo>
                  <a:cubicBezTo>
                    <a:pt x="668" y="848"/>
                    <a:pt x="673" y="853"/>
                    <a:pt x="680" y="853"/>
                  </a:cubicBezTo>
                  <a:close/>
                  <a:moveTo>
                    <a:pt x="878" y="828"/>
                  </a:moveTo>
                  <a:cubicBezTo>
                    <a:pt x="871" y="828"/>
                    <a:pt x="865" y="834"/>
                    <a:pt x="865" y="841"/>
                  </a:cubicBezTo>
                  <a:cubicBezTo>
                    <a:pt x="865" y="848"/>
                    <a:pt x="871" y="853"/>
                    <a:pt x="878" y="853"/>
                  </a:cubicBezTo>
                  <a:cubicBezTo>
                    <a:pt x="885" y="853"/>
                    <a:pt x="890" y="848"/>
                    <a:pt x="890" y="841"/>
                  </a:cubicBezTo>
                  <a:cubicBezTo>
                    <a:pt x="890" y="834"/>
                    <a:pt x="885" y="828"/>
                    <a:pt x="878" y="828"/>
                  </a:cubicBezTo>
                  <a:close/>
                  <a:moveTo>
                    <a:pt x="1587" y="853"/>
                  </a:moveTo>
                  <a:cubicBezTo>
                    <a:pt x="1594" y="853"/>
                    <a:pt x="1600" y="848"/>
                    <a:pt x="1600" y="841"/>
                  </a:cubicBezTo>
                  <a:cubicBezTo>
                    <a:pt x="1600" y="834"/>
                    <a:pt x="1594" y="828"/>
                    <a:pt x="1587" y="828"/>
                  </a:cubicBezTo>
                  <a:cubicBezTo>
                    <a:pt x="1580" y="828"/>
                    <a:pt x="1574" y="834"/>
                    <a:pt x="1574" y="841"/>
                  </a:cubicBezTo>
                  <a:cubicBezTo>
                    <a:pt x="1574" y="848"/>
                    <a:pt x="1580" y="853"/>
                    <a:pt x="1587" y="853"/>
                  </a:cubicBezTo>
                  <a:close/>
                  <a:moveTo>
                    <a:pt x="1627" y="853"/>
                  </a:moveTo>
                  <a:cubicBezTo>
                    <a:pt x="1634" y="853"/>
                    <a:pt x="1639" y="848"/>
                    <a:pt x="1639" y="841"/>
                  </a:cubicBezTo>
                  <a:cubicBezTo>
                    <a:pt x="1639" y="834"/>
                    <a:pt x="1634" y="828"/>
                    <a:pt x="1627" y="828"/>
                  </a:cubicBezTo>
                  <a:cubicBezTo>
                    <a:pt x="1620" y="828"/>
                    <a:pt x="1614" y="834"/>
                    <a:pt x="1614" y="841"/>
                  </a:cubicBezTo>
                  <a:cubicBezTo>
                    <a:pt x="1614" y="848"/>
                    <a:pt x="1620" y="853"/>
                    <a:pt x="1627" y="853"/>
                  </a:cubicBezTo>
                  <a:close/>
                  <a:moveTo>
                    <a:pt x="1666" y="853"/>
                  </a:moveTo>
                  <a:cubicBezTo>
                    <a:pt x="1673" y="853"/>
                    <a:pt x="1679" y="848"/>
                    <a:pt x="1679" y="841"/>
                  </a:cubicBezTo>
                  <a:cubicBezTo>
                    <a:pt x="1679" y="834"/>
                    <a:pt x="1673" y="828"/>
                    <a:pt x="1666" y="828"/>
                  </a:cubicBezTo>
                  <a:cubicBezTo>
                    <a:pt x="1659" y="828"/>
                    <a:pt x="1653" y="834"/>
                    <a:pt x="1653" y="841"/>
                  </a:cubicBezTo>
                  <a:cubicBezTo>
                    <a:pt x="1653" y="848"/>
                    <a:pt x="1659" y="853"/>
                    <a:pt x="1666" y="853"/>
                  </a:cubicBezTo>
                  <a:close/>
                  <a:moveTo>
                    <a:pt x="1705" y="853"/>
                  </a:moveTo>
                  <a:cubicBezTo>
                    <a:pt x="1713" y="853"/>
                    <a:pt x="1718" y="848"/>
                    <a:pt x="1718" y="841"/>
                  </a:cubicBezTo>
                  <a:cubicBezTo>
                    <a:pt x="1718" y="834"/>
                    <a:pt x="1713" y="828"/>
                    <a:pt x="1705" y="828"/>
                  </a:cubicBezTo>
                  <a:cubicBezTo>
                    <a:pt x="1698" y="828"/>
                    <a:pt x="1693" y="834"/>
                    <a:pt x="1693" y="841"/>
                  </a:cubicBezTo>
                  <a:cubicBezTo>
                    <a:pt x="1693" y="848"/>
                    <a:pt x="1698" y="853"/>
                    <a:pt x="1705" y="853"/>
                  </a:cubicBezTo>
                  <a:close/>
                  <a:moveTo>
                    <a:pt x="1745" y="853"/>
                  </a:moveTo>
                  <a:cubicBezTo>
                    <a:pt x="1752" y="853"/>
                    <a:pt x="1758" y="848"/>
                    <a:pt x="1758" y="841"/>
                  </a:cubicBezTo>
                  <a:cubicBezTo>
                    <a:pt x="1758" y="834"/>
                    <a:pt x="1752" y="828"/>
                    <a:pt x="1745" y="828"/>
                  </a:cubicBezTo>
                  <a:cubicBezTo>
                    <a:pt x="1738" y="828"/>
                    <a:pt x="1732" y="834"/>
                    <a:pt x="1732" y="841"/>
                  </a:cubicBezTo>
                  <a:cubicBezTo>
                    <a:pt x="1732" y="848"/>
                    <a:pt x="1738" y="853"/>
                    <a:pt x="1745" y="853"/>
                  </a:cubicBezTo>
                  <a:close/>
                  <a:moveTo>
                    <a:pt x="1784" y="853"/>
                  </a:moveTo>
                  <a:cubicBezTo>
                    <a:pt x="1791" y="853"/>
                    <a:pt x="1797" y="848"/>
                    <a:pt x="1797" y="841"/>
                  </a:cubicBezTo>
                  <a:cubicBezTo>
                    <a:pt x="1797" y="834"/>
                    <a:pt x="1791" y="828"/>
                    <a:pt x="1784" y="828"/>
                  </a:cubicBezTo>
                  <a:cubicBezTo>
                    <a:pt x="1777" y="828"/>
                    <a:pt x="1772" y="834"/>
                    <a:pt x="1772" y="841"/>
                  </a:cubicBezTo>
                  <a:cubicBezTo>
                    <a:pt x="1772" y="848"/>
                    <a:pt x="1777" y="853"/>
                    <a:pt x="1784" y="853"/>
                  </a:cubicBezTo>
                  <a:close/>
                  <a:moveTo>
                    <a:pt x="1824" y="853"/>
                  </a:moveTo>
                  <a:cubicBezTo>
                    <a:pt x="1831" y="853"/>
                    <a:pt x="1836" y="848"/>
                    <a:pt x="1836" y="841"/>
                  </a:cubicBezTo>
                  <a:cubicBezTo>
                    <a:pt x="1836" y="834"/>
                    <a:pt x="1831" y="828"/>
                    <a:pt x="1824" y="828"/>
                  </a:cubicBezTo>
                  <a:cubicBezTo>
                    <a:pt x="1817" y="828"/>
                    <a:pt x="1811" y="834"/>
                    <a:pt x="1811" y="841"/>
                  </a:cubicBezTo>
                  <a:cubicBezTo>
                    <a:pt x="1811" y="848"/>
                    <a:pt x="1817" y="853"/>
                    <a:pt x="1824" y="853"/>
                  </a:cubicBezTo>
                  <a:close/>
                  <a:moveTo>
                    <a:pt x="1863" y="853"/>
                  </a:moveTo>
                  <a:cubicBezTo>
                    <a:pt x="1870" y="853"/>
                    <a:pt x="1876" y="848"/>
                    <a:pt x="1876" y="841"/>
                  </a:cubicBezTo>
                  <a:cubicBezTo>
                    <a:pt x="1876" y="834"/>
                    <a:pt x="1870" y="828"/>
                    <a:pt x="1863" y="828"/>
                  </a:cubicBezTo>
                  <a:cubicBezTo>
                    <a:pt x="1856" y="828"/>
                    <a:pt x="1850" y="834"/>
                    <a:pt x="1850" y="841"/>
                  </a:cubicBezTo>
                  <a:cubicBezTo>
                    <a:pt x="1850" y="848"/>
                    <a:pt x="1856" y="853"/>
                    <a:pt x="1863" y="853"/>
                  </a:cubicBezTo>
                  <a:close/>
                  <a:moveTo>
                    <a:pt x="1903" y="853"/>
                  </a:moveTo>
                  <a:cubicBezTo>
                    <a:pt x="1910" y="853"/>
                    <a:pt x="1915" y="848"/>
                    <a:pt x="1915" y="841"/>
                  </a:cubicBezTo>
                  <a:cubicBezTo>
                    <a:pt x="1915" y="834"/>
                    <a:pt x="1910" y="828"/>
                    <a:pt x="1903" y="828"/>
                  </a:cubicBezTo>
                  <a:cubicBezTo>
                    <a:pt x="1896" y="828"/>
                    <a:pt x="1890" y="834"/>
                    <a:pt x="1890" y="841"/>
                  </a:cubicBezTo>
                  <a:cubicBezTo>
                    <a:pt x="1890" y="848"/>
                    <a:pt x="1896" y="853"/>
                    <a:pt x="1903" y="853"/>
                  </a:cubicBezTo>
                  <a:close/>
                  <a:moveTo>
                    <a:pt x="1942" y="853"/>
                  </a:moveTo>
                  <a:cubicBezTo>
                    <a:pt x="1949" y="853"/>
                    <a:pt x="1955" y="848"/>
                    <a:pt x="1955" y="841"/>
                  </a:cubicBezTo>
                  <a:cubicBezTo>
                    <a:pt x="1955" y="834"/>
                    <a:pt x="1949" y="828"/>
                    <a:pt x="1942" y="828"/>
                  </a:cubicBezTo>
                  <a:cubicBezTo>
                    <a:pt x="1935" y="828"/>
                    <a:pt x="1929" y="834"/>
                    <a:pt x="1929" y="841"/>
                  </a:cubicBezTo>
                  <a:cubicBezTo>
                    <a:pt x="1929" y="848"/>
                    <a:pt x="1935" y="853"/>
                    <a:pt x="1942" y="853"/>
                  </a:cubicBezTo>
                  <a:close/>
                  <a:moveTo>
                    <a:pt x="1981" y="853"/>
                  </a:moveTo>
                  <a:cubicBezTo>
                    <a:pt x="1988" y="853"/>
                    <a:pt x="1994" y="848"/>
                    <a:pt x="1994" y="841"/>
                  </a:cubicBezTo>
                  <a:cubicBezTo>
                    <a:pt x="1994" y="834"/>
                    <a:pt x="1988" y="828"/>
                    <a:pt x="1981" y="828"/>
                  </a:cubicBezTo>
                  <a:cubicBezTo>
                    <a:pt x="1974" y="828"/>
                    <a:pt x="1969" y="834"/>
                    <a:pt x="1969" y="841"/>
                  </a:cubicBezTo>
                  <a:cubicBezTo>
                    <a:pt x="1969" y="848"/>
                    <a:pt x="1974" y="853"/>
                    <a:pt x="1981" y="853"/>
                  </a:cubicBezTo>
                  <a:close/>
                  <a:moveTo>
                    <a:pt x="2021" y="853"/>
                  </a:moveTo>
                  <a:cubicBezTo>
                    <a:pt x="2028" y="853"/>
                    <a:pt x="2034" y="848"/>
                    <a:pt x="2034" y="841"/>
                  </a:cubicBezTo>
                  <a:cubicBezTo>
                    <a:pt x="2034" y="834"/>
                    <a:pt x="2028" y="828"/>
                    <a:pt x="2021" y="828"/>
                  </a:cubicBezTo>
                  <a:cubicBezTo>
                    <a:pt x="2014" y="828"/>
                    <a:pt x="2008" y="834"/>
                    <a:pt x="2008" y="841"/>
                  </a:cubicBezTo>
                  <a:cubicBezTo>
                    <a:pt x="2008" y="848"/>
                    <a:pt x="2014" y="853"/>
                    <a:pt x="2021" y="853"/>
                  </a:cubicBezTo>
                  <a:close/>
                  <a:moveTo>
                    <a:pt x="2060" y="853"/>
                  </a:moveTo>
                  <a:cubicBezTo>
                    <a:pt x="2067" y="853"/>
                    <a:pt x="2073" y="848"/>
                    <a:pt x="2073" y="841"/>
                  </a:cubicBezTo>
                  <a:cubicBezTo>
                    <a:pt x="2073" y="834"/>
                    <a:pt x="2067" y="828"/>
                    <a:pt x="2060" y="828"/>
                  </a:cubicBezTo>
                  <a:cubicBezTo>
                    <a:pt x="2053" y="828"/>
                    <a:pt x="2048" y="834"/>
                    <a:pt x="2048" y="841"/>
                  </a:cubicBezTo>
                  <a:cubicBezTo>
                    <a:pt x="2048" y="848"/>
                    <a:pt x="2053" y="853"/>
                    <a:pt x="2060" y="853"/>
                  </a:cubicBezTo>
                  <a:close/>
                  <a:moveTo>
                    <a:pt x="2100" y="853"/>
                  </a:moveTo>
                  <a:cubicBezTo>
                    <a:pt x="2107" y="853"/>
                    <a:pt x="2112" y="848"/>
                    <a:pt x="2112" y="841"/>
                  </a:cubicBezTo>
                  <a:cubicBezTo>
                    <a:pt x="2112" y="834"/>
                    <a:pt x="2107" y="828"/>
                    <a:pt x="2100" y="828"/>
                  </a:cubicBezTo>
                  <a:cubicBezTo>
                    <a:pt x="2093" y="828"/>
                    <a:pt x="2087" y="834"/>
                    <a:pt x="2087" y="841"/>
                  </a:cubicBezTo>
                  <a:cubicBezTo>
                    <a:pt x="2087" y="848"/>
                    <a:pt x="2093" y="853"/>
                    <a:pt x="2100" y="853"/>
                  </a:cubicBezTo>
                  <a:close/>
                  <a:moveTo>
                    <a:pt x="2139" y="853"/>
                  </a:moveTo>
                  <a:cubicBezTo>
                    <a:pt x="2146" y="853"/>
                    <a:pt x="2152" y="848"/>
                    <a:pt x="2152" y="841"/>
                  </a:cubicBezTo>
                  <a:cubicBezTo>
                    <a:pt x="2152" y="834"/>
                    <a:pt x="2146" y="828"/>
                    <a:pt x="2139" y="828"/>
                  </a:cubicBezTo>
                  <a:cubicBezTo>
                    <a:pt x="2132" y="828"/>
                    <a:pt x="2126" y="834"/>
                    <a:pt x="2126" y="841"/>
                  </a:cubicBezTo>
                  <a:cubicBezTo>
                    <a:pt x="2126" y="848"/>
                    <a:pt x="2132" y="853"/>
                    <a:pt x="2139" y="853"/>
                  </a:cubicBezTo>
                  <a:close/>
                  <a:moveTo>
                    <a:pt x="2179" y="853"/>
                  </a:moveTo>
                  <a:cubicBezTo>
                    <a:pt x="2186" y="853"/>
                    <a:pt x="2191" y="848"/>
                    <a:pt x="2191" y="841"/>
                  </a:cubicBezTo>
                  <a:cubicBezTo>
                    <a:pt x="2191" y="834"/>
                    <a:pt x="2186" y="828"/>
                    <a:pt x="2179" y="828"/>
                  </a:cubicBezTo>
                  <a:cubicBezTo>
                    <a:pt x="2172" y="828"/>
                    <a:pt x="2166" y="834"/>
                    <a:pt x="2166" y="841"/>
                  </a:cubicBezTo>
                  <a:cubicBezTo>
                    <a:pt x="2166" y="848"/>
                    <a:pt x="2172" y="853"/>
                    <a:pt x="2179" y="853"/>
                  </a:cubicBezTo>
                  <a:close/>
                  <a:moveTo>
                    <a:pt x="2257" y="853"/>
                  </a:moveTo>
                  <a:cubicBezTo>
                    <a:pt x="2264" y="853"/>
                    <a:pt x="2270" y="848"/>
                    <a:pt x="2270" y="841"/>
                  </a:cubicBezTo>
                  <a:cubicBezTo>
                    <a:pt x="2270" y="834"/>
                    <a:pt x="2264" y="828"/>
                    <a:pt x="2257" y="828"/>
                  </a:cubicBezTo>
                  <a:cubicBezTo>
                    <a:pt x="2250" y="828"/>
                    <a:pt x="2245" y="834"/>
                    <a:pt x="2245" y="841"/>
                  </a:cubicBezTo>
                  <a:cubicBezTo>
                    <a:pt x="2245" y="848"/>
                    <a:pt x="2250" y="853"/>
                    <a:pt x="2257" y="853"/>
                  </a:cubicBezTo>
                  <a:close/>
                  <a:moveTo>
                    <a:pt x="2297" y="828"/>
                  </a:moveTo>
                  <a:cubicBezTo>
                    <a:pt x="2290" y="828"/>
                    <a:pt x="2284" y="834"/>
                    <a:pt x="2284" y="841"/>
                  </a:cubicBezTo>
                  <a:cubicBezTo>
                    <a:pt x="2284" y="848"/>
                    <a:pt x="2290" y="853"/>
                    <a:pt x="2297" y="853"/>
                  </a:cubicBezTo>
                  <a:cubicBezTo>
                    <a:pt x="2304" y="853"/>
                    <a:pt x="2310" y="848"/>
                    <a:pt x="2310" y="841"/>
                  </a:cubicBezTo>
                  <a:cubicBezTo>
                    <a:pt x="2310" y="834"/>
                    <a:pt x="2304" y="828"/>
                    <a:pt x="2297" y="828"/>
                  </a:cubicBezTo>
                  <a:close/>
                  <a:moveTo>
                    <a:pt x="2336" y="828"/>
                  </a:moveTo>
                  <a:cubicBezTo>
                    <a:pt x="2329" y="828"/>
                    <a:pt x="2323" y="834"/>
                    <a:pt x="2323" y="841"/>
                  </a:cubicBezTo>
                  <a:cubicBezTo>
                    <a:pt x="2323" y="848"/>
                    <a:pt x="2329" y="853"/>
                    <a:pt x="2336" y="853"/>
                  </a:cubicBezTo>
                  <a:cubicBezTo>
                    <a:pt x="2343" y="853"/>
                    <a:pt x="2349" y="848"/>
                    <a:pt x="2349" y="841"/>
                  </a:cubicBezTo>
                  <a:cubicBezTo>
                    <a:pt x="2349" y="834"/>
                    <a:pt x="2343" y="828"/>
                    <a:pt x="2336" y="828"/>
                  </a:cubicBezTo>
                  <a:close/>
                  <a:moveTo>
                    <a:pt x="2376" y="828"/>
                  </a:moveTo>
                  <a:cubicBezTo>
                    <a:pt x="2369" y="828"/>
                    <a:pt x="2363" y="834"/>
                    <a:pt x="2363" y="841"/>
                  </a:cubicBezTo>
                  <a:cubicBezTo>
                    <a:pt x="2363" y="848"/>
                    <a:pt x="2369" y="853"/>
                    <a:pt x="2376" y="853"/>
                  </a:cubicBezTo>
                  <a:cubicBezTo>
                    <a:pt x="2383" y="853"/>
                    <a:pt x="2388" y="848"/>
                    <a:pt x="2388" y="841"/>
                  </a:cubicBezTo>
                  <a:cubicBezTo>
                    <a:pt x="2388" y="834"/>
                    <a:pt x="2383" y="828"/>
                    <a:pt x="2376" y="828"/>
                  </a:cubicBezTo>
                  <a:close/>
                  <a:moveTo>
                    <a:pt x="2415" y="853"/>
                  </a:moveTo>
                  <a:cubicBezTo>
                    <a:pt x="2422" y="853"/>
                    <a:pt x="2428" y="848"/>
                    <a:pt x="2428" y="841"/>
                  </a:cubicBezTo>
                  <a:cubicBezTo>
                    <a:pt x="2428" y="834"/>
                    <a:pt x="2422" y="828"/>
                    <a:pt x="2415" y="828"/>
                  </a:cubicBezTo>
                  <a:cubicBezTo>
                    <a:pt x="2408" y="828"/>
                    <a:pt x="2402" y="834"/>
                    <a:pt x="2402" y="841"/>
                  </a:cubicBezTo>
                  <a:cubicBezTo>
                    <a:pt x="2402" y="848"/>
                    <a:pt x="2408" y="853"/>
                    <a:pt x="2415" y="853"/>
                  </a:cubicBezTo>
                  <a:close/>
                  <a:moveTo>
                    <a:pt x="2455" y="853"/>
                  </a:moveTo>
                  <a:cubicBezTo>
                    <a:pt x="2462" y="853"/>
                    <a:pt x="2467" y="848"/>
                    <a:pt x="2467" y="841"/>
                  </a:cubicBezTo>
                  <a:cubicBezTo>
                    <a:pt x="2467" y="834"/>
                    <a:pt x="2462" y="828"/>
                    <a:pt x="2455" y="828"/>
                  </a:cubicBezTo>
                  <a:cubicBezTo>
                    <a:pt x="2447" y="828"/>
                    <a:pt x="2442" y="834"/>
                    <a:pt x="2442" y="841"/>
                  </a:cubicBezTo>
                  <a:cubicBezTo>
                    <a:pt x="2442" y="848"/>
                    <a:pt x="2447" y="853"/>
                    <a:pt x="2455" y="853"/>
                  </a:cubicBezTo>
                  <a:close/>
                  <a:moveTo>
                    <a:pt x="2494" y="853"/>
                  </a:moveTo>
                  <a:cubicBezTo>
                    <a:pt x="2501" y="853"/>
                    <a:pt x="2507" y="848"/>
                    <a:pt x="2507" y="841"/>
                  </a:cubicBezTo>
                  <a:cubicBezTo>
                    <a:pt x="2507" y="834"/>
                    <a:pt x="2501" y="828"/>
                    <a:pt x="2494" y="828"/>
                  </a:cubicBezTo>
                  <a:cubicBezTo>
                    <a:pt x="2487" y="828"/>
                    <a:pt x="2481" y="834"/>
                    <a:pt x="2481" y="841"/>
                  </a:cubicBezTo>
                  <a:cubicBezTo>
                    <a:pt x="2481" y="848"/>
                    <a:pt x="2487" y="853"/>
                    <a:pt x="2494" y="853"/>
                  </a:cubicBezTo>
                  <a:close/>
                  <a:moveTo>
                    <a:pt x="2533" y="853"/>
                  </a:moveTo>
                  <a:cubicBezTo>
                    <a:pt x="2540" y="853"/>
                    <a:pt x="2546" y="848"/>
                    <a:pt x="2546" y="841"/>
                  </a:cubicBezTo>
                  <a:cubicBezTo>
                    <a:pt x="2546" y="834"/>
                    <a:pt x="2540" y="828"/>
                    <a:pt x="2533" y="828"/>
                  </a:cubicBezTo>
                  <a:cubicBezTo>
                    <a:pt x="2526" y="828"/>
                    <a:pt x="2521" y="834"/>
                    <a:pt x="2521" y="841"/>
                  </a:cubicBezTo>
                  <a:cubicBezTo>
                    <a:pt x="2521" y="848"/>
                    <a:pt x="2526" y="853"/>
                    <a:pt x="2533" y="853"/>
                  </a:cubicBezTo>
                  <a:close/>
                  <a:moveTo>
                    <a:pt x="2573" y="853"/>
                  </a:moveTo>
                  <a:cubicBezTo>
                    <a:pt x="2580" y="853"/>
                    <a:pt x="2586" y="848"/>
                    <a:pt x="2586" y="841"/>
                  </a:cubicBezTo>
                  <a:cubicBezTo>
                    <a:pt x="2586" y="834"/>
                    <a:pt x="2580" y="828"/>
                    <a:pt x="2573" y="828"/>
                  </a:cubicBezTo>
                  <a:cubicBezTo>
                    <a:pt x="2566" y="828"/>
                    <a:pt x="2560" y="834"/>
                    <a:pt x="2560" y="841"/>
                  </a:cubicBezTo>
                  <a:cubicBezTo>
                    <a:pt x="2560" y="848"/>
                    <a:pt x="2566" y="853"/>
                    <a:pt x="2573" y="853"/>
                  </a:cubicBezTo>
                  <a:close/>
                  <a:moveTo>
                    <a:pt x="2612" y="853"/>
                  </a:moveTo>
                  <a:cubicBezTo>
                    <a:pt x="2619" y="853"/>
                    <a:pt x="2625" y="848"/>
                    <a:pt x="2625" y="841"/>
                  </a:cubicBezTo>
                  <a:cubicBezTo>
                    <a:pt x="2625" y="834"/>
                    <a:pt x="2619" y="828"/>
                    <a:pt x="2612" y="828"/>
                  </a:cubicBezTo>
                  <a:cubicBezTo>
                    <a:pt x="2605" y="828"/>
                    <a:pt x="2599" y="834"/>
                    <a:pt x="2599" y="841"/>
                  </a:cubicBezTo>
                  <a:cubicBezTo>
                    <a:pt x="2599" y="848"/>
                    <a:pt x="2605" y="853"/>
                    <a:pt x="2612" y="853"/>
                  </a:cubicBezTo>
                  <a:close/>
                  <a:moveTo>
                    <a:pt x="2652" y="853"/>
                  </a:moveTo>
                  <a:cubicBezTo>
                    <a:pt x="2659" y="853"/>
                    <a:pt x="2664" y="848"/>
                    <a:pt x="2664" y="841"/>
                  </a:cubicBezTo>
                  <a:cubicBezTo>
                    <a:pt x="2664" y="834"/>
                    <a:pt x="2659" y="828"/>
                    <a:pt x="2652" y="828"/>
                  </a:cubicBezTo>
                  <a:cubicBezTo>
                    <a:pt x="2645" y="828"/>
                    <a:pt x="2639" y="834"/>
                    <a:pt x="2639" y="841"/>
                  </a:cubicBezTo>
                  <a:cubicBezTo>
                    <a:pt x="2639" y="848"/>
                    <a:pt x="2645" y="853"/>
                    <a:pt x="2652" y="853"/>
                  </a:cubicBezTo>
                  <a:close/>
                  <a:moveTo>
                    <a:pt x="2691" y="853"/>
                  </a:moveTo>
                  <a:cubicBezTo>
                    <a:pt x="2698" y="853"/>
                    <a:pt x="2704" y="848"/>
                    <a:pt x="2704" y="841"/>
                  </a:cubicBezTo>
                  <a:cubicBezTo>
                    <a:pt x="2704" y="834"/>
                    <a:pt x="2698" y="828"/>
                    <a:pt x="2691" y="828"/>
                  </a:cubicBezTo>
                  <a:cubicBezTo>
                    <a:pt x="2684" y="828"/>
                    <a:pt x="2678" y="834"/>
                    <a:pt x="2678" y="841"/>
                  </a:cubicBezTo>
                  <a:cubicBezTo>
                    <a:pt x="2678" y="848"/>
                    <a:pt x="2684" y="853"/>
                    <a:pt x="2691" y="853"/>
                  </a:cubicBezTo>
                  <a:close/>
                  <a:moveTo>
                    <a:pt x="2730" y="853"/>
                  </a:moveTo>
                  <a:cubicBezTo>
                    <a:pt x="2738" y="853"/>
                    <a:pt x="2743" y="848"/>
                    <a:pt x="2743" y="841"/>
                  </a:cubicBezTo>
                  <a:cubicBezTo>
                    <a:pt x="2743" y="834"/>
                    <a:pt x="2738" y="828"/>
                    <a:pt x="2730" y="828"/>
                  </a:cubicBezTo>
                  <a:cubicBezTo>
                    <a:pt x="2723" y="828"/>
                    <a:pt x="2718" y="834"/>
                    <a:pt x="2718" y="841"/>
                  </a:cubicBezTo>
                  <a:cubicBezTo>
                    <a:pt x="2718" y="848"/>
                    <a:pt x="2723" y="853"/>
                    <a:pt x="2730" y="853"/>
                  </a:cubicBezTo>
                  <a:close/>
                  <a:moveTo>
                    <a:pt x="2770" y="853"/>
                  </a:moveTo>
                  <a:cubicBezTo>
                    <a:pt x="2777" y="853"/>
                    <a:pt x="2783" y="848"/>
                    <a:pt x="2783" y="841"/>
                  </a:cubicBezTo>
                  <a:cubicBezTo>
                    <a:pt x="2783" y="834"/>
                    <a:pt x="2777" y="828"/>
                    <a:pt x="2770" y="828"/>
                  </a:cubicBezTo>
                  <a:cubicBezTo>
                    <a:pt x="2763" y="828"/>
                    <a:pt x="2757" y="834"/>
                    <a:pt x="2757" y="841"/>
                  </a:cubicBezTo>
                  <a:cubicBezTo>
                    <a:pt x="2757" y="848"/>
                    <a:pt x="2763" y="853"/>
                    <a:pt x="2770" y="853"/>
                  </a:cubicBezTo>
                  <a:close/>
                  <a:moveTo>
                    <a:pt x="2809" y="853"/>
                  </a:moveTo>
                  <a:cubicBezTo>
                    <a:pt x="2816" y="853"/>
                    <a:pt x="2822" y="848"/>
                    <a:pt x="2822" y="841"/>
                  </a:cubicBezTo>
                  <a:cubicBezTo>
                    <a:pt x="2822" y="834"/>
                    <a:pt x="2816" y="828"/>
                    <a:pt x="2809" y="828"/>
                  </a:cubicBezTo>
                  <a:cubicBezTo>
                    <a:pt x="2802" y="828"/>
                    <a:pt x="2797" y="834"/>
                    <a:pt x="2797" y="841"/>
                  </a:cubicBezTo>
                  <a:cubicBezTo>
                    <a:pt x="2797" y="848"/>
                    <a:pt x="2802" y="853"/>
                    <a:pt x="2809" y="853"/>
                  </a:cubicBezTo>
                  <a:close/>
                  <a:moveTo>
                    <a:pt x="2849" y="853"/>
                  </a:moveTo>
                  <a:cubicBezTo>
                    <a:pt x="2856" y="853"/>
                    <a:pt x="2862" y="848"/>
                    <a:pt x="2862" y="841"/>
                  </a:cubicBezTo>
                  <a:cubicBezTo>
                    <a:pt x="2862" y="834"/>
                    <a:pt x="2856" y="828"/>
                    <a:pt x="2849" y="828"/>
                  </a:cubicBezTo>
                  <a:cubicBezTo>
                    <a:pt x="2842" y="828"/>
                    <a:pt x="2836" y="834"/>
                    <a:pt x="2836" y="841"/>
                  </a:cubicBezTo>
                  <a:cubicBezTo>
                    <a:pt x="2836" y="848"/>
                    <a:pt x="2842" y="853"/>
                    <a:pt x="2849" y="853"/>
                  </a:cubicBezTo>
                  <a:close/>
                  <a:moveTo>
                    <a:pt x="2888" y="853"/>
                  </a:moveTo>
                  <a:cubicBezTo>
                    <a:pt x="2895" y="853"/>
                    <a:pt x="2901" y="848"/>
                    <a:pt x="2901" y="841"/>
                  </a:cubicBezTo>
                  <a:cubicBezTo>
                    <a:pt x="2901" y="834"/>
                    <a:pt x="2895" y="828"/>
                    <a:pt x="2888" y="828"/>
                  </a:cubicBezTo>
                  <a:cubicBezTo>
                    <a:pt x="2881" y="828"/>
                    <a:pt x="2875" y="834"/>
                    <a:pt x="2875" y="841"/>
                  </a:cubicBezTo>
                  <a:cubicBezTo>
                    <a:pt x="2875" y="848"/>
                    <a:pt x="2881" y="853"/>
                    <a:pt x="2888" y="853"/>
                  </a:cubicBezTo>
                  <a:close/>
                  <a:moveTo>
                    <a:pt x="641" y="893"/>
                  </a:moveTo>
                  <a:cubicBezTo>
                    <a:pt x="648" y="893"/>
                    <a:pt x="654" y="887"/>
                    <a:pt x="654" y="880"/>
                  </a:cubicBezTo>
                  <a:cubicBezTo>
                    <a:pt x="654" y="873"/>
                    <a:pt x="648" y="867"/>
                    <a:pt x="641" y="867"/>
                  </a:cubicBezTo>
                  <a:cubicBezTo>
                    <a:pt x="634" y="867"/>
                    <a:pt x="628" y="873"/>
                    <a:pt x="628" y="880"/>
                  </a:cubicBezTo>
                  <a:cubicBezTo>
                    <a:pt x="628" y="887"/>
                    <a:pt x="634" y="893"/>
                    <a:pt x="641" y="893"/>
                  </a:cubicBezTo>
                  <a:close/>
                  <a:moveTo>
                    <a:pt x="680" y="893"/>
                  </a:moveTo>
                  <a:cubicBezTo>
                    <a:pt x="687" y="893"/>
                    <a:pt x="693" y="887"/>
                    <a:pt x="693" y="880"/>
                  </a:cubicBezTo>
                  <a:cubicBezTo>
                    <a:pt x="693" y="873"/>
                    <a:pt x="687" y="867"/>
                    <a:pt x="680" y="867"/>
                  </a:cubicBezTo>
                  <a:cubicBezTo>
                    <a:pt x="673" y="867"/>
                    <a:pt x="668" y="873"/>
                    <a:pt x="668" y="880"/>
                  </a:cubicBezTo>
                  <a:cubicBezTo>
                    <a:pt x="668" y="887"/>
                    <a:pt x="673" y="893"/>
                    <a:pt x="680" y="893"/>
                  </a:cubicBezTo>
                  <a:close/>
                  <a:moveTo>
                    <a:pt x="1548" y="893"/>
                  </a:moveTo>
                  <a:cubicBezTo>
                    <a:pt x="1555" y="893"/>
                    <a:pt x="1561" y="887"/>
                    <a:pt x="1561" y="880"/>
                  </a:cubicBezTo>
                  <a:cubicBezTo>
                    <a:pt x="1561" y="873"/>
                    <a:pt x="1555" y="867"/>
                    <a:pt x="1548" y="867"/>
                  </a:cubicBezTo>
                  <a:cubicBezTo>
                    <a:pt x="1541" y="867"/>
                    <a:pt x="1535" y="873"/>
                    <a:pt x="1535" y="880"/>
                  </a:cubicBezTo>
                  <a:cubicBezTo>
                    <a:pt x="1535" y="887"/>
                    <a:pt x="1541" y="893"/>
                    <a:pt x="1548" y="893"/>
                  </a:cubicBezTo>
                  <a:close/>
                  <a:moveTo>
                    <a:pt x="1587" y="893"/>
                  </a:moveTo>
                  <a:cubicBezTo>
                    <a:pt x="1594" y="893"/>
                    <a:pt x="1600" y="887"/>
                    <a:pt x="1600" y="880"/>
                  </a:cubicBezTo>
                  <a:cubicBezTo>
                    <a:pt x="1600" y="873"/>
                    <a:pt x="1594" y="867"/>
                    <a:pt x="1587" y="867"/>
                  </a:cubicBezTo>
                  <a:cubicBezTo>
                    <a:pt x="1580" y="867"/>
                    <a:pt x="1574" y="873"/>
                    <a:pt x="1574" y="880"/>
                  </a:cubicBezTo>
                  <a:cubicBezTo>
                    <a:pt x="1574" y="887"/>
                    <a:pt x="1580" y="893"/>
                    <a:pt x="1587" y="893"/>
                  </a:cubicBezTo>
                  <a:close/>
                  <a:moveTo>
                    <a:pt x="1627" y="893"/>
                  </a:moveTo>
                  <a:cubicBezTo>
                    <a:pt x="1634" y="893"/>
                    <a:pt x="1639" y="887"/>
                    <a:pt x="1639" y="880"/>
                  </a:cubicBezTo>
                  <a:cubicBezTo>
                    <a:pt x="1639" y="873"/>
                    <a:pt x="1634" y="867"/>
                    <a:pt x="1627" y="867"/>
                  </a:cubicBezTo>
                  <a:cubicBezTo>
                    <a:pt x="1620" y="867"/>
                    <a:pt x="1614" y="873"/>
                    <a:pt x="1614" y="880"/>
                  </a:cubicBezTo>
                  <a:cubicBezTo>
                    <a:pt x="1614" y="887"/>
                    <a:pt x="1620" y="893"/>
                    <a:pt x="1627" y="893"/>
                  </a:cubicBezTo>
                  <a:close/>
                  <a:moveTo>
                    <a:pt x="1666" y="893"/>
                  </a:moveTo>
                  <a:cubicBezTo>
                    <a:pt x="1673" y="893"/>
                    <a:pt x="1679" y="887"/>
                    <a:pt x="1679" y="880"/>
                  </a:cubicBezTo>
                  <a:cubicBezTo>
                    <a:pt x="1679" y="873"/>
                    <a:pt x="1673" y="867"/>
                    <a:pt x="1666" y="867"/>
                  </a:cubicBezTo>
                  <a:cubicBezTo>
                    <a:pt x="1659" y="867"/>
                    <a:pt x="1653" y="873"/>
                    <a:pt x="1653" y="880"/>
                  </a:cubicBezTo>
                  <a:cubicBezTo>
                    <a:pt x="1653" y="887"/>
                    <a:pt x="1659" y="893"/>
                    <a:pt x="1666" y="893"/>
                  </a:cubicBezTo>
                  <a:close/>
                  <a:moveTo>
                    <a:pt x="1705" y="893"/>
                  </a:moveTo>
                  <a:cubicBezTo>
                    <a:pt x="1713" y="893"/>
                    <a:pt x="1718" y="887"/>
                    <a:pt x="1718" y="880"/>
                  </a:cubicBezTo>
                  <a:cubicBezTo>
                    <a:pt x="1718" y="873"/>
                    <a:pt x="1713" y="867"/>
                    <a:pt x="1705" y="867"/>
                  </a:cubicBezTo>
                  <a:cubicBezTo>
                    <a:pt x="1698" y="867"/>
                    <a:pt x="1693" y="873"/>
                    <a:pt x="1693" y="880"/>
                  </a:cubicBezTo>
                  <a:cubicBezTo>
                    <a:pt x="1693" y="887"/>
                    <a:pt x="1698" y="893"/>
                    <a:pt x="1705" y="893"/>
                  </a:cubicBezTo>
                  <a:close/>
                  <a:moveTo>
                    <a:pt x="1745" y="893"/>
                  </a:moveTo>
                  <a:cubicBezTo>
                    <a:pt x="1752" y="893"/>
                    <a:pt x="1758" y="887"/>
                    <a:pt x="1758" y="880"/>
                  </a:cubicBezTo>
                  <a:cubicBezTo>
                    <a:pt x="1758" y="873"/>
                    <a:pt x="1752" y="867"/>
                    <a:pt x="1745" y="867"/>
                  </a:cubicBezTo>
                  <a:cubicBezTo>
                    <a:pt x="1738" y="867"/>
                    <a:pt x="1732" y="873"/>
                    <a:pt x="1732" y="880"/>
                  </a:cubicBezTo>
                  <a:cubicBezTo>
                    <a:pt x="1732" y="887"/>
                    <a:pt x="1738" y="893"/>
                    <a:pt x="1745" y="893"/>
                  </a:cubicBezTo>
                  <a:close/>
                  <a:moveTo>
                    <a:pt x="1784" y="893"/>
                  </a:moveTo>
                  <a:cubicBezTo>
                    <a:pt x="1791" y="893"/>
                    <a:pt x="1797" y="887"/>
                    <a:pt x="1797" y="880"/>
                  </a:cubicBezTo>
                  <a:cubicBezTo>
                    <a:pt x="1797" y="873"/>
                    <a:pt x="1791" y="867"/>
                    <a:pt x="1784" y="867"/>
                  </a:cubicBezTo>
                  <a:cubicBezTo>
                    <a:pt x="1777" y="867"/>
                    <a:pt x="1772" y="873"/>
                    <a:pt x="1772" y="880"/>
                  </a:cubicBezTo>
                  <a:cubicBezTo>
                    <a:pt x="1772" y="887"/>
                    <a:pt x="1777" y="893"/>
                    <a:pt x="1784" y="893"/>
                  </a:cubicBezTo>
                  <a:close/>
                  <a:moveTo>
                    <a:pt x="1824" y="893"/>
                  </a:moveTo>
                  <a:cubicBezTo>
                    <a:pt x="1831" y="893"/>
                    <a:pt x="1836" y="887"/>
                    <a:pt x="1836" y="880"/>
                  </a:cubicBezTo>
                  <a:cubicBezTo>
                    <a:pt x="1836" y="873"/>
                    <a:pt x="1831" y="867"/>
                    <a:pt x="1824" y="867"/>
                  </a:cubicBezTo>
                  <a:cubicBezTo>
                    <a:pt x="1817" y="867"/>
                    <a:pt x="1811" y="873"/>
                    <a:pt x="1811" y="880"/>
                  </a:cubicBezTo>
                  <a:cubicBezTo>
                    <a:pt x="1811" y="887"/>
                    <a:pt x="1817" y="893"/>
                    <a:pt x="1824" y="893"/>
                  </a:cubicBezTo>
                  <a:close/>
                  <a:moveTo>
                    <a:pt x="1863" y="893"/>
                  </a:moveTo>
                  <a:cubicBezTo>
                    <a:pt x="1870" y="893"/>
                    <a:pt x="1876" y="887"/>
                    <a:pt x="1876" y="880"/>
                  </a:cubicBezTo>
                  <a:cubicBezTo>
                    <a:pt x="1876" y="873"/>
                    <a:pt x="1870" y="867"/>
                    <a:pt x="1863" y="867"/>
                  </a:cubicBezTo>
                  <a:cubicBezTo>
                    <a:pt x="1856" y="867"/>
                    <a:pt x="1850" y="873"/>
                    <a:pt x="1850" y="880"/>
                  </a:cubicBezTo>
                  <a:cubicBezTo>
                    <a:pt x="1850" y="887"/>
                    <a:pt x="1856" y="893"/>
                    <a:pt x="1863" y="893"/>
                  </a:cubicBezTo>
                  <a:close/>
                  <a:moveTo>
                    <a:pt x="1903" y="893"/>
                  </a:moveTo>
                  <a:cubicBezTo>
                    <a:pt x="1910" y="893"/>
                    <a:pt x="1915" y="887"/>
                    <a:pt x="1915" y="880"/>
                  </a:cubicBezTo>
                  <a:cubicBezTo>
                    <a:pt x="1915" y="873"/>
                    <a:pt x="1910" y="867"/>
                    <a:pt x="1903" y="867"/>
                  </a:cubicBezTo>
                  <a:cubicBezTo>
                    <a:pt x="1896" y="867"/>
                    <a:pt x="1890" y="873"/>
                    <a:pt x="1890" y="880"/>
                  </a:cubicBezTo>
                  <a:cubicBezTo>
                    <a:pt x="1890" y="887"/>
                    <a:pt x="1896" y="893"/>
                    <a:pt x="1903" y="893"/>
                  </a:cubicBezTo>
                  <a:close/>
                  <a:moveTo>
                    <a:pt x="1942" y="893"/>
                  </a:moveTo>
                  <a:cubicBezTo>
                    <a:pt x="1949" y="893"/>
                    <a:pt x="1955" y="887"/>
                    <a:pt x="1955" y="880"/>
                  </a:cubicBezTo>
                  <a:cubicBezTo>
                    <a:pt x="1955" y="873"/>
                    <a:pt x="1949" y="867"/>
                    <a:pt x="1942" y="867"/>
                  </a:cubicBezTo>
                  <a:cubicBezTo>
                    <a:pt x="1935" y="867"/>
                    <a:pt x="1929" y="873"/>
                    <a:pt x="1929" y="880"/>
                  </a:cubicBezTo>
                  <a:cubicBezTo>
                    <a:pt x="1929" y="887"/>
                    <a:pt x="1935" y="893"/>
                    <a:pt x="1942" y="893"/>
                  </a:cubicBezTo>
                  <a:close/>
                  <a:moveTo>
                    <a:pt x="1981" y="893"/>
                  </a:moveTo>
                  <a:cubicBezTo>
                    <a:pt x="1988" y="893"/>
                    <a:pt x="1994" y="887"/>
                    <a:pt x="1994" y="880"/>
                  </a:cubicBezTo>
                  <a:cubicBezTo>
                    <a:pt x="1994" y="873"/>
                    <a:pt x="1988" y="867"/>
                    <a:pt x="1981" y="867"/>
                  </a:cubicBezTo>
                  <a:cubicBezTo>
                    <a:pt x="1974" y="867"/>
                    <a:pt x="1969" y="873"/>
                    <a:pt x="1969" y="880"/>
                  </a:cubicBezTo>
                  <a:cubicBezTo>
                    <a:pt x="1969" y="887"/>
                    <a:pt x="1974" y="893"/>
                    <a:pt x="1981" y="893"/>
                  </a:cubicBezTo>
                  <a:close/>
                  <a:moveTo>
                    <a:pt x="2021" y="893"/>
                  </a:moveTo>
                  <a:cubicBezTo>
                    <a:pt x="2028" y="893"/>
                    <a:pt x="2034" y="887"/>
                    <a:pt x="2034" y="880"/>
                  </a:cubicBezTo>
                  <a:cubicBezTo>
                    <a:pt x="2034" y="873"/>
                    <a:pt x="2028" y="867"/>
                    <a:pt x="2021" y="867"/>
                  </a:cubicBezTo>
                  <a:cubicBezTo>
                    <a:pt x="2014" y="867"/>
                    <a:pt x="2008" y="873"/>
                    <a:pt x="2008" y="880"/>
                  </a:cubicBezTo>
                  <a:cubicBezTo>
                    <a:pt x="2008" y="887"/>
                    <a:pt x="2014" y="893"/>
                    <a:pt x="2021" y="893"/>
                  </a:cubicBezTo>
                  <a:close/>
                  <a:moveTo>
                    <a:pt x="2100" y="893"/>
                  </a:moveTo>
                  <a:cubicBezTo>
                    <a:pt x="2107" y="893"/>
                    <a:pt x="2112" y="887"/>
                    <a:pt x="2112" y="880"/>
                  </a:cubicBezTo>
                  <a:cubicBezTo>
                    <a:pt x="2112" y="873"/>
                    <a:pt x="2107" y="867"/>
                    <a:pt x="2100" y="867"/>
                  </a:cubicBezTo>
                  <a:cubicBezTo>
                    <a:pt x="2093" y="867"/>
                    <a:pt x="2087" y="873"/>
                    <a:pt x="2087" y="880"/>
                  </a:cubicBezTo>
                  <a:cubicBezTo>
                    <a:pt x="2087" y="887"/>
                    <a:pt x="2093" y="893"/>
                    <a:pt x="2100" y="893"/>
                  </a:cubicBezTo>
                  <a:close/>
                  <a:moveTo>
                    <a:pt x="2139" y="893"/>
                  </a:moveTo>
                  <a:cubicBezTo>
                    <a:pt x="2146" y="893"/>
                    <a:pt x="2152" y="887"/>
                    <a:pt x="2152" y="880"/>
                  </a:cubicBezTo>
                  <a:cubicBezTo>
                    <a:pt x="2152" y="873"/>
                    <a:pt x="2146" y="867"/>
                    <a:pt x="2139" y="867"/>
                  </a:cubicBezTo>
                  <a:cubicBezTo>
                    <a:pt x="2132" y="867"/>
                    <a:pt x="2126" y="873"/>
                    <a:pt x="2126" y="880"/>
                  </a:cubicBezTo>
                  <a:cubicBezTo>
                    <a:pt x="2126" y="887"/>
                    <a:pt x="2132" y="893"/>
                    <a:pt x="2139" y="893"/>
                  </a:cubicBezTo>
                  <a:close/>
                  <a:moveTo>
                    <a:pt x="2179" y="893"/>
                  </a:moveTo>
                  <a:cubicBezTo>
                    <a:pt x="2186" y="893"/>
                    <a:pt x="2191" y="887"/>
                    <a:pt x="2191" y="880"/>
                  </a:cubicBezTo>
                  <a:cubicBezTo>
                    <a:pt x="2191" y="873"/>
                    <a:pt x="2186" y="867"/>
                    <a:pt x="2179" y="867"/>
                  </a:cubicBezTo>
                  <a:cubicBezTo>
                    <a:pt x="2172" y="867"/>
                    <a:pt x="2166" y="873"/>
                    <a:pt x="2166" y="880"/>
                  </a:cubicBezTo>
                  <a:cubicBezTo>
                    <a:pt x="2166" y="887"/>
                    <a:pt x="2172" y="893"/>
                    <a:pt x="2179" y="893"/>
                  </a:cubicBezTo>
                  <a:close/>
                  <a:moveTo>
                    <a:pt x="2218" y="893"/>
                  </a:moveTo>
                  <a:cubicBezTo>
                    <a:pt x="2225" y="893"/>
                    <a:pt x="2231" y="887"/>
                    <a:pt x="2231" y="880"/>
                  </a:cubicBezTo>
                  <a:cubicBezTo>
                    <a:pt x="2231" y="873"/>
                    <a:pt x="2225" y="867"/>
                    <a:pt x="2218" y="867"/>
                  </a:cubicBezTo>
                  <a:cubicBezTo>
                    <a:pt x="2211" y="867"/>
                    <a:pt x="2205" y="873"/>
                    <a:pt x="2205" y="880"/>
                  </a:cubicBezTo>
                  <a:cubicBezTo>
                    <a:pt x="2205" y="887"/>
                    <a:pt x="2211" y="893"/>
                    <a:pt x="2218" y="893"/>
                  </a:cubicBezTo>
                  <a:close/>
                  <a:moveTo>
                    <a:pt x="2257" y="867"/>
                  </a:moveTo>
                  <a:cubicBezTo>
                    <a:pt x="2250" y="867"/>
                    <a:pt x="2245" y="873"/>
                    <a:pt x="2245" y="880"/>
                  </a:cubicBezTo>
                  <a:cubicBezTo>
                    <a:pt x="2245" y="887"/>
                    <a:pt x="2250" y="893"/>
                    <a:pt x="2257" y="893"/>
                  </a:cubicBezTo>
                  <a:cubicBezTo>
                    <a:pt x="2264" y="893"/>
                    <a:pt x="2270" y="887"/>
                    <a:pt x="2270" y="880"/>
                  </a:cubicBezTo>
                  <a:cubicBezTo>
                    <a:pt x="2270" y="873"/>
                    <a:pt x="2264" y="867"/>
                    <a:pt x="2257" y="867"/>
                  </a:cubicBezTo>
                  <a:close/>
                  <a:moveTo>
                    <a:pt x="2415" y="867"/>
                  </a:moveTo>
                  <a:cubicBezTo>
                    <a:pt x="2408" y="867"/>
                    <a:pt x="2402" y="873"/>
                    <a:pt x="2402" y="880"/>
                  </a:cubicBezTo>
                  <a:cubicBezTo>
                    <a:pt x="2402" y="887"/>
                    <a:pt x="2408" y="893"/>
                    <a:pt x="2415" y="893"/>
                  </a:cubicBezTo>
                  <a:cubicBezTo>
                    <a:pt x="2422" y="893"/>
                    <a:pt x="2428" y="887"/>
                    <a:pt x="2428" y="880"/>
                  </a:cubicBezTo>
                  <a:cubicBezTo>
                    <a:pt x="2428" y="873"/>
                    <a:pt x="2422" y="867"/>
                    <a:pt x="2415" y="867"/>
                  </a:cubicBezTo>
                  <a:close/>
                  <a:moveTo>
                    <a:pt x="2455" y="893"/>
                  </a:moveTo>
                  <a:cubicBezTo>
                    <a:pt x="2462" y="893"/>
                    <a:pt x="2467" y="887"/>
                    <a:pt x="2467" y="880"/>
                  </a:cubicBezTo>
                  <a:cubicBezTo>
                    <a:pt x="2467" y="873"/>
                    <a:pt x="2462" y="867"/>
                    <a:pt x="2455" y="867"/>
                  </a:cubicBezTo>
                  <a:cubicBezTo>
                    <a:pt x="2447" y="867"/>
                    <a:pt x="2442" y="873"/>
                    <a:pt x="2442" y="880"/>
                  </a:cubicBezTo>
                  <a:cubicBezTo>
                    <a:pt x="2442" y="887"/>
                    <a:pt x="2447" y="893"/>
                    <a:pt x="2455" y="893"/>
                  </a:cubicBezTo>
                  <a:close/>
                  <a:moveTo>
                    <a:pt x="2494" y="893"/>
                  </a:moveTo>
                  <a:cubicBezTo>
                    <a:pt x="2501" y="893"/>
                    <a:pt x="2507" y="887"/>
                    <a:pt x="2507" y="880"/>
                  </a:cubicBezTo>
                  <a:cubicBezTo>
                    <a:pt x="2507" y="873"/>
                    <a:pt x="2501" y="867"/>
                    <a:pt x="2494" y="867"/>
                  </a:cubicBezTo>
                  <a:cubicBezTo>
                    <a:pt x="2487" y="867"/>
                    <a:pt x="2481" y="873"/>
                    <a:pt x="2481" y="880"/>
                  </a:cubicBezTo>
                  <a:cubicBezTo>
                    <a:pt x="2481" y="887"/>
                    <a:pt x="2487" y="893"/>
                    <a:pt x="2494" y="893"/>
                  </a:cubicBezTo>
                  <a:close/>
                  <a:moveTo>
                    <a:pt x="2533" y="893"/>
                  </a:moveTo>
                  <a:cubicBezTo>
                    <a:pt x="2540" y="893"/>
                    <a:pt x="2546" y="887"/>
                    <a:pt x="2546" y="880"/>
                  </a:cubicBezTo>
                  <a:cubicBezTo>
                    <a:pt x="2546" y="873"/>
                    <a:pt x="2540" y="867"/>
                    <a:pt x="2533" y="867"/>
                  </a:cubicBezTo>
                  <a:cubicBezTo>
                    <a:pt x="2526" y="867"/>
                    <a:pt x="2521" y="873"/>
                    <a:pt x="2521" y="880"/>
                  </a:cubicBezTo>
                  <a:cubicBezTo>
                    <a:pt x="2521" y="887"/>
                    <a:pt x="2526" y="893"/>
                    <a:pt x="2533" y="893"/>
                  </a:cubicBezTo>
                  <a:close/>
                  <a:moveTo>
                    <a:pt x="2573" y="893"/>
                  </a:moveTo>
                  <a:cubicBezTo>
                    <a:pt x="2580" y="893"/>
                    <a:pt x="2586" y="887"/>
                    <a:pt x="2586" y="880"/>
                  </a:cubicBezTo>
                  <a:cubicBezTo>
                    <a:pt x="2586" y="873"/>
                    <a:pt x="2580" y="867"/>
                    <a:pt x="2573" y="867"/>
                  </a:cubicBezTo>
                  <a:cubicBezTo>
                    <a:pt x="2566" y="867"/>
                    <a:pt x="2560" y="873"/>
                    <a:pt x="2560" y="880"/>
                  </a:cubicBezTo>
                  <a:cubicBezTo>
                    <a:pt x="2560" y="887"/>
                    <a:pt x="2566" y="893"/>
                    <a:pt x="2573" y="893"/>
                  </a:cubicBezTo>
                  <a:close/>
                  <a:moveTo>
                    <a:pt x="2612" y="867"/>
                  </a:moveTo>
                  <a:cubicBezTo>
                    <a:pt x="2605" y="867"/>
                    <a:pt x="2599" y="873"/>
                    <a:pt x="2599" y="880"/>
                  </a:cubicBezTo>
                  <a:cubicBezTo>
                    <a:pt x="2599" y="887"/>
                    <a:pt x="2605" y="893"/>
                    <a:pt x="2612" y="893"/>
                  </a:cubicBezTo>
                  <a:cubicBezTo>
                    <a:pt x="2619" y="893"/>
                    <a:pt x="2625" y="887"/>
                    <a:pt x="2625" y="880"/>
                  </a:cubicBezTo>
                  <a:cubicBezTo>
                    <a:pt x="2625" y="873"/>
                    <a:pt x="2619" y="867"/>
                    <a:pt x="2612" y="867"/>
                  </a:cubicBezTo>
                  <a:close/>
                  <a:moveTo>
                    <a:pt x="2652" y="893"/>
                  </a:moveTo>
                  <a:cubicBezTo>
                    <a:pt x="2659" y="893"/>
                    <a:pt x="2664" y="887"/>
                    <a:pt x="2664" y="880"/>
                  </a:cubicBezTo>
                  <a:cubicBezTo>
                    <a:pt x="2664" y="873"/>
                    <a:pt x="2659" y="867"/>
                    <a:pt x="2652" y="867"/>
                  </a:cubicBezTo>
                  <a:cubicBezTo>
                    <a:pt x="2645" y="867"/>
                    <a:pt x="2639" y="873"/>
                    <a:pt x="2639" y="880"/>
                  </a:cubicBezTo>
                  <a:cubicBezTo>
                    <a:pt x="2639" y="887"/>
                    <a:pt x="2645" y="893"/>
                    <a:pt x="2652" y="893"/>
                  </a:cubicBezTo>
                  <a:close/>
                  <a:moveTo>
                    <a:pt x="2691" y="893"/>
                  </a:moveTo>
                  <a:cubicBezTo>
                    <a:pt x="2698" y="893"/>
                    <a:pt x="2704" y="887"/>
                    <a:pt x="2704" y="880"/>
                  </a:cubicBezTo>
                  <a:cubicBezTo>
                    <a:pt x="2704" y="873"/>
                    <a:pt x="2698" y="867"/>
                    <a:pt x="2691" y="867"/>
                  </a:cubicBezTo>
                  <a:cubicBezTo>
                    <a:pt x="2684" y="867"/>
                    <a:pt x="2678" y="873"/>
                    <a:pt x="2678" y="880"/>
                  </a:cubicBezTo>
                  <a:cubicBezTo>
                    <a:pt x="2678" y="887"/>
                    <a:pt x="2684" y="893"/>
                    <a:pt x="2691" y="893"/>
                  </a:cubicBezTo>
                  <a:close/>
                  <a:moveTo>
                    <a:pt x="2730" y="893"/>
                  </a:moveTo>
                  <a:cubicBezTo>
                    <a:pt x="2738" y="893"/>
                    <a:pt x="2743" y="887"/>
                    <a:pt x="2743" y="880"/>
                  </a:cubicBezTo>
                  <a:cubicBezTo>
                    <a:pt x="2743" y="873"/>
                    <a:pt x="2738" y="867"/>
                    <a:pt x="2730" y="867"/>
                  </a:cubicBezTo>
                  <a:cubicBezTo>
                    <a:pt x="2723" y="867"/>
                    <a:pt x="2718" y="873"/>
                    <a:pt x="2718" y="880"/>
                  </a:cubicBezTo>
                  <a:cubicBezTo>
                    <a:pt x="2718" y="887"/>
                    <a:pt x="2723" y="893"/>
                    <a:pt x="2730" y="893"/>
                  </a:cubicBezTo>
                  <a:close/>
                  <a:moveTo>
                    <a:pt x="2770" y="893"/>
                  </a:moveTo>
                  <a:cubicBezTo>
                    <a:pt x="2777" y="893"/>
                    <a:pt x="2783" y="887"/>
                    <a:pt x="2783" y="880"/>
                  </a:cubicBezTo>
                  <a:cubicBezTo>
                    <a:pt x="2783" y="873"/>
                    <a:pt x="2777" y="867"/>
                    <a:pt x="2770" y="867"/>
                  </a:cubicBezTo>
                  <a:cubicBezTo>
                    <a:pt x="2763" y="867"/>
                    <a:pt x="2757" y="873"/>
                    <a:pt x="2757" y="880"/>
                  </a:cubicBezTo>
                  <a:cubicBezTo>
                    <a:pt x="2757" y="887"/>
                    <a:pt x="2763" y="893"/>
                    <a:pt x="2770" y="893"/>
                  </a:cubicBezTo>
                  <a:close/>
                  <a:moveTo>
                    <a:pt x="2809" y="893"/>
                  </a:moveTo>
                  <a:cubicBezTo>
                    <a:pt x="2816" y="893"/>
                    <a:pt x="2822" y="887"/>
                    <a:pt x="2822" y="880"/>
                  </a:cubicBezTo>
                  <a:cubicBezTo>
                    <a:pt x="2822" y="873"/>
                    <a:pt x="2816" y="867"/>
                    <a:pt x="2809" y="867"/>
                  </a:cubicBezTo>
                  <a:cubicBezTo>
                    <a:pt x="2802" y="867"/>
                    <a:pt x="2797" y="873"/>
                    <a:pt x="2797" y="880"/>
                  </a:cubicBezTo>
                  <a:cubicBezTo>
                    <a:pt x="2797" y="887"/>
                    <a:pt x="2802" y="893"/>
                    <a:pt x="2809" y="893"/>
                  </a:cubicBezTo>
                  <a:close/>
                  <a:moveTo>
                    <a:pt x="2849" y="893"/>
                  </a:moveTo>
                  <a:cubicBezTo>
                    <a:pt x="2856" y="893"/>
                    <a:pt x="2862" y="887"/>
                    <a:pt x="2862" y="880"/>
                  </a:cubicBezTo>
                  <a:cubicBezTo>
                    <a:pt x="2862" y="873"/>
                    <a:pt x="2856" y="867"/>
                    <a:pt x="2849" y="867"/>
                  </a:cubicBezTo>
                  <a:cubicBezTo>
                    <a:pt x="2842" y="867"/>
                    <a:pt x="2836" y="873"/>
                    <a:pt x="2836" y="880"/>
                  </a:cubicBezTo>
                  <a:cubicBezTo>
                    <a:pt x="2836" y="887"/>
                    <a:pt x="2842" y="893"/>
                    <a:pt x="2849" y="893"/>
                  </a:cubicBezTo>
                  <a:close/>
                  <a:moveTo>
                    <a:pt x="2888" y="893"/>
                  </a:moveTo>
                  <a:cubicBezTo>
                    <a:pt x="2895" y="893"/>
                    <a:pt x="2901" y="887"/>
                    <a:pt x="2901" y="880"/>
                  </a:cubicBezTo>
                  <a:cubicBezTo>
                    <a:pt x="2901" y="873"/>
                    <a:pt x="2895" y="867"/>
                    <a:pt x="2888" y="867"/>
                  </a:cubicBezTo>
                  <a:cubicBezTo>
                    <a:pt x="2881" y="867"/>
                    <a:pt x="2875" y="873"/>
                    <a:pt x="2875" y="880"/>
                  </a:cubicBezTo>
                  <a:cubicBezTo>
                    <a:pt x="2875" y="887"/>
                    <a:pt x="2881" y="893"/>
                    <a:pt x="2888" y="893"/>
                  </a:cubicBezTo>
                  <a:close/>
                  <a:moveTo>
                    <a:pt x="2928" y="893"/>
                  </a:moveTo>
                  <a:cubicBezTo>
                    <a:pt x="2935" y="893"/>
                    <a:pt x="2940" y="887"/>
                    <a:pt x="2940" y="880"/>
                  </a:cubicBezTo>
                  <a:cubicBezTo>
                    <a:pt x="2940" y="873"/>
                    <a:pt x="2935" y="867"/>
                    <a:pt x="2928" y="867"/>
                  </a:cubicBezTo>
                  <a:cubicBezTo>
                    <a:pt x="2921" y="867"/>
                    <a:pt x="2915" y="873"/>
                    <a:pt x="2915" y="880"/>
                  </a:cubicBezTo>
                  <a:cubicBezTo>
                    <a:pt x="2915" y="887"/>
                    <a:pt x="2921" y="893"/>
                    <a:pt x="2928" y="893"/>
                  </a:cubicBezTo>
                  <a:close/>
                  <a:moveTo>
                    <a:pt x="641" y="907"/>
                  </a:moveTo>
                  <a:cubicBezTo>
                    <a:pt x="634" y="907"/>
                    <a:pt x="628" y="912"/>
                    <a:pt x="628" y="919"/>
                  </a:cubicBezTo>
                  <a:cubicBezTo>
                    <a:pt x="628" y="926"/>
                    <a:pt x="634" y="932"/>
                    <a:pt x="641" y="932"/>
                  </a:cubicBezTo>
                  <a:cubicBezTo>
                    <a:pt x="648" y="932"/>
                    <a:pt x="654" y="926"/>
                    <a:pt x="654" y="919"/>
                  </a:cubicBezTo>
                  <a:cubicBezTo>
                    <a:pt x="654" y="912"/>
                    <a:pt x="648" y="907"/>
                    <a:pt x="641" y="907"/>
                  </a:cubicBezTo>
                  <a:close/>
                  <a:moveTo>
                    <a:pt x="680" y="907"/>
                  </a:moveTo>
                  <a:cubicBezTo>
                    <a:pt x="673" y="907"/>
                    <a:pt x="668" y="912"/>
                    <a:pt x="668" y="919"/>
                  </a:cubicBezTo>
                  <a:cubicBezTo>
                    <a:pt x="668" y="926"/>
                    <a:pt x="673" y="932"/>
                    <a:pt x="680" y="932"/>
                  </a:cubicBezTo>
                  <a:cubicBezTo>
                    <a:pt x="687" y="932"/>
                    <a:pt x="693" y="926"/>
                    <a:pt x="693" y="919"/>
                  </a:cubicBezTo>
                  <a:cubicBezTo>
                    <a:pt x="693" y="912"/>
                    <a:pt x="687" y="907"/>
                    <a:pt x="680" y="907"/>
                  </a:cubicBezTo>
                  <a:close/>
                  <a:moveTo>
                    <a:pt x="799" y="907"/>
                  </a:moveTo>
                  <a:cubicBezTo>
                    <a:pt x="792" y="907"/>
                    <a:pt x="786" y="912"/>
                    <a:pt x="786" y="919"/>
                  </a:cubicBezTo>
                  <a:cubicBezTo>
                    <a:pt x="786" y="926"/>
                    <a:pt x="792" y="932"/>
                    <a:pt x="799" y="932"/>
                  </a:cubicBezTo>
                  <a:cubicBezTo>
                    <a:pt x="806" y="932"/>
                    <a:pt x="811" y="926"/>
                    <a:pt x="811" y="919"/>
                  </a:cubicBezTo>
                  <a:cubicBezTo>
                    <a:pt x="811" y="912"/>
                    <a:pt x="806" y="907"/>
                    <a:pt x="799" y="907"/>
                  </a:cubicBezTo>
                  <a:close/>
                  <a:moveTo>
                    <a:pt x="930" y="919"/>
                  </a:moveTo>
                  <a:cubicBezTo>
                    <a:pt x="930" y="912"/>
                    <a:pt x="924" y="907"/>
                    <a:pt x="917" y="907"/>
                  </a:cubicBezTo>
                  <a:cubicBezTo>
                    <a:pt x="910" y="907"/>
                    <a:pt x="904" y="912"/>
                    <a:pt x="904" y="919"/>
                  </a:cubicBezTo>
                  <a:cubicBezTo>
                    <a:pt x="904" y="926"/>
                    <a:pt x="910" y="932"/>
                    <a:pt x="917" y="932"/>
                  </a:cubicBezTo>
                  <a:cubicBezTo>
                    <a:pt x="924" y="932"/>
                    <a:pt x="930" y="926"/>
                    <a:pt x="930" y="919"/>
                  </a:cubicBezTo>
                  <a:close/>
                  <a:moveTo>
                    <a:pt x="1548" y="932"/>
                  </a:moveTo>
                  <a:cubicBezTo>
                    <a:pt x="1555" y="932"/>
                    <a:pt x="1561" y="926"/>
                    <a:pt x="1561" y="919"/>
                  </a:cubicBezTo>
                  <a:cubicBezTo>
                    <a:pt x="1561" y="912"/>
                    <a:pt x="1555" y="907"/>
                    <a:pt x="1548" y="907"/>
                  </a:cubicBezTo>
                  <a:cubicBezTo>
                    <a:pt x="1541" y="907"/>
                    <a:pt x="1535" y="912"/>
                    <a:pt x="1535" y="919"/>
                  </a:cubicBezTo>
                  <a:cubicBezTo>
                    <a:pt x="1535" y="926"/>
                    <a:pt x="1541" y="932"/>
                    <a:pt x="1548" y="932"/>
                  </a:cubicBezTo>
                  <a:close/>
                  <a:moveTo>
                    <a:pt x="1587" y="932"/>
                  </a:moveTo>
                  <a:cubicBezTo>
                    <a:pt x="1594" y="932"/>
                    <a:pt x="1600" y="926"/>
                    <a:pt x="1600" y="919"/>
                  </a:cubicBezTo>
                  <a:cubicBezTo>
                    <a:pt x="1600" y="912"/>
                    <a:pt x="1594" y="907"/>
                    <a:pt x="1587" y="907"/>
                  </a:cubicBezTo>
                  <a:cubicBezTo>
                    <a:pt x="1580" y="907"/>
                    <a:pt x="1574" y="912"/>
                    <a:pt x="1574" y="919"/>
                  </a:cubicBezTo>
                  <a:cubicBezTo>
                    <a:pt x="1574" y="926"/>
                    <a:pt x="1580" y="932"/>
                    <a:pt x="1587" y="932"/>
                  </a:cubicBezTo>
                  <a:close/>
                  <a:moveTo>
                    <a:pt x="1627" y="932"/>
                  </a:moveTo>
                  <a:cubicBezTo>
                    <a:pt x="1634" y="932"/>
                    <a:pt x="1639" y="926"/>
                    <a:pt x="1639" y="919"/>
                  </a:cubicBezTo>
                  <a:cubicBezTo>
                    <a:pt x="1639" y="912"/>
                    <a:pt x="1634" y="907"/>
                    <a:pt x="1627" y="907"/>
                  </a:cubicBezTo>
                  <a:cubicBezTo>
                    <a:pt x="1620" y="907"/>
                    <a:pt x="1614" y="912"/>
                    <a:pt x="1614" y="919"/>
                  </a:cubicBezTo>
                  <a:cubicBezTo>
                    <a:pt x="1614" y="926"/>
                    <a:pt x="1620" y="932"/>
                    <a:pt x="1627" y="932"/>
                  </a:cubicBezTo>
                  <a:close/>
                  <a:moveTo>
                    <a:pt x="1666" y="932"/>
                  </a:moveTo>
                  <a:cubicBezTo>
                    <a:pt x="1673" y="932"/>
                    <a:pt x="1679" y="926"/>
                    <a:pt x="1679" y="919"/>
                  </a:cubicBezTo>
                  <a:cubicBezTo>
                    <a:pt x="1679" y="912"/>
                    <a:pt x="1673" y="907"/>
                    <a:pt x="1666" y="907"/>
                  </a:cubicBezTo>
                  <a:cubicBezTo>
                    <a:pt x="1659" y="907"/>
                    <a:pt x="1653" y="912"/>
                    <a:pt x="1653" y="919"/>
                  </a:cubicBezTo>
                  <a:cubicBezTo>
                    <a:pt x="1653" y="926"/>
                    <a:pt x="1659" y="932"/>
                    <a:pt x="1666" y="932"/>
                  </a:cubicBezTo>
                  <a:close/>
                  <a:moveTo>
                    <a:pt x="1705" y="932"/>
                  </a:moveTo>
                  <a:cubicBezTo>
                    <a:pt x="1713" y="932"/>
                    <a:pt x="1718" y="926"/>
                    <a:pt x="1718" y="919"/>
                  </a:cubicBezTo>
                  <a:cubicBezTo>
                    <a:pt x="1718" y="912"/>
                    <a:pt x="1713" y="907"/>
                    <a:pt x="1705" y="907"/>
                  </a:cubicBezTo>
                  <a:cubicBezTo>
                    <a:pt x="1698" y="907"/>
                    <a:pt x="1693" y="912"/>
                    <a:pt x="1693" y="919"/>
                  </a:cubicBezTo>
                  <a:cubicBezTo>
                    <a:pt x="1693" y="926"/>
                    <a:pt x="1698" y="932"/>
                    <a:pt x="1705" y="932"/>
                  </a:cubicBezTo>
                  <a:close/>
                  <a:moveTo>
                    <a:pt x="1745" y="932"/>
                  </a:moveTo>
                  <a:cubicBezTo>
                    <a:pt x="1752" y="932"/>
                    <a:pt x="1758" y="926"/>
                    <a:pt x="1758" y="919"/>
                  </a:cubicBezTo>
                  <a:cubicBezTo>
                    <a:pt x="1758" y="912"/>
                    <a:pt x="1752" y="907"/>
                    <a:pt x="1745" y="907"/>
                  </a:cubicBezTo>
                  <a:cubicBezTo>
                    <a:pt x="1738" y="907"/>
                    <a:pt x="1732" y="912"/>
                    <a:pt x="1732" y="919"/>
                  </a:cubicBezTo>
                  <a:cubicBezTo>
                    <a:pt x="1732" y="926"/>
                    <a:pt x="1738" y="932"/>
                    <a:pt x="1745" y="932"/>
                  </a:cubicBezTo>
                  <a:close/>
                  <a:moveTo>
                    <a:pt x="1784" y="932"/>
                  </a:moveTo>
                  <a:cubicBezTo>
                    <a:pt x="1791" y="932"/>
                    <a:pt x="1797" y="926"/>
                    <a:pt x="1797" y="919"/>
                  </a:cubicBezTo>
                  <a:cubicBezTo>
                    <a:pt x="1797" y="912"/>
                    <a:pt x="1791" y="907"/>
                    <a:pt x="1784" y="907"/>
                  </a:cubicBezTo>
                  <a:cubicBezTo>
                    <a:pt x="1777" y="907"/>
                    <a:pt x="1772" y="912"/>
                    <a:pt x="1772" y="919"/>
                  </a:cubicBezTo>
                  <a:cubicBezTo>
                    <a:pt x="1772" y="926"/>
                    <a:pt x="1777" y="932"/>
                    <a:pt x="1784" y="932"/>
                  </a:cubicBezTo>
                  <a:close/>
                  <a:moveTo>
                    <a:pt x="1824" y="932"/>
                  </a:moveTo>
                  <a:cubicBezTo>
                    <a:pt x="1831" y="932"/>
                    <a:pt x="1836" y="926"/>
                    <a:pt x="1836" y="919"/>
                  </a:cubicBezTo>
                  <a:cubicBezTo>
                    <a:pt x="1836" y="912"/>
                    <a:pt x="1831" y="907"/>
                    <a:pt x="1824" y="907"/>
                  </a:cubicBezTo>
                  <a:cubicBezTo>
                    <a:pt x="1817" y="907"/>
                    <a:pt x="1811" y="912"/>
                    <a:pt x="1811" y="919"/>
                  </a:cubicBezTo>
                  <a:cubicBezTo>
                    <a:pt x="1811" y="926"/>
                    <a:pt x="1817" y="932"/>
                    <a:pt x="1824" y="932"/>
                  </a:cubicBezTo>
                  <a:close/>
                  <a:moveTo>
                    <a:pt x="1863" y="932"/>
                  </a:moveTo>
                  <a:cubicBezTo>
                    <a:pt x="1870" y="932"/>
                    <a:pt x="1876" y="926"/>
                    <a:pt x="1876" y="919"/>
                  </a:cubicBezTo>
                  <a:cubicBezTo>
                    <a:pt x="1876" y="912"/>
                    <a:pt x="1870" y="907"/>
                    <a:pt x="1863" y="907"/>
                  </a:cubicBezTo>
                  <a:cubicBezTo>
                    <a:pt x="1856" y="907"/>
                    <a:pt x="1850" y="912"/>
                    <a:pt x="1850" y="919"/>
                  </a:cubicBezTo>
                  <a:cubicBezTo>
                    <a:pt x="1850" y="926"/>
                    <a:pt x="1856" y="932"/>
                    <a:pt x="1863" y="932"/>
                  </a:cubicBezTo>
                  <a:close/>
                  <a:moveTo>
                    <a:pt x="1903" y="932"/>
                  </a:moveTo>
                  <a:cubicBezTo>
                    <a:pt x="1910" y="932"/>
                    <a:pt x="1915" y="926"/>
                    <a:pt x="1915" y="919"/>
                  </a:cubicBezTo>
                  <a:cubicBezTo>
                    <a:pt x="1915" y="912"/>
                    <a:pt x="1910" y="907"/>
                    <a:pt x="1903" y="907"/>
                  </a:cubicBezTo>
                  <a:cubicBezTo>
                    <a:pt x="1896" y="907"/>
                    <a:pt x="1890" y="912"/>
                    <a:pt x="1890" y="919"/>
                  </a:cubicBezTo>
                  <a:cubicBezTo>
                    <a:pt x="1890" y="926"/>
                    <a:pt x="1896" y="932"/>
                    <a:pt x="1903" y="932"/>
                  </a:cubicBezTo>
                  <a:close/>
                  <a:moveTo>
                    <a:pt x="1942" y="932"/>
                  </a:moveTo>
                  <a:cubicBezTo>
                    <a:pt x="1949" y="932"/>
                    <a:pt x="1955" y="926"/>
                    <a:pt x="1955" y="919"/>
                  </a:cubicBezTo>
                  <a:cubicBezTo>
                    <a:pt x="1955" y="912"/>
                    <a:pt x="1949" y="907"/>
                    <a:pt x="1942" y="907"/>
                  </a:cubicBezTo>
                  <a:cubicBezTo>
                    <a:pt x="1935" y="907"/>
                    <a:pt x="1929" y="912"/>
                    <a:pt x="1929" y="919"/>
                  </a:cubicBezTo>
                  <a:cubicBezTo>
                    <a:pt x="1929" y="926"/>
                    <a:pt x="1935" y="932"/>
                    <a:pt x="1942" y="932"/>
                  </a:cubicBezTo>
                  <a:close/>
                  <a:moveTo>
                    <a:pt x="1981" y="932"/>
                  </a:moveTo>
                  <a:cubicBezTo>
                    <a:pt x="1988" y="932"/>
                    <a:pt x="1994" y="926"/>
                    <a:pt x="1994" y="919"/>
                  </a:cubicBezTo>
                  <a:cubicBezTo>
                    <a:pt x="1994" y="912"/>
                    <a:pt x="1988" y="907"/>
                    <a:pt x="1981" y="907"/>
                  </a:cubicBezTo>
                  <a:cubicBezTo>
                    <a:pt x="1974" y="907"/>
                    <a:pt x="1969" y="912"/>
                    <a:pt x="1969" y="919"/>
                  </a:cubicBezTo>
                  <a:cubicBezTo>
                    <a:pt x="1969" y="926"/>
                    <a:pt x="1974" y="932"/>
                    <a:pt x="1981" y="932"/>
                  </a:cubicBezTo>
                  <a:close/>
                  <a:moveTo>
                    <a:pt x="2021" y="932"/>
                  </a:moveTo>
                  <a:cubicBezTo>
                    <a:pt x="2028" y="932"/>
                    <a:pt x="2034" y="926"/>
                    <a:pt x="2034" y="919"/>
                  </a:cubicBezTo>
                  <a:cubicBezTo>
                    <a:pt x="2034" y="912"/>
                    <a:pt x="2028" y="907"/>
                    <a:pt x="2021" y="907"/>
                  </a:cubicBezTo>
                  <a:cubicBezTo>
                    <a:pt x="2014" y="907"/>
                    <a:pt x="2008" y="912"/>
                    <a:pt x="2008" y="919"/>
                  </a:cubicBezTo>
                  <a:cubicBezTo>
                    <a:pt x="2008" y="926"/>
                    <a:pt x="2014" y="932"/>
                    <a:pt x="2021" y="932"/>
                  </a:cubicBezTo>
                  <a:close/>
                  <a:moveTo>
                    <a:pt x="2060" y="932"/>
                  </a:moveTo>
                  <a:cubicBezTo>
                    <a:pt x="2067" y="932"/>
                    <a:pt x="2073" y="926"/>
                    <a:pt x="2073" y="919"/>
                  </a:cubicBezTo>
                  <a:cubicBezTo>
                    <a:pt x="2073" y="912"/>
                    <a:pt x="2067" y="907"/>
                    <a:pt x="2060" y="907"/>
                  </a:cubicBezTo>
                  <a:cubicBezTo>
                    <a:pt x="2053" y="907"/>
                    <a:pt x="2048" y="912"/>
                    <a:pt x="2048" y="919"/>
                  </a:cubicBezTo>
                  <a:cubicBezTo>
                    <a:pt x="2048" y="926"/>
                    <a:pt x="2053" y="932"/>
                    <a:pt x="2060" y="932"/>
                  </a:cubicBezTo>
                  <a:close/>
                  <a:moveTo>
                    <a:pt x="2100" y="932"/>
                  </a:moveTo>
                  <a:cubicBezTo>
                    <a:pt x="2107" y="932"/>
                    <a:pt x="2112" y="926"/>
                    <a:pt x="2112" y="919"/>
                  </a:cubicBezTo>
                  <a:cubicBezTo>
                    <a:pt x="2112" y="912"/>
                    <a:pt x="2107" y="907"/>
                    <a:pt x="2100" y="907"/>
                  </a:cubicBezTo>
                  <a:cubicBezTo>
                    <a:pt x="2093" y="907"/>
                    <a:pt x="2087" y="912"/>
                    <a:pt x="2087" y="919"/>
                  </a:cubicBezTo>
                  <a:cubicBezTo>
                    <a:pt x="2087" y="926"/>
                    <a:pt x="2093" y="932"/>
                    <a:pt x="2100" y="932"/>
                  </a:cubicBezTo>
                  <a:close/>
                  <a:moveTo>
                    <a:pt x="2139" y="932"/>
                  </a:moveTo>
                  <a:cubicBezTo>
                    <a:pt x="2146" y="932"/>
                    <a:pt x="2152" y="926"/>
                    <a:pt x="2152" y="919"/>
                  </a:cubicBezTo>
                  <a:cubicBezTo>
                    <a:pt x="2152" y="912"/>
                    <a:pt x="2146" y="907"/>
                    <a:pt x="2139" y="907"/>
                  </a:cubicBezTo>
                  <a:cubicBezTo>
                    <a:pt x="2132" y="907"/>
                    <a:pt x="2126" y="912"/>
                    <a:pt x="2126" y="919"/>
                  </a:cubicBezTo>
                  <a:cubicBezTo>
                    <a:pt x="2126" y="926"/>
                    <a:pt x="2132" y="932"/>
                    <a:pt x="2139" y="932"/>
                  </a:cubicBezTo>
                  <a:close/>
                  <a:moveTo>
                    <a:pt x="2179" y="932"/>
                  </a:moveTo>
                  <a:cubicBezTo>
                    <a:pt x="2186" y="932"/>
                    <a:pt x="2191" y="926"/>
                    <a:pt x="2191" y="919"/>
                  </a:cubicBezTo>
                  <a:cubicBezTo>
                    <a:pt x="2191" y="912"/>
                    <a:pt x="2186" y="907"/>
                    <a:pt x="2179" y="907"/>
                  </a:cubicBezTo>
                  <a:cubicBezTo>
                    <a:pt x="2172" y="907"/>
                    <a:pt x="2166" y="912"/>
                    <a:pt x="2166" y="919"/>
                  </a:cubicBezTo>
                  <a:cubicBezTo>
                    <a:pt x="2166" y="926"/>
                    <a:pt x="2172" y="932"/>
                    <a:pt x="2179" y="932"/>
                  </a:cubicBezTo>
                  <a:close/>
                  <a:moveTo>
                    <a:pt x="2218" y="932"/>
                  </a:moveTo>
                  <a:cubicBezTo>
                    <a:pt x="2225" y="932"/>
                    <a:pt x="2231" y="926"/>
                    <a:pt x="2231" y="919"/>
                  </a:cubicBezTo>
                  <a:cubicBezTo>
                    <a:pt x="2231" y="912"/>
                    <a:pt x="2225" y="907"/>
                    <a:pt x="2218" y="907"/>
                  </a:cubicBezTo>
                  <a:cubicBezTo>
                    <a:pt x="2211" y="907"/>
                    <a:pt x="2205" y="912"/>
                    <a:pt x="2205" y="919"/>
                  </a:cubicBezTo>
                  <a:cubicBezTo>
                    <a:pt x="2205" y="926"/>
                    <a:pt x="2211" y="932"/>
                    <a:pt x="2218" y="932"/>
                  </a:cubicBezTo>
                  <a:close/>
                  <a:moveTo>
                    <a:pt x="2257" y="907"/>
                  </a:moveTo>
                  <a:cubicBezTo>
                    <a:pt x="2250" y="907"/>
                    <a:pt x="2245" y="912"/>
                    <a:pt x="2245" y="919"/>
                  </a:cubicBezTo>
                  <a:cubicBezTo>
                    <a:pt x="2245" y="926"/>
                    <a:pt x="2250" y="932"/>
                    <a:pt x="2257" y="932"/>
                  </a:cubicBezTo>
                  <a:cubicBezTo>
                    <a:pt x="2264" y="932"/>
                    <a:pt x="2270" y="926"/>
                    <a:pt x="2270" y="919"/>
                  </a:cubicBezTo>
                  <a:cubicBezTo>
                    <a:pt x="2270" y="912"/>
                    <a:pt x="2264" y="907"/>
                    <a:pt x="2257" y="907"/>
                  </a:cubicBezTo>
                  <a:close/>
                  <a:moveTo>
                    <a:pt x="2455" y="932"/>
                  </a:moveTo>
                  <a:cubicBezTo>
                    <a:pt x="2462" y="932"/>
                    <a:pt x="2467" y="926"/>
                    <a:pt x="2467" y="919"/>
                  </a:cubicBezTo>
                  <a:cubicBezTo>
                    <a:pt x="2467" y="912"/>
                    <a:pt x="2462" y="907"/>
                    <a:pt x="2455" y="907"/>
                  </a:cubicBezTo>
                  <a:cubicBezTo>
                    <a:pt x="2447" y="907"/>
                    <a:pt x="2442" y="912"/>
                    <a:pt x="2442" y="919"/>
                  </a:cubicBezTo>
                  <a:cubicBezTo>
                    <a:pt x="2442" y="926"/>
                    <a:pt x="2447" y="932"/>
                    <a:pt x="2455" y="932"/>
                  </a:cubicBezTo>
                  <a:close/>
                  <a:moveTo>
                    <a:pt x="2494" y="932"/>
                  </a:moveTo>
                  <a:cubicBezTo>
                    <a:pt x="2501" y="932"/>
                    <a:pt x="2507" y="926"/>
                    <a:pt x="2507" y="919"/>
                  </a:cubicBezTo>
                  <a:cubicBezTo>
                    <a:pt x="2507" y="912"/>
                    <a:pt x="2501" y="907"/>
                    <a:pt x="2494" y="907"/>
                  </a:cubicBezTo>
                  <a:cubicBezTo>
                    <a:pt x="2487" y="907"/>
                    <a:pt x="2481" y="912"/>
                    <a:pt x="2481" y="919"/>
                  </a:cubicBezTo>
                  <a:cubicBezTo>
                    <a:pt x="2481" y="926"/>
                    <a:pt x="2487" y="932"/>
                    <a:pt x="2494" y="932"/>
                  </a:cubicBezTo>
                  <a:close/>
                  <a:moveTo>
                    <a:pt x="2533" y="907"/>
                  </a:moveTo>
                  <a:cubicBezTo>
                    <a:pt x="2526" y="907"/>
                    <a:pt x="2521" y="912"/>
                    <a:pt x="2521" y="919"/>
                  </a:cubicBezTo>
                  <a:cubicBezTo>
                    <a:pt x="2521" y="926"/>
                    <a:pt x="2526" y="932"/>
                    <a:pt x="2533" y="932"/>
                  </a:cubicBezTo>
                  <a:cubicBezTo>
                    <a:pt x="2540" y="932"/>
                    <a:pt x="2546" y="926"/>
                    <a:pt x="2546" y="919"/>
                  </a:cubicBezTo>
                  <a:cubicBezTo>
                    <a:pt x="2546" y="912"/>
                    <a:pt x="2540" y="907"/>
                    <a:pt x="2533" y="907"/>
                  </a:cubicBezTo>
                  <a:close/>
                  <a:moveTo>
                    <a:pt x="2573" y="907"/>
                  </a:moveTo>
                  <a:cubicBezTo>
                    <a:pt x="2566" y="907"/>
                    <a:pt x="2560" y="912"/>
                    <a:pt x="2560" y="919"/>
                  </a:cubicBezTo>
                  <a:cubicBezTo>
                    <a:pt x="2560" y="926"/>
                    <a:pt x="2566" y="932"/>
                    <a:pt x="2573" y="932"/>
                  </a:cubicBezTo>
                  <a:cubicBezTo>
                    <a:pt x="2580" y="932"/>
                    <a:pt x="2586" y="926"/>
                    <a:pt x="2586" y="919"/>
                  </a:cubicBezTo>
                  <a:cubicBezTo>
                    <a:pt x="2586" y="912"/>
                    <a:pt x="2580" y="907"/>
                    <a:pt x="2573" y="907"/>
                  </a:cubicBezTo>
                  <a:close/>
                  <a:moveTo>
                    <a:pt x="2652" y="907"/>
                  </a:moveTo>
                  <a:cubicBezTo>
                    <a:pt x="2645" y="907"/>
                    <a:pt x="2639" y="912"/>
                    <a:pt x="2639" y="919"/>
                  </a:cubicBezTo>
                  <a:cubicBezTo>
                    <a:pt x="2639" y="926"/>
                    <a:pt x="2645" y="932"/>
                    <a:pt x="2652" y="932"/>
                  </a:cubicBezTo>
                  <a:cubicBezTo>
                    <a:pt x="2659" y="932"/>
                    <a:pt x="2664" y="926"/>
                    <a:pt x="2664" y="919"/>
                  </a:cubicBezTo>
                  <a:cubicBezTo>
                    <a:pt x="2664" y="912"/>
                    <a:pt x="2659" y="907"/>
                    <a:pt x="2652" y="907"/>
                  </a:cubicBezTo>
                  <a:close/>
                  <a:moveTo>
                    <a:pt x="2691" y="932"/>
                  </a:moveTo>
                  <a:cubicBezTo>
                    <a:pt x="2698" y="932"/>
                    <a:pt x="2704" y="926"/>
                    <a:pt x="2704" y="919"/>
                  </a:cubicBezTo>
                  <a:cubicBezTo>
                    <a:pt x="2704" y="912"/>
                    <a:pt x="2698" y="907"/>
                    <a:pt x="2691" y="907"/>
                  </a:cubicBezTo>
                  <a:cubicBezTo>
                    <a:pt x="2684" y="907"/>
                    <a:pt x="2678" y="912"/>
                    <a:pt x="2678" y="919"/>
                  </a:cubicBezTo>
                  <a:cubicBezTo>
                    <a:pt x="2678" y="926"/>
                    <a:pt x="2684" y="932"/>
                    <a:pt x="2691" y="932"/>
                  </a:cubicBezTo>
                  <a:close/>
                  <a:moveTo>
                    <a:pt x="2730" y="907"/>
                  </a:moveTo>
                  <a:cubicBezTo>
                    <a:pt x="2723" y="907"/>
                    <a:pt x="2718" y="912"/>
                    <a:pt x="2718" y="919"/>
                  </a:cubicBezTo>
                  <a:cubicBezTo>
                    <a:pt x="2718" y="926"/>
                    <a:pt x="2723" y="932"/>
                    <a:pt x="2730" y="932"/>
                  </a:cubicBezTo>
                  <a:cubicBezTo>
                    <a:pt x="2738" y="932"/>
                    <a:pt x="2743" y="926"/>
                    <a:pt x="2743" y="919"/>
                  </a:cubicBezTo>
                  <a:cubicBezTo>
                    <a:pt x="2743" y="912"/>
                    <a:pt x="2738" y="907"/>
                    <a:pt x="2730" y="907"/>
                  </a:cubicBezTo>
                  <a:close/>
                  <a:moveTo>
                    <a:pt x="2770" y="932"/>
                  </a:moveTo>
                  <a:cubicBezTo>
                    <a:pt x="2777" y="932"/>
                    <a:pt x="2783" y="926"/>
                    <a:pt x="2783" y="919"/>
                  </a:cubicBezTo>
                  <a:cubicBezTo>
                    <a:pt x="2783" y="912"/>
                    <a:pt x="2777" y="907"/>
                    <a:pt x="2770" y="907"/>
                  </a:cubicBezTo>
                  <a:cubicBezTo>
                    <a:pt x="2763" y="907"/>
                    <a:pt x="2757" y="912"/>
                    <a:pt x="2757" y="919"/>
                  </a:cubicBezTo>
                  <a:cubicBezTo>
                    <a:pt x="2757" y="926"/>
                    <a:pt x="2763" y="932"/>
                    <a:pt x="2770" y="932"/>
                  </a:cubicBezTo>
                  <a:close/>
                  <a:moveTo>
                    <a:pt x="720" y="946"/>
                  </a:moveTo>
                  <a:cubicBezTo>
                    <a:pt x="713" y="946"/>
                    <a:pt x="707" y="952"/>
                    <a:pt x="707" y="959"/>
                  </a:cubicBezTo>
                  <a:cubicBezTo>
                    <a:pt x="707" y="966"/>
                    <a:pt x="713" y="972"/>
                    <a:pt x="720" y="972"/>
                  </a:cubicBezTo>
                  <a:cubicBezTo>
                    <a:pt x="727" y="972"/>
                    <a:pt x="733" y="966"/>
                    <a:pt x="733" y="959"/>
                  </a:cubicBezTo>
                  <a:cubicBezTo>
                    <a:pt x="733" y="952"/>
                    <a:pt x="727" y="946"/>
                    <a:pt x="720" y="946"/>
                  </a:cubicBezTo>
                  <a:close/>
                  <a:moveTo>
                    <a:pt x="759" y="946"/>
                  </a:moveTo>
                  <a:cubicBezTo>
                    <a:pt x="752" y="946"/>
                    <a:pt x="747" y="952"/>
                    <a:pt x="747" y="959"/>
                  </a:cubicBezTo>
                  <a:cubicBezTo>
                    <a:pt x="747" y="966"/>
                    <a:pt x="752" y="972"/>
                    <a:pt x="759" y="972"/>
                  </a:cubicBezTo>
                  <a:cubicBezTo>
                    <a:pt x="766" y="972"/>
                    <a:pt x="772" y="966"/>
                    <a:pt x="772" y="959"/>
                  </a:cubicBezTo>
                  <a:cubicBezTo>
                    <a:pt x="772" y="952"/>
                    <a:pt x="766" y="946"/>
                    <a:pt x="759" y="946"/>
                  </a:cubicBezTo>
                  <a:close/>
                  <a:moveTo>
                    <a:pt x="799" y="952"/>
                  </a:moveTo>
                  <a:cubicBezTo>
                    <a:pt x="795" y="952"/>
                    <a:pt x="791" y="955"/>
                    <a:pt x="791" y="959"/>
                  </a:cubicBezTo>
                  <a:cubicBezTo>
                    <a:pt x="791" y="963"/>
                    <a:pt x="795" y="966"/>
                    <a:pt x="799" y="966"/>
                  </a:cubicBezTo>
                  <a:cubicBezTo>
                    <a:pt x="803" y="966"/>
                    <a:pt x="806" y="963"/>
                    <a:pt x="806" y="959"/>
                  </a:cubicBezTo>
                  <a:cubicBezTo>
                    <a:pt x="806" y="955"/>
                    <a:pt x="803" y="952"/>
                    <a:pt x="799" y="952"/>
                  </a:cubicBezTo>
                  <a:close/>
                  <a:moveTo>
                    <a:pt x="1548" y="972"/>
                  </a:moveTo>
                  <a:cubicBezTo>
                    <a:pt x="1555" y="972"/>
                    <a:pt x="1561" y="966"/>
                    <a:pt x="1561" y="959"/>
                  </a:cubicBezTo>
                  <a:cubicBezTo>
                    <a:pt x="1561" y="952"/>
                    <a:pt x="1555" y="946"/>
                    <a:pt x="1548" y="946"/>
                  </a:cubicBezTo>
                  <a:cubicBezTo>
                    <a:pt x="1541" y="946"/>
                    <a:pt x="1535" y="952"/>
                    <a:pt x="1535" y="959"/>
                  </a:cubicBezTo>
                  <a:cubicBezTo>
                    <a:pt x="1535" y="966"/>
                    <a:pt x="1541" y="972"/>
                    <a:pt x="1548" y="972"/>
                  </a:cubicBezTo>
                  <a:close/>
                  <a:moveTo>
                    <a:pt x="1587" y="946"/>
                  </a:moveTo>
                  <a:cubicBezTo>
                    <a:pt x="1580" y="946"/>
                    <a:pt x="1574" y="952"/>
                    <a:pt x="1574" y="959"/>
                  </a:cubicBezTo>
                  <a:cubicBezTo>
                    <a:pt x="1574" y="966"/>
                    <a:pt x="1580" y="972"/>
                    <a:pt x="1587" y="972"/>
                  </a:cubicBezTo>
                  <a:cubicBezTo>
                    <a:pt x="1594" y="972"/>
                    <a:pt x="1600" y="966"/>
                    <a:pt x="1600" y="959"/>
                  </a:cubicBezTo>
                  <a:cubicBezTo>
                    <a:pt x="1600" y="952"/>
                    <a:pt x="1594" y="946"/>
                    <a:pt x="1587" y="946"/>
                  </a:cubicBezTo>
                  <a:close/>
                  <a:moveTo>
                    <a:pt x="1627" y="946"/>
                  </a:moveTo>
                  <a:cubicBezTo>
                    <a:pt x="1620" y="946"/>
                    <a:pt x="1614" y="952"/>
                    <a:pt x="1614" y="959"/>
                  </a:cubicBezTo>
                  <a:cubicBezTo>
                    <a:pt x="1614" y="966"/>
                    <a:pt x="1620" y="972"/>
                    <a:pt x="1627" y="972"/>
                  </a:cubicBezTo>
                  <a:cubicBezTo>
                    <a:pt x="1634" y="972"/>
                    <a:pt x="1639" y="966"/>
                    <a:pt x="1639" y="959"/>
                  </a:cubicBezTo>
                  <a:cubicBezTo>
                    <a:pt x="1639" y="952"/>
                    <a:pt x="1634" y="946"/>
                    <a:pt x="1627" y="946"/>
                  </a:cubicBezTo>
                  <a:close/>
                  <a:moveTo>
                    <a:pt x="1666" y="972"/>
                  </a:moveTo>
                  <a:cubicBezTo>
                    <a:pt x="1673" y="972"/>
                    <a:pt x="1679" y="966"/>
                    <a:pt x="1679" y="959"/>
                  </a:cubicBezTo>
                  <a:cubicBezTo>
                    <a:pt x="1679" y="952"/>
                    <a:pt x="1673" y="946"/>
                    <a:pt x="1666" y="946"/>
                  </a:cubicBezTo>
                  <a:cubicBezTo>
                    <a:pt x="1659" y="946"/>
                    <a:pt x="1653" y="952"/>
                    <a:pt x="1653" y="959"/>
                  </a:cubicBezTo>
                  <a:cubicBezTo>
                    <a:pt x="1653" y="966"/>
                    <a:pt x="1659" y="972"/>
                    <a:pt x="1666" y="972"/>
                  </a:cubicBezTo>
                  <a:close/>
                  <a:moveTo>
                    <a:pt x="1705" y="972"/>
                  </a:moveTo>
                  <a:cubicBezTo>
                    <a:pt x="1713" y="972"/>
                    <a:pt x="1718" y="966"/>
                    <a:pt x="1718" y="959"/>
                  </a:cubicBezTo>
                  <a:cubicBezTo>
                    <a:pt x="1718" y="952"/>
                    <a:pt x="1713" y="946"/>
                    <a:pt x="1705" y="946"/>
                  </a:cubicBezTo>
                  <a:cubicBezTo>
                    <a:pt x="1698" y="946"/>
                    <a:pt x="1693" y="952"/>
                    <a:pt x="1693" y="959"/>
                  </a:cubicBezTo>
                  <a:cubicBezTo>
                    <a:pt x="1693" y="966"/>
                    <a:pt x="1698" y="972"/>
                    <a:pt x="1705" y="972"/>
                  </a:cubicBezTo>
                  <a:close/>
                  <a:moveTo>
                    <a:pt x="1745" y="972"/>
                  </a:moveTo>
                  <a:cubicBezTo>
                    <a:pt x="1752" y="972"/>
                    <a:pt x="1758" y="966"/>
                    <a:pt x="1758" y="959"/>
                  </a:cubicBezTo>
                  <a:cubicBezTo>
                    <a:pt x="1758" y="952"/>
                    <a:pt x="1752" y="946"/>
                    <a:pt x="1745" y="946"/>
                  </a:cubicBezTo>
                  <a:cubicBezTo>
                    <a:pt x="1738" y="946"/>
                    <a:pt x="1732" y="952"/>
                    <a:pt x="1732" y="959"/>
                  </a:cubicBezTo>
                  <a:cubicBezTo>
                    <a:pt x="1732" y="966"/>
                    <a:pt x="1738" y="972"/>
                    <a:pt x="1745" y="972"/>
                  </a:cubicBezTo>
                  <a:close/>
                  <a:moveTo>
                    <a:pt x="1784" y="972"/>
                  </a:moveTo>
                  <a:cubicBezTo>
                    <a:pt x="1791" y="972"/>
                    <a:pt x="1797" y="966"/>
                    <a:pt x="1797" y="959"/>
                  </a:cubicBezTo>
                  <a:cubicBezTo>
                    <a:pt x="1797" y="952"/>
                    <a:pt x="1791" y="946"/>
                    <a:pt x="1784" y="946"/>
                  </a:cubicBezTo>
                  <a:cubicBezTo>
                    <a:pt x="1777" y="946"/>
                    <a:pt x="1772" y="952"/>
                    <a:pt x="1772" y="959"/>
                  </a:cubicBezTo>
                  <a:cubicBezTo>
                    <a:pt x="1772" y="966"/>
                    <a:pt x="1777" y="972"/>
                    <a:pt x="1784" y="972"/>
                  </a:cubicBezTo>
                  <a:close/>
                  <a:moveTo>
                    <a:pt x="1824" y="972"/>
                  </a:moveTo>
                  <a:cubicBezTo>
                    <a:pt x="1831" y="972"/>
                    <a:pt x="1836" y="966"/>
                    <a:pt x="1836" y="959"/>
                  </a:cubicBezTo>
                  <a:cubicBezTo>
                    <a:pt x="1836" y="952"/>
                    <a:pt x="1831" y="946"/>
                    <a:pt x="1824" y="946"/>
                  </a:cubicBezTo>
                  <a:cubicBezTo>
                    <a:pt x="1817" y="946"/>
                    <a:pt x="1811" y="952"/>
                    <a:pt x="1811" y="959"/>
                  </a:cubicBezTo>
                  <a:cubicBezTo>
                    <a:pt x="1811" y="966"/>
                    <a:pt x="1817" y="972"/>
                    <a:pt x="1824" y="972"/>
                  </a:cubicBezTo>
                  <a:close/>
                  <a:moveTo>
                    <a:pt x="1863" y="946"/>
                  </a:moveTo>
                  <a:cubicBezTo>
                    <a:pt x="1856" y="946"/>
                    <a:pt x="1850" y="952"/>
                    <a:pt x="1850" y="959"/>
                  </a:cubicBezTo>
                  <a:cubicBezTo>
                    <a:pt x="1850" y="966"/>
                    <a:pt x="1856" y="972"/>
                    <a:pt x="1863" y="972"/>
                  </a:cubicBezTo>
                  <a:cubicBezTo>
                    <a:pt x="1870" y="972"/>
                    <a:pt x="1876" y="966"/>
                    <a:pt x="1876" y="959"/>
                  </a:cubicBezTo>
                  <a:cubicBezTo>
                    <a:pt x="1876" y="952"/>
                    <a:pt x="1870" y="946"/>
                    <a:pt x="1863" y="946"/>
                  </a:cubicBezTo>
                  <a:close/>
                  <a:moveTo>
                    <a:pt x="1903" y="972"/>
                  </a:moveTo>
                  <a:cubicBezTo>
                    <a:pt x="1910" y="972"/>
                    <a:pt x="1915" y="966"/>
                    <a:pt x="1915" y="959"/>
                  </a:cubicBezTo>
                  <a:cubicBezTo>
                    <a:pt x="1915" y="952"/>
                    <a:pt x="1910" y="946"/>
                    <a:pt x="1903" y="946"/>
                  </a:cubicBezTo>
                  <a:cubicBezTo>
                    <a:pt x="1896" y="946"/>
                    <a:pt x="1890" y="952"/>
                    <a:pt x="1890" y="959"/>
                  </a:cubicBezTo>
                  <a:cubicBezTo>
                    <a:pt x="1890" y="966"/>
                    <a:pt x="1896" y="972"/>
                    <a:pt x="1903" y="972"/>
                  </a:cubicBezTo>
                  <a:close/>
                  <a:moveTo>
                    <a:pt x="1942" y="972"/>
                  </a:moveTo>
                  <a:cubicBezTo>
                    <a:pt x="1949" y="972"/>
                    <a:pt x="1955" y="966"/>
                    <a:pt x="1955" y="959"/>
                  </a:cubicBezTo>
                  <a:cubicBezTo>
                    <a:pt x="1955" y="952"/>
                    <a:pt x="1949" y="946"/>
                    <a:pt x="1942" y="946"/>
                  </a:cubicBezTo>
                  <a:cubicBezTo>
                    <a:pt x="1935" y="946"/>
                    <a:pt x="1929" y="952"/>
                    <a:pt x="1929" y="959"/>
                  </a:cubicBezTo>
                  <a:cubicBezTo>
                    <a:pt x="1929" y="966"/>
                    <a:pt x="1935" y="972"/>
                    <a:pt x="1942" y="972"/>
                  </a:cubicBezTo>
                  <a:close/>
                  <a:moveTo>
                    <a:pt x="1981" y="972"/>
                  </a:moveTo>
                  <a:cubicBezTo>
                    <a:pt x="1988" y="972"/>
                    <a:pt x="1994" y="966"/>
                    <a:pt x="1994" y="959"/>
                  </a:cubicBezTo>
                  <a:cubicBezTo>
                    <a:pt x="1994" y="952"/>
                    <a:pt x="1988" y="946"/>
                    <a:pt x="1981" y="946"/>
                  </a:cubicBezTo>
                  <a:cubicBezTo>
                    <a:pt x="1974" y="946"/>
                    <a:pt x="1969" y="952"/>
                    <a:pt x="1969" y="959"/>
                  </a:cubicBezTo>
                  <a:cubicBezTo>
                    <a:pt x="1969" y="966"/>
                    <a:pt x="1974" y="972"/>
                    <a:pt x="1981" y="972"/>
                  </a:cubicBezTo>
                  <a:close/>
                  <a:moveTo>
                    <a:pt x="2021" y="972"/>
                  </a:moveTo>
                  <a:cubicBezTo>
                    <a:pt x="2028" y="972"/>
                    <a:pt x="2034" y="966"/>
                    <a:pt x="2034" y="959"/>
                  </a:cubicBezTo>
                  <a:cubicBezTo>
                    <a:pt x="2034" y="952"/>
                    <a:pt x="2028" y="946"/>
                    <a:pt x="2021" y="946"/>
                  </a:cubicBezTo>
                  <a:cubicBezTo>
                    <a:pt x="2014" y="946"/>
                    <a:pt x="2008" y="952"/>
                    <a:pt x="2008" y="959"/>
                  </a:cubicBezTo>
                  <a:cubicBezTo>
                    <a:pt x="2008" y="966"/>
                    <a:pt x="2014" y="972"/>
                    <a:pt x="2021" y="972"/>
                  </a:cubicBezTo>
                  <a:close/>
                  <a:moveTo>
                    <a:pt x="2060" y="972"/>
                  </a:moveTo>
                  <a:cubicBezTo>
                    <a:pt x="2067" y="972"/>
                    <a:pt x="2073" y="966"/>
                    <a:pt x="2073" y="959"/>
                  </a:cubicBezTo>
                  <a:cubicBezTo>
                    <a:pt x="2073" y="952"/>
                    <a:pt x="2067" y="946"/>
                    <a:pt x="2060" y="946"/>
                  </a:cubicBezTo>
                  <a:cubicBezTo>
                    <a:pt x="2053" y="946"/>
                    <a:pt x="2048" y="952"/>
                    <a:pt x="2048" y="959"/>
                  </a:cubicBezTo>
                  <a:cubicBezTo>
                    <a:pt x="2048" y="966"/>
                    <a:pt x="2053" y="972"/>
                    <a:pt x="2060" y="972"/>
                  </a:cubicBezTo>
                  <a:close/>
                  <a:moveTo>
                    <a:pt x="2139" y="972"/>
                  </a:moveTo>
                  <a:cubicBezTo>
                    <a:pt x="2146" y="972"/>
                    <a:pt x="2152" y="966"/>
                    <a:pt x="2152" y="959"/>
                  </a:cubicBezTo>
                  <a:cubicBezTo>
                    <a:pt x="2152" y="952"/>
                    <a:pt x="2146" y="946"/>
                    <a:pt x="2139" y="946"/>
                  </a:cubicBezTo>
                  <a:cubicBezTo>
                    <a:pt x="2132" y="946"/>
                    <a:pt x="2126" y="952"/>
                    <a:pt x="2126" y="959"/>
                  </a:cubicBezTo>
                  <a:cubicBezTo>
                    <a:pt x="2126" y="966"/>
                    <a:pt x="2132" y="972"/>
                    <a:pt x="2139" y="972"/>
                  </a:cubicBezTo>
                  <a:close/>
                  <a:moveTo>
                    <a:pt x="2179" y="972"/>
                  </a:moveTo>
                  <a:cubicBezTo>
                    <a:pt x="2186" y="972"/>
                    <a:pt x="2191" y="966"/>
                    <a:pt x="2191" y="959"/>
                  </a:cubicBezTo>
                  <a:cubicBezTo>
                    <a:pt x="2191" y="952"/>
                    <a:pt x="2186" y="946"/>
                    <a:pt x="2179" y="946"/>
                  </a:cubicBezTo>
                  <a:cubicBezTo>
                    <a:pt x="2172" y="946"/>
                    <a:pt x="2166" y="952"/>
                    <a:pt x="2166" y="959"/>
                  </a:cubicBezTo>
                  <a:cubicBezTo>
                    <a:pt x="2166" y="966"/>
                    <a:pt x="2172" y="972"/>
                    <a:pt x="2179" y="972"/>
                  </a:cubicBezTo>
                  <a:close/>
                  <a:moveTo>
                    <a:pt x="2218" y="946"/>
                  </a:moveTo>
                  <a:cubicBezTo>
                    <a:pt x="2211" y="946"/>
                    <a:pt x="2205" y="952"/>
                    <a:pt x="2205" y="959"/>
                  </a:cubicBezTo>
                  <a:cubicBezTo>
                    <a:pt x="2205" y="966"/>
                    <a:pt x="2211" y="972"/>
                    <a:pt x="2218" y="972"/>
                  </a:cubicBezTo>
                  <a:cubicBezTo>
                    <a:pt x="2225" y="972"/>
                    <a:pt x="2231" y="966"/>
                    <a:pt x="2231" y="959"/>
                  </a:cubicBezTo>
                  <a:cubicBezTo>
                    <a:pt x="2231" y="952"/>
                    <a:pt x="2225" y="946"/>
                    <a:pt x="2218" y="946"/>
                  </a:cubicBezTo>
                  <a:close/>
                  <a:moveTo>
                    <a:pt x="2455" y="946"/>
                  </a:moveTo>
                  <a:cubicBezTo>
                    <a:pt x="2447" y="946"/>
                    <a:pt x="2442" y="952"/>
                    <a:pt x="2442" y="959"/>
                  </a:cubicBezTo>
                  <a:cubicBezTo>
                    <a:pt x="2442" y="966"/>
                    <a:pt x="2447" y="972"/>
                    <a:pt x="2455" y="972"/>
                  </a:cubicBezTo>
                  <a:cubicBezTo>
                    <a:pt x="2462" y="972"/>
                    <a:pt x="2467" y="966"/>
                    <a:pt x="2467" y="959"/>
                  </a:cubicBezTo>
                  <a:cubicBezTo>
                    <a:pt x="2467" y="952"/>
                    <a:pt x="2462" y="946"/>
                    <a:pt x="2455" y="946"/>
                  </a:cubicBezTo>
                  <a:close/>
                  <a:moveTo>
                    <a:pt x="2494" y="946"/>
                  </a:moveTo>
                  <a:cubicBezTo>
                    <a:pt x="2487" y="946"/>
                    <a:pt x="2481" y="952"/>
                    <a:pt x="2481" y="959"/>
                  </a:cubicBezTo>
                  <a:cubicBezTo>
                    <a:pt x="2481" y="966"/>
                    <a:pt x="2487" y="972"/>
                    <a:pt x="2494" y="972"/>
                  </a:cubicBezTo>
                  <a:cubicBezTo>
                    <a:pt x="2501" y="972"/>
                    <a:pt x="2507" y="966"/>
                    <a:pt x="2507" y="959"/>
                  </a:cubicBezTo>
                  <a:cubicBezTo>
                    <a:pt x="2507" y="952"/>
                    <a:pt x="2501" y="946"/>
                    <a:pt x="2494" y="946"/>
                  </a:cubicBezTo>
                  <a:close/>
                  <a:moveTo>
                    <a:pt x="2691" y="946"/>
                  </a:moveTo>
                  <a:cubicBezTo>
                    <a:pt x="2684" y="946"/>
                    <a:pt x="2678" y="952"/>
                    <a:pt x="2678" y="959"/>
                  </a:cubicBezTo>
                  <a:cubicBezTo>
                    <a:pt x="2678" y="966"/>
                    <a:pt x="2684" y="972"/>
                    <a:pt x="2691" y="972"/>
                  </a:cubicBezTo>
                  <a:cubicBezTo>
                    <a:pt x="2698" y="972"/>
                    <a:pt x="2704" y="966"/>
                    <a:pt x="2704" y="959"/>
                  </a:cubicBezTo>
                  <a:cubicBezTo>
                    <a:pt x="2704" y="952"/>
                    <a:pt x="2698" y="946"/>
                    <a:pt x="2691" y="946"/>
                  </a:cubicBezTo>
                  <a:close/>
                  <a:moveTo>
                    <a:pt x="2730" y="972"/>
                  </a:moveTo>
                  <a:cubicBezTo>
                    <a:pt x="2738" y="972"/>
                    <a:pt x="2743" y="966"/>
                    <a:pt x="2743" y="959"/>
                  </a:cubicBezTo>
                  <a:cubicBezTo>
                    <a:pt x="2743" y="952"/>
                    <a:pt x="2738" y="946"/>
                    <a:pt x="2730" y="946"/>
                  </a:cubicBezTo>
                  <a:cubicBezTo>
                    <a:pt x="2723" y="946"/>
                    <a:pt x="2718" y="952"/>
                    <a:pt x="2718" y="959"/>
                  </a:cubicBezTo>
                  <a:cubicBezTo>
                    <a:pt x="2718" y="966"/>
                    <a:pt x="2723" y="972"/>
                    <a:pt x="2730" y="972"/>
                  </a:cubicBezTo>
                  <a:close/>
                  <a:moveTo>
                    <a:pt x="2770" y="972"/>
                  </a:moveTo>
                  <a:cubicBezTo>
                    <a:pt x="2777" y="972"/>
                    <a:pt x="2783" y="966"/>
                    <a:pt x="2783" y="959"/>
                  </a:cubicBezTo>
                  <a:cubicBezTo>
                    <a:pt x="2783" y="952"/>
                    <a:pt x="2777" y="946"/>
                    <a:pt x="2770" y="946"/>
                  </a:cubicBezTo>
                  <a:cubicBezTo>
                    <a:pt x="2763" y="946"/>
                    <a:pt x="2757" y="952"/>
                    <a:pt x="2757" y="959"/>
                  </a:cubicBezTo>
                  <a:cubicBezTo>
                    <a:pt x="2757" y="966"/>
                    <a:pt x="2763" y="972"/>
                    <a:pt x="2770" y="972"/>
                  </a:cubicBezTo>
                  <a:close/>
                  <a:moveTo>
                    <a:pt x="2928" y="972"/>
                  </a:moveTo>
                  <a:cubicBezTo>
                    <a:pt x="2935" y="972"/>
                    <a:pt x="2940" y="966"/>
                    <a:pt x="2940" y="959"/>
                  </a:cubicBezTo>
                  <a:cubicBezTo>
                    <a:pt x="2940" y="952"/>
                    <a:pt x="2935" y="946"/>
                    <a:pt x="2928" y="946"/>
                  </a:cubicBezTo>
                  <a:cubicBezTo>
                    <a:pt x="2921" y="946"/>
                    <a:pt x="2915" y="952"/>
                    <a:pt x="2915" y="959"/>
                  </a:cubicBezTo>
                  <a:cubicBezTo>
                    <a:pt x="2915" y="966"/>
                    <a:pt x="2921" y="972"/>
                    <a:pt x="2928" y="972"/>
                  </a:cubicBezTo>
                  <a:close/>
                  <a:moveTo>
                    <a:pt x="838" y="986"/>
                  </a:moveTo>
                  <a:cubicBezTo>
                    <a:pt x="831" y="986"/>
                    <a:pt x="825" y="991"/>
                    <a:pt x="825" y="998"/>
                  </a:cubicBezTo>
                  <a:cubicBezTo>
                    <a:pt x="825" y="1005"/>
                    <a:pt x="831" y="1011"/>
                    <a:pt x="838" y="1011"/>
                  </a:cubicBezTo>
                  <a:cubicBezTo>
                    <a:pt x="845" y="1011"/>
                    <a:pt x="851" y="1005"/>
                    <a:pt x="851" y="998"/>
                  </a:cubicBezTo>
                  <a:cubicBezTo>
                    <a:pt x="851" y="991"/>
                    <a:pt x="845" y="986"/>
                    <a:pt x="838" y="986"/>
                  </a:cubicBezTo>
                  <a:close/>
                  <a:moveTo>
                    <a:pt x="1548" y="986"/>
                  </a:moveTo>
                  <a:cubicBezTo>
                    <a:pt x="1541" y="986"/>
                    <a:pt x="1535" y="991"/>
                    <a:pt x="1535" y="998"/>
                  </a:cubicBezTo>
                  <a:cubicBezTo>
                    <a:pt x="1535" y="1005"/>
                    <a:pt x="1541" y="1011"/>
                    <a:pt x="1548" y="1011"/>
                  </a:cubicBezTo>
                  <a:cubicBezTo>
                    <a:pt x="1555" y="1011"/>
                    <a:pt x="1561" y="1005"/>
                    <a:pt x="1561" y="998"/>
                  </a:cubicBezTo>
                  <a:cubicBezTo>
                    <a:pt x="1561" y="991"/>
                    <a:pt x="1555" y="986"/>
                    <a:pt x="1548" y="986"/>
                  </a:cubicBezTo>
                  <a:close/>
                  <a:moveTo>
                    <a:pt x="1587" y="1011"/>
                  </a:moveTo>
                  <a:cubicBezTo>
                    <a:pt x="1594" y="1011"/>
                    <a:pt x="1600" y="1005"/>
                    <a:pt x="1600" y="998"/>
                  </a:cubicBezTo>
                  <a:cubicBezTo>
                    <a:pt x="1600" y="991"/>
                    <a:pt x="1594" y="986"/>
                    <a:pt x="1587" y="986"/>
                  </a:cubicBezTo>
                  <a:cubicBezTo>
                    <a:pt x="1580" y="986"/>
                    <a:pt x="1574" y="991"/>
                    <a:pt x="1574" y="998"/>
                  </a:cubicBezTo>
                  <a:cubicBezTo>
                    <a:pt x="1574" y="1005"/>
                    <a:pt x="1580" y="1011"/>
                    <a:pt x="1587" y="1011"/>
                  </a:cubicBezTo>
                  <a:close/>
                  <a:moveTo>
                    <a:pt x="1627" y="1011"/>
                  </a:moveTo>
                  <a:cubicBezTo>
                    <a:pt x="1634" y="1011"/>
                    <a:pt x="1639" y="1005"/>
                    <a:pt x="1639" y="998"/>
                  </a:cubicBezTo>
                  <a:cubicBezTo>
                    <a:pt x="1639" y="991"/>
                    <a:pt x="1634" y="986"/>
                    <a:pt x="1627" y="986"/>
                  </a:cubicBezTo>
                  <a:cubicBezTo>
                    <a:pt x="1620" y="986"/>
                    <a:pt x="1614" y="991"/>
                    <a:pt x="1614" y="998"/>
                  </a:cubicBezTo>
                  <a:cubicBezTo>
                    <a:pt x="1614" y="1005"/>
                    <a:pt x="1620" y="1011"/>
                    <a:pt x="1627" y="1011"/>
                  </a:cubicBezTo>
                  <a:close/>
                  <a:moveTo>
                    <a:pt x="1666" y="1011"/>
                  </a:moveTo>
                  <a:cubicBezTo>
                    <a:pt x="1673" y="1011"/>
                    <a:pt x="1679" y="1005"/>
                    <a:pt x="1679" y="998"/>
                  </a:cubicBezTo>
                  <a:cubicBezTo>
                    <a:pt x="1679" y="991"/>
                    <a:pt x="1673" y="986"/>
                    <a:pt x="1666" y="986"/>
                  </a:cubicBezTo>
                  <a:cubicBezTo>
                    <a:pt x="1659" y="986"/>
                    <a:pt x="1653" y="991"/>
                    <a:pt x="1653" y="998"/>
                  </a:cubicBezTo>
                  <a:cubicBezTo>
                    <a:pt x="1653" y="1005"/>
                    <a:pt x="1659" y="1011"/>
                    <a:pt x="1666" y="1011"/>
                  </a:cubicBezTo>
                  <a:close/>
                  <a:moveTo>
                    <a:pt x="1705" y="1011"/>
                  </a:moveTo>
                  <a:cubicBezTo>
                    <a:pt x="1713" y="1011"/>
                    <a:pt x="1718" y="1005"/>
                    <a:pt x="1718" y="998"/>
                  </a:cubicBezTo>
                  <a:cubicBezTo>
                    <a:pt x="1718" y="991"/>
                    <a:pt x="1713" y="986"/>
                    <a:pt x="1705" y="986"/>
                  </a:cubicBezTo>
                  <a:cubicBezTo>
                    <a:pt x="1698" y="986"/>
                    <a:pt x="1693" y="991"/>
                    <a:pt x="1693" y="998"/>
                  </a:cubicBezTo>
                  <a:cubicBezTo>
                    <a:pt x="1693" y="1005"/>
                    <a:pt x="1698" y="1011"/>
                    <a:pt x="1705" y="1011"/>
                  </a:cubicBezTo>
                  <a:close/>
                  <a:moveTo>
                    <a:pt x="1745" y="1011"/>
                  </a:moveTo>
                  <a:cubicBezTo>
                    <a:pt x="1752" y="1011"/>
                    <a:pt x="1758" y="1005"/>
                    <a:pt x="1758" y="998"/>
                  </a:cubicBezTo>
                  <a:cubicBezTo>
                    <a:pt x="1758" y="991"/>
                    <a:pt x="1752" y="986"/>
                    <a:pt x="1745" y="986"/>
                  </a:cubicBezTo>
                  <a:cubicBezTo>
                    <a:pt x="1738" y="986"/>
                    <a:pt x="1732" y="991"/>
                    <a:pt x="1732" y="998"/>
                  </a:cubicBezTo>
                  <a:cubicBezTo>
                    <a:pt x="1732" y="1005"/>
                    <a:pt x="1738" y="1011"/>
                    <a:pt x="1745" y="1011"/>
                  </a:cubicBezTo>
                  <a:close/>
                  <a:moveTo>
                    <a:pt x="1784" y="1011"/>
                  </a:moveTo>
                  <a:cubicBezTo>
                    <a:pt x="1791" y="1011"/>
                    <a:pt x="1797" y="1005"/>
                    <a:pt x="1797" y="998"/>
                  </a:cubicBezTo>
                  <a:cubicBezTo>
                    <a:pt x="1797" y="991"/>
                    <a:pt x="1791" y="986"/>
                    <a:pt x="1784" y="986"/>
                  </a:cubicBezTo>
                  <a:cubicBezTo>
                    <a:pt x="1777" y="986"/>
                    <a:pt x="1772" y="991"/>
                    <a:pt x="1772" y="998"/>
                  </a:cubicBezTo>
                  <a:cubicBezTo>
                    <a:pt x="1772" y="1005"/>
                    <a:pt x="1777" y="1011"/>
                    <a:pt x="1784" y="1011"/>
                  </a:cubicBezTo>
                  <a:close/>
                  <a:moveTo>
                    <a:pt x="1824" y="1011"/>
                  </a:moveTo>
                  <a:cubicBezTo>
                    <a:pt x="1831" y="1011"/>
                    <a:pt x="1836" y="1005"/>
                    <a:pt x="1836" y="998"/>
                  </a:cubicBezTo>
                  <a:cubicBezTo>
                    <a:pt x="1836" y="991"/>
                    <a:pt x="1831" y="986"/>
                    <a:pt x="1824" y="986"/>
                  </a:cubicBezTo>
                  <a:cubicBezTo>
                    <a:pt x="1817" y="986"/>
                    <a:pt x="1811" y="991"/>
                    <a:pt x="1811" y="998"/>
                  </a:cubicBezTo>
                  <a:cubicBezTo>
                    <a:pt x="1811" y="1005"/>
                    <a:pt x="1817" y="1011"/>
                    <a:pt x="1824" y="1011"/>
                  </a:cubicBezTo>
                  <a:close/>
                  <a:moveTo>
                    <a:pt x="1863" y="1011"/>
                  </a:moveTo>
                  <a:cubicBezTo>
                    <a:pt x="1870" y="1011"/>
                    <a:pt x="1876" y="1005"/>
                    <a:pt x="1876" y="998"/>
                  </a:cubicBezTo>
                  <a:cubicBezTo>
                    <a:pt x="1876" y="991"/>
                    <a:pt x="1870" y="986"/>
                    <a:pt x="1863" y="986"/>
                  </a:cubicBezTo>
                  <a:cubicBezTo>
                    <a:pt x="1856" y="986"/>
                    <a:pt x="1850" y="991"/>
                    <a:pt x="1850" y="998"/>
                  </a:cubicBezTo>
                  <a:cubicBezTo>
                    <a:pt x="1850" y="1005"/>
                    <a:pt x="1856" y="1011"/>
                    <a:pt x="1863" y="1011"/>
                  </a:cubicBezTo>
                  <a:close/>
                  <a:moveTo>
                    <a:pt x="1903" y="986"/>
                  </a:moveTo>
                  <a:cubicBezTo>
                    <a:pt x="1896" y="986"/>
                    <a:pt x="1890" y="991"/>
                    <a:pt x="1890" y="998"/>
                  </a:cubicBezTo>
                  <a:cubicBezTo>
                    <a:pt x="1890" y="1005"/>
                    <a:pt x="1896" y="1011"/>
                    <a:pt x="1903" y="1011"/>
                  </a:cubicBezTo>
                  <a:cubicBezTo>
                    <a:pt x="1910" y="1011"/>
                    <a:pt x="1915" y="1005"/>
                    <a:pt x="1915" y="998"/>
                  </a:cubicBezTo>
                  <a:cubicBezTo>
                    <a:pt x="1915" y="991"/>
                    <a:pt x="1910" y="986"/>
                    <a:pt x="1903" y="986"/>
                  </a:cubicBezTo>
                  <a:close/>
                  <a:moveTo>
                    <a:pt x="1942" y="1011"/>
                  </a:moveTo>
                  <a:cubicBezTo>
                    <a:pt x="1949" y="1011"/>
                    <a:pt x="1955" y="1005"/>
                    <a:pt x="1955" y="998"/>
                  </a:cubicBezTo>
                  <a:cubicBezTo>
                    <a:pt x="1955" y="991"/>
                    <a:pt x="1949" y="986"/>
                    <a:pt x="1942" y="986"/>
                  </a:cubicBezTo>
                  <a:cubicBezTo>
                    <a:pt x="1935" y="986"/>
                    <a:pt x="1929" y="991"/>
                    <a:pt x="1929" y="998"/>
                  </a:cubicBezTo>
                  <a:cubicBezTo>
                    <a:pt x="1929" y="1005"/>
                    <a:pt x="1935" y="1011"/>
                    <a:pt x="1942" y="1011"/>
                  </a:cubicBezTo>
                  <a:close/>
                  <a:moveTo>
                    <a:pt x="1981" y="1011"/>
                  </a:moveTo>
                  <a:cubicBezTo>
                    <a:pt x="1988" y="1011"/>
                    <a:pt x="1994" y="1005"/>
                    <a:pt x="1994" y="998"/>
                  </a:cubicBezTo>
                  <a:cubicBezTo>
                    <a:pt x="1994" y="991"/>
                    <a:pt x="1988" y="986"/>
                    <a:pt x="1981" y="986"/>
                  </a:cubicBezTo>
                  <a:cubicBezTo>
                    <a:pt x="1974" y="986"/>
                    <a:pt x="1969" y="991"/>
                    <a:pt x="1969" y="998"/>
                  </a:cubicBezTo>
                  <a:cubicBezTo>
                    <a:pt x="1969" y="1005"/>
                    <a:pt x="1974" y="1011"/>
                    <a:pt x="1981" y="1011"/>
                  </a:cubicBezTo>
                  <a:close/>
                  <a:moveTo>
                    <a:pt x="2008" y="998"/>
                  </a:moveTo>
                  <a:cubicBezTo>
                    <a:pt x="2008" y="1005"/>
                    <a:pt x="2014" y="1011"/>
                    <a:pt x="2021" y="1011"/>
                  </a:cubicBezTo>
                  <a:cubicBezTo>
                    <a:pt x="2028" y="1011"/>
                    <a:pt x="2034" y="1005"/>
                    <a:pt x="2034" y="998"/>
                  </a:cubicBezTo>
                  <a:cubicBezTo>
                    <a:pt x="2034" y="991"/>
                    <a:pt x="2028" y="986"/>
                    <a:pt x="2021" y="986"/>
                  </a:cubicBezTo>
                  <a:cubicBezTo>
                    <a:pt x="2014" y="986"/>
                    <a:pt x="2008" y="991"/>
                    <a:pt x="2008" y="998"/>
                  </a:cubicBezTo>
                  <a:close/>
                  <a:moveTo>
                    <a:pt x="2060" y="1011"/>
                  </a:moveTo>
                  <a:cubicBezTo>
                    <a:pt x="2067" y="1011"/>
                    <a:pt x="2073" y="1005"/>
                    <a:pt x="2073" y="998"/>
                  </a:cubicBezTo>
                  <a:cubicBezTo>
                    <a:pt x="2073" y="991"/>
                    <a:pt x="2067" y="986"/>
                    <a:pt x="2060" y="986"/>
                  </a:cubicBezTo>
                  <a:cubicBezTo>
                    <a:pt x="2053" y="986"/>
                    <a:pt x="2048" y="991"/>
                    <a:pt x="2048" y="998"/>
                  </a:cubicBezTo>
                  <a:cubicBezTo>
                    <a:pt x="2048" y="1005"/>
                    <a:pt x="2053" y="1011"/>
                    <a:pt x="2060" y="1011"/>
                  </a:cubicBezTo>
                  <a:close/>
                  <a:moveTo>
                    <a:pt x="2100" y="1011"/>
                  </a:moveTo>
                  <a:cubicBezTo>
                    <a:pt x="2107" y="1011"/>
                    <a:pt x="2112" y="1005"/>
                    <a:pt x="2112" y="998"/>
                  </a:cubicBezTo>
                  <a:cubicBezTo>
                    <a:pt x="2112" y="991"/>
                    <a:pt x="2107" y="986"/>
                    <a:pt x="2100" y="986"/>
                  </a:cubicBezTo>
                  <a:cubicBezTo>
                    <a:pt x="2093" y="986"/>
                    <a:pt x="2087" y="991"/>
                    <a:pt x="2087" y="998"/>
                  </a:cubicBezTo>
                  <a:cubicBezTo>
                    <a:pt x="2087" y="1005"/>
                    <a:pt x="2093" y="1011"/>
                    <a:pt x="2100" y="1011"/>
                  </a:cubicBezTo>
                  <a:close/>
                  <a:moveTo>
                    <a:pt x="2139" y="1011"/>
                  </a:moveTo>
                  <a:cubicBezTo>
                    <a:pt x="2146" y="1011"/>
                    <a:pt x="2152" y="1005"/>
                    <a:pt x="2152" y="998"/>
                  </a:cubicBezTo>
                  <a:cubicBezTo>
                    <a:pt x="2152" y="991"/>
                    <a:pt x="2146" y="986"/>
                    <a:pt x="2139" y="986"/>
                  </a:cubicBezTo>
                  <a:cubicBezTo>
                    <a:pt x="2132" y="986"/>
                    <a:pt x="2126" y="991"/>
                    <a:pt x="2126" y="998"/>
                  </a:cubicBezTo>
                  <a:cubicBezTo>
                    <a:pt x="2126" y="1005"/>
                    <a:pt x="2132" y="1011"/>
                    <a:pt x="2139" y="1011"/>
                  </a:cubicBezTo>
                  <a:close/>
                  <a:moveTo>
                    <a:pt x="2455" y="993"/>
                  </a:moveTo>
                  <a:cubicBezTo>
                    <a:pt x="2452" y="993"/>
                    <a:pt x="2449" y="995"/>
                    <a:pt x="2449" y="998"/>
                  </a:cubicBezTo>
                  <a:cubicBezTo>
                    <a:pt x="2449" y="1001"/>
                    <a:pt x="2452" y="1003"/>
                    <a:pt x="2455" y="1003"/>
                  </a:cubicBezTo>
                  <a:cubicBezTo>
                    <a:pt x="2457" y="1003"/>
                    <a:pt x="2460" y="1001"/>
                    <a:pt x="2460" y="998"/>
                  </a:cubicBezTo>
                  <a:cubicBezTo>
                    <a:pt x="2460" y="995"/>
                    <a:pt x="2457" y="993"/>
                    <a:pt x="2455" y="993"/>
                  </a:cubicBezTo>
                  <a:close/>
                  <a:moveTo>
                    <a:pt x="2494" y="986"/>
                  </a:moveTo>
                  <a:cubicBezTo>
                    <a:pt x="2487" y="986"/>
                    <a:pt x="2481" y="991"/>
                    <a:pt x="2481" y="998"/>
                  </a:cubicBezTo>
                  <a:cubicBezTo>
                    <a:pt x="2481" y="1005"/>
                    <a:pt x="2487" y="1011"/>
                    <a:pt x="2494" y="1011"/>
                  </a:cubicBezTo>
                  <a:cubicBezTo>
                    <a:pt x="2501" y="1011"/>
                    <a:pt x="2507" y="1005"/>
                    <a:pt x="2507" y="998"/>
                  </a:cubicBezTo>
                  <a:cubicBezTo>
                    <a:pt x="2507" y="991"/>
                    <a:pt x="2501" y="986"/>
                    <a:pt x="2494" y="986"/>
                  </a:cubicBezTo>
                  <a:close/>
                  <a:moveTo>
                    <a:pt x="2730" y="1011"/>
                  </a:moveTo>
                  <a:cubicBezTo>
                    <a:pt x="2738" y="1011"/>
                    <a:pt x="2743" y="1005"/>
                    <a:pt x="2743" y="998"/>
                  </a:cubicBezTo>
                  <a:cubicBezTo>
                    <a:pt x="2743" y="991"/>
                    <a:pt x="2738" y="986"/>
                    <a:pt x="2730" y="986"/>
                  </a:cubicBezTo>
                  <a:cubicBezTo>
                    <a:pt x="2723" y="986"/>
                    <a:pt x="2718" y="991"/>
                    <a:pt x="2718" y="998"/>
                  </a:cubicBezTo>
                  <a:cubicBezTo>
                    <a:pt x="2718" y="1005"/>
                    <a:pt x="2723" y="1011"/>
                    <a:pt x="2730" y="1011"/>
                  </a:cubicBezTo>
                  <a:close/>
                  <a:moveTo>
                    <a:pt x="2770" y="1011"/>
                  </a:moveTo>
                  <a:cubicBezTo>
                    <a:pt x="2777" y="1011"/>
                    <a:pt x="2783" y="1005"/>
                    <a:pt x="2783" y="998"/>
                  </a:cubicBezTo>
                  <a:cubicBezTo>
                    <a:pt x="2783" y="991"/>
                    <a:pt x="2777" y="986"/>
                    <a:pt x="2770" y="986"/>
                  </a:cubicBezTo>
                  <a:cubicBezTo>
                    <a:pt x="2763" y="986"/>
                    <a:pt x="2757" y="991"/>
                    <a:pt x="2757" y="998"/>
                  </a:cubicBezTo>
                  <a:cubicBezTo>
                    <a:pt x="2757" y="1005"/>
                    <a:pt x="2763" y="1011"/>
                    <a:pt x="2770" y="1011"/>
                  </a:cubicBezTo>
                  <a:close/>
                  <a:moveTo>
                    <a:pt x="2940" y="998"/>
                  </a:moveTo>
                  <a:cubicBezTo>
                    <a:pt x="2940" y="991"/>
                    <a:pt x="2935" y="986"/>
                    <a:pt x="2928" y="986"/>
                  </a:cubicBezTo>
                  <a:cubicBezTo>
                    <a:pt x="2921" y="986"/>
                    <a:pt x="2915" y="991"/>
                    <a:pt x="2915" y="998"/>
                  </a:cubicBezTo>
                  <a:cubicBezTo>
                    <a:pt x="2915" y="1005"/>
                    <a:pt x="2921" y="1011"/>
                    <a:pt x="2928" y="1011"/>
                  </a:cubicBezTo>
                  <a:cubicBezTo>
                    <a:pt x="2935" y="1011"/>
                    <a:pt x="2940" y="1005"/>
                    <a:pt x="2940" y="998"/>
                  </a:cubicBezTo>
                  <a:close/>
                  <a:moveTo>
                    <a:pt x="878" y="1029"/>
                  </a:moveTo>
                  <a:cubicBezTo>
                    <a:pt x="873" y="1029"/>
                    <a:pt x="869" y="1033"/>
                    <a:pt x="869" y="1038"/>
                  </a:cubicBezTo>
                  <a:cubicBezTo>
                    <a:pt x="869" y="1042"/>
                    <a:pt x="873" y="1046"/>
                    <a:pt x="878" y="1046"/>
                  </a:cubicBezTo>
                  <a:cubicBezTo>
                    <a:pt x="882" y="1046"/>
                    <a:pt x="886" y="1042"/>
                    <a:pt x="886" y="1038"/>
                  </a:cubicBezTo>
                  <a:cubicBezTo>
                    <a:pt x="886" y="1033"/>
                    <a:pt x="882" y="1029"/>
                    <a:pt x="878" y="1029"/>
                  </a:cubicBezTo>
                  <a:close/>
                  <a:moveTo>
                    <a:pt x="944" y="1038"/>
                  </a:moveTo>
                  <a:cubicBezTo>
                    <a:pt x="944" y="1045"/>
                    <a:pt x="949" y="1050"/>
                    <a:pt x="956" y="1050"/>
                  </a:cubicBezTo>
                  <a:cubicBezTo>
                    <a:pt x="963" y="1050"/>
                    <a:pt x="969" y="1045"/>
                    <a:pt x="969" y="1038"/>
                  </a:cubicBezTo>
                  <a:cubicBezTo>
                    <a:pt x="969" y="1031"/>
                    <a:pt x="963" y="1025"/>
                    <a:pt x="956" y="1025"/>
                  </a:cubicBezTo>
                  <a:cubicBezTo>
                    <a:pt x="949" y="1025"/>
                    <a:pt x="944" y="1031"/>
                    <a:pt x="944" y="1038"/>
                  </a:cubicBezTo>
                  <a:close/>
                  <a:moveTo>
                    <a:pt x="996" y="1025"/>
                  </a:moveTo>
                  <a:cubicBezTo>
                    <a:pt x="989" y="1025"/>
                    <a:pt x="983" y="1031"/>
                    <a:pt x="983" y="1038"/>
                  </a:cubicBezTo>
                  <a:cubicBezTo>
                    <a:pt x="983" y="1045"/>
                    <a:pt x="989" y="1050"/>
                    <a:pt x="996" y="1050"/>
                  </a:cubicBezTo>
                  <a:cubicBezTo>
                    <a:pt x="1003" y="1050"/>
                    <a:pt x="1009" y="1045"/>
                    <a:pt x="1009" y="1038"/>
                  </a:cubicBezTo>
                  <a:cubicBezTo>
                    <a:pt x="1009" y="1031"/>
                    <a:pt x="1003" y="1025"/>
                    <a:pt x="996" y="1025"/>
                  </a:cubicBezTo>
                  <a:close/>
                  <a:moveTo>
                    <a:pt x="1035" y="1025"/>
                  </a:moveTo>
                  <a:cubicBezTo>
                    <a:pt x="1028" y="1025"/>
                    <a:pt x="1023" y="1031"/>
                    <a:pt x="1023" y="1038"/>
                  </a:cubicBezTo>
                  <a:cubicBezTo>
                    <a:pt x="1023" y="1045"/>
                    <a:pt x="1028" y="1050"/>
                    <a:pt x="1035" y="1050"/>
                  </a:cubicBezTo>
                  <a:cubicBezTo>
                    <a:pt x="1042" y="1050"/>
                    <a:pt x="1048" y="1045"/>
                    <a:pt x="1048" y="1038"/>
                  </a:cubicBezTo>
                  <a:cubicBezTo>
                    <a:pt x="1048" y="1031"/>
                    <a:pt x="1042" y="1025"/>
                    <a:pt x="1035" y="1025"/>
                  </a:cubicBezTo>
                  <a:close/>
                  <a:moveTo>
                    <a:pt x="1075" y="1050"/>
                  </a:moveTo>
                  <a:cubicBezTo>
                    <a:pt x="1082" y="1050"/>
                    <a:pt x="1087" y="1045"/>
                    <a:pt x="1087" y="1038"/>
                  </a:cubicBezTo>
                  <a:cubicBezTo>
                    <a:pt x="1087" y="1031"/>
                    <a:pt x="1082" y="1025"/>
                    <a:pt x="1075" y="1025"/>
                  </a:cubicBezTo>
                  <a:cubicBezTo>
                    <a:pt x="1068" y="1025"/>
                    <a:pt x="1062" y="1031"/>
                    <a:pt x="1062" y="1038"/>
                  </a:cubicBezTo>
                  <a:cubicBezTo>
                    <a:pt x="1062" y="1045"/>
                    <a:pt x="1068" y="1050"/>
                    <a:pt x="1075" y="1050"/>
                  </a:cubicBezTo>
                  <a:close/>
                  <a:moveTo>
                    <a:pt x="1587" y="1025"/>
                  </a:moveTo>
                  <a:cubicBezTo>
                    <a:pt x="1580" y="1025"/>
                    <a:pt x="1574" y="1031"/>
                    <a:pt x="1574" y="1038"/>
                  </a:cubicBezTo>
                  <a:cubicBezTo>
                    <a:pt x="1574" y="1045"/>
                    <a:pt x="1580" y="1050"/>
                    <a:pt x="1587" y="1050"/>
                  </a:cubicBezTo>
                  <a:cubicBezTo>
                    <a:pt x="1594" y="1050"/>
                    <a:pt x="1600" y="1045"/>
                    <a:pt x="1600" y="1038"/>
                  </a:cubicBezTo>
                  <a:cubicBezTo>
                    <a:pt x="1600" y="1031"/>
                    <a:pt x="1594" y="1025"/>
                    <a:pt x="1587" y="1025"/>
                  </a:cubicBezTo>
                  <a:close/>
                  <a:moveTo>
                    <a:pt x="1627" y="1025"/>
                  </a:moveTo>
                  <a:cubicBezTo>
                    <a:pt x="1620" y="1025"/>
                    <a:pt x="1614" y="1031"/>
                    <a:pt x="1614" y="1038"/>
                  </a:cubicBezTo>
                  <a:cubicBezTo>
                    <a:pt x="1614" y="1045"/>
                    <a:pt x="1620" y="1050"/>
                    <a:pt x="1627" y="1050"/>
                  </a:cubicBezTo>
                  <a:cubicBezTo>
                    <a:pt x="1634" y="1050"/>
                    <a:pt x="1639" y="1045"/>
                    <a:pt x="1639" y="1038"/>
                  </a:cubicBezTo>
                  <a:cubicBezTo>
                    <a:pt x="1639" y="1031"/>
                    <a:pt x="1634" y="1025"/>
                    <a:pt x="1627" y="1025"/>
                  </a:cubicBezTo>
                  <a:close/>
                  <a:moveTo>
                    <a:pt x="1666" y="1025"/>
                  </a:moveTo>
                  <a:cubicBezTo>
                    <a:pt x="1659" y="1025"/>
                    <a:pt x="1653" y="1031"/>
                    <a:pt x="1653" y="1038"/>
                  </a:cubicBezTo>
                  <a:cubicBezTo>
                    <a:pt x="1653" y="1045"/>
                    <a:pt x="1659" y="1050"/>
                    <a:pt x="1666" y="1050"/>
                  </a:cubicBezTo>
                  <a:cubicBezTo>
                    <a:pt x="1673" y="1050"/>
                    <a:pt x="1679" y="1045"/>
                    <a:pt x="1679" y="1038"/>
                  </a:cubicBezTo>
                  <a:cubicBezTo>
                    <a:pt x="1679" y="1031"/>
                    <a:pt x="1673" y="1025"/>
                    <a:pt x="1666" y="1025"/>
                  </a:cubicBezTo>
                  <a:close/>
                  <a:moveTo>
                    <a:pt x="1705" y="1025"/>
                  </a:moveTo>
                  <a:cubicBezTo>
                    <a:pt x="1698" y="1025"/>
                    <a:pt x="1693" y="1031"/>
                    <a:pt x="1693" y="1038"/>
                  </a:cubicBezTo>
                  <a:cubicBezTo>
                    <a:pt x="1693" y="1045"/>
                    <a:pt x="1698" y="1050"/>
                    <a:pt x="1705" y="1050"/>
                  </a:cubicBezTo>
                  <a:cubicBezTo>
                    <a:pt x="1713" y="1050"/>
                    <a:pt x="1718" y="1045"/>
                    <a:pt x="1718" y="1038"/>
                  </a:cubicBezTo>
                  <a:cubicBezTo>
                    <a:pt x="1718" y="1031"/>
                    <a:pt x="1713" y="1025"/>
                    <a:pt x="1705" y="1025"/>
                  </a:cubicBezTo>
                  <a:close/>
                  <a:moveTo>
                    <a:pt x="1745" y="1025"/>
                  </a:moveTo>
                  <a:cubicBezTo>
                    <a:pt x="1738" y="1025"/>
                    <a:pt x="1732" y="1031"/>
                    <a:pt x="1732" y="1038"/>
                  </a:cubicBezTo>
                  <a:cubicBezTo>
                    <a:pt x="1732" y="1045"/>
                    <a:pt x="1738" y="1050"/>
                    <a:pt x="1745" y="1050"/>
                  </a:cubicBezTo>
                  <a:cubicBezTo>
                    <a:pt x="1752" y="1050"/>
                    <a:pt x="1758" y="1045"/>
                    <a:pt x="1758" y="1038"/>
                  </a:cubicBezTo>
                  <a:cubicBezTo>
                    <a:pt x="1758" y="1031"/>
                    <a:pt x="1752" y="1025"/>
                    <a:pt x="1745" y="1025"/>
                  </a:cubicBezTo>
                  <a:close/>
                  <a:moveTo>
                    <a:pt x="1784" y="1025"/>
                  </a:moveTo>
                  <a:cubicBezTo>
                    <a:pt x="1777" y="1025"/>
                    <a:pt x="1772" y="1031"/>
                    <a:pt x="1772" y="1038"/>
                  </a:cubicBezTo>
                  <a:cubicBezTo>
                    <a:pt x="1772" y="1045"/>
                    <a:pt x="1777" y="1050"/>
                    <a:pt x="1784" y="1050"/>
                  </a:cubicBezTo>
                  <a:cubicBezTo>
                    <a:pt x="1791" y="1050"/>
                    <a:pt x="1797" y="1045"/>
                    <a:pt x="1797" y="1038"/>
                  </a:cubicBezTo>
                  <a:cubicBezTo>
                    <a:pt x="1797" y="1031"/>
                    <a:pt x="1791" y="1025"/>
                    <a:pt x="1784" y="1025"/>
                  </a:cubicBezTo>
                  <a:close/>
                  <a:moveTo>
                    <a:pt x="1824" y="1050"/>
                  </a:moveTo>
                  <a:cubicBezTo>
                    <a:pt x="1831" y="1050"/>
                    <a:pt x="1836" y="1045"/>
                    <a:pt x="1836" y="1038"/>
                  </a:cubicBezTo>
                  <a:cubicBezTo>
                    <a:pt x="1836" y="1031"/>
                    <a:pt x="1831" y="1025"/>
                    <a:pt x="1824" y="1025"/>
                  </a:cubicBezTo>
                  <a:cubicBezTo>
                    <a:pt x="1817" y="1025"/>
                    <a:pt x="1811" y="1031"/>
                    <a:pt x="1811" y="1038"/>
                  </a:cubicBezTo>
                  <a:cubicBezTo>
                    <a:pt x="1811" y="1045"/>
                    <a:pt x="1817" y="1050"/>
                    <a:pt x="1824" y="1050"/>
                  </a:cubicBezTo>
                  <a:close/>
                  <a:moveTo>
                    <a:pt x="1863" y="1025"/>
                  </a:moveTo>
                  <a:cubicBezTo>
                    <a:pt x="1856" y="1025"/>
                    <a:pt x="1850" y="1031"/>
                    <a:pt x="1850" y="1038"/>
                  </a:cubicBezTo>
                  <a:cubicBezTo>
                    <a:pt x="1850" y="1045"/>
                    <a:pt x="1856" y="1050"/>
                    <a:pt x="1863" y="1050"/>
                  </a:cubicBezTo>
                  <a:cubicBezTo>
                    <a:pt x="1870" y="1050"/>
                    <a:pt x="1876" y="1045"/>
                    <a:pt x="1876" y="1038"/>
                  </a:cubicBezTo>
                  <a:cubicBezTo>
                    <a:pt x="1876" y="1031"/>
                    <a:pt x="1870" y="1025"/>
                    <a:pt x="1863" y="1025"/>
                  </a:cubicBezTo>
                  <a:close/>
                  <a:moveTo>
                    <a:pt x="1903" y="1025"/>
                  </a:moveTo>
                  <a:cubicBezTo>
                    <a:pt x="1896" y="1025"/>
                    <a:pt x="1890" y="1031"/>
                    <a:pt x="1890" y="1038"/>
                  </a:cubicBezTo>
                  <a:cubicBezTo>
                    <a:pt x="1890" y="1045"/>
                    <a:pt x="1896" y="1050"/>
                    <a:pt x="1903" y="1050"/>
                  </a:cubicBezTo>
                  <a:cubicBezTo>
                    <a:pt x="1910" y="1050"/>
                    <a:pt x="1915" y="1045"/>
                    <a:pt x="1915" y="1038"/>
                  </a:cubicBezTo>
                  <a:cubicBezTo>
                    <a:pt x="1915" y="1031"/>
                    <a:pt x="1910" y="1025"/>
                    <a:pt x="1903" y="1025"/>
                  </a:cubicBezTo>
                  <a:close/>
                  <a:moveTo>
                    <a:pt x="1942" y="1050"/>
                  </a:moveTo>
                  <a:cubicBezTo>
                    <a:pt x="1949" y="1050"/>
                    <a:pt x="1955" y="1045"/>
                    <a:pt x="1955" y="1038"/>
                  </a:cubicBezTo>
                  <a:cubicBezTo>
                    <a:pt x="1955" y="1031"/>
                    <a:pt x="1949" y="1025"/>
                    <a:pt x="1942" y="1025"/>
                  </a:cubicBezTo>
                  <a:cubicBezTo>
                    <a:pt x="1935" y="1025"/>
                    <a:pt x="1929" y="1031"/>
                    <a:pt x="1929" y="1038"/>
                  </a:cubicBezTo>
                  <a:cubicBezTo>
                    <a:pt x="1929" y="1045"/>
                    <a:pt x="1935" y="1050"/>
                    <a:pt x="1942" y="1050"/>
                  </a:cubicBezTo>
                  <a:close/>
                  <a:moveTo>
                    <a:pt x="1981" y="1025"/>
                  </a:moveTo>
                  <a:cubicBezTo>
                    <a:pt x="1974" y="1025"/>
                    <a:pt x="1969" y="1031"/>
                    <a:pt x="1969" y="1038"/>
                  </a:cubicBezTo>
                  <a:cubicBezTo>
                    <a:pt x="1969" y="1045"/>
                    <a:pt x="1974" y="1050"/>
                    <a:pt x="1981" y="1050"/>
                  </a:cubicBezTo>
                  <a:cubicBezTo>
                    <a:pt x="1988" y="1050"/>
                    <a:pt x="1994" y="1045"/>
                    <a:pt x="1994" y="1038"/>
                  </a:cubicBezTo>
                  <a:cubicBezTo>
                    <a:pt x="1994" y="1031"/>
                    <a:pt x="1988" y="1025"/>
                    <a:pt x="1981" y="1025"/>
                  </a:cubicBezTo>
                  <a:close/>
                  <a:moveTo>
                    <a:pt x="2021" y="1050"/>
                  </a:moveTo>
                  <a:cubicBezTo>
                    <a:pt x="2028" y="1050"/>
                    <a:pt x="2034" y="1045"/>
                    <a:pt x="2034" y="1038"/>
                  </a:cubicBezTo>
                  <a:cubicBezTo>
                    <a:pt x="2034" y="1031"/>
                    <a:pt x="2028" y="1025"/>
                    <a:pt x="2021" y="1025"/>
                  </a:cubicBezTo>
                  <a:cubicBezTo>
                    <a:pt x="2014" y="1025"/>
                    <a:pt x="2008" y="1031"/>
                    <a:pt x="2008" y="1038"/>
                  </a:cubicBezTo>
                  <a:cubicBezTo>
                    <a:pt x="2008" y="1045"/>
                    <a:pt x="2014" y="1050"/>
                    <a:pt x="2021" y="1050"/>
                  </a:cubicBezTo>
                  <a:close/>
                  <a:moveTo>
                    <a:pt x="2060" y="1050"/>
                  </a:moveTo>
                  <a:cubicBezTo>
                    <a:pt x="2067" y="1050"/>
                    <a:pt x="2073" y="1045"/>
                    <a:pt x="2073" y="1038"/>
                  </a:cubicBezTo>
                  <a:cubicBezTo>
                    <a:pt x="2073" y="1031"/>
                    <a:pt x="2067" y="1025"/>
                    <a:pt x="2060" y="1025"/>
                  </a:cubicBezTo>
                  <a:cubicBezTo>
                    <a:pt x="2053" y="1025"/>
                    <a:pt x="2048" y="1031"/>
                    <a:pt x="2048" y="1038"/>
                  </a:cubicBezTo>
                  <a:cubicBezTo>
                    <a:pt x="2048" y="1045"/>
                    <a:pt x="2053" y="1050"/>
                    <a:pt x="2060" y="1050"/>
                  </a:cubicBezTo>
                  <a:close/>
                  <a:moveTo>
                    <a:pt x="2100" y="1025"/>
                  </a:moveTo>
                  <a:cubicBezTo>
                    <a:pt x="2093" y="1025"/>
                    <a:pt x="2087" y="1031"/>
                    <a:pt x="2087" y="1038"/>
                  </a:cubicBezTo>
                  <a:cubicBezTo>
                    <a:pt x="2087" y="1045"/>
                    <a:pt x="2093" y="1050"/>
                    <a:pt x="2100" y="1050"/>
                  </a:cubicBezTo>
                  <a:cubicBezTo>
                    <a:pt x="2107" y="1050"/>
                    <a:pt x="2112" y="1045"/>
                    <a:pt x="2112" y="1038"/>
                  </a:cubicBezTo>
                  <a:cubicBezTo>
                    <a:pt x="2112" y="1031"/>
                    <a:pt x="2107" y="1025"/>
                    <a:pt x="2100" y="1025"/>
                  </a:cubicBezTo>
                  <a:close/>
                  <a:moveTo>
                    <a:pt x="2139" y="1050"/>
                  </a:moveTo>
                  <a:cubicBezTo>
                    <a:pt x="2146" y="1050"/>
                    <a:pt x="2152" y="1045"/>
                    <a:pt x="2152" y="1038"/>
                  </a:cubicBezTo>
                  <a:cubicBezTo>
                    <a:pt x="2152" y="1031"/>
                    <a:pt x="2146" y="1025"/>
                    <a:pt x="2139" y="1025"/>
                  </a:cubicBezTo>
                  <a:cubicBezTo>
                    <a:pt x="2132" y="1025"/>
                    <a:pt x="2126" y="1031"/>
                    <a:pt x="2126" y="1038"/>
                  </a:cubicBezTo>
                  <a:cubicBezTo>
                    <a:pt x="2126" y="1045"/>
                    <a:pt x="2132" y="1050"/>
                    <a:pt x="2139" y="1050"/>
                  </a:cubicBezTo>
                  <a:close/>
                  <a:moveTo>
                    <a:pt x="2179" y="1050"/>
                  </a:moveTo>
                  <a:cubicBezTo>
                    <a:pt x="2186" y="1050"/>
                    <a:pt x="2191" y="1045"/>
                    <a:pt x="2191" y="1038"/>
                  </a:cubicBezTo>
                  <a:cubicBezTo>
                    <a:pt x="2191" y="1031"/>
                    <a:pt x="2186" y="1025"/>
                    <a:pt x="2179" y="1025"/>
                  </a:cubicBezTo>
                  <a:cubicBezTo>
                    <a:pt x="2172" y="1025"/>
                    <a:pt x="2166" y="1031"/>
                    <a:pt x="2166" y="1038"/>
                  </a:cubicBezTo>
                  <a:cubicBezTo>
                    <a:pt x="2166" y="1045"/>
                    <a:pt x="2172" y="1050"/>
                    <a:pt x="2179" y="1050"/>
                  </a:cubicBezTo>
                  <a:close/>
                  <a:moveTo>
                    <a:pt x="2977" y="1038"/>
                  </a:moveTo>
                  <a:cubicBezTo>
                    <a:pt x="2977" y="1032"/>
                    <a:pt x="2973" y="1028"/>
                    <a:pt x="2967" y="1028"/>
                  </a:cubicBezTo>
                  <a:cubicBezTo>
                    <a:pt x="2962" y="1028"/>
                    <a:pt x="2957" y="1032"/>
                    <a:pt x="2957" y="1038"/>
                  </a:cubicBezTo>
                  <a:cubicBezTo>
                    <a:pt x="2957" y="1043"/>
                    <a:pt x="2962" y="1048"/>
                    <a:pt x="2967" y="1048"/>
                  </a:cubicBezTo>
                  <a:cubicBezTo>
                    <a:pt x="2973" y="1048"/>
                    <a:pt x="2977" y="1043"/>
                    <a:pt x="2977" y="1038"/>
                  </a:cubicBezTo>
                  <a:close/>
                  <a:moveTo>
                    <a:pt x="917" y="1090"/>
                  </a:moveTo>
                  <a:cubicBezTo>
                    <a:pt x="924" y="1090"/>
                    <a:pt x="930" y="1084"/>
                    <a:pt x="930" y="1077"/>
                  </a:cubicBezTo>
                  <a:cubicBezTo>
                    <a:pt x="930" y="1070"/>
                    <a:pt x="924" y="1064"/>
                    <a:pt x="917" y="1064"/>
                  </a:cubicBezTo>
                  <a:cubicBezTo>
                    <a:pt x="910" y="1064"/>
                    <a:pt x="904" y="1070"/>
                    <a:pt x="904" y="1077"/>
                  </a:cubicBezTo>
                  <a:cubicBezTo>
                    <a:pt x="904" y="1084"/>
                    <a:pt x="910" y="1090"/>
                    <a:pt x="917" y="1090"/>
                  </a:cubicBezTo>
                  <a:close/>
                  <a:moveTo>
                    <a:pt x="956" y="1090"/>
                  </a:moveTo>
                  <a:cubicBezTo>
                    <a:pt x="963" y="1090"/>
                    <a:pt x="969" y="1084"/>
                    <a:pt x="969" y="1077"/>
                  </a:cubicBezTo>
                  <a:cubicBezTo>
                    <a:pt x="969" y="1070"/>
                    <a:pt x="963" y="1064"/>
                    <a:pt x="956" y="1064"/>
                  </a:cubicBezTo>
                  <a:cubicBezTo>
                    <a:pt x="949" y="1064"/>
                    <a:pt x="944" y="1070"/>
                    <a:pt x="944" y="1077"/>
                  </a:cubicBezTo>
                  <a:cubicBezTo>
                    <a:pt x="944" y="1084"/>
                    <a:pt x="949" y="1090"/>
                    <a:pt x="956" y="1090"/>
                  </a:cubicBezTo>
                  <a:close/>
                  <a:moveTo>
                    <a:pt x="996" y="1090"/>
                  </a:moveTo>
                  <a:cubicBezTo>
                    <a:pt x="1003" y="1090"/>
                    <a:pt x="1009" y="1084"/>
                    <a:pt x="1009" y="1077"/>
                  </a:cubicBezTo>
                  <a:cubicBezTo>
                    <a:pt x="1009" y="1070"/>
                    <a:pt x="1003" y="1064"/>
                    <a:pt x="996" y="1064"/>
                  </a:cubicBezTo>
                  <a:cubicBezTo>
                    <a:pt x="989" y="1064"/>
                    <a:pt x="983" y="1070"/>
                    <a:pt x="983" y="1077"/>
                  </a:cubicBezTo>
                  <a:cubicBezTo>
                    <a:pt x="983" y="1084"/>
                    <a:pt x="989" y="1090"/>
                    <a:pt x="996" y="1090"/>
                  </a:cubicBezTo>
                  <a:close/>
                  <a:moveTo>
                    <a:pt x="1035" y="1090"/>
                  </a:moveTo>
                  <a:cubicBezTo>
                    <a:pt x="1042" y="1090"/>
                    <a:pt x="1048" y="1084"/>
                    <a:pt x="1048" y="1077"/>
                  </a:cubicBezTo>
                  <a:cubicBezTo>
                    <a:pt x="1048" y="1070"/>
                    <a:pt x="1042" y="1064"/>
                    <a:pt x="1035" y="1064"/>
                  </a:cubicBezTo>
                  <a:cubicBezTo>
                    <a:pt x="1028" y="1064"/>
                    <a:pt x="1023" y="1070"/>
                    <a:pt x="1023" y="1077"/>
                  </a:cubicBezTo>
                  <a:cubicBezTo>
                    <a:pt x="1023" y="1084"/>
                    <a:pt x="1028" y="1090"/>
                    <a:pt x="1035" y="1090"/>
                  </a:cubicBezTo>
                  <a:close/>
                  <a:moveTo>
                    <a:pt x="1075" y="1090"/>
                  </a:moveTo>
                  <a:cubicBezTo>
                    <a:pt x="1082" y="1090"/>
                    <a:pt x="1087" y="1084"/>
                    <a:pt x="1087" y="1077"/>
                  </a:cubicBezTo>
                  <a:cubicBezTo>
                    <a:pt x="1087" y="1070"/>
                    <a:pt x="1082" y="1064"/>
                    <a:pt x="1075" y="1064"/>
                  </a:cubicBezTo>
                  <a:cubicBezTo>
                    <a:pt x="1068" y="1064"/>
                    <a:pt x="1062" y="1070"/>
                    <a:pt x="1062" y="1077"/>
                  </a:cubicBezTo>
                  <a:cubicBezTo>
                    <a:pt x="1062" y="1084"/>
                    <a:pt x="1068" y="1090"/>
                    <a:pt x="1075" y="1090"/>
                  </a:cubicBezTo>
                  <a:close/>
                  <a:moveTo>
                    <a:pt x="1114" y="1090"/>
                  </a:moveTo>
                  <a:cubicBezTo>
                    <a:pt x="1121" y="1090"/>
                    <a:pt x="1127" y="1084"/>
                    <a:pt x="1127" y="1077"/>
                  </a:cubicBezTo>
                  <a:cubicBezTo>
                    <a:pt x="1127" y="1070"/>
                    <a:pt x="1121" y="1064"/>
                    <a:pt x="1114" y="1064"/>
                  </a:cubicBezTo>
                  <a:cubicBezTo>
                    <a:pt x="1107" y="1064"/>
                    <a:pt x="1101" y="1070"/>
                    <a:pt x="1101" y="1077"/>
                  </a:cubicBezTo>
                  <a:cubicBezTo>
                    <a:pt x="1101" y="1084"/>
                    <a:pt x="1107" y="1090"/>
                    <a:pt x="1114" y="1090"/>
                  </a:cubicBezTo>
                  <a:close/>
                  <a:moveTo>
                    <a:pt x="1154" y="1090"/>
                  </a:moveTo>
                  <a:cubicBezTo>
                    <a:pt x="1161" y="1090"/>
                    <a:pt x="1166" y="1084"/>
                    <a:pt x="1166" y="1077"/>
                  </a:cubicBezTo>
                  <a:cubicBezTo>
                    <a:pt x="1166" y="1070"/>
                    <a:pt x="1161" y="1064"/>
                    <a:pt x="1154" y="1064"/>
                  </a:cubicBezTo>
                  <a:cubicBezTo>
                    <a:pt x="1147" y="1064"/>
                    <a:pt x="1141" y="1070"/>
                    <a:pt x="1141" y="1077"/>
                  </a:cubicBezTo>
                  <a:cubicBezTo>
                    <a:pt x="1141" y="1084"/>
                    <a:pt x="1147" y="1090"/>
                    <a:pt x="1154" y="1090"/>
                  </a:cubicBezTo>
                  <a:close/>
                  <a:moveTo>
                    <a:pt x="1627" y="1064"/>
                  </a:moveTo>
                  <a:cubicBezTo>
                    <a:pt x="1620" y="1064"/>
                    <a:pt x="1614" y="1070"/>
                    <a:pt x="1614" y="1077"/>
                  </a:cubicBezTo>
                  <a:cubicBezTo>
                    <a:pt x="1614" y="1084"/>
                    <a:pt x="1620" y="1090"/>
                    <a:pt x="1627" y="1090"/>
                  </a:cubicBezTo>
                  <a:cubicBezTo>
                    <a:pt x="1634" y="1090"/>
                    <a:pt x="1639" y="1084"/>
                    <a:pt x="1639" y="1077"/>
                  </a:cubicBezTo>
                  <a:cubicBezTo>
                    <a:pt x="1639" y="1070"/>
                    <a:pt x="1634" y="1064"/>
                    <a:pt x="1627" y="1064"/>
                  </a:cubicBezTo>
                  <a:close/>
                  <a:moveTo>
                    <a:pt x="1666" y="1064"/>
                  </a:moveTo>
                  <a:cubicBezTo>
                    <a:pt x="1659" y="1064"/>
                    <a:pt x="1653" y="1070"/>
                    <a:pt x="1653" y="1077"/>
                  </a:cubicBezTo>
                  <a:cubicBezTo>
                    <a:pt x="1653" y="1084"/>
                    <a:pt x="1659" y="1090"/>
                    <a:pt x="1666" y="1090"/>
                  </a:cubicBezTo>
                  <a:cubicBezTo>
                    <a:pt x="1673" y="1090"/>
                    <a:pt x="1679" y="1084"/>
                    <a:pt x="1679" y="1077"/>
                  </a:cubicBezTo>
                  <a:cubicBezTo>
                    <a:pt x="1679" y="1070"/>
                    <a:pt x="1673" y="1064"/>
                    <a:pt x="1666" y="1064"/>
                  </a:cubicBezTo>
                  <a:close/>
                  <a:moveTo>
                    <a:pt x="1784" y="1064"/>
                  </a:moveTo>
                  <a:cubicBezTo>
                    <a:pt x="1777" y="1064"/>
                    <a:pt x="1772" y="1070"/>
                    <a:pt x="1772" y="1077"/>
                  </a:cubicBezTo>
                  <a:cubicBezTo>
                    <a:pt x="1772" y="1084"/>
                    <a:pt x="1777" y="1090"/>
                    <a:pt x="1784" y="1090"/>
                  </a:cubicBezTo>
                  <a:cubicBezTo>
                    <a:pt x="1791" y="1090"/>
                    <a:pt x="1797" y="1084"/>
                    <a:pt x="1797" y="1077"/>
                  </a:cubicBezTo>
                  <a:cubicBezTo>
                    <a:pt x="1797" y="1070"/>
                    <a:pt x="1791" y="1064"/>
                    <a:pt x="1784" y="1064"/>
                  </a:cubicBezTo>
                  <a:close/>
                  <a:moveTo>
                    <a:pt x="1824" y="1090"/>
                  </a:moveTo>
                  <a:cubicBezTo>
                    <a:pt x="1831" y="1090"/>
                    <a:pt x="1836" y="1084"/>
                    <a:pt x="1836" y="1077"/>
                  </a:cubicBezTo>
                  <a:cubicBezTo>
                    <a:pt x="1836" y="1070"/>
                    <a:pt x="1831" y="1064"/>
                    <a:pt x="1824" y="1064"/>
                  </a:cubicBezTo>
                  <a:cubicBezTo>
                    <a:pt x="1817" y="1064"/>
                    <a:pt x="1811" y="1070"/>
                    <a:pt x="1811" y="1077"/>
                  </a:cubicBezTo>
                  <a:cubicBezTo>
                    <a:pt x="1811" y="1084"/>
                    <a:pt x="1817" y="1090"/>
                    <a:pt x="1824" y="1090"/>
                  </a:cubicBezTo>
                  <a:close/>
                  <a:moveTo>
                    <a:pt x="1863" y="1090"/>
                  </a:moveTo>
                  <a:cubicBezTo>
                    <a:pt x="1870" y="1090"/>
                    <a:pt x="1876" y="1084"/>
                    <a:pt x="1876" y="1077"/>
                  </a:cubicBezTo>
                  <a:cubicBezTo>
                    <a:pt x="1876" y="1070"/>
                    <a:pt x="1870" y="1064"/>
                    <a:pt x="1863" y="1064"/>
                  </a:cubicBezTo>
                  <a:cubicBezTo>
                    <a:pt x="1856" y="1064"/>
                    <a:pt x="1850" y="1070"/>
                    <a:pt x="1850" y="1077"/>
                  </a:cubicBezTo>
                  <a:cubicBezTo>
                    <a:pt x="1850" y="1084"/>
                    <a:pt x="1856" y="1090"/>
                    <a:pt x="1863" y="1090"/>
                  </a:cubicBezTo>
                  <a:close/>
                  <a:moveTo>
                    <a:pt x="1903" y="1090"/>
                  </a:moveTo>
                  <a:cubicBezTo>
                    <a:pt x="1910" y="1090"/>
                    <a:pt x="1915" y="1084"/>
                    <a:pt x="1915" y="1077"/>
                  </a:cubicBezTo>
                  <a:cubicBezTo>
                    <a:pt x="1915" y="1070"/>
                    <a:pt x="1910" y="1064"/>
                    <a:pt x="1903" y="1064"/>
                  </a:cubicBezTo>
                  <a:cubicBezTo>
                    <a:pt x="1896" y="1064"/>
                    <a:pt x="1890" y="1070"/>
                    <a:pt x="1890" y="1077"/>
                  </a:cubicBezTo>
                  <a:cubicBezTo>
                    <a:pt x="1890" y="1084"/>
                    <a:pt x="1896" y="1090"/>
                    <a:pt x="1903" y="1090"/>
                  </a:cubicBezTo>
                  <a:close/>
                  <a:moveTo>
                    <a:pt x="1942" y="1090"/>
                  </a:moveTo>
                  <a:cubicBezTo>
                    <a:pt x="1949" y="1090"/>
                    <a:pt x="1955" y="1084"/>
                    <a:pt x="1955" y="1077"/>
                  </a:cubicBezTo>
                  <a:cubicBezTo>
                    <a:pt x="1955" y="1070"/>
                    <a:pt x="1949" y="1064"/>
                    <a:pt x="1942" y="1064"/>
                  </a:cubicBezTo>
                  <a:cubicBezTo>
                    <a:pt x="1935" y="1064"/>
                    <a:pt x="1929" y="1070"/>
                    <a:pt x="1929" y="1077"/>
                  </a:cubicBezTo>
                  <a:cubicBezTo>
                    <a:pt x="1929" y="1084"/>
                    <a:pt x="1935" y="1090"/>
                    <a:pt x="1942" y="1090"/>
                  </a:cubicBezTo>
                  <a:close/>
                  <a:moveTo>
                    <a:pt x="1981" y="1090"/>
                  </a:moveTo>
                  <a:cubicBezTo>
                    <a:pt x="1988" y="1090"/>
                    <a:pt x="1994" y="1084"/>
                    <a:pt x="1994" y="1077"/>
                  </a:cubicBezTo>
                  <a:cubicBezTo>
                    <a:pt x="1994" y="1070"/>
                    <a:pt x="1988" y="1064"/>
                    <a:pt x="1981" y="1064"/>
                  </a:cubicBezTo>
                  <a:cubicBezTo>
                    <a:pt x="1974" y="1064"/>
                    <a:pt x="1969" y="1070"/>
                    <a:pt x="1969" y="1077"/>
                  </a:cubicBezTo>
                  <a:cubicBezTo>
                    <a:pt x="1969" y="1084"/>
                    <a:pt x="1974" y="1090"/>
                    <a:pt x="1981" y="1090"/>
                  </a:cubicBezTo>
                  <a:close/>
                  <a:moveTo>
                    <a:pt x="2008" y="1077"/>
                  </a:moveTo>
                  <a:cubicBezTo>
                    <a:pt x="2008" y="1084"/>
                    <a:pt x="2014" y="1090"/>
                    <a:pt x="2021" y="1090"/>
                  </a:cubicBezTo>
                  <a:cubicBezTo>
                    <a:pt x="2028" y="1090"/>
                    <a:pt x="2034" y="1084"/>
                    <a:pt x="2034" y="1077"/>
                  </a:cubicBezTo>
                  <a:cubicBezTo>
                    <a:pt x="2034" y="1070"/>
                    <a:pt x="2028" y="1064"/>
                    <a:pt x="2021" y="1064"/>
                  </a:cubicBezTo>
                  <a:cubicBezTo>
                    <a:pt x="2014" y="1064"/>
                    <a:pt x="2008" y="1070"/>
                    <a:pt x="2008" y="1077"/>
                  </a:cubicBezTo>
                  <a:close/>
                  <a:moveTo>
                    <a:pt x="2060" y="1090"/>
                  </a:moveTo>
                  <a:cubicBezTo>
                    <a:pt x="2067" y="1090"/>
                    <a:pt x="2073" y="1084"/>
                    <a:pt x="2073" y="1077"/>
                  </a:cubicBezTo>
                  <a:cubicBezTo>
                    <a:pt x="2073" y="1070"/>
                    <a:pt x="2067" y="1064"/>
                    <a:pt x="2060" y="1064"/>
                  </a:cubicBezTo>
                  <a:cubicBezTo>
                    <a:pt x="2053" y="1064"/>
                    <a:pt x="2048" y="1070"/>
                    <a:pt x="2048" y="1077"/>
                  </a:cubicBezTo>
                  <a:cubicBezTo>
                    <a:pt x="2048" y="1084"/>
                    <a:pt x="2053" y="1090"/>
                    <a:pt x="2060" y="1090"/>
                  </a:cubicBezTo>
                  <a:close/>
                  <a:moveTo>
                    <a:pt x="2100" y="1090"/>
                  </a:moveTo>
                  <a:cubicBezTo>
                    <a:pt x="2107" y="1090"/>
                    <a:pt x="2112" y="1084"/>
                    <a:pt x="2112" y="1077"/>
                  </a:cubicBezTo>
                  <a:cubicBezTo>
                    <a:pt x="2112" y="1070"/>
                    <a:pt x="2107" y="1064"/>
                    <a:pt x="2100" y="1064"/>
                  </a:cubicBezTo>
                  <a:cubicBezTo>
                    <a:pt x="2093" y="1064"/>
                    <a:pt x="2087" y="1070"/>
                    <a:pt x="2087" y="1077"/>
                  </a:cubicBezTo>
                  <a:cubicBezTo>
                    <a:pt x="2087" y="1084"/>
                    <a:pt x="2093" y="1090"/>
                    <a:pt x="2100" y="1090"/>
                  </a:cubicBezTo>
                  <a:close/>
                  <a:moveTo>
                    <a:pt x="2139" y="1090"/>
                  </a:moveTo>
                  <a:cubicBezTo>
                    <a:pt x="2146" y="1090"/>
                    <a:pt x="2152" y="1084"/>
                    <a:pt x="2152" y="1077"/>
                  </a:cubicBezTo>
                  <a:cubicBezTo>
                    <a:pt x="2152" y="1070"/>
                    <a:pt x="2146" y="1064"/>
                    <a:pt x="2139" y="1064"/>
                  </a:cubicBezTo>
                  <a:cubicBezTo>
                    <a:pt x="2132" y="1064"/>
                    <a:pt x="2126" y="1070"/>
                    <a:pt x="2126" y="1077"/>
                  </a:cubicBezTo>
                  <a:cubicBezTo>
                    <a:pt x="2126" y="1084"/>
                    <a:pt x="2132" y="1090"/>
                    <a:pt x="2139" y="1090"/>
                  </a:cubicBezTo>
                  <a:close/>
                  <a:moveTo>
                    <a:pt x="2179" y="1064"/>
                  </a:moveTo>
                  <a:cubicBezTo>
                    <a:pt x="2172" y="1064"/>
                    <a:pt x="2166" y="1070"/>
                    <a:pt x="2166" y="1077"/>
                  </a:cubicBezTo>
                  <a:cubicBezTo>
                    <a:pt x="2166" y="1084"/>
                    <a:pt x="2172" y="1090"/>
                    <a:pt x="2179" y="1090"/>
                  </a:cubicBezTo>
                  <a:cubicBezTo>
                    <a:pt x="2186" y="1090"/>
                    <a:pt x="2191" y="1084"/>
                    <a:pt x="2191" y="1077"/>
                  </a:cubicBezTo>
                  <a:cubicBezTo>
                    <a:pt x="2191" y="1070"/>
                    <a:pt x="2186" y="1064"/>
                    <a:pt x="2179" y="1064"/>
                  </a:cubicBezTo>
                  <a:close/>
                  <a:moveTo>
                    <a:pt x="2730" y="1064"/>
                  </a:moveTo>
                  <a:cubicBezTo>
                    <a:pt x="2723" y="1064"/>
                    <a:pt x="2718" y="1070"/>
                    <a:pt x="2718" y="1077"/>
                  </a:cubicBezTo>
                  <a:cubicBezTo>
                    <a:pt x="2718" y="1084"/>
                    <a:pt x="2723" y="1090"/>
                    <a:pt x="2730" y="1090"/>
                  </a:cubicBezTo>
                  <a:cubicBezTo>
                    <a:pt x="2738" y="1090"/>
                    <a:pt x="2743" y="1084"/>
                    <a:pt x="2743" y="1077"/>
                  </a:cubicBezTo>
                  <a:cubicBezTo>
                    <a:pt x="2743" y="1070"/>
                    <a:pt x="2738" y="1064"/>
                    <a:pt x="2730" y="1064"/>
                  </a:cubicBezTo>
                  <a:close/>
                  <a:moveTo>
                    <a:pt x="2888" y="1090"/>
                  </a:moveTo>
                  <a:cubicBezTo>
                    <a:pt x="2895" y="1090"/>
                    <a:pt x="2901" y="1084"/>
                    <a:pt x="2901" y="1077"/>
                  </a:cubicBezTo>
                  <a:cubicBezTo>
                    <a:pt x="2901" y="1070"/>
                    <a:pt x="2895" y="1064"/>
                    <a:pt x="2888" y="1064"/>
                  </a:cubicBezTo>
                  <a:cubicBezTo>
                    <a:pt x="2881" y="1064"/>
                    <a:pt x="2875" y="1070"/>
                    <a:pt x="2875" y="1077"/>
                  </a:cubicBezTo>
                  <a:cubicBezTo>
                    <a:pt x="2875" y="1084"/>
                    <a:pt x="2881" y="1090"/>
                    <a:pt x="2888" y="1090"/>
                  </a:cubicBezTo>
                  <a:close/>
                  <a:moveTo>
                    <a:pt x="917" y="1129"/>
                  </a:moveTo>
                  <a:cubicBezTo>
                    <a:pt x="924" y="1129"/>
                    <a:pt x="930" y="1124"/>
                    <a:pt x="930" y="1117"/>
                  </a:cubicBezTo>
                  <a:cubicBezTo>
                    <a:pt x="930" y="1110"/>
                    <a:pt x="924" y="1104"/>
                    <a:pt x="917" y="1104"/>
                  </a:cubicBezTo>
                  <a:cubicBezTo>
                    <a:pt x="910" y="1104"/>
                    <a:pt x="904" y="1110"/>
                    <a:pt x="904" y="1117"/>
                  </a:cubicBezTo>
                  <a:cubicBezTo>
                    <a:pt x="904" y="1124"/>
                    <a:pt x="910" y="1129"/>
                    <a:pt x="917" y="1129"/>
                  </a:cubicBezTo>
                  <a:close/>
                  <a:moveTo>
                    <a:pt x="956" y="1129"/>
                  </a:moveTo>
                  <a:cubicBezTo>
                    <a:pt x="963" y="1129"/>
                    <a:pt x="969" y="1124"/>
                    <a:pt x="969" y="1117"/>
                  </a:cubicBezTo>
                  <a:cubicBezTo>
                    <a:pt x="969" y="1110"/>
                    <a:pt x="963" y="1104"/>
                    <a:pt x="956" y="1104"/>
                  </a:cubicBezTo>
                  <a:cubicBezTo>
                    <a:pt x="949" y="1104"/>
                    <a:pt x="944" y="1110"/>
                    <a:pt x="944" y="1117"/>
                  </a:cubicBezTo>
                  <a:cubicBezTo>
                    <a:pt x="944" y="1124"/>
                    <a:pt x="949" y="1129"/>
                    <a:pt x="956" y="1129"/>
                  </a:cubicBezTo>
                  <a:close/>
                  <a:moveTo>
                    <a:pt x="996" y="1129"/>
                  </a:moveTo>
                  <a:cubicBezTo>
                    <a:pt x="1003" y="1129"/>
                    <a:pt x="1009" y="1124"/>
                    <a:pt x="1009" y="1117"/>
                  </a:cubicBezTo>
                  <a:cubicBezTo>
                    <a:pt x="1009" y="1110"/>
                    <a:pt x="1003" y="1104"/>
                    <a:pt x="996" y="1104"/>
                  </a:cubicBezTo>
                  <a:cubicBezTo>
                    <a:pt x="989" y="1104"/>
                    <a:pt x="983" y="1110"/>
                    <a:pt x="983" y="1117"/>
                  </a:cubicBezTo>
                  <a:cubicBezTo>
                    <a:pt x="983" y="1124"/>
                    <a:pt x="989" y="1129"/>
                    <a:pt x="996" y="1129"/>
                  </a:cubicBezTo>
                  <a:close/>
                  <a:moveTo>
                    <a:pt x="1035" y="1129"/>
                  </a:moveTo>
                  <a:cubicBezTo>
                    <a:pt x="1042" y="1129"/>
                    <a:pt x="1048" y="1124"/>
                    <a:pt x="1048" y="1117"/>
                  </a:cubicBezTo>
                  <a:cubicBezTo>
                    <a:pt x="1048" y="1110"/>
                    <a:pt x="1042" y="1104"/>
                    <a:pt x="1035" y="1104"/>
                  </a:cubicBezTo>
                  <a:cubicBezTo>
                    <a:pt x="1028" y="1104"/>
                    <a:pt x="1023" y="1110"/>
                    <a:pt x="1023" y="1117"/>
                  </a:cubicBezTo>
                  <a:cubicBezTo>
                    <a:pt x="1023" y="1124"/>
                    <a:pt x="1028" y="1129"/>
                    <a:pt x="1035" y="1129"/>
                  </a:cubicBezTo>
                  <a:close/>
                  <a:moveTo>
                    <a:pt x="1075" y="1129"/>
                  </a:moveTo>
                  <a:cubicBezTo>
                    <a:pt x="1082" y="1129"/>
                    <a:pt x="1087" y="1124"/>
                    <a:pt x="1087" y="1117"/>
                  </a:cubicBezTo>
                  <a:cubicBezTo>
                    <a:pt x="1087" y="1110"/>
                    <a:pt x="1082" y="1104"/>
                    <a:pt x="1075" y="1104"/>
                  </a:cubicBezTo>
                  <a:cubicBezTo>
                    <a:pt x="1068" y="1104"/>
                    <a:pt x="1062" y="1110"/>
                    <a:pt x="1062" y="1117"/>
                  </a:cubicBezTo>
                  <a:cubicBezTo>
                    <a:pt x="1062" y="1124"/>
                    <a:pt x="1068" y="1129"/>
                    <a:pt x="1075" y="1129"/>
                  </a:cubicBezTo>
                  <a:close/>
                  <a:moveTo>
                    <a:pt x="1114" y="1129"/>
                  </a:moveTo>
                  <a:cubicBezTo>
                    <a:pt x="1121" y="1129"/>
                    <a:pt x="1127" y="1124"/>
                    <a:pt x="1127" y="1117"/>
                  </a:cubicBezTo>
                  <a:cubicBezTo>
                    <a:pt x="1127" y="1110"/>
                    <a:pt x="1121" y="1104"/>
                    <a:pt x="1114" y="1104"/>
                  </a:cubicBezTo>
                  <a:cubicBezTo>
                    <a:pt x="1107" y="1104"/>
                    <a:pt x="1101" y="1110"/>
                    <a:pt x="1101" y="1117"/>
                  </a:cubicBezTo>
                  <a:cubicBezTo>
                    <a:pt x="1101" y="1124"/>
                    <a:pt x="1107" y="1129"/>
                    <a:pt x="1114" y="1129"/>
                  </a:cubicBezTo>
                  <a:close/>
                  <a:moveTo>
                    <a:pt x="1154" y="1129"/>
                  </a:moveTo>
                  <a:cubicBezTo>
                    <a:pt x="1161" y="1129"/>
                    <a:pt x="1166" y="1124"/>
                    <a:pt x="1166" y="1117"/>
                  </a:cubicBezTo>
                  <a:cubicBezTo>
                    <a:pt x="1166" y="1110"/>
                    <a:pt x="1161" y="1104"/>
                    <a:pt x="1154" y="1104"/>
                  </a:cubicBezTo>
                  <a:cubicBezTo>
                    <a:pt x="1146" y="1104"/>
                    <a:pt x="1141" y="1110"/>
                    <a:pt x="1141" y="1117"/>
                  </a:cubicBezTo>
                  <a:cubicBezTo>
                    <a:pt x="1141" y="1124"/>
                    <a:pt x="1146" y="1129"/>
                    <a:pt x="1154" y="1129"/>
                  </a:cubicBezTo>
                  <a:close/>
                  <a:moveTo>
                    <a:pt x="1824" y="1104"/>
                  </a:moveTo>
                  <a:cubicBezTo>
                    <a:pt x="1817" y="1104"/>
                    <a:pt x="1811" y="1110"/>
                    <a:pt x="1811" y="1117"/>
                  </a:cubicBezTo>
                  <a:cubicBezTo>
                    <a:pt x="1811" y="1124"/>
                    <a:pt x="1817" y="1129"/>
                    <a:pt x="1824" y="1129"/>
                  </a:cubicBezTo>
                  <a:cubicBezTo>
                    <a:pt x="1831" y="1129"/>
                    <a:pt x="1836" y="1124"/>
                    <a:pt x="1836" y="1117"/>
                  </a:cubicBezTo>
                  <a:cubicBezTo>
                    <a:pt x="1836" y="1110"/>
                    <a:pt x="1831" y="1104"/>
                    <a:pt x="1824" y="1104"/>
                  </a:cubicBezTo>
                  <a:close/>
                  <a:moveTo>
                    <a:pt x="1863" y="1104"/>
                  </a:moveTo>
                  <a:cubicBezTo>
                    <a:pt x="1856" y="1104"/>
                    <a:pt x="1850" y="1110"/>
                    <a:pt x="1850" y="1117"/>
                  </a:cubicBezTo>
                  <a:cubicBezTo>
                    <a:pt x="1850" y="1124"/>
                    <a:pt x="1856" y="1129"/>
                    <a:pt x="1863" y="1129"/>
                  </a:cubicBezTo>
                  <a:cubicBezTo>
                    <a:pt x="1870" y="1129"/>
                    <a:pt x="1876" y="1124"/>
                    <a:pt x="1876" y="1117"/>
                  </a:cubicBezTo>
                  <a:cubicBezTo>
                    <a:pt x="1876" y="1110"/>
                    <a:pt x="1870" y="1104"/>
                    <a:pt x="1863" y="1104"/>
                  </a:cubicBezTo>
                  <a:close/>
                  <a:moveTo>
                    <a:pt x="1903" y="1104"/>
                  </a:moveTo>
                  <a:cubicBezTo>
                    <a:pt x="1896" y="1104"/>
                    <a:pt x="1890" y="1110"/>
                    <a:pt x="1890" y="1117"/>
                  </a:cubicBezTo>
                  <a:cubicBezTo>
                    <a:pt x="1890" y="1124"/>
                    <a:pt x="1896" y="1129"/>
                    <a:pt x="1903" y="1129"/>
                  </a:cubicBezTo>
                  <a:cubicBezTo>
                    <a:pt x="1910" y="1129"/>
                    <a:pt x="1915" y="1124"/>
                    <a:pt x="1915" y="1117"/>
                  </a:cubicBezTo>
                  <a:cubicBezTo>
                    <a:pt x="1915" y="1110"/>
                    <a:pt x="1910" y="1104"/>
                    <a:pt x="1903" y="1104"/>
                  </a:cubicBezTo>
                  <a:close/>
                  <a:moveTo>
                    <a:pt x="1942" y="1129"/>
                  </a:moveTo>
                  <a:cubicBezTo>
                    <a:pt x="1949" y="1129"/>
                    <a:pt x="1955" y="1124"/>
                    <a:pt x="1955" y="1117"/>
                  </a:cubicBezTo>
                  <a:cubicBezTo>
                    <a:pt x="1955" y="1110"/>
                    <a:pt x="1949" y="1104"/>
                    <a:pt x="1942" y="1104"/>
                  </a:cubicBezTo>
                  <a:cubicBezTo>
                    <a:pt x="1935" y="1104"/>
                    <a:pt x="1929" y="1110"/>
                    <a:pt x="1929" y="1117"/>
                  </a:cubicBezTo>
                  <a:cubicBezTo>
                    <a:pt x="1929" y="1124"/>
                    <a:pt x="1935" y="1129"/>
                    <a:pt x="1942" y="1129"/>
                  </a:cubicBezTo>
                  <a:close/>
                  <a:moveTo>
                    <a:pt x="1981" y="1104"/>
                  </a:moveTo>
                  <a:cubicBezTo>
                    <a:pt x="1974" y="1104"/>
                    <a:pt x="1969" y="1110"/>
                    <a:pt x="1969" y="1117"/>
                  </a:cubicBezTo>
                  <a:cubicBezTo>
                    <a:pt x="1969" y="1124"/>
                    <a:pt x="1974" y="1129"/>
                    <a:pt x="1981" y="1129"/>
                  </a:cubicBezTo>
                  <a:cubicBezTo>
                    <a:pt x="1988" y="1129"/>
                    <a:pt x="1994" y="1124"/>
                    <a:pt x="1994" y="1117"/>
                  </a:cubicBezTo>
                  <a:cubicBezTo>
                    <a:pt x="1994" y="1110"/>
                    <a:pt x="1988" y="1104"/>
                    <a:pt x="1981" y="1104"/>
                  </a:cubicBezTo>
                  <a:close/>
                  <a:moveTo>
                    <a:pt x="2021" y="1129"/>
                  </a:moveTo>
                  <a:cubicBezTo>
                    <a:pt x="2028" y="1129"/>
                    <a:pt x="2034" y="1124"/>
                    <a:pt x="2034" y="1117"/>
                  </a:cubicBezTo>
                  <a:cubicBezTo>
                    <a:pt x="2034" y="1110"/>
                    <a:pt x="2028" y="1104"/>
                    <a:pt x="2021" y="1104"/>
                  </a:cubicBezTo>
                  <a:cubicBezTo>
                    <a:pt x="2014" y="1104"/>
                    <a:pt x="2008" y="1110"/>
                    <a:pt x="2008" y="1117"/>
                  </a:cubicBezTo>
                  <a:cubicBezTo>
                    <a:pt x="2008" y="1124"/>
                    <a:pt x="2014" y="1129"/>
                    <a:pt x="2021" y="1129"/>
                  </a:cubicBezTo>
                  <a:close/>
                  <a:moveTo>
                    <a:pt x="2060" y="1129"/>
                  </a:moveTo>
                  <a:cubicBezTo>
                    <a:pt x="2067" y="1129"/>
                    <a:pt x="2073" y="1124"/>
                    <a:pt x="2073" y="1117"/>
                  </a:cubicBezTo>
                  <a:cubicBezTo>
                    <a:pt x="2073" y="1110"/>
                    <a:pt x="2067" y="1104"/>
                    <a:pt x="2060" y="1104"/>
                  </a:cubicBezTo>
                  <a:cubicBezTo>
                    <a:pt x="2053" y="1104"/>
                    <a:pt x="2048" y="1110"/>
                    <a:pt x="2048" y="1117"/>
                  </a:cubicBezTo>
                  <a:cubicBezTo>
                    <a:pt x="2048" y="1124"/>
                    <a:pt x="2053" y="1129"/>
                    <a:pt x="2060" y="1129"/>
                  </a:cubicBezTo>
                  <a:close/>
                  <a:moveTo>
                    <a:pt x="2100" y="1129"/>
                  </a:moveTo>
                  <a:cubicBezTo>
                    <a:pt x="2107" y="1129"/>
                    <a:pt x="2112" y="1124"/>
                    <a:pt x="2112" y="1117"/>
                  </a:cubicBezTo>
                  <a:cubicBezTo>
                    <a:pt x="2112" y="1110"/>
                    <a:pt x="2107" y="1104"/>
                    <a:pt x="2100" y="1104"/>
                  </a:cubicBezTo>
                  <a:cubicBezTo>
                    <a:pt x="2093" y="1104"/>
                    <a:pt x="2087" y="1110"/>
                    <a:pt x="2087" y="1117"/>
                  </a:cubicBezTo>
                  <a:cubicBezTo>
                    <a:pt x="2087" y="1124"/>
                    <a:pt x="2093" y="1129"/>
                    <a:pt x="2100" y="1129"/>
                  </a:cubicBezTo>
                  <a:close/>
                  <a:moveTo>
                    <a:pt x="2139" y="1129"/>
                  </a:moveTo>
                  <a:cubicBezTo>
                    <a:pt x="2146" y="1129"/>
                    <a:pt x="2152" y="1124"/>
                    <a:pt x="2152" y="1117"/>
                  </a:cubicBezTo>
                  <a:cubicBezTo>
                    <a:pt x="2152" y="1110"/>
                    <a:pt x="2146" y="1104"/>
                    <a:pt x="2139" y="1104"/>
                  </a:cubicBezTo>
                  <a:cubicBezTo>
                    <a:pt x="2132" y="1104"/>
                    <a:pt x="2126" y="1110"/>
                    <a:pt x="2126" y="1117"/>
                  </a:cubicBezTo>
                  <a:cubicBezTo>
                    <a:pt x="2126" y="1124"/>
                    <a:pt x="2132" y="1129"/>
                    <a:pt x="2139" y="1129"/>
                  </a:cubicBezTo>
                  <a:close/>
                  <a:moveTo>
                    <a:pt x="2730" y="1104"/>
                  </a:moveTo>
                  <a:cubicBezTo>
                    <a:pt x="2723" y="1104"/>
                    <a:pt x="2718" y="1110"/>
                    <a:pt x="2718" y="1117"/>
                  </a:cubicBezTo>
                  <a:cubicBezTo>
                    <a:pt x="2718" y="1124"/>
                    <a:pt x="2723" y="1129"/>
                    <a:pt x="2730" y="1129"/>
                  </a:cubicBezTo>
                  <a:cubicBezTo>
                    <a:pt x="2738" y="1129"/>
                    <a:pt x="2743" y="1124"/>
                    <a:pt x="2743" y="1117"/>
                  </a:cubicBezTo>
                  <a:cubicBezTo>
                    <a:pt x="2743" y="1110"/>
                    <a:pt x="2738" y="1104"/>
                    <a:pt x="2730" y="1104"/>
                  </a:cubicBezTo>
                  <a:close/>
                  <a:moveTo>
                    <a:pt x="2809" y="1104"/>
                  </a:moveTo>
                  <a:cubicBezTo>
                    <a:pt x="2802" y="1104"/>
                    <a:pt x="2797" y="1110"/>
                    <a:pt x="2797" y="1117"/>
                  </a:cubicBezTo>
                  <a:cubicBezTo>
                    <a:pt x="2797" y="1124"/>
                    <a:pt x="2802" y="1129"/>
                    <a:pt x="2809" y="1129"/>
                  </a:cubicBezTo>
                  <a:cubicBezTo>
                    <a:pt x="2816" y="1129"/>
                    <a:pt x="2822" y="1124"/>
                    <a:pt x="2822" y="1117"/>
                  </a:cubicBezTo>
                  <a:cubicBezTo>
                    <a:pt x="2822" y="1110"/>
                    <a:pt x="2816" y="1104"/>
                    <a:pt x="2809" y="1104"/>
                  </a:cubicBezTo>
                  <a:close/>
                  <a:moveTo>
                    <a:pt x="2849" y="1104"/>
                  </a:moveTo>
                  <a:cubicBezTo>
                    <a:pt x="2842" y="1104"/>
                    <a:pt x="2836" y="1110"/>
                    <a:pt x="2836" y="1117"/>
                  </a:cubicBezTo>
                  <a:cubicBezTo>
                    <a:pt x="2836" y="1124"/>
                    <a:pt x="2842" y="1129"/>
                    <a:pt x="2849" y="1129"/>
                  </a:cubicBezTo>
                  <a:cubicBezTo>
                    <a:pt x="2856" y="1129"/>
                    <a:pt x="2862" y="1124"/>
                    <a:pt x="2862" y="1117"/>
                  </a:cubicBezTo>
                  <a:cubicBezTo>
                    <a:pt x="2862" y="1110"/>
                    <a:pt x="2856" y="1104"/>
                    <a:pt x="2849" y="1104"/>
                  </a:cubicBezTo>
                  <a:close/>
                  <a:moveTo>
                    <a:pt x="2888" y="1129"/>
                  </a:moveTo>
                  <a:cubicBezTo>
                    <a:pt x="2895" y="1129"/>
                    <a:pt x="2901" y="1124"/>
                    <a:pt x="2901" y="1117"/>
                  </a:cubicBezTo>
                  <a:cubicBezTo>
                    <a:pt x="2901" y="1110"/>
                    <a:pt x="2895" y="1104"/>
                    <a:pt x="2888" y="1104"/>
                  </a:cubicBezTo>
                  <a:cubicBezTo>
                    <a:pt x="2881" y="1104"/>
                    <a:pt x="2875" y="1110"/>
                    <a:pt x="2875" y="1117"/>
                  </a:cubicBezTo>
                  <a:cubicBezTo>
                    <a:pt x="2875" y="1124"/>
                    <a:pt x="2881" y="1129"/>
                    <a:pt x="2888" y="1129"/>
                  </a:cubicBezTo>
                  <a:close/>
                  <a:moveTo>
                    <a:pt x="2919" y="1117"/>
                  </a:moveTo>
                  <a:cubicBezTo>
                    <a:pt x="2919" y="1121"/>
                    <a:pt x="2923" y="1125"/>
                    <a:pt x="2928" y="1125"/>
                  </a:cubicBezTo>
                  <a:cubicBezTo>
                    <a:pt x="2932" y="1125"/>
                    <a:pt x="2936" y="1121"/>
                    <a:pt x="2936" y="1117"/>
                  </a:cubicBezTo>
                  <a:cubicBezTo>
                    <a:pt x="2936" y="1112"/>
                    <a:pt x="2932" y="1108"/>
                    <a:pt x="2928" y="1108"/>
                  </a:cubicBezTo>
                  <a:cubicBezTo>
                    <a:pt x="2923" y="1108"/>
                    <a:pt x="2919" y="1112"/>
                    <a:pt x="2919" y="1117"/>
                  </a:cubicBezTo>
                  <a:close/>
                  <a:moveTo>
                    <a:pt x="882" y="1156"/>
                  </a:moveTo>
                  <a:cubicBezTo>
                    <a:pt x="882" y="1154"/>
                    <a:pt x="880" y="1152"/>
                    <a:pt x="878" y="1152"/>
                  </a:cubicBezTo>
                  <a:cubicBezTo>
                    <a:pt x="875" y="1152"/>
                    <a:pt x="873" y="1154"/>
                    <a:pt x="873" y="1156"/>
                  </a:cubicBezTo>
                  <a:cubicBezTo>
                    <a:pt x="873" y="1158"/>
                    <a:pt x="875" y="1160"/>
                    <a:pt x="878" y="1160"/>
                  </a:cubicBezTo>
                  <a:cubicBezTo>
                    <a:pt x="880" y="1160"/>
                    <a:pt x="882" y="1158"/>
                    <a:pt x="882" y="1156"/>
                  </a:cubicBezTo>
                  <a:close/>
                  <a:moveTo>
                    <a:pt x="917" y="1169"/>
                  </a:moveTo>
                  <a:cubicBezTo>
                    <a:pt x="924" y="1169"/>
                    <a:pt x="930" y="1163"/>
                    <a:pt x="930" y="1156"/>
                  </a:cubicBezTo>
                  <a:cubicBezTo>
                    <a:pt x="930" y="1149"/>
                    <a:pt x="924" y="1143"/>
                    <a:pt x="917" y="1143"/>
                  </a:cubicBezTo>
                  <a:cubicBezTo>
                    <a:pt x="910" y="1143"/>
                    <a:pt x="904" y="1149"/>
                    <a:pt x="904" y="1156"/>
                  </a:cubicBezTo>
                  <a:cubicBezTo>
                    <a:pt x="904" y="1163"/>
                    <a:pt x="910" y="1169"/>
                    <a:pt x="917" y="1169"/>
                  </a:cubicBezTo>
                  <a:close/>
                  <a:moveTo>
                    <a:pt x="956" y="1169"/>
                  </a:moveTo>
                  <a:cubicBezTo>
                    <a:pt x="963" y="1169"/>
                    <a:pt x="969" y="1163"/>
                    <a:pt x="969" y="1156"/>
                  </a:cubicBezTo>
                  <a:cubicBezTo>
                    <a:pt x="969" y="1149"/>
                    <a:pt x="963" y="1143"/>
                    <a:pt x="956" y="1143"/>
                  </a:cubicBezTo>
                  <a:cubicBezTo>
                    <a:pt x="949" y="1143"/>
                    <a:pt x="944" y="1149"/>
                    <a:pt x="944" y="1156"/>
                  </a:cubicBezTo>
                  <a:cubicBezTo>
                    <a:pt x="944" y="1163"/>
                    <a:pt x="949" y="1169"/>
                    <a:pt x="956" y="1169"/>
                  </a:cubicBezTo>
                  <a:close/>
                  <a:moveTo>
                    <a:pt x="996" y="1169"/>
                  </a:moveTo>
                  <a:cubicBezTo>
                    <a:pt x="1003" y="1169"/>
                    <a:pt x="1009" y="1163"/>
                    <a:pt x="1009" y="1156"/>
                  </a:cubicBezTo>
                  <a:cubicBezTo>
                    <a:pt x="1009" y="1149"/>
                    <a:pt x="1003" y="1143"/>
                    <a:pt x="996" y="1143"/>
                  </a:cubicBezTo>
                  <a:cubicBezTo>
                    <a:pt x="989" y="1143"/>
                    <a:pt x="983" y="1149"/>
                    <a:pt x="983" y="1156"/>
                  </a:cubicBezTo>
                  <a:cubicBezTo>
                    <a:pt x="983" y="1163"/>
                    <a:pt x="989" y="1169"/>
                    <a:pt x="996" y="1169"/>
                  </a:cubicBezTo>
                  <a:close/>
                  <a:moveTo>
                    <a:pt x="1035" y="1169"/>
                  </a:moveTo>
                  <a:cubicBezTo>
                    <a:pt x="1042" y="1169"/>
                    <a:pt x="1048" y="1163"/>
                    <a:pt x="1048" y="1156"/>
                  </a:cubicBezTo>
                  <a:cubicBezTo>
                    <a:pt x="1048" y="1149"/>
                    <a:pt x="1042" y="1143"/>
                    <a:pt x="1035" y="1143"/>
                  </a:cubicBezTo>
                  <a:cubicBezTo>
                    <a:pt x="1028" y="1143"/>
                    <a:pt x="1023" y="1149"/>
                    <a:pt x="1023" y="1156"/>
                  </a:cubicBezTo>
                  <a:cubicBezTo>
                    <a:pt x="1023" y="1163"/>
                    <a:pt x="1028" y="1169"/>
                    <a:pt x="1035" y="1169"/>
                  </a:cubicBezTo>
                  <a:close/>
                  <a:moveTo>
                    <a:pt x="1075" y="1169"/>
                  </a:moveTo>
                  <a:cubicBezTo>
                    <a:pt x="1082" y="1169"/>
                    <a:pt x="1087" y="1163"/>
                    <a:pt x="1087" y="1156"/>
                  </a:cubicBezTo>
                  <a:cubicBezTo>
                    <a:pt x="1087" y="1149"/>
                    <a:pt x="1082" y="1143"/>
                    <a:pt x="1075" y="1143"/>
                  </a:cubicBezTo>
                  <a:cubicBezTo>
                    <a:pt x="1068" y="1143"/>
                    <a:pt x="1062" y="1149"/>
                    <a:pt x="1062" y="1156"/>
                  </a:cubicBezTo>
                  <a:cubicBezTo>
                    <a:pt x="1062" y="1163"/>
                    <a:pt x="1068" y="1169"/>
                    <a:pt x="1075" y="1169"/>
                  </a:cubicBezTo>
                  <a:close/>
                  <a:moveTo>
                    <a:pt x="1114" y="1169"/>
                  </a:moveTo>
                  <a:cubicBezTo>
                    <a:pt x="1121" y="1169"/>
                    <a:pt x="1127" y="1163"/>
                    <a:pt x="1127" y="1156"/>
                  </a:cubicBezTo>
                  <a:cubicBezTo>
                    <a:pt x="1127" y="1149"/>
                    <a:pt x="1121" y="1143"/>
                    <a:pt x="1114" y="1143"/>
                  </a:cubicBezTo>
                  <a:cubicBezTo>
                    <a:pt x="1107" y="1143"/>
                    <a:pt x="1101" y="1149"/>
                    <a:pt x="1101" y="1156"/>
                  </a:cubicBezTo>
                  <a:cubicBezTo>
                    <a:pt x="1101" y="1163"/>
                    <a:pt x="1107" y="1169"/>
                    <a:pt x="1114" y="1169"/>
                  </a:cubicBezTo>
                  <a:close/>
                  <a:moveTo>
                    <a:pt x="1154" y="1169"/>
                  </a:moveTo>
                  <a:cubicBezTo>
                    <a:pt x="1161" y="1169"/>
                    <a:pt x="1166" y="1163"/>
                    <a:pt x="1166" y="1156"/>
                  </a:cubicBezTo>
                  <a:cubicBezTo>
                    <a:pt x="1166" y="1149"/>
                    <a:pt x="1161" y="1143"/>
                    <a:pt x="1154" y="1143"/>
                  </a:cubicBezTo>
                  <a:cubicBezTo>
                    <a:pt x="1146" y="1143"/>
                    <a:pt x="1141" y="1149"/>
                    <a:pt x="1141" y="1156"/>
                  </a:cubicBezTo>
                  <a:cubicBezTo>
                    <a:pt x="1141" y="1163"/>
                    <a:pt x="1146" y="1169"/>
                    <a:pt x="1154" y="1169"/>
                  </a:cubicBezTo>
                  <a:close/>
                  <a:moveTo>
                    <a:pt x="1193" y="1169"/>
                  </a:moveTo>
                  <a:cubicBezTo>
                    <a:pt x="1200" y="1169"/>
                    <a:pt x="1206" y="1163"/>
                    <a:pt x="1206" y="1156"/>
                  </a:cubicBezTo>
                  <a:cubicBezTo>
                    <a:pt x="1206" y="1149"/>
                    <a:pt x="1200" y="1143"/>
                    <a:pt x="1193" y="1143"/>
                  </a:cubicBezTo>
                  <a:cubicBezTo>
                    <a:pt x="1186" y="1143"/>
                    <a:pt x="1180" y="1149"/>
                    <a:pt x="1180" y="1156"/>
                  </a:cubicBezTo>
                  <a:cubicBezTo>
                    <a:pt x="1180" y="1163"/>
                    <a:pt x="1186" y="1169"/>
                    <a:pt x="1193" y="1169"/>
                  </a:cubicBezTo>
                  <a:close/>
                  <a:moveTo>
                    <a:pt x="1232" y="1169"/>
                  </a:moveTo>
                  <a:cubicBezTo>
                    <a:pt x="1239" y="1169"/>
                    <a:pt x="1245" y="1163"/>
                    <a:pt x="1245" y="1156"/>
                  </a:cubicBezTo>
                  <a:cubicBezTo>
                    <a:pt x="1245" y="1149"/>
                    <a:pt x="1239" y="1143"/>
                    <a:pt x="1232" y="1143"/>
                  </a:cubicBezTo>
                  <a:cubicBezTo>
                    <a:pt x="1225" y="1143"/>
                    <a:pt x="1220" y="1149"/>
                    <a:pt x="1220" y="1156"/>
                  </a:cubicBezTo>
                  <a:cubicBezTo>
                    <a:pt x="1220" y="1163"/>
                    <a:pt x="1225" y="1169"/>
                    <a:pt x="1232" y="1169"/>
                  </a:cubicBezTo>
                  <a:close/>
                  <a:moveTo>
                    <a:pt x="1824" y="1169"/>
                  </a:moveTo>
                  <a:cubicBezTo>
                    <a:pt x="1831" y="1169"/>
                    <a:pt x="1836" y="1163"/>
                    <a:pt x="1836" y="1156"/>
                  </a:cubicBezTo>
                  <a:cubicBezTo>
                    <a:pt x="1836" y="1149"/>
                    <a:pt x="1831" y="1143"/>
                    <a:pt x="1824" y="1143"/>
                  </a:cubicBezTo>
                  <a:cubicBezTo>
                    <a:pt x="1817" y="1143"/>
                    <a:pt x="1811" y="1149"/>
                    <a:pt x="1811" y="1156"/>
                  </a:cubicBezTo>
                  <a:cubicBezTo>
                    <a:pt x="1811" y="1163"/>
                    <a:pt x="1817" y="1169"/>
                    <a:pt x="1824" y="1169"/>
                  </a:cubicBezTo>
                  <a:close/>
                  <a:moveTo>
                    <a:pt x="1863" y="1169"/>
                  </a:moveTo>
                  <a:cubicBezTo>
                    <a:pt x="1870" y="1169"/>
                    <a:pt x="1876" y="1163"/>
                    <a:pt x="1876" y="1156"/>
                  </a:cubicBezTo>
                  <a:cubicBezTo>
                    <a:pt x="1876" y="1149"/>
                    <a:pt x="1870" y="1143"/>
                    <a:pt x="1863" y="1143"/>
                  </a:cubicBezTo>
                  <a:cubicBezTo>
                    <a:pt x="1856" y="1143"/>
                    <a:pt x="1850" y="1149"/>
                    <a:pt x="1850" y="1156"/>
                  </a:cubicBezTo>
                  <a:cubicBezTo>
                    <a:pt x="1850" y="1163"/>
                    <a:pt x="1856" y="1169"/>
                    <a:pt x="1863" y="1169"/>
                  </a:cubicBezTo>
                  <a:close/>
                  <a:moveTo>
                    <a:pt x="1903" y="1169"/>
                  </a:moveTo>
                  <a:cubicBezTo>
                    <a:pt x="1910" y="1169"/>
                    <a:pt x="1915" y="1163"/>
                    <a:pt x="1915" y="1156"/>
                  </a:cubicBezTo>
                  <a:cubicBezTo>
                    <a:pt x="1915" y="1149"/>
                    <a:pt x="1910" y="1143"/>
                    <a:pt x="1903" y="1143"/>
                  </a:cubicBezTo>
                  <a:cubicBezTo>
                    <a:pt x="1896" y="1143"/>
                    <a:pt x="1890" y="1149"/>
                    <a:pt x="1890" y="1156"/>
                  </a:cubicBezTo>
                  <a:cubicBezTo>
                    <a:pt x="1890" y="1163"/>
                    <a:pt x="1896" y="1169"/>
                    <a:pt x="1903" y="1169"/>
                  </a:cubicBezTo>
                  <a:close/>
                  <a:moveTo>
                    <a:pt x="1942" y="1169"/>
                  </a:moveTo>
                  <a:cubicBezTo>
                    <a:pt x="1949" y="1169"/>
                    <a:pt x="1955" y="1163"/>
                    <a:pt x="1955" y="1156"/>
                  </a:cubicBezTo>
                  <a:cubicBezTo>
                    <a:pt x="1955" y="1149"/>
                    <a:pt x="1949" y="1143"/>
                    <a:pt x="1942" y="1143"/>
                  </a:cubicBezTo>
                  <a:cubicBezTo>
                    <a:pt x="1935" y="1143"/>
                    <a:pt x="1929" y="1149"/>
                    <a:pt x="1929" y="1156"/>
                  </a:cubicBezTo>
                  <a:cubicBezTo>
                    <a:pt x="1929" y="1163"/>
                    <a:pt x="1935" y="1169"/>
                    <a:pt x="1942" y="1169"/>
                  </a:cubicBezTo>
                  <a:close/>
                  <a:moveTo>
                    <a:pt x="1981" y="1169"/>
                  </a:moveTo>
                  <a:cubicBezTo>
                    <a:pt x="1988" y="1169"/>
                    <a:pt x="1994" y="1163"/>
                    <a:pt x="1994" y="1156"/>
                  </a:cubicBezTo>
                  <a:cubicBezTo>
                    <a:pt x="1994" y="1149"/>
                    <a:pt x="1988" y="1143"/>
                    <a:pt x="1981" y="1143"/>
                  </a:cubicBezTo>
                  <a:cubicBezTo>
                    <a:pt x="1974" y="1143"/>
                    <a:pt x="1969" y="1149"/>
                    <a:pt x="1969" y="1156"/>
                  </a:cubicBezTo>
                  <a:cubicBezTo>
                    <a:pt x="1969" y="1163"/>
                    <a:pt x="1974" y="1169"/>
                    <a:pt x="1981" y="1169"/>
                  </a:cubicBezTo>
                  <a:close/>
                  <a:moveTo>
                    <a:pt x="2021" y="1169"/>
                  </a:moveTo>
                  <a:cubicBezTo>
                    <a:pt x="2028" y="1169"/>
                    <a:pt x="2034" y="1163"/>
                    <a:pt x="2034" y="1156"/>
                  </a:cubicBezTo>
                  <a:cubicBezTo>
                    <a:pt x="2034" y="1149"/>
                    <a:pt x="2028" y="1143"/>
                    <a:pt x="2021" y="1143"/>
                  </a:cubicBezTo>
                  <a:cubicBezTo>
                    <a:pt x="2014" y="1143"/>
                    <a:pt x="2008" y="1149"/>
                    <a:pt x="2008" y="1156"/>
                  </a:cubicBezTo>
                  <a:cubicBezTo>
                    <a:pt x="2008" y="1163"/>
                    <a:pt x="2014" y="1169"/>
                    <a:pt x="2021" y="1169"/>
                  </a:cubicBezTo>
                  <a:close/>
                  <a:moveTo>
                    <a:pt x="2060" y="1169"/>
                  </a:moveTo>
                  <a:cubicBezTo>
                    <a:pt x="2067" y="1169"/>
                    <a:pt x="2073" y="1163"/>
                    <a:pt x="2073" y="1156"/>
                  </a:cubicBezTo>
                  <a:cubicBezTo>
                    <a:pt x="2073" y="1149"/>
                    <a:pt x="2067" y="1143"/>
                    <a:pt x="2060" y="1143"/>
                  </a:cubicBezTo>
                  <a:cubicBezTo>
                    <a:pt x="2053" y="1143"/>
                    <a:pt x="2048" y="1149"/>
                    <a:pt x="2048" y="1156"/>
                  </a:cubicBezTo>
                  <a:cubicBezTo>
                    <a:pt x="2048" y="1163"/>
                    <a:pt x="2053" y="1169"/>
                    <a:pt x="2060" y="1169"/>
                  </a:cubicBezTo>
                  <a:close/>
                  <a:moveTo>
                    <a:pt x="2100" y="1143"/>
                  </a:moveTo>
                  <a:cubicBezTo>
                    <a:pt x="2093" y="1143"/>
                    <a:pt x="2087" y="1149"/>
                    <a:pt x="2087" y="1156"/>
                  </a:cubicBezTo>
                  <a:cubicBezTo>
                    <a:pt x="2087" y="1163"/>
                    <a:pt x="2093" y="1169"/>
                    <a:pt x="2100" y="1169"/>
                  </a:cubicBezTo>
                  <a:cubicBezTo>
                    <a:pt x="2107" y="1169"/>
                    <a:pt x="2112" y="1163"/>
                    <a:pt x="2112" y="1156"/>
                  </a:cubicBezTo>
                  <a:cubicBezTo>
                    <a:pt x="2112" y="1149"/>
                    <a:pt x="2107" y="1143"/>
                    <a:pt x="2100" y="1143"/>
                  </a:cubicBezTo>
                  <a:close/>
                  <a:moveTo>
                    <a:pt x="2730" y="1143"/>
                  </a:moveTo>
                  <a:cubicBezTo>
                    <a:pt x="2723" y="1143"/>
                    <a:pt x="2718" y="1149"/>
                    <a:pt x="2718" y="1156"/>
                  </a:cubicBezTo>
                  <a:cubicBezTo>
                    <a:pt x="2718" y="1163"/>
                    <a:pt x="2723" y="1169"/>
                    <a:pt x="2730" y="1169"/>
                  </a:cubicBezTo>
                  <a:cubicBezTo>
                    <a:pt x="2738" y="1169"/>
                    <a:pt x="2743" y="1163"/>
                    <a:pt x="2743" y="1156"/>
                  </a:cubicBezTo>
                  <a:cubicBezTo>
                    <a:pt x="2743" y="1149"/>
                    <a:pt x="2738" y="1143"/>
                    <a:pt x="2730" y="1143"/>
                  </a:cubicBezTo>
                  <a:close/>
                  <a:moveTo>
                    <a:pt x="2849" y="1143"/>
                  </a:moveTo>
                  <a:cubicBezTo>
                    <a:pt x="2842" y="1143"/>
                    <a:pt x="2836" y="1149"/>
                    <a:pt x="2836" y="1156"/>
                  </a:cubicBezTo>
                  <a:cubicBezTo>
                    <a:pt x="2836" y="1163"/>
                    <a:pt x="2842" y="1169"/>
                    <a:pt x="2849" y="1169"/>
                  </a:cubicBezTo>
                  <a:cubicBezTo>
                    <a:pt x="2856" y="1169"/>
                    <a:pt x="2862" y="1163"/>
                    <a:pt x="2862" y="1156"/>
                  </a:cubicBezTo>
                  <a:cubicBezTo>
                    <a:pt x="2862" y="1149"/>
                    <a:pt x="2856" y="1143"/>
                    <a:pt x="2849" y="1143"/>
                  </a:cubicBezTo>
                  <a:close/>
                  <a:moveTo>
                    <a:pt x="2928" y="1169"/>
                  </a:moveTo>
                  <a:cubicBezTo>
                    <a:pt x="2935" y="1169"/>
                    <a:pt x="2940" y="1163"/>
                    <a:pt x="2940" y="1156"/>
                  </a:cubicBezTo>
                  <a:cubicBezTo>
                    <a:pt x="2940" y="1149"/>
                    <a:pt x="2935" y="1143"/>
                    <a:pt x="2928" y="1143"/>
                  </a:cubicBezTo>
                  <a:cubicBezTo>
                    <a:pt x="2921" y="1143"/>
                    <a:pt x="2915" y="1149"/>
                    <a:pt x="2915" y="1156"/>
                  </a:cubicBezTo>
                  <a:cubicBezTo>
                    <a:pt x="2915" y="1163"/>
                    <a:pt x="2921" y="1169"/>
                    <a:pt x="2928" y="1169"/>
                  </a:cubicBezTo>
                  <a:close/>
                  <a:moveTo>
                    <a:pt x="3046" y="1144"/>
                  </a:moveTo>
                  <a:cubicBezTo>
                    <a:pt x="3039" y="1144"/>
                    <a:pt x="3034" y="1149"/>
                    <a:pt x="3034" y="1156"/>
                  </a:cubicBezTo>
                  <a:cubicBezTo>
                    <a:pt x="3034" y="1163"/>
                    <a:pt x="3039" y="1168"/>
                    <a:pt x="3046" y="1168"/>
                  </a:cubicBezTo>
                  <a:cubicBezTo>
                    <a:pt x="3053" y="1168"/>
                    <a:pt x="3058" y="1163"/>
                    <a:pt x="3058" y="1156"/>
                  </a:cubicBezTo>
                  <a:cubicBezTo>
                    <a:pt x="3058" y="1149"/>
                    <a:pt x="3053" y="1144"/>
                    <a:pt x="3046" y="1144"/>
                  </a:cubicBezTo>
                  <a:close/>
                  <a:moveTo>
                    <a:pt x="3085" y="1169"/>
                  </a:moveTo>
                  <a:cubicBezTo>
                    <a:pt x="3092" y="1169"/>
                    <a:pt x="3098" y="1163"/>
                    <a:pt x="3098" y="1156"/>
                  </a:cubicBezTo>
                  <a:cubicBezTo>
                    <a:pt x="3098" y="1149"/>
                    <a:pt x="3092" y="1143"/>
                    <a:pt x="3085" y="1143"/>
                  </a:cubicBezTo>
                  <a:cubicBezTo>
                    <a:pt x="3078" y="1143"/>
                    <a:pt x="3073" y="1149"/>
                    <a:pt x="3073" y="1156"/>
                  </a:cubicBezTo>
                  <a:cubicBezTo>
                    <a:pt x="3073" y="1163"/>
                    <a:pt x="3078" y="1169"/>
                    <a:pt x="3085" y="1169"/>
                  </a:cubicBezTo>
                  <a:close/>
                  <a:moveTo>
                    <a:pt x="3125" y="1167"/>
                  </a:moveTo>
                  <a:cubicBezTo>
                    <a:pt x="3131" y="1167"/>
                    <a:pt x="3136" y="1162"/>
                    <a:pt x="3136" y="1156"/>
                  </a:cubicBezTo>
                  <a:cubicBezTo>
                    <a:pt x="3136" y="1150"/>
                    <a:pt x="3131" y="1145"/>
                    <a:pt x="3125" y="1145"/>
                  </a:cubicBezTo>
                  <a:cubicBezTo>
                    <a:pt x="3118" y="1145"/>
                    <a:pt x="3113" y="1150"/>
                    <a:pt x="3113" y="1156"/>
                  </a:cubicBezTo>
                  <a:cubicBezTo>
                    <a:pt x="3113" y="1162"/>
                    <a:pt x="3118" y="1167"/>
                    <a:pt x="3125" y="1167"/>
                  </a:cubicBezTo>
                  <a:close/>
                  <a:moveTo>
                    <a:pt x="878" y="1188"/>
                  </a:moveTo>
                  <a:cubicBezTo>
                    <a:pt x="873" y="1188"/>
                    <a:pt x="870" y="1191"/>
                    <a:pt x="870" y="1195"/>
                  </a:cubicBezTo>
                  <a:cubicBezTo>
                    <a:pt x="870" y="1199"/>
                    <a:pt x="873" y="1203"/>
                    <a:pt x="878" y="1203"/>
                  </a:cubicBezTo>
                  <a:cubicBezTo>
                    <a:pt x="882" y="1203"/>
                    <a:pt x="885" y="1199"/>
                    <a:pt x="885" y="1195"/>
                  </a:cubicBezTo>
                  <a:cubicBezTo>
                    <a:pt x="885" y="1191"/>
                    <a:pt x="882" y="1188"/>
                    <a:pt x="878" y="1188"/>
                  </a:cubicBezTo>
                  <a:close/>
                  <a:moveTo>
                    <a:pt x="917" y="1183"/>
                  </a:moveTo>
                  <a:cubicBezTo>
                    <a:pt x="910" y="1183"/>
                    <a:pt x="904" y="1188"/>
                    <a:pt x="904" y="1195"/>
                  </a:cubicBezTo>
                  <a:cubicBezTo>
                    <a:pt x="904" y="1202"/>
                    <a:pt x="910" y="1208"/>
                    <a:pt x="917" y="1208"/>
                  </a:cubicBezTo>
                  <a:cubicBezTo>
                    <a:pt x="924" y="1208"/>
                    <a:pt x="930" y="1202"/>
                    <a:pt x="930" y="1195"/>
                  </a:cubicBezTo>
                  <a:cubicBezTo>
                    <a:pt x="930" y="1188"/>
                    <a:pt x="924" y="1183"/>
                    <a:pt x="917" y="1183"/>
                  </a:cubicBezTo>
                  <a:close/>
                  <a:moveTo>
                    <a:pt x="956" y="1183"/>
                  </a:moveTo>
                  <a:cubicBezTo>
                    <a:pt x="949" y="1183"/>
                    <a:pt x="944" y="1188"/>
                    <a:pt x="944" y="1195"/>
                  </a:cubicBezTo>
                  <a:cubicBezTo>
                    <a:pt x="944" y="1202"/>
                    <a:pt x="949" y="1208"/>
                    <a:pt x="956" y="1208"/>
                  </a:cubicBezTo>
                  <a:cubicBezTo>
                    <a:pt x="963" y="1208"/>
                    <a:pt x="969" y="1202"/>
                    <a:pt x="969" y="1195"/>
                  </a:cubicBezTo>
                  <a:cubicBezTo>
                    <a:pt x="969" y="1188"/>
                    <a:pt x="963" y="1183"/>
                    <a:pt x="956" y="1183"/>
                  </a:cubicBezTo>
                  <a:close/>
                  <a:moveTo>
                    <a:pt x="996" y="1208"/>
                  </a:moveTo>
                  <a:cubicBezTo>
                    <a:pt x="1003" y="1208"/>
                    <a:pt x="1009" y="1202"/>
                    <a:pt x="1009" y="1195"/>
                  </a:cubicBezTo>
                  <a:cubicBezTo>
                    <a:pt x="1009" y="1188"/>
                    <a:pt x="1003" y="1183"/>
                    <a:pt x="996" y="1183"/>
                  </a:cubicBezTo>
                  <a:cubicBezTo>
                    <a:pt x="989" y="1183"/>
                    <a:pt x="983" y="1188"/>
                    <a:pt x="983" y="1195"/>
                  </a:cubicBezTo>
                  <a:cubicBezTo>
                    <a:pt x="983" y="1202"/>
                    <a:pt x="989" y="1208"/>
                    <a:pt x="996" y="1208"/>
                  </a:cubicBezTo>
                  <a:close/>
                  <a:moveTo>
                    <a:pt x="1035" y="1208"/>
                  </a:moveTo>
                  <a:cubicBezTo>
                    <a:pt x="1042" y="1208"/>
                    <a:pt x="1048" y="1202"/>
                    <a:pt x="1048" y="1195"/>
                  </a:cubicBezTo>
                  <a:cubicBezTo>
                    <a:pt x="1048" y="1188"/>
                    <a:pt x="1042" y="1183"/>
                    <a:pt x="1035" y="1183"/>
                  </a:cubicBezTo>
                  <a:cubicBezTo>
                    <a:pt x="1028" y="1183"/>
                    <a:pt x="1023" y="1188"/>
                    <a:pt x="1023" y="1195"/>
                  </a:cubicBezTo>
                  <a:cubicBezTo>
                    <a:pt x="1023" y="1202"/>
                    <a:pt x="1028" y="1208"/>
                    <a:pt x="1035" y="1208"/>
                  </a:cubicBezTo>
                  <a:close/>
                  <a:moveTo>
                    <a:pt x="1075" y="1208"/>
                  </a:moveTo>
                  <a:cubicBezTo>
                    <a:pt x="1082" y="1208"/>
                    <a:pt x="1087" y="1202"/>
                    <a:pt x="1087" y="1195"/>
                  </a:cubicBezTo>
                  <a:cubicBezTo>
                    <a:pt x="1087" y="1188"/>
                    <a:pt x="1082" y="1183"/>
                    <a:pt x="1075" y="1183"/>
                  </a:cubicBezTo>
                  <a:cubicBezTo>
                    <a:pt x="1068" y="1183"/>
                    <a:pt x="1062" y="1188"/>
                    <a:pt x="1062" y="1195"/>
                  </a:cubicBezTo>
                  <a:cubicBezTo>
                    <a:pt x="1062" y="1202"/>
                    <a:pt x="1068" y="1208"/>
                    <a:pt x="1075" y="1208"/>
                  </a:cubicBezTo>
                  <a:close/>
                  <a:moveTo>
                    <a:pt x="1114" y="1183"/>
                  </a:moveTo>
                  <a:cubicBezTo>
                    <a:pt x="1107" y="1183"/>
                    <a:pt x="1101" y="1188"/>
                    <a:pt x="1101" y="1195"/>
                  </a:cubicBezTo>
                  <a:cubicBezTo>
                    <a:pt x="1101" y="1202"/>
                    <a:pt x="1107" y="1208"/>
                    <a:pt x="1114" y="1208"/>
                  </a:cubicBezTo>
                  <a:cubicBezTo>
                    <a:pt x="1121" y="1208"/>
                    <a:pt x="1127" y="1202"/>
                    <a:pt x="1127" y="1195"/>
                  </a:cubicBezTo>
                  <a:cubicBezTo>
                    <a:pt x="1127" y="1188"/>
                    <a:pt x="1121" y="1183"/>
                    <a:pt x="1114" y="1183"/>
                  </a:cubicBezTo>
                  <a:close/>
                  <a:moveTo>
                    <a:pt x="1154" y="1183"/>
                  </a:moveTo>
                  <a:cubicBezTo>
                    <a:pt x="1146" y="1183"/>
                    <a:pt x="1141" y="1188"/>
                    <a:pt x="1141" y="1195"/>
                  </a:cubicBezTo>
                  <a:cubicBezTo>
                    <a:pt x="1141" y="1202"/>
                    <a:pt x="1146" y="1208"/>
                    <a:pt x="1154" y="1208"/>
                  </a:cubicBezTo>
                  <a:cubicBezTo>
                    <a:pt x="1161" y="1208"/>
                    <a:pt x="1166" y="1202"/>
                    <a:pt x="1166" y="1195"/>
                  </a:cubicBezTo>
                  <a:cubicBezTo>
                    <a:pt x="1166" y="1188"/>
                    <a:pt x="1161" y="1183"/>
                    <a:pt x="1154" y="1183"/>
                  </a:cubicBezTo>
                  <a:close/>
                  <a:moveTo>
                    <a:pt x="1193" y="1183"/>
                  </a:moveTo>
                  <a:cubicBezTo>
                    <a:pt x="1186" y="1183"/>
                    <a:pt x="1180" y="1188"/>
                    <a:pt x="1180" y="1195"/>
                  </a:cubicBezTo>
                  <a:cubicBezTo>
                    <a:pt x="1180" y="1202"/>
                    <a:pt x="1186" y="1208"/>
                    <a:pt x="1193" y="1208"/>
                  </a:cubicBezTo>
                  <a:cubicBezTo>
                    <a:pt x="1200" y="1208"/>
                    <a:pt x="1206" y="1202"/>
                    <a:pt x="1206" y="1195"/>
                  </a:cubicBezTo>
                  <a:cubicBezTo>
                    <a:pt x="1206" y="1188"/>
                    <a:pt x="1200" y="1183"/>
                    <a:pt x="1193" y="1183"/>
                  </a:cubicBezTo>
                  <a:close/>
                  <a:moveTo>
                    <a:pt x="1232" y="1183"/>
                  </a:moveTo>
                  <a:cubicBezTo>
                    <a:pt x="1225" y="1183"/>
                    <a:pt x="1220" y="1188"/>
                    <a:pt x="1220" y="1195"/>
                  </a:cubicBezTo>
                  <a:cubicBezTo>
                    <a:pt x="1220" y="1202"/>
                    <a:pt x="1225" y="1208"/>
                    <a:pt x="1232" y="1208"/>
                  </a:cubicBezTo>
                  <a:cubicBezTo>
                    <a:pt x="1239" y="1208"/>
                    <a:pt x="1245" y="1202"/>
                    <a:pt x="1245" y="1195"/>
                  </a:cubicBezTo>
                  <a:cubicBezTo>
                    <a:pt x="1245" y="1188"/>
                    <a:pt x="1239" y="1183"/>
                    <a:pt x="1232" y="1183"/>
                  </a:cubicBezTo>
                  <a:close/>
                  <a:moveTo>
                    <a:pt x="1272" y="1208"/>
                  </a:moveTo>
                  <a:cubicBezTo>
                    <a:pt x="1279" y="1208"/>
                    <a:pt x="1285" y="1202"/>
                    <a:pt x="1285" y="1195"/>
                  </a:cubicBezTo>
                  <a:cubicBezTo>
                    <a:pt x="1285" y="1188"/>
                    <a:pt x="1279" y="1183"/>
                    <a:pt x="1272" y="1183"/>
                  </a:cubicBezTo>
                  <a:cubicBezTo>
                    <a:pt x="1265" y="1183"/>
                    <a:pt x="1259" y="1188"/>
                    <a:pt x="1259" y="1195"/>
                  </a:cubicBezTo>
                  <a:cubicBezTo>
                    <a:pt x="1259" y="1202"/>
                    <a:pt x="1265" y="1208"/>
                    <a:pt x="1272" y="1208"/>
                  </a:cubicBezTo>
                  <a:close/>
                  <a:moveTo>
                    <a:pt x="1311" y="1183"/>
                  </a:moveTo>
                  <a:cubicBezTo>
                    <a:pt x="1304" y="1183"/>
                    <a:pt x="1298" y="1188"/>
                    <a:pt x="1298" y="1195"/>
                  </a:cubicBezTo>
                  <a:cubicBezTo>
                    <a:pt x="1298" y="1202"/>
                    <a:pt x="1304" y="1208"/>
                    <a:pt x="1311" y="1208"/>
                  </a:cubicBezTo>
                  <a:cubicBezTo>
                    <a:pt x="1318" y="1208"/>
                    <a:pt x="1324" y="1202"/>
                    <a:pt x="1324" y="1195"/>
                  </a:cubicBezTo>
                  <a:cubicBezTo>
                    <a:pt x="1324" y="1188"/>
                    <a:pt x="1318" y="1183"/>
                    <a:pt x="1311" y="1183"/>
                  </a:cubicBezTo>
                  <a:close/>
                  <a:moveTo>
                    <a:pt x="1824" y="1183"/>
                  </a:moveTo>
                  <a:cubicBezTo>
                    <a:pt x="1817" y="1183"/>
                    <a:pt x="1811" y="1188"/>
                    <a:pt x="1811" y="1195"/>
                  </a:cubicBezTo>
                  <a:cubicBezTo>
                    <a:pt x="1811" y="1202"/>
                    <a:pt x="1817" y="1208"/>
                    <a:pt x="1824" y="1208"/>
                  </a:cubicBezTo>
                  <a:cubicBezTo>
                    <a:pt x="1831" y="1208"/>
                    <a:pt x="1836" y="1202"/>
                    <a:pt x="1836" y="1195"/>
                  </a:cubicBezTo>
                  <a:cubicBezTo>
                    <a:pt x="1836" y="1188"/>
                    <a:pt x="1831" y="1183"/>
                    <a:pt x="1824" y="1183"/>
                  </a:cubicBezTo>
                  <a:close/>
                  <a:moveTo>
                    <a:pt x="1863" y="1208"/>
                  </a:moveTo>
                  <a:cubicBezTo>
                    <a:pt x="1870" y="1208"/>
                    <a:pt x="1876" y="1202"/>
                    <a:pt x="1876" y="1195"/>
                  </a:cubicBezTo>
                  <a:cubicBezTo>
                    <a:pt x="1876" y="1188"/>
                    <a:pt x="1870" y="1183"/>
                    <a:pt x="1863" y="1183"/>
                  </a:cubicBezTo>
                  <a:cubicBezTo>
                    <a:pt x="1856" y="1183"/>
                    <a:pt x="1850" y="1188"/>
                    <a:pt x="1850" y="1195"/>
                  </a:cubicBezTo>
                  <a:cubicBezTo>
                    <a:pt x="1850" y="1202"/>
                    <a:pt x="1856" y="1208"/>
                    <a:pt x="1863" y="1208"/>
                  </a:cubicBezTo>
                  <a:close/>
                  <a:moveTo>
                    <a:pt x="1903" y="1183"/>
                  </a:moveTo>
                  <a:cubicBezTo>
                    <a:pt x="1896" y="1183"/>
                    <a:pt x="1890" y="1188"/>
                    <a:pt x="1890" y="1195"/>
                  </a:cubicBezTo>
                  <a:cubicBezTo>
                    <a:pt x="1890" y="1202"/>
                    <a:pt x="1896" y="1208"/>
                    <a:pt x="1903" y="1208"/>
                  </a:cubicBezTo>
                  <a:cubicBezTo>
                    <a:pt x="1910" y="1208"/>
                    <a:pt x="1915" y="1202"/>
                    <a:pt x="1915" y="1195"/>
                  </a:cubicBezTo>
                  <a:cubicBezTo>
                    <a:pt x="1915" y="1188"/>
                    <a:pt x="1910" y="1183"/>
                    <a:pt x="1903" y="1183"/>
                  </a:cubicBezTo>
                  <a:close/>
                  <a:moveTo>
                    <a:pt x="1942" y="1183"/>
                  </a:moveTo>
                  <a:cubicBezTo>
                    <a:pt x="1935" y="1183"/>
                    <a:pt x="1929" y="1188"/>
                    <a:pt x="1929" y="1195"/>
                  </a:cubicBezTo>
                  <a:cubicBezTo>
                    <a:pt x="1929" y="1202"/>
                    <a:pt x="1935" y="1208"/>
                    <a:pt x="1942" y="1208"/>
                  </a:cubicBezTo>
                  <a:cubicBezTo>
                    <a:pt x="1949" y="1208"/>
                    <a:pt x="1955" y="1202"/>
                    <a:pt x="1955" y="1195"/>
                  </a:cubicBezTo>
                  <a:cubicBezTo>
                    <a:pt x="1955" y="1188"/>
                    <a:pt x="1949" y="1183"/>
                    <a:pt x="1942" y="1183"/>
                  </a:cubicBezTo>
                  <a:close/>
                  <a:moveTo>
                    <a:pt x="1981" y="1183"/>
                  </a:moveTo>
                  <a:cubicBezTo>
                    <a:pt x="1974" y="1183"/>
                    <a:pt x="1969" y="1188"/>
                    <a:pt x="1969" y="1195"/>
                  </a:cubicBezTo>
                  <a:cubicBezTo>
                    <a:pt x="1969" y="1202"/>
                    <a:pt x="1974" y="1208"/>
                    <a:pt x="1981" y="1208"/>
                  </a:cubicBezTo>
                  <a:cubicBezTo>
                    <a:pt x="1988" y="1208"/>
                    <a:pt x="1994" y="1202"/>
                    <a:pt x="1994" y="1195"/>
                  </a:cubicBezTo>
                  <a:cubicBezTo>
                    <a:pt x="1994" y="1188"/>
                    <a:pt x="1988" y="1183"/>
                    <a:pt x="1981" y="1183"/>
                  </a:cubicBezTo>
                  <a:close/>
                  <a:moveTo>
                    <a:pt x="2021" y="1183"/>
                  </a:moveTo>
                  <a:cubicBezTo>
                    <a:pt x="2014" y="1183"/>
                    <a:pt x="2008" y="1188"/>
                    <a:pt x="2008" y="1195"/>
                  </a:cubicBezTo>
                  <a:cubicBezTo>
                    <a:pt x="2008" y="1202"/>
                    <a:pt x="2014" y="1208"/>
                    <a:pt x="2021" y="1208"/>
                  </a:cubicBezTo>
                  <a:cubicBezTo>
                    <a:pt x="2028" y="1208"/>
                    <a:pt x="2034" y="1202"/>
                    <a:pt x="2034" y="1195"/>
                  </a:cubicBezTo>
                  <a:cubicBezTo>
                    <a:pt x="2034" y="1188"/>
                    <a:pt x="2028" y="1183"/>
                    <a:pt x="2021" y="1183"/>
                  </a:cubicBezTo>
                  <a:close/>
                  <a:moveTo>
                    <a:pt x="2060" y="1183"/>
                  </a:moveTo>
                  <a:cubicBezTo>
                    <a:pt x="2053" y="1183"/>
                    <a:pt x="2048" y="1188"/>
                    <a:pt x="2048" y="1195"/>
                  </a:cubicBezTo>
                  <a:cubicBezTo>
                    <a:pt x="2048" y="1202"/>
                    <a:pt x="2053" y="1208"/>
                    <a:pt x="2060" y="1208"/>
                  </a:cubicBezTo>
                  <a:cubicBezTo>
                    <a:pt x="2067" y="1208"/>
                    <a:pt x="2073" y="1202"/>
                    <a:pt x="2073" y="1195"/>
                  </a:cubicBezTo>
                  <a:cubicBezTo>
                    <a:pt x="2073" y="1188"/>
                    <a:pt x="2067" y="1183"/>
                    <a:pt x="2060" y="1183"/>
                  </a:cubicBezTo>
                  <a:close/>
                  <a:moveTo>
                    <a:pt x="2770" y="1183"/>
                  </a:moveTo>
                  <a:cubicBezTo>
                    <a:pt x="2763" y="1183"/>
                    <a:pt x="2757" y="1188"/>
                    <a:pt x="2757" y="1195"/>
                  </a:cubicBezTo>
                  <a:cubicBezTo>
                    <a:pt x="2757" y="1202"/>
                    <a:pt x="2763" y="1208"/>
                    <a:pt x="2770" y="1208"/>
                  </a:cubicBezTo>
                  <a:cubicBezTo>
                    <a:pt x="2777" y="1208"/>
                    <a:pt x="2783" y="1202"/>
                    <a:pt x="2783" y="1195"/>
                  </a:cubicBezTo>
                  <a:cubicBezTo>
                    <a:pt x="2783" y="1188"/>
                    <a:pt x="2777" y="1183"/>
                    <a:pt x="2770" y="1183"/>
                  </a:cubicBezTo>
                  <a:close/>
                  <a:moveTo>
                    <a:pt x="3125" y="1208"/>
                  </a:moveTo>
                  <a:cubicBezTo>
                    <a:pt x="3132" y="1208"/>
                    <a:pt x="3137" y="1202"/>
                    <a:pt x="3137" y="1195"/>
                  </a:cubicBezTo>
                  <a:cubicBezTo>
                    <a:pt x="3137" y="1188"/>
                    <a:pt x="3132" y="1183"/>
                    <a:pt x="3125" y="1183"/>
                  </a:cubicBezTo>
                  <a:cubicBezTo>
                    <a:pt x="3118" y="1183"/>
                    <a:pt x="3112" y="1188"/>
                    <a:pt x="3112" y="1195"/>
                  </a:cubicBezTo>
                  <a:cubicBezTo>
                    <a:pt x="3112" y="1202"/>
                    <a:pt x="3118" y="1208"/>
                    <a:pt x="3125" y="1208"/>
                  </a:cubicBezTo>
                  <a:close/>
                  <a:moveTo>
                    <a:pt x="3164" y="1208"/>
                  </a:moveTo>
                  <a:cubicBezTo>
                    <a:pt x="3171" y="1208"/>
                    <a:pt x="3177" y="1202"/>
                    <a:pt x="3177" y="1195"/>
                  </a:cubicBezTo>
                  <a:cubicBezTo>
                    <a:pt x="3177" y="1188"/>
                    <a:pt x="3171" y="1183"/>
                    <a:pt x="3164" y="1183"/>
                  </a:cubicBezTo>
                  <a:cubicBezTo>
                    <a:pt x="3157" y="1183"/>
                    <a:pt x="3151" y="1188"/>
                    <a:pt x="3151" y="1195"/>
                  </a:cubicBezTo>
                  <a:cubicBezTo>
                    <a:pt x="3151" y="1202"/>
                    <a:pt x="3157" y="1208"/>
                    <a:pt x="3164" y="1208"/>
                  </a:cubicBezTo>
                  <a:close/>
                  <a:moveTo>
                    <a:pt x="917" y="1222"/>
                  </a:moveTo>
                  <a:cubicBezTo>
                    <a:pt x="910" y="1222"/>
                    <a:pt x="904" y="1228"/>
                    <a:pt x="904" y="1235"/>
                  </a:cubicBezTo>
                  <a:cubicBezTo>
                    <a:pt x="904" y="1242"/>
                    <a:pt x="910" y="1248"/>
                    <a:pt x="917" y="1248"/>
                  </a:cubicBezTo>
                  <a:cubicBezTo>
                    <a:pt x="924" y="1248"/>
                    <a:pt x="930" y="1242"/>
                    <a:pt x="930" y="1235"/>
                  </a:cubicBezTo>
                  <a:cubicBezTo>
                    <a:pt x="930" y="1228"/>
                    <a:pt x="924" y="1222"/>
                    <a:pt x="917" y="1222"/>
                  </a:cubicBezTo>
                  <a:close/>
                  <a:moveTo>
                    <a:pt x="956" y="1222"/>
                  </a:moveTo>
                  <a:cubicBezTo>
                    <a:pt x="949" y="1222"/>
                    <a:pt x="944" y="1228"/>
                    <a:pt x="944" y="1235"/>
                  </a:cubicBezTo>
                  <a:cubicBezTo>
                    <a:pt x="944" y="1242"/>
                    <a:pt x="949" y="1248"/>
                    <a:pt x="956" y="1248"/>
                  </a:cubicBezTo>
                  <a:cubicBezTo>
                    <a:pt x="963" y="1248"/>
                    <a:pt x="969" y="1242"/>
                    <a:pt x="969" y="1235"/>
                  </a:cubicBezTo>
                  <a:cubicBezTo>
                    <a:pt x="969" y="1228"/>
                    <a:pt x="963" y="1222"/>
                    <a:pt x="956" y="1222"/>
                  </a:cubicBezTo>
                  <a:close/>
                  <a:moveTo>
                    <a:pt x="996" y="1222"/>
                  </a:moveTo>
                  <a:cubicBezTo>
                    <a:pt x="989" y="1222"/>
                    <a:pt x="983" y="1228"/>
                    <a:pt x="983" y="1235"/>
                  </a:cubicBezTo>
                  <a:cubicBezTo>
                    <a:pt x="983" y="1242"/>
                    <a:pt x="989" y="1248"/>
                    <a:pt x="996" y="1248"/>
                  </a:cubicBezTo>
                  <a:cubicBezTo>
                    <a:pt x="1003" y="1248"/>
                    <a:pt x="1009" y="1242"/>
                    <a:pt x="1009" y="1235"/>
                  </a:cubicBezTo>
                  <a:cubicBezTo>
                    <a:pt x="1009" y="1228"/>
                    <a:pt x="1003" y="1222"/>
                    <a:pt x="996" y="1222"/>
                  </a:cubicBezTo>
                  <a:close/>
                  <a:moveTo>
                    <a:pt x="1035" y="1222"/>
                  </a:moveTo>
                  <a:cubicBezTo>
                    <a:pt x="1028" y="1222"/>
                    <a:pt x="1023" y="1228"/>
                    <a:pt x="1023" y="1235"/>
                  </a:cubicBezTo>
                  <a:cubicBezTo>
                    <a:pt x="1023" y="1242"/>
                    <a:pt x="1028" y="1248"/>
                    <a:pt x="1035" y="1248"/>
                  </a:cubicBezTo>
                  <a:cubicBezTo>
                    <a:pt x="1042" y="1248"/>
                    <a:pt x="1048" y="1242"/>
                    <a:pt x="1048" y="1235"/>
                  </a:cubicBezTo>
                  <a:cubicBezTo>
                    <a:pt x="1048" y="1228"/>
                    <a:pt x="1042" y="1222"/>
                    <a:pt x="1035" y="1222"/>
                  </a:cubicBezTo>
                  <a:close/>
                  <a:moveTo>
                    <a:pt x="1075" y="1222"/>
                  </a:moveTo>
                  <a:cubicBezTo>
                    <a:pt x="1068" y="1222"/>
                    <a:pt x="1062" y="1228"/>
                    <a:pt x="1062" y="1235"/>
                  </a:cubicBezTo>
                  <a:cubicBezTo>
                    <a:pt x="1062" y="1242"/>
                    <a:pt x="1068" y="1248"/>
                    <a:pt x="1075" y="1248"/>
                  </a:cubicBezTo>
                  <a:cubicBezTo>
                    <a:pt x="1082" y="1248"/>
                    <a:pt x="1087" y="1242"/>
                    <a:pt x="1087" y="1235"/>
                  </a:cubicBezTo>
                  <a:cubicBezTo>
                    <a:pt x="1087" y="1228"/>
                    <a:pt x="1082" y="1222"/>
                    <a:pt x="1075" y="1222"/>
                  </a:cubicBezTo>
                  <a:close/>
                  <a:moveTo>
                    <a:pt x="1114" y="1248"/>
                  </a:moveTo>
                  <a:cubicBezTo>
                    <a:pt x="1121" y="1248"/>
                    <a:pt x="1127" y="1242"/>
                    <a:pt x="1127" y="1235"/>
                  </a:cubicBezTo>
                  <a:cubicBezTo>
                    <a:pt x="1127" y="1228"/>
                    <a:pt x="1121" y="1222"/>
                    <a:pt x="1114" y="1222"/>
                  </a:cubicBezTo>
                  <a:cubicBezTo>
                    <a:pt x="1107" y="1222"/>
                    <a:pt x="1101" y="1228"/>
                    <a:pt x="1101" y="1235"/>
                  </a:cubicBezTo>
                  <a:cubicBezTo>
                    <a:pt x="1101" y="1242"/>
                    <a:pt x="1107" y="1248"/>
                    <a:pt x="1114" y="1248"/>
                  </a:cubicBezTo>
                  <a:close/>
                  <a:moveTo>
                    <a:pt x="1154" y="1248"/>
                  </a:moveTo>
                  <a:cubicBezTo>
                    <a:pt x="1161" y="1248"/>
                    <a:pt x="1166" y="1242"/>
                    <a:pt x="1166" y="1235"/>
                  </a:cubicBezTo>
                  <a:cubicBezTo>
                    <a:pt x="1166" y="1228"/>
                    <a:pt x="1161" y="1222"/>
                    <a:pt x="1154" y="1222"/>
                  </a:cubicBezTo>
                  <a:cubicBezTo>
                    <a:pt x="1146" y="1222"/>
                    <a:pt x="1141" y="1228"/>
                    <a:pt x="1141" y="1235"/>
                  </a:cubicBezTo>
                  <a:cubicBezTo>
                    <a:pt x="1141" y="1242"/>
                    <a:pt x="1146" y="1248"/>
                    <a:pt x="1154" y="1248"/>
                  </a:cubicBezTo>
                  <a:close/>
                  <a:moveTo>
                    <a:pt x="1193" y="1222"/>
                  </a:moveTo>
                  <a:cubicBezTo>
                    <a:pt x="1186" y="1222"/>
                    <a:pt x="1180" y="1228"/>
                    <a:pt x="1180" y="1235"/>
                  </a:cubicBezTo>
                  <a:cubicBezTo>
                    <a:pt x="1180" y="1242"/>
                    <a:pt x="1186" y="1248"/>
                    <a:pt x="1193" y="1248"/>
                  </a:cubicBezTo>
                  <a:cubicBezTo>
                    <a:pt x="1200" y="1248"/>
                    <a:pt x="1206" y="1242"/>
                    <a:pt x="1206" y="1235"/>
                  </a:cubicBezTo>
                  <a:cubicBezTo>
                    <a:pt x="1206" y="1228"/>
                    <a:pt x="1200" y="1222"/>
                    <a:pt x="1193" y="1222"/>
                  </a:cubicBezTo>
                  <a:close/>
                  <a:moveTo>
                    <a:pt x="1232" y="1248"/>
                  </a:moveTo>
                  <a:cubicBezTo>
                    <a:pt x="1239" y="1248"/>
                    <a:pt x="1245" y="1242"/>
                    <a:pt x="1245" y="1235"/>
                  </a:cubicBezTo>
                  <a:cubicBezTo>
                    <a:pt x="1245" y="1228"/>
                    <a:pt x="1239" y="1222"/>
                    <a:pt x="1232" y="1222"/>
                  </a:cubicBezTo>
                  <a:cubicBezTo>
                    <a:pt x="1225" y="1222"/>
                    <a:pt x="1220" y="1228"/>
                    <a:pt x="1220" y="1235"/>
                  </a:cubicBezTo>
                  <a:cubicBezTo>
                    <a:pt x="1220" y="1242"/>
                    <a:pt x="1225" y="1248"/>
                    <a:pt x="1232" y="1248"/>
                  </a:cubicBezTo>
                  <a:close/>
                  <a:moveTo>
                    <a:pt x="1272" y="1222"/>
                  </a:moveTo>
                  <a:cubicBezTo>
                    <a:pt x="1265" y="1222"/>
                    <a:pt x="1259" y="1228"/>
                    <a:pt x="1259" y="1235"/>
                  </a:cubicBezTo>
                  <a:cubicBezTo>
                    <a:pt x="1259" y="1242"/>
                    <a:pt x="1265" y="1248"/>
                    <a:pt x="1272" y="1248"/>
                  </a:cubicBezTo>
                  <a:cubicBezTo>
                    <a:pt x="1279" y="1248"/>
                    <a:pt x="1285" y="1242"/>
                    <a:pt x="1285" y="1235"/>
                  </a:cubicBezTo>
                  <a:cubicBezTo>
                    <a:pt x="1285" y="1228"/>
                    <a:pt x="1279" y="1222"/>
                    <a:pt x="1272" y="1222"/>
                  </a:cubicBezTo>
                  <a:close/>
                  <a:moveTo>
                    <a:pt x="1311" y="1222"/>
                  </a:moveTo>
                  <a:cubicBezTo>
                    <a:pt x="1304" y="1222"/>
                    <a:pt x="1298" y="1228"/>
                    <a:pt x="1298" y="1235"/>
                  </a:cubicBezTo>
                  <a:cubicBezTo>
                    <a:pt x="1298" y="1242"/>
                    <a:pt x="1304" y="1248"/>
                    <a:pt x="1311" y="1248"/>
                  </a:cubicBezTo>
                  <a:cubicBezTo>
                    <a:pt x="1318" y="1248"/>
                    <a:pt x="1324" y="1242"/>
                    <a:pt x="1324" y="1235"/>
                  </a:cubicBezTo>
                  <a:cubicBezTo>
                    <a:pt x="1324" y="1228"/>
                    <a:pt x="1318" y="1222"/>
                    <a:pt x="1311" y="1222"/>
                  </a:cubicBezTo>
                  <a:close/>
                  <a:moveTo>
                    <a:pt x="1863" y="1248"/>
                  </a:moveTo>
                  <a:cubicBezTo>
                    <a:pt x="1870" y="1248"/>
                    <a:pt x="1876" y="1242"/>
                    <a:pt x="1876" y="1235"/>
                  </a:cubicBezTo>
                  <a:cubicBezTo>
                    <a:pt x="1876" y="1228"/>
                    <a:pt x="1870" y="1222"/>
                    <a:pt x="1863" y="1222"/>
                  </a:cubicBezTo>
                  <a:cubicBezTo>
                    <a:pt x="1856" y="1222"/>
                    <a:pt x="1850" y="1228"/>
                    <a:pt x="1850" y="1235"/>
                  </a:cubicBezTo>
                  <a:cubicBezTo>
                    <a:pt x="1850" y="1242"/>
                    <a:pt x="1856" y="1248"/>
                    <a:pt x="1863" y="1248"/>
                  </a:cubicBezTo>
                  <a:close/>
                  <a:moveTo>
                    <a:pt x="1903" y="1222"/>
                  </a:moveTo>
                  <a:cubicBezTo>
                    <a:pt x="1896" y="1222"/>
                    <a:pt x="1890" y="1228"/>
                    <a:pt x="1890" y="1235"/>
                  </a:cubicBezTo>
                  <a:cubicBezTo>
                    <a:pt x="1890" y="1242"/>
                    <a:pt x="1896" y="1248"/>
                    <a:pt x="1903" y="1248"/>
                  </a:cubicBezTo>
                  <a:cubicBezTo>
                    <a:pt x="1910" y="1248"/>
                    <a:pt x="1915" y="1242"/>
                    <a:pt x="1915" y="1235"/>
                  </a:cubicBezTo>
                  <a:cubicBezTo>
                    <a:pt x="1915" y="1228"/>
                    <a:pt x="1910" y="1222"/>
                    <a:pt x="1903" y="1222"/>
                  </a:cubicBezTo>
                  <a:close/>
                  <a:moveTo>
                    <a:pt x="1942" y="1222"/>
                  </a:moveTo>
                  <a:cubicBezTo>
                    <a:pt x="1935" y="1222"/>
                    <a:pt x="1929" y="1228"/>
                    <a:pt x="1929" y="1235"/>
                  </a:cubicBezTo>
                  <a:cubicBezTo>
                    <a:pt x="1929" y="1242"/>
                    <a:pt x="1935" y="1248"/>
                    <a:pt x="1942" y="1248"/>
                  </a:cubicBezTo>
                  <a:cubicBezTo>
                    <a:pt x="1949" y="1248"/>
                    <a:pt x="1955" y="1242"/>
                    <a:pt x="1955" y="1235"/>
                  </a:cubicBezTo>
                  <a:cubicBezTo>
                    <a:pt x="1955" y="1228"/>
                    <a:pt x="1949" y="1222"/>
                    <a:pt x="1942" y="1222"/>
                  </a:cubicBezTo>
                  <a:close/>
                  <a:moveTo>
                    <a:pt x="1981" y="1222"/>
                  </a:moveTo>
                  <a:cubicBezTo>
                    <a:pt x="1974" y="1222"/>
                    <a:pt x="1969" y="1228"/>
                    <a:pt x="1969" y="1235"/>
                  </a:cubicBezTo>
                  <a:cubicBezTo>
                    <a:pt x="1969" y="1242"/>
                    <a:pt x="1974" y="1248"/>
                    <a:pt x="1981" y="1248"/>
                  </a:cubicBezTo>
                  <a:cubicBezTo>
                    <a:pt x="1988" y="1248"/>
                    <a:pt x="1994" y="1242"/>
                    <a:pt x="1994" y="1235"/>
                  </a:cubicBezTo>
                  <a:cubicBezTo>
                    <a:pt x="1994" y="1228"/>
                    <a:pt x="1988" y="1222"/>
                    <a:pt x="1981" y="1222"/>
                  </a:cubicBezTo>
                  <a:close/>
                  <a:moveTo>
                    <a:pt x="2021" y="1222"/>
                  </a:moveTo>
                  <a:cubicBezTo>
                    <a:pt x="2014" y="1222"/>
                    <a:pt x="2008" y="1228"/>
                    <a:pt x="2008" y="1235"/>
                  </a:cubicBezTo>
                  <a:cubicBezTo>
                    <a:pt x="2008" y="1242"/>
                    <a:pt x="2014" y="1248"/>
                    <a:pt x="2021" y="1248"/>
                  </a:cubicBezTo>
                  <a:cubicBezTo>
                    <a:pt x="2028" y="1248"/>
                    <a:pt x="2034" y="1242"/>
                    <a:pt x="2034" y="1235"/>
                  </a:cubicBezTo>
                  <a:cubicBezTo>
                    <a:pt x="2034" y="1228"/>
                    <a:pt x="2028" y="1222"/>
                    <a:pt x="2021" y="1222"/>
                  </a:cubicBezTo>
                  <a:close/>
                  <a:moveTo>
                    <a:pt x="2060" y="1222"/>
                  </a:moveTo>
                  <a:cubicBezTo>
                    <a:pt x="2053" y="1222"/>
                    <a:pt x="2048" y="1228"/>
                    <a:pt x="2048" y="1235"/>
                  </a:cubicBezTo>
                  <a:cubicBezTo>
                    <a:pt x="2048" y="1242"/>
                    <a:pt x="2053" y="1248"/>
                    <a:pt x="2060" y="1248"/>
                  </a:cubicBezTo>
                  <a:cubicBezTo>
                    <a:pt x="2067" y="1248"/>
                    <a:pt x="2073" y="1242"/>
                    <a:pt x="2073" y="1235"/>
                  </a:cubicBezTo>
                  <a:cubicBezTo>
                    <a:pt x="2073" y="1228"/>
                    <a:pt x="2067" y="1222"/>
                    <a:pt x="2060" y="1222"/>
                  </a:cubicBezTo>
                  <a:close/>
                  <a:moveTo>
                    <a:pt x="2100" y="1222"/>
                  </a:moveTo>
                  <a:cubicBezTo>
                    <a:pt x="2093" y="1222"/>
                    <a:pt x="2087" y="1228"/>
                    <a:pt x="2087" y="1235"/>
                  </a:cubicBezTo>
                  <a:cubicBezTo>
                    <a:pt x="2087" y="1242"/>
                    <a:pt x="2093" y="1248"/>
                    <a:pt x="2100" y="1248"/>
                  </a:cubicBezTo>
                  <a:cubicBezTo>
                    <a:pt x="2107" y="1248"/>
                    <a:pt x="2112" y="1242"/>
                    <a:pt x="2112" y="1235"/>
                  </a:cubicBezTo>
                  <a:cubicBezTo>
                    <a:pt x="2112" y="1228"/>
                    <a:pt x="2107" y="1222"/>
                    <a:pt x="2100" y="1222"/>
                  </a:cubicBezTo>
                  <a:close/>
                  <a:moveTo>
                    <a:pt x="956" y="1287"/>
                  </a:moveTo>
                  <a:cubicBezTo>
                    <a:pt x="963" y="1287"/>
                    <a:pt x="969" y="1281"/>
                    <a:pt x="969" y="1274"/>
                  </a:cubicBezTo>
                  <a:cubicBezTo>
                    <a:pt x="969" y="1267"/>
                    <a:pt x="963" y="1261"/>
                    <a:pt x="956" y="1261"/>
                  </a:cubicBezTo>
                  <a:cubicBezTo>
                    <a:pt x="949" y="1261"/>
                    <a:pt x="944" y="1267"/>
                    <a:pt x="944" y="1274"/>
                  </a:cubicBezTo>
                  <a:cubicBezTo>
                    <a:pt x="944" y="1281"/>
                    <a:pt x="949" y="1287"/>
                    <a:pt x="956" y="1287"/>
                  </a:cubicBezTo>
                  <a:close/>
                  <a:moveTo>
                    <a:pt x="996" y="1261"/>
                  </a:moveTo>
                  <a:cubicBezTo>
                    <a:pt x="989" y="1261"/>
                    <a:pt x="983" y="1267"/>
                    <a:pt x="983" y="1274"/>
                  </a:cubicBezTo>
                  <a:cubicBezTo>
                    <a:pt x="983" y="1281"/>
                    <a:pt x="989" y="1287"/>
                    <a:pt x="996" y="1287"/>
                  </a:cubicBezTo>
                  <a:cubicBezTo>
                    <a:pt x="1003" y="1287"/>
                    <a:pt x="1009" y="1281"/>
                    <a:pt x="1009" y="1274"/>
                  </a:cubicBezTo>
                  <a:cubicBezTo>
                    <a:pt x="1009" y="1267"/>
                    <a:pt x="1003" y="1261"/>
                    <a:pt x="996" y="1261"/>
                  </a:cubicBezTo>
                  <a:close/>
                  <a:moveTo>
                    <a:pt x="1035" y="1261"/>
                  </a:moveTo>
                  <a:cubicBezTo>
                    <a:pt x="1028" y="1261"/>
                    <a:pt x="1023" y="1267"/>
                    <a:pt x="1023" y="1274"/>
                  </a:cubicBezTo>
                  <a:cubicBezTo>
                    <a:pt x="1023" y="1281"/>
                    <a:pt x="1028" y="1287"/>
                    <a:pt x="1035" y="1287"/>
                  </a:cubicBezTo>
                  <a:cubicBezTo>
                    <a:pt x="1042" y="1287"/>
                    <a:pt x="1048" y="1281"/>
                    <a:pt x="1048" y="1274"/>
                  </a:cubicBezTo>
                  <a:cubicBezTo>
                    <a:pt x="1048" y="1267"/>
                    <a:pt x="1042" y="1261"/>
                    <a:pt x="1035" y="1261"/>
                  </a:cubicBezTo>
                  <a:close/>
                  <a:moveTo>
                    <a:pt x="1075" y="1261"/>
                  </a:moveTo>
                  <a:cubicBezTo>
                    <a:pt x="1068" y="1261"/>
                    <a:pt x="1062" y="1267"/>
                    <a:pt x="1062" y="1274"/>
                  </a:cubicBezTo>
                  <a:cubicBezTo>
                    <a:pt x="1062" y="1281"/>
                    <a:pt x="1068" y="1287"/>
                    <a:pt x="1075" y="1287"/>
                  </a:cubicBezTo>
                  <a:cubicBezTo>
                    <a:pt x="1082" y="1287"/>
                    <a:pt x="1087" y="1281"/>
                    <a:pt x="1087" y="1274"/>
                  </a:cubicBezTo>
                  <a:cubicBezTo>
                    <a:pt x="1087" y="1267"/>
                    <a:pt x="1082" y="1261"/>
                    <a:pt x="1075" y="1261"/>
                  </a:cubicBezTo>
                  <a:close/>
                  <a:moveTo>
                    <a:pt x="1114" y="1261"/>
                  </a:moveTo>
                  <a:cubicBezTo>
                    <a:pt x="1107" y="1261"/>
                    <a:pt x="1101" y="1267"/>
                    <a:pt x="1101" y="1274"/>
                  </a:cubicBezTo>
                  <a:cubicBezTo>
                    <a:pt x="1101" y="1281"/>
                    <a:pt x="1107" y="1287"/>
                    <a:pt x="1114" y="1287"/>
                  </a:cubicBezTo>
                  <a:cubicBezTo>
                    <a:pt x="1121" y="1287"/>
                    <a:pt x="1127" y="1281"/>
                    <a:pt x="1127" y="1274"/>
                  </a:cubicBezTo>
                  <a:cubicBezTo>
                    <a:pt x="1127" y="1267"/>
                    <a:pt x="1121" y="1261"/>
                    <a:pt x="1114" y="1261"/>
                  </a:cubicBezTo>
                  <a:close/>
                  <a:moveTo>
                    <a:pt x="1141" y="1274"/>
                  </a:moveTo>
                  <a:cubicBezTo>
                    <a:pt x="1141" y="1281"/>
                    <a:pt x="1146" y="1287"/>
                    <a:pt x="1154" y="1287"/>
                  </a:cubicBezTo>
                  <a:cubicBezTo>
                    <a:pt x="1161" y="1287"/>
                    <a:pt x="1166" y="1281"/>
                    <a:pt x="1166" y="1274"/>
                  </a:cubicBezTo>
                  <a:cubicBezTo>
                    <a:pt x="1166" y="1267"/>
                    <a:pt x="1161" y="1261"/>
                    <a:pt x="1154" y="1261"/>
                  </a:cubicBezTo>
                  <a:cubicBezTo>
                    <a:pt x="1146" y="1261"/>
                    <a:pt x="1141" y="1267"/>
                    <a:pt x="1141" y="1274"/>
                  </a:cubicBezTo>
                  <a:close/>
                  <a:moveTo>
                    <a:pt x="1180" y="1274"/>
                  </a:moveTo>
                  <a:cubicBezTo>
                    <a:pt x="1180" y="1281"/>
                    <a:pt x="1186" y="1287"/>
                    <a:pt x="1193" y="1287"/>
                  </a:cubicBezTo>
                  <a:cubicBezTo>
                    <a:pt x="1200" y="1287"/>
                    <a:pt x="1206" y="1281"/>
                    <a:pt x="1206" y="1274"/>
                  </a:cubicBezTo>
                  <a:cubicBezTo>
                    <a:pt x="1206" y="1267"/>
                    <a:pt x="1200" y="1261"/>
                    <a:pt x="1193" y="1261"/>
                  </a:cubicBezTo>
                  <a:cubicBezTo>
                    <a:pt x="1186" y="1261"/>
                    <a:pt x="1180" y="1267"/>
                    <a:pt x="1180" y="1274"/>
                  </a:cubicBezTo>
                  <a:close/>
                  <a:moveTo>
                    <a:pt x="1232" y="1287"/>
                  </a:moveTo>
                  <a:cubicBezTo>
                    <a:pt x="1239" y="1287"/>
                    <a:pt x="1245" y="1281"/>
                    <a:pt x="1245" y="1274"/>
                  </a:cubicBezTo>
                  <a:cubicBezTo>
                    <a:pt x="1245" y="1267"/>
                    <a:pt x="1239" y="1261"/>
                    <a:pt x="1232" y="1261"/>
                  </a:cubicBezTo>
                  <a:cubicBezTo>
                    <a:pt x="1225" y="1261"/>
                    <a:pt x="1220" y="1267"/>
                    <a:pt x="1220" y="1274"/>
                  </a:cubicBezTo>
                  <a:cubicBezTo>
                    <a:pt x="1220" y="1281"/>
                    <a:pt x="1225" y="1287"/>
                    <a:pt x="1232" y="1287"/>
                  </a:cubicBezTo>
                  <a:close/>
                  <a:moveTo>
                    <a:pt x="1272" y="1261"/>
                  </a:moveTo>
                  <a:cubicBezTo>
                    <a:pt x="1265" y="1261"/>
                    <a:pt x="1259" y="1267"/>
                    <a:pt x="1259" y="1274"/>
                  </a:cubicBezTo>
                  <a:cubicBezTo>
                    <a:pt x="1259" y="1281"/>
                    <a:pt x="1265" y="1287"/>
                    <a:pt x="1272" y="1287"/>
                  </a:cubicBezTo>
                  <a:cubicBezTo>
                    <a:pt x="1279" y="1287"/>
                    <a:pt x="1285" y="1281"/>
                    <a:pt x="1285" y="1274"/>
                  </a:cubicBezTo>
                  <a:cubicBezTo>
                    <a:pt x="1285" y="1267"/>
                    <a:pt x="1279" y="1261"/>
                    <a:pt x="1272" y="1261"/>
                  </a:cubicBezTo>
                  <a:close/>
                  <a:moveTo>
                    <a:pt x="1824" y="1261"/>
                  </a:moveTo>
                  <a:cubicBezTo>
                    <a:pt x="1817" y="1261"/>
                    <a:pt x="1811" y="1267"/>
                    <a:pt x="1811" y="1274"/>
                  </a:cubicBezTo>
                  <a:cubicBezTo>
                    <a:pt x="1811" y="1281"/>
                    <a:pt x="1817" y="1287"/>
                    <a:pt x="1824" y="1287"/>
                  </a:cubicBezTo>
                  <a:cubicBezTo>
                    <a:pt x="1831" y="1287"/>
                    <a:pt x="1837" y="1281"/>
                    <a:pt x="1837" y="1274"/>
                  </a:cubicBezTo>
                  <a:cubicBezTo>
                    <a:pt x="1837" y="1267"/>
                    <a:pt x="1831" y="1261"/>
                    <a:pt x="1824" y="1261"/>
                  </a:cubicBezTo>
                  <a:close/>
                  <a:moveTo>
                    <a:pt x="1863" y="1287"/>
                  </a:moveTo>
                  <a:cubicBezTo>
                    <a:pt x="1870" y="1287"/>
                    <a:pt x="1876" y="1281"/>
                    <a:pt x="1876" y="1274"/>
                  </a:cubicBezTo>
                  <a:cubicBezTo>
                    <a:pt x="1876" y="1267"/>
                    <a:pt x="1870" y="1261"/>
                    <a:pt x="1863" y="1261"/>
                  </a:cubicBezTo>
                  <a:cubicBezTo>
                    <a:pt x="1856" y="1261"/>
                    <a:pt x="1850" y="1267"/>
                    <a:pt x="1850" y="1274"/>
                  </a:cubicBezTo>
                  <a:cubicBezTo>
                    <a:pt x="1850" y="1281"/>
                    <a:pt x="1856" y="1287"/>
                    <a:pt x="1863" y="1287"/>
                  </a:cubicBezTo>
                  <a:close/>
                  <a:moveTo>
                    <a:pt x="1903" y="1261"/>
                  </a:moveTo>
                  <a:cubicBezTo>
                    <a:pt x="1896" y="1261"/>
                    <a:pt x="1890" y="1267"/>
                    <a:pt x="1890" y="1274"/>
                  </a:cubicBezTo>
                  <a:cubicBezTo>
                    <a:pt x="1890" y="1281"/>
                    <a:pt x="1896" y="1287"/>
                    <a:pt x="1903" y="1287"/>
                  </a:cubicBezTo>
                  <a:cubicBezTo>
                    <a:pt x="1910" y="1287"/>
                    <a:pt x="1915" y="1281"/>
                    <a:pt x="1915" y="1274"/>
                  </a:cubicBezTo>
                  <a:cubicBezTo>
                    <a:pt x="1915" y="1267"/>
                    <a:pt x="1910" y="1261"/>
                    <a:pt x="1903" y="1261"/>
                  </a:cubicBezTo>
                  <a:close/>
                  <a:moveTo>
                    <a:pt x="1942" y="1261"/>
                  </a:moveTo>
                  <a:cubicBezTo>
                    <a:pt x="1935" y="1261"/>
                    <a:pt x="1929" y="1267"/>
                    <a:pt x="1929" y="1274"/>
                  </a:cubicBezTo>
                  <a:cubicBezTo>
                    <a:pt x="1929" y="1281"/>
                    <a:pt x="1935" y="1287"/>
                    <a:pt x="1942" y="1287"/>
                  </a:cubicBezTo>
                  <a:cubicBezTo>
                    <a:pt x="1949" y="1287"/>
                    <a:pt x="1955" y="1281"/>
                    <a:pt x="1955" y="1274"/>
                  </a:cubicBezTo>
                  <a:cubicBezTo>
                    <a:pt x="1955" y="1267"/>
                    <a:pt x="1949" y="1261"/>
                    <a:pt x="1942" y="1261"/>
                  </a:cubicBezTo>
                  <a:close/>
                  <a:moveTo>
                    <a:pt x="1981" y="1261"/>
                  </a:moveTo>
                  <a:cubicBezTo>
                    <a:pt x="1974" y="1261"/>
                    <a:pt x="1969" y="1267"/>
                    <a:pt x="1969" y="1274"/>
                  </a:cubicBezTo>
                  <a:cubicBezTo>
                    <a:pt x="1969" y="1281"/>
                    <a:pt x="1974" y="1287"/>
                    <a:pt x="1981" y="1287"/>
                  </a:cubicBezTo>
                  <a:cubicBezTo>
                    <a:pt x="1988" y="1287"/>
                    <a:pt x="1994" y="1281"/>
                    <a:pt x="1994" y="1274"/>
                  </a:cubicBezTo>
                  <a:cubicBezTo>
                    <a:pt x="1994" y="1267"/>
                    <a:pt x="1988" y="1261"/>
                    <a:pt x="1981" y="1261"/>
                  </a:cubicBezTo>
                  <a:close/>
                  <a:moveTo>
                    <a:pt x="2021" y="1261"/>
                  </a:moveTo>
                  <a:cubicBezTo>
                    <a:pt x="2014" y="1261"/>
                    <a:pt x="2008" y="1267"/>
                    <a:pt x="2008" y="1274"/>
                  </a:cubicBezTo>
                  <a:cubicBezTo>
                    <a:pt x="2008" y="1281"/>
                    <a:pt x="2014" y="1287"/>
                    <a:pt x="2021" y="1287"/>
                  </a:cubicBezTo>
                  <a:cubicBezTo>
                    <a:pt x="2028" y="1287"/>
                    <a:pt x="2034" y="1281"/>
                    <a:pt x="2034" y="1274"/>
                  </a:cubicBezTo>
                  <a:cubicBezTo>
                    <a:pt x="2034" y="1267"/>
                    <a:pt x="2028" y="1261"/>
                    <a:pt x="2021" y="1261"/>
                  </a:cubicBezTo>
                  <a:close/>
                  <a:moveTo>
                    <a:pt x="2060" y="1287"/>
                  </a:moveTo>
                  <a:cubicBezTo>
                    <a:pt x="2067" y="1287"/>
                    <a:pt x="2073" y="1281"/>
                    <a:pt x="2073" y="1274"/>
                  </a:cubicBezTo>
                  <a:cubicBezTo>
                    <a:pt x="2073" y="1267"/>
                    <a:pt x="2067" y="1262"/>
                    <a:pt x="2060" y="1262"/>
                  </a:cubicBezTo>
                  <a:cubicBezTo>
                    <a:pt x="2053" y="1262"/>
                    <a:pt x="2048" y="1267"/>
                    <a:pt x="2048" y="1274"/>
                  </a:cubicBezTo>
                  <a:cubicBezTo>
                    <a:pt x="2048" y="1281"/>
                    <a:pt x="2053" y="1287"/>
                    <a:pt x="2060" y="1287"/>
                  </a:cubicBezTo>
                  <a:close/>
                  <a:moveTo>
                    <a:pt x="2100" y="1261"/>
                  </a:moveTo>
                  <a:cubicBezTo>
                    <a:pt x="2093" y="1261"/>
                    <a:pt x="2087" y="1267"/>
                    <a:pt x="2087" y="1274"/>
                  </a:cubicBezTo>
                  <a:cubicBezTo>
                    <a:pt x="2087" y="1281"/>
                    <a:pt x="2093" y="1287"/>
                    <a:pt x="2100" y="1287"/>
                  </a:cubicBezTo>
                  <a:cubicBezTo>
                    <a:pt x="2107" y="1287"/>
                    <a:pt x="2112" y="1281"/>
                    <a:pt x="2112" y="1274"/>
                  </a:cubicBezTo>
                  <a:cubicBezTo>
                    <a:pt x="2112" y="1267"/>
                    <a:pt x="2107" y="1261"/>
                    <a:pt x="2100" y="1261"/>
                  </a:cubicBezTo>
                  <a:close/>
                  <a:moveTo>
                    <a:pt x="3046" y="1287"/>
                  </a:moveTo>
                  <a:cubicBezTo>
                    <a:pt x="3053" y="1287"/>
                    <a:pt x="3059" y="1281"/>
                    <a:pt x="3059" y="1274"/>
                  </a:cubicBezTo>
                  <a:cubicBezTo>
                    <a:pt x="3059" y="1267"/>
                    <a:pt x="3053" y="1261"/>
                    <a:pt x="3046" y="1261"/>
                  </a:cubicBezTo>
                  <a:cubicBezTo>
                    <a:pt x="3039" y="1261"/>
                    <a:pt x="3033" y="1267"/>
                    <a:pt x="3033" y="1274"/>
                  </a:cubicBezTo>
                  <a:cubicBezTo>
                    <a:pt x="3033" y="1281"/>
                    <a:pt x="3039" y="1287"/>
                    <a:pt x="3046" y="1287"/>
                  </a:cubicBezTo>
                  <a:close/>
                  <a:moveTo>
                    <a:pt x="996" y="1326"/>
                  </a:moveTo>
                  <a:cubicBezTo>
                    <a:pt x="1003" y="1326"/>
                    <a:pt x="1009" y="1321"/>
                    <a:pt x="1009" y="1314"/>
                  </a:cubicBezTo>
                  <a:cubicBezTo>
                    <a:pt x="1009" y="1307"/>
                    <a:pt x="1003" y="1301"/>
                    <a:pt x="996" y="1301"/>
                  </a:cubicBezTo>
                  <a:cubicBezTo>
                    <a:pt x="989" y="1301"/>
                    <a:pt x="983" y="1307"/>
                    <a:pt x="983" y="1314"/>
                  </a:cubicBezTo>
                  <a:cubicBezTo>
                    <a:pt x="983" y="1321"/>
                    <a:pt x="989" y="1326"/>
                    <a:pt x="996" y="1326"/>
                  </a:cubicBezTo>
                  <a:close/>
                  <a:moveTo>
                    <a:pt x="1035" y="1326"/>
                  </a:moveTo>
                  <a:cubicBezTo>
                    <a:pt x="1042" y="1326"/>
                    <a:pt x="1048" y="1321"/>
                    <a:pt x="1048" y="1314"/>
                  </a:cubicBezTo>
                  <a:cubicBezTo>
                    <a:pt x="1048" y="1307"/>
                    <a:pt x="1042" y="1301"/>
                    <a:pt x="1035" y="1301"/>
                  </a:cubicBezTo>
                  <a:cubicBezTo>
                    <a:pt x="1028" y="1301"/>
                    <a:pt x="1023" y="1307"/>
                    <a:pt x="1023" y="1314"/>
                  </a:cubicBezTo>
                  <a:cubicBezTo>
                    <a:pt x="1023" y="1321"/>
                    <a:pt x="1028" y="1326"/>
                    <a:pt x="1035" y="1326"/>
                  </a:cubicBezTo>
                  <a:close/>
                  <a:moveTo>
                    <a:pt x="1075" y="1326"/>
                  </a:moveTo>
                  <a:cubicBezTo>
                    <a:pt x="1082" y="1326"/>
                    <a:pt x="1087" y="1321"/>
                    <a:pt x="1087" y="1314"/>
                  </a:cubicBezTo>
                  <a:cubicBezTo>
                    <a:pt x="1087" y="1307"/>
                    <a:pt x="1082" y="1301"/>
                    <a:pt x="1075" y="1301"/>
                  </a:cubicBezTo>
                  <a:cubicBezTo>
                    <a:pt x="1068" y="1301"/>
                    <a:pt x="1062" y="1307"/>
                    <a:pt x="1062" y="1314"/>
                  </a:cubicBezTo>
                  <a:cubicBezTo>
                    <a:pt x="1062" y="1321"/>
                    <a:pt x="1068" y="1326"/>
                    <a:pt x="1075" y="1326"/>
                  </a:cubicBezTo>
                  <a:close/>
                  <a:moveTo>
                    <a:pt x="1114" y="1326"/>
                  </a:moveTo>
                  <a:cubicBezTo>
                    <a:pt x="1121" y="1326"/>
                    <a:pt x="1127" y="1321"/>
                    <a:pt x="1127" y="1314"/>
                  </a:cubicBezTo>
                  <a:cubicBezTo>
                    <a:pt x="1127" y="1307"/>
                    <a:pt x="1121" y="1301"/>
                    <a:pt x="1114" y="1301"/>
                  </a:cubicBezTo>
                  <a:cubicBezTo>
                    <a:pt x="1107" y="1301"/>
                    <a:pt x="1101" y="1307"/>
                    <a:pt x="1101" y="1314"/>
                  </a:cubicBezTo>
                  <a:cubicBezTo>
                    <a:pt x="1101" y="1321"/>
                    <a:pt x="1107" y="1326"/>
                    <a:pt x="1114" y="1326"/>
                  </a:cubicBezTo>
                  <a:close/>
                  <a:moveTo>
                    <a:pt x="1154" y="1326"/>
                  </a:moveTo>
                  <a:cubicBezTo>
                    <a:pt x="1161" y="1326"/>
                    <a:pt x="1166" y="1321"/>
                    <a:pt x="1166" y="1314"/>
                  </a:cubicBezTo>
                  <a:cubicBezTo>
                    <a:pt x="1166" y="1307"/>
                    <a:pt x="1161" y="1301"/>
                    <a:pt x="1154" y="1301"/>
                  </a:cubicBezTo>
                  <a:cubicBezTo>
                    <a:pt x="1146" y="1301"/>
                    <a:pt x="1141" y="1307"/>
                    <a:pt x="1141" y="1314"/>
                  </a:cubicBezTo>
                  <a:cubicBezTo>
                    <a:pt x="1141" y="1321"/>
                    <a:pt x="1146" y="1326"/>
                    <a:pt x="1154" y="1326"/>
                  </a:cubicBezTo>
                  <a:close/>
                  <a:moveTo>
                    <a:pt x="1193" y="1326"/>
                  </a:moveTo>
                  <a:cubicBezTo>
                    <a:pt x="1200" y="1326"/>
                    <a:pt x="1206" y="1321"/>
                    <a:pt x="1206" y="1314"/>
                  </a:cubicBezTo>
                  <a:cubicBezTo>
                    <a:pt x="1206" y="1307"/>
                    <a:pt x="1200" y="1301"/>
                    <a:pt x="1193" y="1301"/>
                  </a:cubicBezTo>
                  <a:cubicBezTo>
                    <a:pt x="1186" y="1301"/>
                    <a:pt x="1180" y="1307"/>
                    <a:pt x="1180" y="1314"/>
                  </a:cubicBezTo>
                  <a:cubicBezTo>
                    <a:pt x="1180" y="1321"/>
                    <a:pt x="1186" y="1326"/>
                    <a:pt x="1193" y="1326"/>
                  </a:cubicBezTo>
                  <a:close/>
                  <a:moveTo>
                    <a:pt x="1232" y="1326"/>
                  </a:moveTo>
                  <a:cubicBezTo>
                    <a:pt x="1239" y="1326"/>
                    <a:pt x="1245" y="1321"/>
                    <a:pt x="1245" y="1314"/>
                  </a:cubicBezTo>
                  <a:cubicBezTo>
                    <a:pt x="1245" y="1307"/>
                    <a:pt x="1239" y="1301"/>
                    <a:pt x="1232" y="1301"/>
                  </a:cubicBezTo>
                  <a:cubicBezTo>
                    <a:pt x="1225" y="1301"/>
                    <a:pt x="1220" y="1307"/>
                    <a:pt x="1220" y="1314"/>
                  </a:cubicBezTo>
                  <a:cubicBezTo>
                    <a:pt x="1220" y="1321"/>
                    <a:pt x="1225" y="1326"/>
                    <a:pt x="1232" y="1326"/>
                  </a:cubicBezTo>
                  <a:close/>
                  <a:moveTo>
                    <a:pt x="1272" y="1301"/>
                  </a:moveTo>
                  <a:cubicBezTo>
                    <a:pt x="1265" y="1301"/>
                    <a:pt x="1259" y="1307"/>
                    <a:pt x="1259" y="1314"/>
                  </a:cubicBezTo>
                  <a:cubicBezTo>
                    <a:pt x="1259" y="1321"/>
                    <a:pt x="1265" y="1326"/>
                    <a:pt x="1272" y="1326"/>
                  </a:cubicBezTo>
                  <a:cubicBezTo>
                    <a:pt x="1279" y="1326"/>
                    <a:pt x="1285" y="1321"/>
                    <a:pt x="1285" y="1314"/>
                  </a:cubicBezTo>
                  <a:cubicBezTo>
                    <a:pt x="1285" y="1307"/>
                    <a:pt x="1279" y="1301"/>
                    <a:pt x="1272" y="1301"/>
                  </a:cubicBezTo>
                  <a:close/>
                  <a:moveTo>
                    <a:pt x="1824" y="1301"/>
                  </a:moveTo>
                  <a:cubicBezTo>
                    <a:pt x="1817" y="1301"/>
                    <a:pt x="1811" y="1307"/>
                    <a:pt x="1811" y="1314"/>
                  </a:cubicBezTo>
                  <a:cubicBezTo>
                    <a:pt x="1811" y="1321"/>
                    <a:pt x="1817" y="1326"/>
                    <a:pt x="1824" y="1326"/>
                  </a:cubicBezTo>
                  <a:cubicBezTo>
                    <a:pt x="1831" y="1326"/>
                    <a:pt x="1837" y="1321"/>
                    <a:pt x="1837" y="1314"/>
                  </a:cubicBezTo>
                  <a:cubicBezTo>
                    <a:pt x="1837" y="1307"/>
                    <a:pt x="1831" y="1301"/>
                    <a:pt x="1824" y="1301"/>
                  </a:cubicBezTo>
                  <a:close/>
                  <a:moveTo>
                    <a:pt x="1863" y="1326"/>
                  </a:moveTo>
                  <a:cubicBezTo>
                    <a:pt x="1870" y="1326"/>
                    <a:pt x="1876" y="1321"/>
                    <a:pt x="1876" y="1314"/>
                  </a:cubicBezTo>
                  <a:cubicBezTo>
                    <a:pt x="1876" y="1307"/>
                    <a:pt x="1870" y="1301"/>
                    <a:pt x="1863" y="1301"/>
                  </a:cubicBezTo>
                  <a:cubicBezTo>
                    <a:pt x="1856" y="1301"/>
                    <a:pt x="1850" y="1307"/>
                    <a:pt x="1850" y="1314"/>
                  </a:cubicBezTo>
                  <a:cubicBezTo>
                    <a:pt x="1850" y="1321"/>
                    <a:pt x="1856" y="1326"/>
                    <a:pt x="1863" y="1326"/>
                  </a:cubicBezTo>
                  <a:close/>
                  <a:moveTo>
                    <a:pt x="1903" y="1326"/>
                  </a:moveTo>
                  <a:cubicBezTo>
                    <a:pt x="1910" y="1326"/>
                    <a:pt x="1915" y="1321"/>
                    <a:pt x="1915" y="1314"/>
                  </a:cubicBezTo>
                  <a:cubicBezTo>
                    <a:pt x="1915" y="1307"/>
                    <a:pt x="1910" y="1301"/>
                    <a:pt x="1903" y="1301"/>
                  </a:cubicBezTo>
                  <a:cubicBezTo>
                    <a:pt x="1896" y="1301"/>
                    <a:pt x="1890" y="1307"/>
                    <a:pt x="1890" y="1314"/>
                  </a:cubicBezTo>
                  <a:cubicBezTo>
                    <a:pt x="1890" y="1321"/>
                    <a:pt x="1896" y="1326"/>
                    <a:pt x="1903" y="1326"/>
                  </a:cubicBezTo>
                  <a:close/>
                  <a:moveTo>
                    <a:pt x="1942" y="1326"/>
                  </a:moveTo>
                  <a:cubicBezTo>
                    <a:pt x="1949" y="1326"/>
                    <a:pt x="1955" y="1321"/>
                    <a:pt x="1955" y="1314"/>
                  </a:cubicBezTo>
                  <a:cubicBezTo>
                    <a:pt x="1955" y="1307"/>
                    <a:pt x="1949" y="1301"/>
                    <a:pt x="1942" y="1301"/>
                  </a:cubicBezTo>
                  <a:cubicBezTo>
                    <a:pt x="1935" y="1301"/>
                    <a:pt x="1929" y="1307"/>
                    <a:pt x="1929" y="1314"/>
                  </a:cubicBezTo>
                  <a:cubicBezTo>
                    <a:pt x="1929" y="1321"/>
                    <a:pt x="1935" y="1326"/>
                    <a:pt x="1942" y="1326"/>
                  </a:cubicBezTo>
                  <a:close/>
                  <a:moveTo>
                    <a:pt x="1981" y="1301"/>
                  </a:moveTo>
                  <a:cubicBezTo>
                    <a:pt x="1974" y="1301"/>
                    <a:pt x="1969" y="1307"/>
                    <a:pt x="1969" y="1314"/>
                  </a:cubicBezTo>
                  <a:cubicBezTo>
                    <a:pt x="1969" y="1321"/>
                    <a:pt x="1974" y="1326"/>
                    <a:pt x="1981" y="1326"/>
                  </a:cubicBezTo>
                  <a:cubicBezTo>
                    <a:pt x="1988" y="1326"/>
                    <a:pt x="1994" y="1321"/>
                    <a:pt x="1994" y="1314"/>
                  </a:cubicBezTo>
                  <a:cubicBezTo>
                    <a:pt x="1994" y="1307"/>
                    <a:pt x="1988" y="1301"/>
                    <a:pt x="1981" y="1301"/>
                  </a:cubicBezTo>
                  <a:close/>
                  <a:moveTo>
                    <a:pt x="2021" y="1326"/>
                  </a:moveTo>
                  <a:cubicBezTo>
                    <a:pt x="2028" y="1326"/>
                    <a:pt x="2034" y="1321"/>
                    <a:pt x="2034" y="1314"/>
                  </a:cubicBezTo>
                  <a:cubicBezTo>
                    <a:pt x="2034" y="1307"/>
                    <a:pt x="2028" y="1301"/>
                    <a:pt x="2021" y="1301"/>
                  </a:cubicBezTo>
                  <a:cubicBezTo>
                    <a:pt x="2014" y="1301"/>
                    <a:pt x="2008" y="1307"/>
                    <a:pt x="2008" y="1314"/>
                  </a:cubicBezTo>
                  <a:cubicBezTo>
                    <a:pt x="2008" y="1321"/>
                    <a:pt x="2014" y="1326"/>
                    <a:pt x="2021" y="1326"/>
                  </a:cubicBezTo>
                  <a:close/>
                  <a:moveTo>
                    <a:pt x="2060" y="1301"/>
                  </a:moveTo>
                  <a:cubicBezTo>
                    <a:pt x="2053" y="1301"/>
                    <a:pt x="2048" y="1307"/>
                    <a:pt x="2048" y="1314"/>
                  </a:cubicBezTo>
                  <a:cubicBezTo>
                    <a:pt x="2048" y="1321"/>
                    <a:pt x="2053" y="1326"/>
                    <a:pt x="2060" y="1326"/>
                  </a:cubicBezTo>
                  <a:cubicBezTo>
                    <a:pt x="2067" y="1326"/>
                    <a:pt x="2073" y="1321"/>
                    <a:pt x="2073" y="1314"/>
                  </a:cubicBezTo>
                  <a:cubicBezTo>
                    <a:pt x="2073" y="1307"/>
                    <a:pt x="2067" y="1301"/>
                    <a:pt x="2060" y="1301"/>
                  </a:cubicBezTo>
                  <a:close/>
                  <a:moveTo>
                    <a:pt x="2179" y="1301"/>
                  </a:moveTo>
                  <a:cubicBezTo>
                    <a:pt x="2172" y="1301"/>
                    <a:pt x="2166" y="1307"/>
                    <a:pt x="2166" y="1314"/>
                  </a:cubicBezTo>
                  <a:cubicBezTo>
                    <a:pt x="2166" y="1321"/>
                    <a:pt x="2172" y="1326"/>
                    <a:pt x="2179" y="1326"/>
                  </a:cubicBezTo>
                  <a:cubicBezTo>
                    <a:pt x="2186" y="1326"/>
                    <a:pt x="2191" y="1321"/>
                    <a:pt x="2191" y="1314"/>
                  </a:cubicBezTo>
                  <a:cubicBezTo>
                    <a:pt x="2191" y="1307"/>
                    <a:pt x="2186" y="1301"/>
                    <a:pt x="2179" y="1301"/>
                  </a:cubicBezTo>
                  <a:close/>
                  <a:moveTo>
                    <a:pt x="2967" y="1326"/>
                  </a:moveTo>
                  <a:cubicBezTo>
                    <a:pt x="2974" y="1326"/>
                    <a:pt x="2980" y="1321"/>
                    <a:pt x="2980" y="1314"/>
                  </a:cubicBezTo>
                  <a:cubicBezTo>
                    <a:pt x="2980" y="1307"/>
                    <a:pt x="2974" y="1301"/>
                    <a:pt x="2967" y="1301"/>
                  </a:cubicBezTo>
                  <a:cubicBezTo>
                    <a:pt x="2960" y="1301"/>
                    <a:pt x="2954" y="1307"/>
                    <a:pt x="2954" y="1314"/>
                  </a:cubicBezTo>
                  <a:cubicBezTo>
                    <a:pt x="2954" y="1321"/>
                    <a:pt x="2960" y="1326"/>
                    <a:pt x="2967" y="1326"/>
                  </a:cubicBezTo>
                  <a:close/>
                  <a:moveTo>
                    <a:pt x="3006" y="1326"/>
                  </a:moveTo>
                  <a:cubicBezTo>
                    <a:pt x="3014" y="1326"/>
                    <a:pt x="3019" y="1321"/>
                    <a:pt x="3019" y="1314"/>
                  </a:cubicBezTo>
                  <a:cubicBezTo>
                    <a:pt x="3019" y="1307"/>
                    <a:pt x="3014" y="1301"/>
                    <a:pt x="3006" y="1301"/>
                  </a:cubicBezTo>
                  <a:cubicBezTo>
                    <a:pt x="2999" y="1301"/>
                    <a:pt x="2994" y="1307"/>
                    <a:pt x="2994" y="1314"/>
                  </a:cubicBezTo>
                  <a:cubicBezTo>
                    <a:pt x="2994" y="1321"/>
                    <a:pt x="2999" y="1326"/>
                    <a:pt x="3006" y="1326"/>
                  </a:cubicBezTo>
                  <a:close/>
                  <a:moveTo>
                    <a:pt x="3046" y="1326"/>
                  </a:moveTo>
                  <a:cubicBezTo>
                    <a:pt x="3053" y="1326"/>
                    <a:pt x="3059" y="1321"/>
                    <a:pt x="3059" y="1314"/>
                  </a:cubicBezTo>
                  <a:cubicBezTo>
                    <a:pt x="3059" y="1307"/>
                    <a:pt x="3053" y="1301"/>
                    <a:pt x="3046" y="1301"/>
                  </a:cubicBezTo>
                  <a:cubicBezTo>
                    <a:pt x="3039" y="1301"/>
                    <a:pt x="3033" y="1307"/>
                    <a:pt x="3033" y="1314"/>
                  </a:cubicBezTo>
                  <a:cubicBezTo>
                    <a:pt x="3033" y="1321"/>
                    <a:pt x="3039" y="1326"/>
                    <a:pt x="3046" y="1326"/>
                  </a:cubicBezTo>
                  <a:close/>
                  <a:moveTo>
                    <a:pt x="3085" y="1326"/>
                  </a:moveTo>
                  <a:cubicBezTo>
                    <a:pt x="3092" y="1326"/>
                    <a:pt x="3098" y="1321"/>
                    <a:pt x="3098" y="1314"/>
                  </a:cubicBezTo>
                  <a:cubicBezTo>
                    <a:pt x="3098" y="1307"/>
                    <a:pt x="3092" y="1301"/>
                    <a:pt x="3085" y="1301"/>
                  </a:cubicBezTo>
                  <a:cubicBezTo>
                    <a:pt x="3078" y="1301"/>
                    <a:pt x="3073" y="1307"/>
                    <a:pt x="3073" y="1314"/>
                  </a:cubicBezTo>
                  <a:cubicBezTo>
                    <a:pt x="3073" y="1321"/>
                    <a:pt x="3078" y="1326"/>
                    <a:pt x="3085" y="1326"/>
                  </a:cubicBezTo>
                  <a:close/>
                  <a:moveTo>
                    <a:pt x="3125" y="1326"/>
                  </a:moveTo>
                  <a:cubicBezTo>
                    <a:pt x="3132" y="1326"/>
                    <a:pt x="3137" y="1321"/>
                    <a:pt x="3137" y="1314"/>
                  </a:cubicBezTo>
                  <a:cubicBezTo>
                    <a:pt x="3137" y="1307"/>
                    <a:pt x="3132" y="1301"/>
                    <a:pt x="3125" y="1301"/>
                  </a:cubicBezTo>
                  <a:cubicBezTo>
                    <a:pt x="3118" y="1301"/>
                    <a:pt x="3112" y="1307"/>
                    <a:pt x="3112" y="1314"/>
                  </a:cubicBezTo>
                  <a:cubicBezTo>
                    <a:pt x="3112" y="1321"/>
                    <a:pt x="3118" y="1326"/>
                    <a:pt x="3125" y="1326"/>
                  </a:cubicBezTo>
                  <a:close/>
                  <a:moveTo>
                    <a:pt x="3164" y="1326"/>
                  </a:moveTo>
                  <a:cubicBezTo>
                    <a:pt x="3171" y="1326"/>
                    <a:pt x="3177" y="1321"/>
                    <a:pt x="3177" y="1314"/>
                  </a:cubicBezTo>
                  <a:cubicBezTo>
                    <a:pt x="3177" y="1307"/>
                    <a:pt x="3171" y="1301"/>
                    <a:pt x="3164" y="1301"/>
                  </a:cubicBezTo>
                  <a:cubicBezTo>
                    <a:pt x="3157" y="1301"/>
                    <a:pt x="3151" y="1307"/>
                    <a:pt x="3151" y="1314"/>
                  </a:cubicBezTo>
                  <a:cubicBezTo>
                    <a:pt x="3151" y="1321"/>
                    <a:pt x="3157" y="1326"/>
                    <a:pt x="3164" y="1326"/>
                  </a:cubicBezTo>
                  <a:close/>
                  <a:moveTo>
                    <a:pt x="996" y="1366"/>
                  </a:moveTo>
                  <a:cubicBezTo>
                    <a:pt x="1003" y="1366"/>
                    <a:pt x="1009" y="1360"/>
                    <a:pt x="1009" y="1353"/>
                  </a:cubicBezTo>
                  <a:cubicBezTo>
                    <a:pt x="1009" y="1346"/>
                    <a:pt x="1003" y="1340"/>
                    <a:pt x="996" y="1340"/>
                  </a:cubicBezTo>
                  <a:cubicBezTo>
                    <a:pt x="989" y="1340"/>
                    <a:pt x="983" y="1346"/>
                    <a:pt x="983" y="1353"/>
                  </a:cubicBezTo>
                  <a:cubicBezTo>
                    <a:pt x="983" y="1360"/>
                    <a:pt x="989" y="1366"/>
                    <a:pt x="996" y="1366"/>
                  </a:cubicBezTo>
                  <a:close/>
                  <a:moveTo>
                    <a:pt x="1035" y="1366"/>
                  </a:moveTo>
                  <a:cubicBezTo>
                    <a:pt x="1042" y="1366"/>
                    <a:pt x="1048" y="1360"/>
                    <a:pt x="1048" y="1353"/>
                  </a:cubicBezTo>
                  <a:cubicBezTo>
                    <a:pt x="1048" y="1346"/>
                    <a:pt x="1042" y="1340"/>
                    <a:pt x="1035" y="1340"/>
                  </a:cubicBezTo>
                  <a:cubicBezTo>
                    <a:pt x="1028" y="1340"/>
                    <a:pt x="1023" y="1346"/>
                    <a:pt x="1023" y="1353"/>
                  </a:cubicBezTo>
                  <a:cubicBezTo>
                    <a:pt x="1023" y="1360"/>
                    <a:pt x="1028" y="1366"/>
                    <a:pt x="1035" y="1366"/>
                  </a:cubicBezTo>
                  <a:close/>
                  <a:moveTo>
                    <a:pt x="1075" y="1366"/>
                  </a:moveTo>
                  <a:cubicBezTo>
                    <a:pt x="1082" y="1366"/>
                    <a:pt x="1087" y="1360"/>
                    <a:pt x="1087" y="1353"/>
                  </a:cubicBezTo>
                  <a:cubicBezTo>
                    <a:pt x="1087" y="1346"/>
                    <a:pt x="1082" y="1340"/>
                    <a:pt x="1075" y="1340"/>
                  </a:cubicBezTo>
                  <a:cubicBezTo>
                    <a:pt x="1068" y="1340"/>
                    <a:pt x="1062" y="1346"/>
                    <a:pt x="1062" y="1353"/>
                  </a:cubicBezTo>
                  <a:cubicBezTo>
                    <a:pt x="1062" y="1360"/>
                    <a:pt x="1068" y="1366"/>
                    <a:pt x="1075" y="1366"/>
                  </a:cubicBezTo>
                  <a:close/>
                  <a:moveTo>
                    <a:pt x="1114" y="1366"/>
                  </a:moveTo>
                  <a:cubicBezTo>
                    <a:pt x="1121" y="1366"/>
                    <a:pt x="1127" y="1360"/>
                    <a:pt x="1127" y="1353"/>
                  </a:cubicBezTo>
                  <a:cubicBezTo>
                    <a:pt x="1127" y="1346"/>
                    <a:pt x="1121" y="1340"/>
                    <a:pt x="1114" y="1340"/>
                  </a:cubicBezTo>
                  <a:cubicBezTo>
                    <a:pt x="1107" y="1340"/>
                    <a:pt x="1101" y="1346"/>
                    <a:pt x="1101" y="1353"/>
                  </a:cubicBezTo>
                  <a:cubicBezTo>
                    <a:pt x="1101" y="1360"/>
                    <a:pt x="1107" y="1366"/>
                    <a:pt x="1114" y="1366"/>
                  </a:cubicBezTo>
                  <a:close/>
                  <a:moveTo>
                    <a:pt x="1154" y="1366"/>
                  </a:moveTo>
                  <a:cubicBezTo>
                    <a:pt x="1161" y="1366"/>
                    <a:pt x="1166" y="1360"/>
                    <a:pt x="1166" y="1353"/>
                  </a:cubicBezTo>
                  <a:cubicBezTo>
                    <a:pt x="1166" y="1346"/>
                    <a:pt x="1161" y="1340"/>
                    <a:pt x="1154" y="1340"/>
                  </a:cubicBezTo>
                  <a:cubicBezTo>
                    <a:pt x="1146" y="1340"/>
                    <a:pt x="1141" y="1346"/>
                    <a:pt x="1141" y="1353"/>
                  </a:cubicBezTo>
                  <a:cubicBezTo>
                    <a:pt x="1141" y="1360"/>
                    <a:pt x="1146" y="1366"/>
                    <a:pt x="1154" y="1366"/>
                  </a:cubicBezTo>
                  <a:close/>
                  <a:moveTo>
                    <a:pt x="1193" y="1366"/>
                  </a:moveTo>
                  <a:cubicBezTo>
                    <a:pt x="1200" y="1366"/>
                    <a:pt x="1206" y="1360"/>
                    <a:pt x="1206" y="1353"/>
                  </a:cubicBezTo>
                  <a:cubicBezTo>
                    <a:pt x="1206" y="1346"/>
                    <a:pt x="1200" y="1340"/>
                    <a:pt x="1193" y="1340"/>
                  </a:cubicBezTo>
                  <a:cubicBezTo>
                    <a:pt x="1186" y="1340"/>
                    <a:pt x="1180" y="1346"/>
                    <a:pt x="1180" y="1353"/>
                  </a:cubicBezTo>
                  <a:cubicBezTo>
                    <a:pt x="1180" y="1360"/>
                    <a:pt x="1186" y="1366"/>
                    <a:pt x="1193" y="1366"/>
                  </a:cubicBezTo>
                  <a:close/>
                  <a:moveTo>
                    <a:pt x="1232" y="1340"/>
                  </a:moveTo>
                  <a:cubicBezTo>
                    <a:pt x="1225" y="1340"/>
                    <a:pt x="1220" y="1346"/>
                    <a:pt x="1220" y="1353"/>
                  </a:cubicBezTo>
                  <a:cubicBezTo>
                    <a:pt x="1220" y="1360"/>
                    <a:pt x="1225" y="1366"/>
                    <a:pt x="1232" y="1366"/>
                  </a:cubicBezTo>
                  <a:cubicBezTo>
                    <a:pt x="1239" y="1366"/>
                    <a:pt x="1245" y="1360"/>
                    <a:pt x="1245" y="1353"/>
                  </a:cubicBezTo>
                  <a:cubicBezTo>
                    <a:pt x="1245" y="1346"/>
                    <a:pt x="1239" y="1340"/>
                    <a:pt x="1232" y="1340"/>
                  </a:cubicBezTo>
                  <a:close/>
                  <a:moveTo>
                    <a:pt x="1272" y="1340"/>
                  </a:moveTo>
                  <a:cubicBezTo>
                    <a:pt x="1265" y="1340"/>
                    <a:pt x="1259" y="1346"/>
                    <a:pt x="1259" y="1353"/>
                  </a:cubicBezTo>
                  <a:cubicBezTo>
                    <a:pt x="1259" y="1360"/>
                    <a:pt x="1265" y="1366"/>
                    <a:pt x="1272" y="1366"/>
                  </a:cubicBezTo>
                  <a:cubicBezTo>
                    <a:pt x="1279" y="1366"/>
                    <a:pt x="1285" y="1360"/>
                    <a:pt x="1285" y="1353"/>
                  </a:cubicBezTo>
                  <a:cubicBezTo>
                    <a:pt x="1285" y="1346"/>
                    <a:pt x="1279" y="1340"/>
                    <a:pt x="1272" y="1340"/>
                  </a:cubicBezTo>
                  <a:close/>
                  <a:moveTo>
                    <a:pt x="1863" y="1366"/>
                  </a:moveTo>
                  <a:cubicBezTo>
                    <a:pt x="1870" y="1366"/>
                    <a:pt x="1876" y="1360"/>
                    <a:pt x="1876" y="1353"/>
                  </a:cubicBezTo>
                  <a:cubicBezTo>
                    <a:pt x="1876" y="1346"/>
                    <a:pt x="1870" y="1340"/>
                    <a:pt x="1863" y="1340"/>
                  </a:cubicBezTo>
                  <a:cubicBezTo>
                    <a:pt x="1856" y="1340"/>
                    <a:pt x="1850" y="1346"/>
                    <a:pt x="1850" y="1353"/>
                  </a:cubicBezTo>
                  <a:cubicBezTo>
                    <a:pt x="1850" y="1360"/>
                    <a:pt x="1856" y="1366"/>
                    <a:pt x="1863" y="1366"/>
                  </a:cubicBezTo>
                  <a:close/>
                  <a:moveTo>
                    <a:pt x="1903" y="1366"/>
                  </a:moveTo>
                  <a:cubicBezTo>
                    <a:pt x="1910" y="1366"/>
                    <a:pt x="1915" y="1360"/>
                    <a:pt x="1915" y="1353"/>
                  </a:cubicBezTo>
                  <a:cubicBezTo>
                    <a:pt x="1915" y="1346"/>
                    <a:pt x="1910" y="1340"/>
                    <a:pt x="1903" y="1340"/>
                  </a:cubicBezTo>
                  <a:cubicBezTo>
                    <a:pt x="1896" y="1340"/>
                    <a:pt x="1890" y="1346"/>
                    <a:pt x="1890" y="1353"/>
                  </a:cubicBezTo>
                  <a:cubicBezTo>
                    <a:pt x="1890" y="1360"/>
                    <a:pt x="1896" y="1366"/>
                    <a:pt x="1903" y="1366"/>
                  </a:cubicBezTo>
                  <a:close/>
                  <a:moveTo>
                    <a:pt x="1942" y="1366"/>
                  </a:moveTo>
                  <a:cubicBezTo>
                    <a:pt x="1949" y="1366"/>
                    <a:pt x="1955" y="1360"/>
                    <a:pt x="1955" y="1353"/>
                  </a:cubicBezTo>
                  <a:cubicBezTo>
                    <a:pt x="1955" y="1346"/>
                    <a:pt x="1949" y="1340"/>
                    <a:pt x="1942" y="1340"/>
                  </a:cubicBezTo>
                  <a:cubicBezTo>
                    <a:pt x="1935" y="1340"/>
                    <a:pt x="1929" y="1346"/>
                    <a:pt x="1929" y="1353"/>
                  </a:cubicBezTo>
                  <a:cubicBezTo>
                    <a:pt x="1929" y="1360"/>
                    <a:pt x="1935" y="1366"/>
                    <a:pt x="1942" y="1366"/>
                  </a:cubicBezTo>
                  <a:close/>
                  <a:moveTo>
                    <a:pt x="1981" y="1366"/>
                  </a:moveTo>
                  <a:cubicBezTo>
                    <a:pt x="1988" y="1366"/>
                    <a:pt x="1994" y="1360"/>
                    <a:pt x="1994" y="1353"/>
                  </a:cubicBezTo>
                  <a:cubicBezTo>
                    <a:pt x="1994" y="1346"/>
                    <a:pt x="1988" y="1340"/>
                    <a:pt x="1981" y="1340"/>
                  </a:cubicBezTo>
                  <a:cubicBezTo>
                    <a:pt x="1974" y="1340"/>
                    <a:pt x="1969" y="1346"/>
                    <a:pt x="1969" y="1353"/>
                  </a:cubicBezTo>
                  <a:cubicBezTo>
                    <a:pt x="1969" y="1360"/>
                    <a:pt x="1974" y="1366"/>
                    <a:pt x="1981" y="1366"/>
                  </a:cubicBezTo>
                  <a:close/>
                  <a:moveTo>
                    <a:pt x="2021" y="1366"/>
                  </a:moveTo>
                  <a:cubicBezTo>
                    <a:pt x="2028" y="1366"/>
                    <a:pt x="2034" y="1360"/>
                    <a:pt x="2034" y="1353"/>
                  </a:cubicBezTo>
                  <a:cubicBezTo>
                    <a:pt x="2034" y="1346"/>
                    <a:pt x="2028" y="1340"/>
                    <a:pt x="2021" y="1340"/>
                  </a:cubicBezTo>
                  <a:cubicBezTo>
                    <a:pt x="2014" y="1340"/>
                    <a:pt x="2008" y="1346"/>
                    <a:pt x="2008" y="1353"/>
                  </a:cubicBezTo>
                  <a:cubicBezTo>
                    <a:pt x="2008" y="1360"/>
                    <a:pt x="2014" y="1366"/>
                    <a:pt x="2021" y="1366"/>
                  </a:cubicBezTo>
                  <a:close/>
                  <a:moveTo>
                    <a:pt x="2139" y="1340"/>
                  </a:moveTo>
                  <a:cubicBezTo>
                    <a:pt x="2132" y="1340"/>
                    <a:pt x="2126" y="1346"/>
                    <a:pt x="2126" y="1353"/>
                  </a:cubicBezTo>
                  <a:cubicBezTo>
                    <a:pt x="2126" y="1360"/>
                    <a:pt x="2132" y="1366"/>
                    <a:pt x="2139" y="1366"/>
                  </a:cubicBezTo>
                  <a:cubicBezTo>
                    <a:pt x="2146" y="1366"/>
                    <a:pt x="2152" y="1360"/>
                    <a:pt x="2152" y="1353"/>
                  </a:cubicBezTo>
                  <a:cubicBezTo>
                    <a:pt x="2152" y="1346"/>
                    <a:pt x="2146" y="1340"/>
                    <a:pt x="2139" y="1340"/>
                  </a:cubicBezTo>
                  <a:close/>
                  <a:moveTo>
                    <a:pt x="2179" y="1340"/>
                  </a:moveTo>
                  <a:cubicBezTo>
                    <a:pt x="2172" y="1340"/>
                    <a:pt x="2166" y="1346"/>
                    <a:pt x="2166" y="1353"/>
                  </a:cubicBezTo>
                  <a:cubicBezTo>
                    <a:pt x="2166" y="1360"/>
                    <a:pt x="2172" y="1366"/>
                    <a:pt x="2179" y="1366"/>
                  </a:cubicBezTo>
                  <a:cubicBezTo>
                    <a:pt x="2186" y="1366"/>
                    <a:pt x="2191" y="1360"/>
                    <a:pt x="2191" y="1353"/>
                  </a:cubicBezTo>
                  <a:cubicBezTo>
                    <a:pt x="2191" y="1346"/>
                    <a:pt x="2186" y="1340"/>
                    <a:pt x="2179" y="1340"/>
                  </a:cubicBezTo>
                  <a:close/>
                  <a:moveTo>
                    <a:pt x="2888" y="1366"/>
                  </a:moveTo>
                  <a:cubicBezTo>
                    <a:pt x="2895" y="1366"/>
                    <a:pt x="2901" y="1360"/>
                    <a:pt x="2901" y="1353"/>
                  </a:cubicBezTo>
                  <a:cubicBezTo>
                    <a:pt x="2901" y="1346"/>
                    <a:pt x="2895" y="1340"/>
                    <a:pt x="2888" y="1340"/>
                  </a:cubicBezTo>
                  <a:cubicBezTo>
                    <a:pt x="2881" y="1340"/>
                    <a:pt x="2875" y="1346"/>
                    <a:pt x="2875" y="1353"/>
                  </a:cubicBezTo>
                  <a:cubicBezTo>
                    <a:pt x="2875" y="1360"/>
                    <a:pt x="2881" y="1366"/>
                    <a:pt x="2888" y="1366"/>
                  </a:cubicBezTo>
                  <a:close/>
                  <a:moveTo>
                    <a:pt x="2928" y="1366"/>
                  </a:moveTo>
                  <a:cubicBezTo>
                    <a:pt x="2935" y="1366"/>
                    <a:pt x="2940" y="1360"/>
                    <a:pt x="2940" y="1353"/>
                  </a:cubicBezTo>
                  <a:cubicBezTo>
                    <a:pt x="2940" y="1346"/>
                    <a:pt x="2935" y="1340"/>
                    <a:pt x="2928" y="1340"/>
                  </a:cubicBezTo>
                  <a:cubicBezTo>
                    <a:pt x="2921" y="1340"/>
                    <a:pt x="2915" y="1346"/>
                    <a:pt x="2915" y="1353"/>
                  </a:cubicBezTo>
                  <a:cubicBezTo>
                    <a:pt x="2915" y="1360"/>
                    <a:pt x="2921" y="1366"/>
                    <a:pt x="2928" y="1366"/>
                  </a:cubicBezTo>
                  <a:close/>
                  <a:moveTo>
                    <a:pt x="2967" y="1366"/>
                  </a:moveTo>
                  <a:cubicBezTo>
                    <a:pt x="2974" y="1366"/>
                    <a:pt x="2980" y="1360"/>
                    <a:pt x="2980" y="1353"/>
                  </a:cubicBezTo>
                  <a:cubicBezTo>
                    <a:pt x="2980" y="1346"/>
                    <a:pt x="2974" y="1340"/>
                    <a:pt x="2967" y="1340"/>
                  </a:cubicBezTo>
                  <a:cubicBezTo>
                    <a:pt x="2960" y="1340"/>
                    <a:pt x="2954" y="1346"/>
                    <a:pt x="2954" y="1353"/>
                  </a:cubicBezTo>
                  <a:cubicBezTo>
                    <a:pt x="2954" y="1360"/>
                    <a:pt x="2960" y="1366"/>
                    <a:pt x="2967" y="1366"/>
                  </a:cubicBezTo>
                  <a:close/>
                  <a:moveTo>
                    <a:pt x="3006" y="1366"/>
                  </a:moveTo>
                  <a:cubicBezTo>
                    <a:pt x="3014" y="1366"/>
                    <a:pt x="3019" y="1360"/>
                    <a:pt x="3019" y="1353"/>
                  </a:cubicBezTo>
                  <a:cubicBezTo>
                    <a:pt x="3019" y="1346"/>
                    <a:pt x="3014" y="1340"/>
                    <a:pt x="3006" y="1340"/>
                  </a:cubicBezTo>
                  <a:cubicBezTo>
                    <a:pt x="2999" y="1340"/>
                    <a:pt x="2994" y="1346"/>
                    <a:pt x="2994" y="1353"/>
                  </a:cubicBezTo>
                  <a:cubicBezTo>
                    <a:pt x="2994" y="1360"/>
                    <a:pt x="2999" y="1366"/>
                    <a:pt x="3006" y="1366"/>
                  </a:cubicBezTo>
                  <a:close/>
                  <a:moveTo>
                    <a:pt x="3046" y="1366"/>
                  </a:moveTo>
                  <a:cubicBezTo>
                    <a:pt x="3053" y="1366"/>
                    <a:pt x="3059" y="1360"/>
                    <a:pt x="3059" y="1353"/>
                  </a:cubicBezTo>
                  <a:cubicBezTo>
                    <a:pt x="3059" y="1346"/>
                    <a:pt x="3053" y="1340"/>
                    <a:pt x="3046" y="1340"/>
                  </a:cubicBezTo>
                  <a:cubicBezTo>
                    <a:pt x="3039" y="1340"/>
                    <a:pt x="3033" y="1346"/>
                    <a:pt x="3033" y="1353"/>
                  </a:cubicBezTo>
                  <a:cubicBezTo>
                    <a:pt x="3033" y="1360"/>
                    <a:pt x="3039" y="1366"/>
                    <a:pt x="3046" y="1366"/>
                  </a:cubicBezTo>
                  <a:close/>
                  <a:moveTo>
                    <a:pt x="3085" y="1366"/>
                  </a:moveTo>
                  <a:cubicBezTo>
                    <a:pt x="3092" y="1366"/>
                    <a:pt x="3098" y="1360"/>
                    <a:pt x="3098" y="1353"/>
                  </a:cubicBezTo>
                  <a:cubicBezTo>
                    <a:pt x="3098" y="1346"/>
                    <a:pt x="3092" y="1340"/>
                    <a:pt x="3085" y="1340"/>
                  </a:cubicBezTo>
                  <a:cubicBezTo>
                    <a:pt x="3078" y="1340"/>
                    <a:pt x="3073" y="1346"/>
                    <a:pt x="3073" y="1353"/>
                  </a:cubicBezTo>
                  <a:cubicBezTo>
                    <a:pt x="3073" y="1360"/>
                    <a:pt x="3078" y="1366"/>
                    <a:pt x="3085" y="1366"/>
                  </a:cubicBezTo>
                  <a:close/>
                  <a:moveTo>
                    <a:pt x="3125" y="1366"/>
                  </a:moveTo>
                  <a:cubicBezTo>
                    <a:pt x="3132" y="1366"/>
                    <a:pt x="3137" y="1360"/>
                    <a:pt x="3137" y="1353"/>
                  </a:cubicBezTo>
                  <a:cubicBezTo>
                    <a:pt x="3137" y="1346"/>
                    <a:pt x="3132" y="1340"/>
                    <a:pt x="3125" y="1340"/>
                  </a:cubicBezTo>
                  <a:cubicBezTo>
                    <a:pt x="3118" y="1340"/>
                    <a:pt x="3112" y="1346"/>
                    <a:pt x="3112" y="1353"/>
                  </a:cubicBezTo>
                  <a:cubicBezTo>
                    <a:pt x="3112" y="1360"/>
                    <a:pt x="3118" y="1366"/>
                    <a:pt x="3125" y="1366"/>
                  </a:cubicBezTo>
                  <a:close/>
                  <a:moveTo>
                    <a:pt x="3164" y="1366"/>
                  </a:moveTo>
                  <a:cubicBezTo>
                    <a:pt x="3171" y="1366"/>
                    <a:pt x="3177" y="1360"/>
                    <a:pt x="3177" y="1353"/>
                  </a:cubicBezTo>
                  <a:cubicBezTo>
                    <a:pt x="3177" y="1346"/>
                    <a:pt x="3171" y="1340"/>
                    <a:pt x="3164" y="1340"/>
                  </a:cubicBezTo>
                  <a:cubicBezTo>
                    <a:pt x="3157" y="1340"/>
                    <a:pt x="3151" y="1346"/>
                    <a:pt x="3151" y="1353"/>
                  </a:cubicBezTo>
                  <a:cubicBezTo>
                    <a:pt x="3151" y="1360"/>
                    <a:pt x="3157" y="1366"/>
                    <a:pt x="3164" y="1366"/>
                  </a:cubicBezTo>
                  <a:close/>
                  <a:moveTo>
                    <a:pt x="3204" y="1366"/>
                  </a:moveTo>
                  <a:cubicBezTo>
                    <a:pt x="3211" y="1366"/>
                    <a:pt x="3216" y="1360"/>
                    <a:pt x="3216" y="1353"/>
                  </a:cubicBezTo>
                  <a:cubicBezTo>
                    <a:pt x="3216" y="1346"/>
                    <a:pt x="3211" y="1340"/>
                    <a:pt x="3204" y="1340"/>
                  </a:cubicBezTo>
                  <a:cubicBezTo>
                    <a:pt x="3197" y="1340"/>
                    <a:pt x="3191" y="1346"/>
                    <a:pt x="3191" y="1353"/>
                  </a:cubicBezTo>
                  <a:cubicBezTo>
                    <a:pt x="3191" y="1360"/>
                    <a:pt x="3197" y="1366"/>
                    <a:pt x="3204" y="1366"/>
                  </a:cubicBezTo>
                  <a:close/>
                  <a:moveTo>
                    <a:pt x="996" y="1405"/>
                  </a:moveTo>
                  <a:cubicBezTo>
                    <a:pt x="1003" y="1405"/>
                    <a:pt x="1009" y="1400"/>
                    <a:pt x="1009" y="1393"/>
                  </a:cubicBezTo>
                  <a:cubicBezTo>
                    <a:pt x="1009" y="1385"/>
                    <a:pt x="1003" y="1380"/>
                    <a:pt x="996" y="1380"/>
                  </a:cubicBezTo>
                  <a:cubicBezTo>
                    <a:pt x="989" y="1380"/>
                    <a:pt x="983" y="1385"/>
                    <a:pt x="983" y="1393"/>
                  </a:cubicBezTo>
                  <a:cubicBezTo>
                    <a:pt x="983" y="1400"/>
                    <a:pt x="989" y="1405"/>
                    <a:pt x="996" y="1405"/>
                  </a:cubicBezTo>
                  <a:close/>
                  <a:moveTo>
                    <a:pt x="1035" y="1405"/>
                  </a:moveTo>
                  <a:cubicBezTo>
                    <a:pt x="1042" y="1405"/>
                    <a:pt x="1048" y="1400"/>
                    <a:pt x="1048" y="1393"/>
                  </a:cubicBezTo>
                  <a:cubicBezTo>
                    <a:pt x="1048" y="1385"/>
                    <a:pt x="1042" y="1380"/>
                    <a:pt x="1035" y="1380"/>
                  </a:cubicBezTo>
                  <a:cubicBezTo>
                    <a:pt x="1028" y="1380"/>
                    <a:pt x="1023" y="1385"/>
                    <a:pt x="1023" y="1393"/>
                  </a:cubicBezTo>
                  <a:cubicBezTo>
                    <a:pt x="1023" y="1400"/>
                    <a:pt x="1028" y="1405"/>
                    <a:pt x="1035" y="1405"/>
                  </a:cubicBezTo>
                  <a:close/>
                  <a:moveTo>
                    <a:pt x="1075" y="1405"/>
                  </a:moveTo>
                  <a:cubicBezTo>
                    <a:pt x="1082" y="1405"/>
                    <a:pt x="1087" y="1400"/>
                    <a:pt x="1087" y="1393"/>
                  </a:cubicBezTo>
                  <a:cubicBezTo>
                    <a:pt x="1087" y="1385"/>
                    <a:pt x="1082" y="1380"/>
                    <a:pt x="1075" y="1380"/>
                  </a:cubicBezTo>
                  <a:cubicBezTo>
                    <a:pt x="1068" y="1380"/>
                    <a:pt x="1062" y="1385"/>
                    <a:pt x="1062" y="1393"/>
                  </a:cubicBezTo>
                  <a:cubicBezTo>
                    <a:pt x="1062" y="1400"/>
                    <a:pt x="1068" y="1405"/>
                    <a:pt x="1075" y="1405"/>
                  </a:cubicBezTo>
                  <a:close/>
                  <a:moveTo>
                    <a:pt x="1114" y="1405"/>
                  </a:moveTo>
                  <a:cubicBezTo>
                    <a:pt x="1121" y="1405"/>
                    <a:pt x="1127" y="1400"/>
                    <a:pt x="1127" y="1393"/>
                  </a:cubicBezTo>
                  <a:cubicBezTo>
                    <a:pt x="1127" y="1385"/>
                    <a:pt x="1121" y="1380"/>
                    <a:pt x="1114" y="1380"/>
                  </a:cubicBezTo>
                  <a:cubicBezTo>
                    <a:pt x="1107" y="1380"/>
                    <a:pt x="1101" y="1385"/>
                    <a:pt x="1101" y="1393"/>
                  </a:cubicBezTo>
                  <a:cubicBezTo>
                    <a:pt x="1101" y="1400"/>
                    <a:pt x="1107" y="1405"/>
                    <a:pt x="1114" y="1405"/>
                  </a:cubicBezTo>
                  <a:close/>
                  <a:moveTo>
                    <a:pt x="1154" y="1405"/>
                  </a:moveTo>
                  <a:cubicBezTo>
                    <a:pt x="1161" y="1405"/>
                    <a:pt x="1166" y="1400"/>
                    <a:pt x="1166" y="1393"/>
                  </a:cubicBezTo>
                  <a:cubicBezTo>
                    <a:pt x="1166" y="1385"/>
                    <a:pt x="1161" y="1380"/>
                    <a:pt x="1154" y="1380"/>
                  </a:cubicBezTo>
                  <a:cubicBezTo>
                    <a:pt x="1146" y="1380"/>
                    <a:pt x="1141" y="1385"/>
                    <a:pt x="1141" y="1393"/>
                  </a:cubicBezTo>
                  <a:cubicBezTo>
                    <a:pt x="1141" y="1400"/>
                    <a:pt x="1146" y="1405"/>
                    <a:pt x="1154" y="1405"/>
                  </a:cubicBezTo>
                  <a:close/>
                  <a:moveTo>
                    <a:pt x="1193" y="1380"/>
                  </a:moveTo>
                  <a:cubicBezTo>
                    <a:pt x="1186" y="1380"/>
                    <a:pt x="1180" y="1385"/>
                    <a:pt x="1180" y="1393"/>
                  </a:cubicBezTo>
                  <a:cubicBezTo>
                    <a:pt x="1180" y="1400"/>
                    <a:pt x="1186" y="1405"/>
                    <a:pt x="1193" y="1405"/>
                  </a:cubicBezTo>
                  <a:cubicBezTo>
                    <a:pt x="1200" y="1405"/>
                    <a:pt x="1206" y="1400"/>
                    <a:pt x="1206" y="1393"/>
                  </a:cubicBezTo>
                  <a:cubicBezTo>
                    <a:pt x="1206" y="1385"/>
                    <a:pt x="1200" y="1380"/>
                    <a:pt x="1193" y="1380"/>
                  </a:cubicBezTo>
                  <a:close/>
                  <a:moveTo>
                    <a:pt x="1863" y="1380"/>
                  </a:moveTo>
                  <a:cubicBezTo>
                    <a:pt x="1856" y="1380"/>
                    <a:pt x="1850" y="1385"/>
                    <a:pt x="1850" y="1393"/>
                  </a:cubicBezTo>
                  <a:cubicBezTo>
                    <a:pt x="1850" y="1400"/>
                    <a:pt x="1856" y="1405"/>
                    <a:pt x="1863" y="1405"/>
                  </a:cubicBezTo>
                  <a:cubicBezTo>
                    <a:pt x="1870" y="1405"/>
                    <a:pt x="1876" y="1400"/>
                    <a:pt x="1876" y="1393"/>
                  </a:cubicBezTo>
                  <a:cubicBezTo>
                    <a:pt x="1876" y="1385"/>
                    <a:pt x="1870" y="1380"/>
                    <a:pt x="1863" y="1380"/>
                  </a:cubicBezTo>
                  <a:close/>
                  <a:moveTo>
                    <a:pt x="1903" y="1405"/>
                  </a:moveTo>
                  <a:cubicBezTo>
                    <a:pt x="1910" y="1405"/>
                    <a:pt x="1915" y="1400"/>
                    <a:pt x="1915" y="1393"/>
                  </a:cubicBezTo>
                  <a:cubicBezTo>
                    <a:pt x="1915" y="1385"/>
                    <a:pt x="1910" y="1380"/>
                    <a:pt x="1903" y="1380"/>
                  </a:cubicBezTo>
                  <a:cubicBezTo>
                    <a:pt x="1896" y="1380"/>
                    <a:pt x="1890" y="1385"/>
                    <a:pt x="1890" y="1393"/>
                  </a:cubicBezTo>
                  <a:cubicBezTo>
                    <a:pt x="1890" y="1400"/>
                    <a:pt x="1896" y="1405"/>
                    <a:pt x="1903" y="1405"/>
                  </a:cubicBezTo>
                  <a:close/>
                  <a:moveTo>
                    <a:pt x="1942" y="1405"/>
                  </a:moveTo>
                  <a:cubicBezTo>
                    <a:pt x="1949" y="1405"/>
                    <a:pt x="1955" y="1400"/>
                    <a:pt x="1955" y="1393"/>
                  </a:cubicBezTo>
                  <a:cubicBezTo>
                    <a:pt x="1955" y="1385"/>
                    <a:pt x="1949" y="1380"/>
                    <a:pt x="1942" y="1380"/>
                  </a:cubicBezTo>
                  <a:cubicBezTo>
                    <a:pt x="1935" y="1380"/>
                    <a:pt x="1929" y="1385"/>
                    <a:pt x="1929" y="1393"/>
                  </a:cubicBezTo>
                  <a:cubicBezTo>
                    <a:pt x="1929" y="1400"/>
                    <a:pt x="1935" y="1405"/>
                    <a:pt x="1942" y="1405"/>
                  </a:cubicBezTo>
                  <a:close/>
                  <a:moveTo>
                    <a:pt x="1981" y="1405"/>
                  </a:moveTo>
                  <a:cubicBezTo>
                    <a:pt x="1988" y="1405"/>
                    <a:pt x="1994" y="1400"/>
                    <a:pt x="1994" y="1393"/>
                  </a:cubicBezTo>
                  <a:cubicBezTo>
                    <a:pt x="1994" y="1385"/>
                    <a:pt x="1988" y="1380"/>
                    <a:pt x="1981" y="1380"/>
                  </a:cubicBezTo>
                  <a:cubicBezTo>
                    <a:pt x="1974" y="1380"/>
                    <a:pt x="1969" y="1385"/>
                    <a:pt x="1969" y="1393"/>
                  </a:cubicBezTo>
                  <a:cubicBezTo>
                    <a:pt x="1969" y="1400"/>
                    <a:pt x="1974" y="1405"/>
                    <a:pt x="1981" y="1405"/>
                  </a:cubicBezTo>
                  <a:close/>
                  <a:moveTo>
                    <a:pt x="2021" y="1380"/>
                  </a:moveTo>
                  <a:cubicBezTo>
                    <a:pt x="2014" y="1380"/>
                    <a:pt x="2008" y="1385"/>
                    <a:pt x="2008" y="1393"/>
                  </a:cubicBezTo>
                  <a:cubicBezTo>
                    <a:pt x="2008" y="1400"/>
                    <a:pt x="2014" y="1405"/>
                    <a:pt x="2021" y="1405"/>
                  </a:cubicBezTo>
                  <a:cubicBezTo>
                    <a:pt x="2028" y="1405"/>
                    <a:pt x="2034" y="1400"/>
                    <a:pt x="2034" y="1393"/>
                  </a:cubicBezTo>
                  <a:cubicBezTo>
                    <a:pt x="2034" y="1385"/>
                    <a:pt x="2028" y="1380"/>
                    <a:pt x="2021" y="1380"/>
                  </a:cubicBezTo>
                  <a:close/>
                  <a:moveTo>
                    <a:pt x="2888" y="1405"/>
                  </a:moveTo>
                  <a:cubicBezTo>
                    <a:pt x="2895" y="1405"/>
                    <a:pt x="2901" y="1400"/>
                    <a:pt x="2901" y="1393"/>
                  </a:cubicBezTo>
                  <a:cubicBezTo>
                    <a:pt x="2901" y="1385"/>
                    <a:pt x="2895" y="1380"/>
                    <a:pt x="2888" y="1380"/>
                  </a:cubicBezTo>
                  <a:cubicBezTo>
                    <a:pt x="2881" y="1380"/>
                    <a:pt x="2875" y="1385"/>
                    <a:pt x="2875" y="1393"/>
                  </a:cubicBezTo>
                  <a:cubicBezTo>
                    <a:pt x="2875" y="1400"/>
                    <a:pt x="2881" y="1405"/>
                    <a:pt x="2888" y="1405"/>
                  </a:cubicBezTo>
                  <a:close/>
                  <a:moveTo>
                    <a:pt x="2928" y="1405"/>
                  </a:moveTo>
                  <a:cubicBezTo>
                    <a:pt x="2935" y="1405"/>
                    <a:pt x="2940" y="1400"/>
                    <a:pt x="2940" y="1393"/>
                  </a:cubicBezTo>
                  <a:cubicBezTo>
                    <a:pt x="2940" y="1385"/>
                    <a:pt x="2935" y="1380"/>
                    <a:pt x="2928" y="1380"/>
                  </a:cubicBezTo>
                  <a:cubicBezTo>
                    <a:pt x="2921" y="1380"/>
                    <a:pt x="2915" y="1385"/>
                    <a:pt x="2915" y="1393"/>
                  </a:cubicBezTo>
                  <a:cubicBezTo>
                    <a:pt x="2915" y="1400"/>
                    <a:pt x="2921" y="1405"/>
                    <a:pt x="2928" y="1405"/>
                  </a:cubicBezTo>
                  <a:close/>
                  <a:moveTo>
                    <a:pt x="2967" y="1405"/>
                  </a:moveTo>
                  <a:cubicBezTo>
                    <a:pt x="2974" y="1405"/>
                    <a:pt x="2980" y="1400"/>
                    <a:pt x="2980" y="1393"/>
                  </a:cubicBezTo>
                  <a:cubicBezTo>
                    <a:pt x="2980" y="1385"/>
                    <a:pt x="2974" y="1380"/>
                    <a:pt x="2967" y="1380"/>
                  </a:cubicBezTo>
                  <a:cubicBezTo>
                    <a:pt x="2960" y="1380"/>
                    <a:pt x="2954" y="1385"/>
                    <a:pt x="2954" y="1393"/>
                  </a:cubicBezTo>
                  <a:cubicBezTo>
                    <a:pt x="2954" y="1400"/>
                    <a:pt x="2960" y="1405"/>
                    <a:pt x="2967" y="1405"/>
                  </a:cubicBezTo>
                  <a:close/>
                  <a:moveTo>
                    <a:pt x="3006" y="1380"/>
                  </a:moveTo>
                  <a:cubicBezTo>
                    <a:pt x="2999" y="1380"/>
                    <a:pt x="2994" y="1385"/>
                    <a:pt x="2994" y="1393"/>
                  </a:cubicBezTo>
                  <a:cubicBezTo>
                    <a:pt x="2994" y="1400"/>
                    <a:pt x="2999" y="1405"/>
                    <a:pt x="3006" y="1405"/>
                  </a:cubicBezTo>
                  <a:cubicBezTo>
                    <a:pt x="3014" y="1405"/>
                    <a:pt x="3019" y="1400"/>
                    <a:pt x="3019" y="1393"/>
                  </a:cubicBezTo>
                  <a:cubicBezTo>
                    <a:pt x="3019" y="1385"/>
                    <a:pt x="3014" y="1380"/>
                    <a:pt x="3006" y="1380"/>
                  </a:cubicBezTo>
                  <a:close/>
                  <a:moveTo>
                    <a:pt x="3046" y="1405"/>
                  </a:moveTo>
                  <a:cubicBezTo>
                    <a:pt x="3053" y="1405"/>
                    <a:pt x="3059" y="1400"/>
                    <a:pt x="3059" y="1393"/>
                  </a:cubicBezTo>
                  <a:cubicBezTo>
                    <a:pt x="3059" y="1385"/>
                    <a:pt x="3053" y="1380"/>
                    <a:pt x="3046" y="1380"/>
                  </a:cubicBezTo>
                  <a:cubicBezTo>
                    <a:pt x="3039" y="1380"/>
                    <a:pt x="3033" y="1385"/>
                    <a:pt x="3033" y="1393"/>
                  </a:cubicBezTo>
                  <a:cubicBezTo>
                    <a:pt x="3033" y="1400"/>
                    <a:pt x="3039" y="1405"/>
                    <a:pt x="3046" y="1405"/>
                  </a:cubicBezTo>
                  <a:close/>
                  <a:moveTo>
                    <a:pt x="3085" y="1380"/>
                  </a:moveTo>
                  <a:cubicBezTo>
                    <a:pt x="3078" y="1380"/>
                    <a:pt x="3073" y="1385"/>
                    <a:pt x="3073" y="1393"/>
                  </a:cubicBezTo>
                  <a:cubicBezTo>
                    <a:pt x="3073" y="1400"/>
                    <a:pt x="3078" y="1405"/>
                    <a:pt x="3085" y="1405"/>
                  </a:cubicBezTo>
                  <a:cubicBezTo>
                    <a:pt x="3092" y="1405"/>
                    <a:pt x="3098" y="1400"/>
                    <a:pt x="3098" y="1393"/>
                  </a:cubicBezTo>
                  <a:cubicBezTo>
                    <a:pt x="3098" y="1385"/>
                    <a:pt x="3092" y="1380"/>
                    <a:pt x="3085" y="1380"/>
                  </a:cubicBezTo>
                  <a:close/>
                  <a:moveTo>
                    <a:pt x="3125" y="1405"/>
                  </a:moveTo>
                  <a:cubicBezTo>
                    <a:pt x="3132" y="1405"/>
                    <a:pt x="3137" y="1400"/>
                    <a:pt x="3137" y="1393"/>
                  </a:cubicBezTo>
                  <a:cubicBezTo>
                    <a:pt x="3137" y="1385"/>
                    <a:pt x="3132" y="1380"/>
                    <a:pt x="3125" y="1380"/>
                  </a:cubicBezTo>
                  <a:cubicBezTo>
                    <a:pt x="3118" y="1380"/>
                    <a:pt x="3112" y="1385"/>
                    <a:pt x="3112" y="1393"/>
                  </a:cubicBezTo>
                  <a:cubicBezTo>
                    <a:pt x="3112" y="1400"/>
                    <a:pt x="3118" y="1405"/>
                    <a:pt x="3125" y="1405"/>
                  </a:cubicBezTo>
                  <a:close/>
                  <a:moveTo>
                    <a:pt x="3164" y="1405"/>
                  </a:moveTo>
                  <a:cubicBezTo>
                    <a:pt x="3171" y="1405"/>
                    <a:pt x="3177" y="1400"/>
                    <a:pt x="3177" y="1393"/>
                  </a:cubicBezTo>
                  <a:cubicBezTo>
                    <a:pt x="3177" y="1385"/>
                    <a:pt x="3171" y="1380"/>
                    <a:pt x="3164" y="1380"/>
                  </a:cubicBezTo>
                  <a:cubicBezTo>
                    <a:pt x="3157" y="1380"/>
                    <a:pt x="3151" y="1385"/>
                    <a:pt x="3151" y="1393"/>
                  </a:cubicBezTo>
                  <a:cubicBezTo>
                    <a:pt x="3151" y="1400"/>
                    <a:pt x="3157" y="1405"/>
                    <a:pt x="3164" y="1405"/>
                  </a:cubicBezTo>
                  <a:close/>
                  <a:moveTo>
                    <a:pt x="3204" y="1380"/>
                  </a:moveTo>
                  <a:cubicBezTo>
                    <a:pt x="3197" y="1380"/>
                    <a:pt x="3191" y="1385"/>
                    <a:pt x="3191" y="1393"/>
                  </a:cubicBezTo>
                  <a:cubicBezTo>
                    <a:pt x="3191" y="1400"/>
                    <a:pt x="3197" y="1405"/>
                    <a:pt x="3204" y="1405"/>
                  </a:cubicBezTo>
                  <a:cubicBezTo>
                    <a:pt x="3211" y="1405"/>
                    <a:pt x="3216" y="1400"/>
                    <a:pt x="3216" y="1393"/>
                  </a:cubicBezTo>
                  <a:cubicBezTo>
                    <a:pt x="3216" y="1385"/>
                    <a:pt x="3211" y="1380"/>
                    <a:pt x="3204" y="1380"/>
                  </a:cubicBezTo>
                  <a:close/>
                  <a:moveTo>
                    <a:pt x="3243" y="1405"/>
                  </a:moveTo>
                  <a:cubicBezTo>
                    <a:pt x="3250" y="1405"/>
                    <a:pt x="3256" y="1400"/>
                    <a:pt x="3256" y="1393"/>
                  </a:cubicBezTo>
                  <a:cubicBezTo>
                    <a:pt x="3256" y="1385"/>
                    <a:pt x="3250" y="1380"/>
                    <a:pt x="3243" y="1380"/>
                  </a:cubicBezTo>
                  <a:cubicBezTo>
                    <a:pt x="3236" y="1380"/>
                    <a:pt x="3230" y="1385"/>
                    <a:pt x="3230" y="1393"/>
                  </a:cubicBezTo>
                  <a:cubicBezTo>
                    <a:pt x="3230" y="1400"/>
                    <a:pt x="3236" y="1405"/>
                    <a:pt x="3243" y="1405"/>
                  </a:cubicBezTo>
                  <a:close/>
                  <a:moveTo>
                    <a:pt x="996" y="1445"/>
                  </a:moveTo>
                  <a:cubicBezTo>
                    <a:pt x="1003" y="1445"/>
                    <a:pt x="1009" y="1439"/>
                    <a:pt x="1009" y="1432"/>
                  </a:cubicBezTo>
                  <a:cubicBezTo>
                    <a:pt x="1009" y="1425"/>
                    <a:pt x="1003" y="1419"/>
                    <a:pt x="996" y="1419"/>
                  </a:cubicBezTo>
                  <a:cubicBezTo>
                    <a:pt x="989" y="1419"/>
                    <a:pt x="983" y="1425"/>
                    <a:pt x="983" y="1432"/>
                  </a:cubicBezTo>
                  <a:cubicBezTo>
                    <a:pt x="983" y="1439"/>
                    <a:pt x="989" y="1445"/>
                    <a:pt x="996" y="1445"/>
                  </a:cubicBezTo>
                  <a:close/>
                  <a:moveTo>
                    <a:pt x="1035" y="1445"/>
                  </a:moveTo>
                  <a:cubicBezTo>
                    <a:pt x="1042" y="1445"/>
                    <a:pt x="1048" y="1439"/>
                    <a:pt x="1048" y="1432"/>
                  </a:cubicBezTo>
                  <a:cubicBezTo>
                    <a:pt x="1048" y="1425"/>
                    <a:pt x="1042" y="1419"/>
                    <a:pt x="1035" y="1419"/>
                  </a:cubicBezTo>
                  <a:cubicBezTo>
                    <a:pt x="1028" y="1419"/>
                    <a:pt x="1023" y="1425"/>
                    <a:pt x="1023" y="1432"/>
                  </a:cubicBezTo>
                  <a:cubicBezTo>
                    <a:pt x="1023" y="1439"/>
                    <a:pt x="1028" y="1445"/>
                    <a:pt x="1035" y="1445"/>
                  </a:cubicBezTo>
                  <a:close/>
                  <a:moveTo>
                    <a:pt x="1075" y="1445"/>
                  </a:moveTo>
                  <a:cubicBezTo>
                    <a:pt x="1082" y="1445"/>
                    <a:pt x="1087" y="1439"/>
                    <a:pt x="1087" y="1432"/>
                  </a:cubicBezTo>
                  <a:cubicBezTo>
                    <a:pt x="1087" y="1425"/>
                    <a:pt x="1082" y="1419"/>
                    <a:pt x="1075" y="1419"/>
                  </a:cubicBezTo>
                  <a:cubicBezTo>
                    <a:pt x="1068" y="1419"/>
                    <a:pt x="1062" y="1425"/>
                    <a:pt x="1062" y="1432"/>
                  </a:cubicBezTo>
                  <a:cubicBezTo>
                    <a:pt x="1062" y="1439"/>
                    <a:pt x="1068" y="1445"/>
                    <a:pt x="1075" y="1445"/>
                  </a:cubicBezTo>
                  <a:close/>
                  <a:moveTo>
                    <a:pt x="1114" y="1445"/>
                  </a:moveTo>
                  <a:cubicBezTo>
                    <a:pt x="1121" y="1445"/>
                    <a:pt x="1127" y="1439"/>
                    <a:pt x="1127" y="1432"/>
                  </a:cubicBezTo>
                  <a:cubicBezTo>
                    <a:pt x="1127" y="1425"/>
                    <a:pt x="1121" y="1419"/>
                    <a:pt x="1114" y="1419"/>
                  </a:cubicBezTo>
                  <a:cubicBezTo>
                    <a:pt x="1107" y="1419"/>
                    <a:pt x="1101" y="1425"/>
                    <a:pt x="1101" y="1432"/>
                  </a:cubicBezTo>
                  <a:cubicBezTo>
                    <a:pt x="1101" y="1439"/>
                    <a:pt x="1107" y="1445"/>
                    <a:pt x="1114" y="1445"/>
                  </a:cubicBezTo>
                  <a:close/>
                  <a:moveTo>
                    <a:pt x="1154" y="1445"/>
                  </a:moveTo>
                  <a:cubicBezTo>
                    <a:pt x="1161" y="1445"/>
                    <a:pt x="1166" y="1439"/>
                    <a:pt x="1166" y="1432"/>
                  </a:cubicBezTo>
                  <a:cubicBezTo>
                    <a:pt x="1166" y="1425"/>
                    <a:pt x="1161" y="1419"/>
                    <a:pt x="1154" y="1419"/>
                  </a:cubicBezTo>
                  <a:cubicBezTo>
                    <a:pt x="1146" y="1419"/>
                    <a:pt x="1141" y="1425"/>
                    <a:pt x="1141" y="1432"/>
                  </a:cubicBezTo>
                  <a:cubicBezTo>
                    <a:pt x="1141" y="1439"/>
                    <a:pt x="1146" y="1445"/>
                    <a:pt x="1154" y="1445"/>
                  </a:cubicBezTo>
                  <a:close/>
                  <a:moveTo>
                    <a:pt x="1193" y="1419"/>
                  </a:moveTo>
                  <a:cubicBezTo>
                    <a:pt x="1186" y="1419"/>
                    <a:pt x="1180" y="1425"/>
                    <a:pt x="1180" y="1432"/>
                  </a:cubicBezTo>
                  <a:cubicBezTo>
                    <a:pt x="1180" y="1439"/>
                    <a:pt x="1186" y="1445"/>
                    <a:pt x="1193" y="1445"/>
                  </a:cubicBezTo>
                  <a:cubicBezTo>
                    <a:pt x="1200" y="1445"/>
                    <a:pt x="1206" y="1439"/>
                    <a:pt x="1206" y="1432"/>
                  </a:cubicBezTo>
                  <a:cubicBezTo>
                    <a:pt x="1206" y="1425"/>
                    <a:pt x="1200" y="1419"/>
                    <a:pt x="1193" y="1419"/>
                  </a:cubicBezTo>
                  <a:close/>
                  <a:moveTo>
                    <a:pt x="1903" y="1419"/>
                  </a:moveTo>
                  <a:cubicBezTo>
                    <a:pt x="1896" y="1419"/>
                    <a:pt x="1890" y="1425"/>
                    <a:pt x="1890" y="1432"/>
                  </a:cubicBezTo>
                  <a:cubicBezTo>
                    <a:pt x="1890" y="1439"/>
                    <a:pt x="1896" y="1445"/>
                    <a:pt x="1903" y="1445"/>
                  </a:cubicBezTo>
                  <a:cubicBezTo>
                    <a:pt x="1910" y="1445"/>
                    <a:pt x="1915" y="1439"/>
                    <a:pt x="1915" y="1432"/>
                  </a:cubicBezTo>
                  <a:cubicBezTo>
                    <a:pt x="1915" y="1425"/>
                    <a:pt x="1910" y="1419"/>
                    <a:pt x="1903" y="1419"/>
                  </a:cubicBezTo>
                  <a:close/>
                  <a:moveTo>
                    <a:pt x="1942" y="1445"/>
                  </a:moveTo>
                  <a:cubicBezTo>
                    <a:pt x="1949" y="1445"/>
                    <a:pt x="1955" y="1439"/>
                    <a:pt x="1955" y="1432"/>
                  </a:cubicBezTo>
                  <a:cubicBezTo>
                    <a:pt x="1955" y="1425"/>
                    <a:pt x="1949" y="1419"/>
                    <a:pt x="1942" y="1419"/>
                  </a:cubicBezTo>
                  <a:cubicBezTo>
                    <a:pt x="1935" y="1419"/>
                    <a:pt x="1929" y="1425"/>
                    <a:pt x="1929" y="1432"/>
                  </a:cubicBezTo>
                  <a:cubicBezTo>
                    <a:pt x="1929" y="1439"/>
                    <a:pt x="1935" y="1445"/>
                    <a:pt x="1942" y="1445"/>
                  </a:cubicBezTo>
                  <a:close/>
                  <a:moveTo>
                    <a:pt x="1981" y="1445"/>
                  </a:moveTo>
                  <a:cubicBezTo>
                    <a:pt x="1988" y="1445"/>
                    <a:pt x="1994" y="1439"/>
                    <a:pt x="1994" y="1432"/>
                  </a:cubicBezTo>
                  <a:cubicBezTo>
                    <a:pt x="1994" y="1425"/>
                    <a:pt x="1988" y="1419"/>
                    <a:pt x="1981" y="1419"/>
                  </a:cubicBezTo>
                  <a:cubicBezTo>
                    <a:pt x="1974" y="1419"/>
                    <a:pt x="1969" y="1425"/>
                    <a:pt x="1969" y="1432"/>
                  </a:cubicBezTo>
                  <a:cubicBezTo>
                    <a:pt x="1969" y="1439"/>
                    <a:pt x="1974" y="1445"/>
                    <a:pt x="1981" y="1445"/>
                  </a:cubicBezTo>
                  <a:close/>
                  <a:moveTo>
                    <a:pt x="2888" y="1419"/>
                  </a:moveTo>
                  <a:cubicBezTo>
                    <a:pt x="2881" y="1419"/>
                    <a:pt x="2875" y="1425"/>
                    <a:pt x="2875" y="1432"/>
                  </a:cubicBezTo>
                  <a:cubicBezTo>
                    <a:pt x="2875" y="1439"/>
                    <a:pt x="2881" y="1445"/>
                    <a:pt x="2888" y="1445"/>
                  </a:cubicBezTo>
                  <a:cubicBezTo>
                    <a:pt x="2895" y="1445"/>
                    <a:pt x="2901" y="1439"/>
                    <a:pt x="2901" y="1432"/>
                  </a:cubicBezTo>
                  <a:cubicBezTo>
                    <a:pt x="2901" y="1425"/>
                    <a:pt x="2895" y="1419"/>
                    <a:pt x="2888" y="1419"/>
                  </a:cubicBezTo>
                  <a:close/>
                  <a:moveTo>
                    <a:pt x="2928" y="1419"/>
                  </a:moveTo>
                  <a:cubicBezTo>
                    <a:pt x="2921" y="1419"/>
                    <a:pt x="2915" y="1425"/>
                    <a:pt x="2915" y="1432"/>
                  </a:cubicBezTo>
                  <a:cubicBezTo>
                    <a:pt x="2915" y="1439"/>
                    <a:pt x="2921" y="1445"/>
                    <a:pt x="2928" y="1445"/>
                  </a:cubicBezTo>
                  <a:cubicBezTo>
                    <a:pt x="2935" y="1445"/>
                    <a:pt x="2940" y="1439"/>
                    <a:pt x="2940" y="1432"/>
                  </a:cubicBezTo>
                  <a:cubicBezTo>
                    <a:pt x="2940" y="1425"/>
                    <a:pt x="2935" y="1419"/>
                    <a:pt x="2928" y="1419"/>
                  </a:cubicBezTo>
                  <a:close/>
                  <a:moveTo>
                    <a:pt x="2967" y="1445"/>
                  </a:moveTo>
                  <a:cubicBezTo>
                    <a:pt x="2974" y="1445"/>
                    <a:pt x="2980" y="1439"/>
                    <a:pt x="2980" y="1432"/>
                  </a:cubicBezTo>
                  <a:cubicBezTo>
                    <a:pt x="2980" y="1425"/>
                    <a:pt x="2974" y="1419"/>
                    <a:pt x="2967" y="1419"/>
                  </a:cubicBezTo>
                  <a:cubicBezTo>
                    <a:pt x="2960" y="1419"/>
                    <a:pt x="2954" y="1425"/>
                    <a:pt x="2954" y="1432"/>
                  </a:cubicBezTo>
                  <a:cubicBezTo>
                    <a:pt x="2954" y="1439"/>
                    <a:pt x="2960" y="1445"/>
                    <a:pt x="2967" y="1445"/>
                  </a:cubicBezTo>
                  <a:close/>
                  <a:moveTo>
                    <a:pt x="3006" y="1419"/>
                  </a:moveTo>
                  <a:cubicBezTo>
                    <a:pt x="2999" y="1419"/>
                    <a:pt x="2994" y="1425"/>
                    <a:pt x="2994" y="1432"/>
                  </a:cubicBezTo>
                  <a:cubicBezTo>
                    <a:pt x="2994" y="1439"/>
                    <a:pt x="2999" y="1445"/>
                    <a:pt x="3006" y="1445"/>
                  </a:cubicBezTo>
                  <a:cubicBezTo>
                    <a:pt x="3014" y="1445"/>
                    <a:pt x="3019" y="1439"/>
                    <a:pt x="3019" y="1432"/>
                  </a:cubicBezTo>
                  <a:cubicBezTo>
                    <a:pt x="3019" y="1425"/>
                    <a:pt x="3014" y="1419"/>
                    <a:pt x="3006" y="1419"/>
                  </a:cubicBezTo>
                  <a:close/>
                  <a:moveTo>
                    <a:pt x="3046" y="1419"/>
                  </a:moveTo>
                  <a:cubicBezTo>
                    <a:pt x="3039" y="1419"/>
                    <a:pt x="3033" y="1425"/>
                    <a:pt x="3033" y="1432"/>
                  </a:cubicBezTo>
                  <a:cubicBezTo>
                    <a:pt x="3033" y="1439"/>
                    <a:pt x="3039" y="1445"/>
                    <a:pt x="3046" y="1445"/>
                  </a:cubicBezTo>
                  <a:cubicBezTo>
                    <a:pt x="3053" y="1445"/>
                    <a:pt x="3059" y="1439"/>
                    <a:pt x="3059" y="1432"/>
                  </a:cubicBezTo>
                  <a:cubicBezTo>
                    <a:pt x="3059" y="1425"/>
                    <a:pt x="3053" y="1419"/>
                    <a:pt x="3046" y="1419"/>
                  </a:cubicBezTo>
                  <a:close/>
                  <a:moveTo>
                    <a:pt x="3085" y="1445"/>
                  </a:moveTo>
                  <a:cubicBezTo>
                    <a:pt x="3092" y="1445"/>
                    <a:pt x="3098" y="1439"/>
                    <a:pt x="3098" y="1432"/>
                  </a:cubicBezTo>
                  <a:cubicBezTo>
                    <a:pt x="3098" y="1425"/>
                    <a:pt x="3092" y="1419"/>
                    <a:pt x="3085" y="1419"/>
                  </a:cubicBezTo>
                  <a:cubicBezTo>
                    <a:pt x="3078" y="1419"/>
                    <a:pt x="3073" y="1425"/>
                    <a:pt x="3073" y="1432"/>
                  </a:cubicBezTo>
                  <a:cubicBezTo>
                    <a:pt x="3073" y="1439"/>
                    <a:pt x="3078" y="1445"/>
                    <a:pt x="3085" y="1445"/>
                  </a:cubicBezTo>
                  <a:close/>
                  <a:moveTo>
                    <a:pt x="3125" y="1419"/>
                  </a:moveTo>
                  <a:cubicBezTo>
                    <a:pt x="3118" y="1419"/>
                    <a:pt x="3112" y="1425"/>
                    <a:pt x="3112" y="1432"/>
                  </a:cubicBezTo>
                  <a:cubicBezTo>
                    <a:pt x="3112" y="1439"/>
                    <a:pt x="3118" y="1445"/>
                    <a:pt x="3125" y="1445"/>
                  </a:cubicBezTo>
                  <a:cubicBezTo>
                    <a:pt x="3132" y="1445"/>
                    <a:pt x="3137" y="1439"/>
                    <a:pt x="3137" y="1432"/>
                  </a:cubicBezTo>
                  <a:cubicBezTo>
                    <a:pt x="3137" y="1425"/>
                    <a:pt x="3132" y="1419"/>
                    <a:pt x="3125" y="1419"/>
                  </a:cubicBezTo>
                  <a:close/>
                  <a:moveTo>
                    <a:pt x="3164" y="1445"/>
                  </a:moveTo>
                  <a:cubicBezTo>
                    <a:pt x="3171" y="1445"/>
                    <a:pt x="3177" y="1439"/>
                    <a:pt x="3177" y="1432"/>
                  </a:cubicBezTo>
                  <a:cubicBezTo>
                    <a:pt x="3177" y="1425"/>
                    <a:pt x="3171" y="1419"/>
                    <a:pt x="3164" y="1419"/>
                  </a:cubicBezTo>
                  <a:cubicBezTo>
                    <a:pt x="3157" y="1419"/>
                    <a:pt x="3151" y="1425"/>
                    <a:pt x="3151" y="1432"/>
                  </a:cubicBezTo>
                  <a:cubicBezTo>
                    <a:pt x="3151" y="1439"/>
                    <a:pt x="3157" y="1445"/>
                    <a:pt x="3164" y="1445"/>
                  </a:cubicBezTo>
                  <a:close/>
                  <a:moveTo>
                    <a:pt x="3204" y="1445"/>
                  </a:moveTo>
                  <a:cubicBezTo>
                    <a:pt x="3211" y="1445"/>
                    <a:pt x="3216" y="1439"/>
                    <a:pt x="3216" y="1432"/>
                  </a:cubicBezTo>
                  <a:cubicBezTo>
                    <a:pt x="3216" y="1425"/>
                    <a:pt x="3211" y="1419"/>
                    <a:pt x="3204" y="1419"/>
                  </a:cubicBezTo>
                  <a:cubicBezTo>
                    <a:pt x="3197" y="1419"/>
                    <a:pt x="3191" y="1425"/>
                    <a:pt x="3191" y="1432"/>
                  </a:cubicBezTo>
                  <a:cubicBezTo>
                    <a:pt x="3191" y="1439"/>
                    <a:pt x="3197" y="1445"/>
                    <a:pt x="3204" y="1445"/>
                  </a:cubicBezTo>
                  <a:close/>
                  <a:moveTo>
                    <a:pt x="3243" y="1419"/>
                  </a:moveTo>
                  <a:cubicBezTo>
                    <a:pt x="3236" y="1419"/>
                    <a:pt x="3230" y="1425"/>
                    <a:pt x="3230" y="1432"/>
                  </a:cubicBezTo>
                  <a:cubicBezTo>
                    <a:pt x="3230" y="1439"/>
                    <a:pt x="3236" y="1445"/>
                    <a:pt x="3243" y="1445"/>
                  </a:cubicBezTo>
                  <a:cubicBezTo>
                    <a:pt x="3250" y="1445"/>
                    <a:pt x="3256" y="1439"/>
                    <a:pt x="3256" y="1432"/>
                  </a:cubicBezTo>
                  <a:cubicBezTo>
                    <a:pt x="3256" y="1425"/>
                    <a:pt x="3250" y="1419"/>
                    <a:pt x="3243" y="1419"/>
                  </a:cubicBezTo>
                  <a:close/>
                  <a:moveTo>
                    <a:pt x="996" y="1484"/>
                  </a:moveTo>
                  <a:cubicBezTo>
                    <a:pt x="1003" y="1484"/>
                    <a:pt x="1009" y="1478"/>
                    <a:pt x="1009" y="1471"/>
                  </a:cubicBezTo>
                  <a:cubicBezTo>
                    <a:pt x="1009" y="1464"/>
                    <a:pt x="1003" y="1459"/>
                    <a:pt x="996" y="1459"/>
                  </a:cubicBezTo>
                  <a:cubicBezTo>
                    <a:pt x="989" y="1459"/>
                    <a:pt x="983" y="1464"/>
                    <a:pt x="983" y="1471"/>
                  </a:cubicBezTo>
                  <a:cubicBezTo>
                    <a:pt x="983" y="1478"/>
                    <a:pt x="989" y="1484"/>
                    <a:pt x="996" y="1484"/>
                  </a:cubicBezTo>
                  <a:close/>
                  <a:moveTo>
                    <a:pt x="1035" y="1484"/>
                  </a:moveTo>
                  <a:cubicBezTo>
                    <a:pt x="1042" y="1484"/>
                    <a:pt x="1048" y="1478"/>
                    <a:pt x="1048" y="1471"/>
                  </a:cubicBezTo>
                  <a:cubicBezTo>
                    <a:pt x="1048" y="1464"/>
                    <a:pt x="1042" y="1459"/>
                    <a:pt x="1035" y="1459"/>
                  </a:cubicBezTo>
                  <a:cubicBezTo>
                    <a:pt x="1028" y="1459"/>
                    <a:pt x="1023" y="1464"/>
                    <a:pt x="1023" y="1471"/>
                  </a:cubicBezTo>
                  <a:cubicBezTo>
                    <a:pt x="1023" y="1478"/>
                    <a:pt x="1028" y="1484"/>
                    <a:pt x="1035" y="1484"/>
                  </a:cubicBezTo>
                  <a:close/>
                  <a:moveTo>
                    <a:pt x="1075" y="1484"/>
                  </a:moveTo>
                  <a:cubicBezTo>
                    <a:pt x="1082" y="1484"/>
                    <a:pt x="1087" y="1478"/>
                    <a:pt x="1087" y="1471"/>
                  </a:cubicBezTo>
                  <a:cubicBezTo>
                    <a:pt x="1087" y="1464"/>
                    <a:pt x="1082" y="1459"/>
                    <a:pt x="1075" y="1459"/>
                  </a:cubicBezTo>
                  <a:cubicBezTo>
                    <a:pt x="1068" y="1459"/>
                    <a:pt x="1062" y="1464"/>
                    <a:pt x="1062" y="1471"/>
                  </a:cubicBezTo>
                  <a:cubicBezTo>
                    <a:pt x="1062" y="1478"/>
                    <a:pt x="1068" y="1484"/>
                    <a:pt x="1075" y="1484"/>
                  </a:cubicBezTo>
                  <a:close/>
                  <a:moveTo>
                    <a:pt x="1114" y="1459"/>
                  </a:moveTo>
                  <a:cubicBezTo>
                    <a:pt x="1107" y="1459"/>
                    <a:pt x="1101" y="1464"/>
                    <a:pt x="1101" y="1471"/>
                  </a:cubicBezTo>
                  <a:cubicBezTo>
                    <a:pt x="1101" y="1478"/>
                    <a:pt x="1107" y="1484"/>
                    <a:pt x="1114" y="1484"/>
                  </a:cubicBezTo>
                  <a:cubicBezTo>
                    <a:pt x="1121" y="1484"/>
                    <a:pt x="1127" y="1478"/>
                    <a:pt x="1127" y="1471"/>
                  </a:cubicBezTo>
                  <a:cubicBezTo>
                    <a:pt x="1127" y="1464"/>
                    <a:pt x="1121" y="1459"/>
                    <a:pt x="1114" y="1459"/>
                  </a:cubicBezTo>
                  <a:close/>
                  <a:moveTo>
                    <a:pt x="1154" y="1459"/>
                  </a:moveTo>
                  <a:cubicBezTo>
                    <a:pt x="1146" y="1459"/>
                    <a:pt x="1141" y="1464"/>
                    <a:pt x="1141" y="1471"/>
                  </a:cubicBezTo>
                  <a:cubicBezTo>
                    <a:pt x="1141" y="1478"/>
                    <a:pt x="1146" y="1484"/>
                    <a:pt x="1154" y="1484"/>
                  </a:cubicBezTo>
                  <a:cubicBezTo>
                    <a:pt x="1161" y="1484"/>
                    <a:pt x="1166" y="1478"/>
                    <a:pt x="1166" y="1471"/>
                  </a:cubicBezTo>
                  <a:cubicBezTo>
                    <a:pt x="1166" y="1464"/>
                    <a:pt x="1161" y="1459"/>
                    <a:pt x="1154" y="1459"/>
                  </a:cubicBezTo>
                  <a:close/>
                  <a:moveTo>
                    <a:pt x="1903" y="1459"/>
                  </a:moveTo>
                  <a:cubicBezTo>
                    <a:pt x="1896" y="1459"/>
                    <a:pt x="1890" y="1464"/>
                    <a:pt x="1890" y="1471"/>
                  </a:cubicBezTo>
                  <a:cubicBezTo>
                    <a:pt x="1890" y="1478"/>
                    <a:pt x="1896" y="1484"/>
                    <a:pt x="1903" y="1484"/>
                  </a:cubicBezTo>
                  <a:cubicBezTo>
                    <a:pt x="1910" y="1484"/>
                    <a:pt x="1915" y="1478"/>
                    <a:pt x="1915" y="1471"/>
                  </a:cubicBezTo>
                  <a:cubicBezTo>
                    <a:pt x="1915" y="1464"/>
                    <a:pt x="1910" y="1459"/>
                    <a:pt x="1903" y="1459"/>
                  </a:cubicBezTo>
                  <a:close/>
                  <a:moveTo>
                    <a:pt x="1942" y="1459"/>
                  </a:moveTo>
                  <a:cubicBezTo>
                    <a:pt x="1935" y="1459"/>
                    <a:pt x="1929" y="1464"/>
                    <a:pt x="1929" y="1471"/>
                  </a:cubicBezTo>
                  <a:cubicBezTo>
                    <a:pt x="1929" y="1478"/>
                    <a:pt x="1935" y="1484"/>
                    <a:pt x="1942" y="1484"/>
                  </a:cubicBezTo>
                  <a:cubicBezTo>
                    <a:pt x="1949" y="1484"/>
                    <a:pt x="1955" y="1478"/>
                    <a:pt x="1955" y="1471"/>
                  </a:cubicBezTo>
                  <a:cubicBezTo>
                    <a:pt x="1955" y="1464"/>
                    <a:pt x="1949" y="1459"/>
                    <a:pt x="1942" y="1459"/>
                  </a:cubicBezTo>
                  <a:close/>
                  <a:moveTo>
                    <a:pt x="1981" y="1459"/>
                  </a:moveTo>
                  <a:cubicBezTo>
                    <a:pt x="1974" y="1459"/>
                    <a:pt x="1969" y="1464"/>
                    <a:pt x="1969" y="1471"/>
                  </a:cubicBezTo>
                  <a:cubicBezTo>
                    <a:pt x="1969" y="1478"/>
                    <a:pt x="1974" y="1484"/>
                    <a:pt x="1981" y="1484"/>
                  </a:cubicBezTo>
                  <a:cubicBezTo>
                    <a:pt x="1988" y="1484"/>
                    <a:pt x="1994" y="1478"/>
                    <a:pt x="1994" y="1471"/>
                  </a:cubicBezTo>
                  <a:cubicBezTo>
                    <a:pt x="1994" y="1464"/>
                    <a:pt x="1988" y="1459"/>
                    <a:pt x="1981" y="1459"/>
                  </a:cubicBezTo>
                  <a:close/>
                  <a:moveTo>
                    <a:pt x="2888" y="1459"/>
                  </a:moveTo>
                  <a:cubicBezTo>
                    <a:pt x="2881" y="1459"/>
                    <a:pt x="2875" y="1464"/>
                    <a:pt x="2875" y="1471"/>
                  </a:cubicBezTo>
                  <a:cubicBezTo>
                    <a:pt x="2875" y="1478"/>
                    <a:pt x="2881" y="1484"/>
                    <a:pt x="2888" y="1484"/>
                  </a:cubicBezTo>
                  <a:cubicBezTo>
                    <a:pt x="2895" y="1484"/>
                    <a:pt x="2901" y="1478"/>
                    <a:pt x="2901" y="1471"/>
                  </a:cubicBezTo>
                  <a:cubicBezTo>
                    <a:pt x="2901" y="1464"/>
                    <a:pt x="2895" y="1459"/>
                    <a:pt x="2888" y="1459"/>
                  </a:cubicBezTo>
                  <a:close/>
                  <a:moveTo>
                    <a:pt x="2928" y="1459"/>
                  </a:moveTo>
                  <a:cubicBezTo>
                    <a:pt x="2921" y="1459"/>
                    <a:pt x="2915" y="1464"/>
                    <a:pt x="2915" y="1471"/>
                  </a:cubicBezTo>
                  <a:cubicBezTo>
                    <a:pt x="2915" y="1478"/>
                    <a:pt x="2921" y="1484"/>
                    <a:pt x="2928" y="1484"/>
                  </a:cubicBezTo>
                  <a:cubicBezTo>
                    <a:pt x="2935" y="1484"/>
                    <a:pt x="2940" y="1478"/>
                    <a:pt x="2940" y="1471"/>
                  </a:cubicBezTo>
                  <a:cubicBezTo>
                    <a:pt x="2940" y="1464"/>
                    <a:pt x="2935" y="1459"/>
                    <a:pt x="2928" y="1459"/>
                  </a:cubicBezTo>
                  <a:close/>
                  <a:moveTo>
                    <a:pt x="2967" y="1459"/>
                  </a:moveTo>
                  <a:cubicBezTo>
                    <a:pt x="2960" y="1459"/>
                    <a:pt x="2954" y="1464"/>
                    <a:pt x="2954" y="1471"/>
                  </a:cubicBezTo>
                  <a:cubicBezTo>
                    <a:pt x="2954" y="1478"/>
                    <a:pt x="2960" y="1484"/>
                    <a:pt x="2967" y="1484"/>
                  </a:cubicBezTo>
                  <a:cubicBezTo>
                    <a:pt x="2974" y="1484"/>
                    <a:pt x="2980" y="1478"/>
                    <a:pt x="2980" y="1471"/>
                  </a:cubicBezTo>
                  <a:cubicBezTo>
                    <a:pt x="2980" y="1464"/>
                    <a:pt x="2974" y="1459"/>
                    <a:pt x="2967" y="1459"/>
                  </a:cubicBezTo>
                  <a:close/>
                  <a:moveTo>
                    <a:pt x="3085" y="1459"/>
                  </a:moveTo>
                  <a:cubicBezTo>
                    <a:pt x="3078" y="1459"/>
                    <a:pt x="3073" y="1464"/>
                    <a:pt x="3073" y="1471"/>
                  </a:cubicBezTo>
                  <a:cubicBezTo>
                    <a:pt x="3073" y="1478"/>
                    <a:pt x="3078" y="1484"/>
                    <a:pt x="3085" y="1484"/>
                  </a:cubicBezTo>
                  <a:cubicBezTo>
                    <a:pt x="3092" y="1484"/>
                    <a:pt x="3098" y="1478"/>
                    <a:pt x="3098" y="1471"/>
                  </a:cubicBezTo>
                  <a:cubicBezTo>
                    <a:pt x="3098" y="1464"/>
                    <a:pt x="3092" y="1459"/>
                    <a:pt x="3085" y="1459"/>
                  </a:cubicBezTo>
                  <a:close/>
                  <a:moveTo>
                    <a:pt x="3125" y="1459"/>
                  </a:moveTo>
                  <a:cubicBezTo>
                    <a:pt x="3118" y="1459"/>
                    <a:pt x="3112" y="1464"/>
                    <a:pt x="3112" y="1471"/>
                  </a:cubicBezTo>
                  <a:cubicBezTo>
                    <a:pt x="3112" y="1478"/>
                    <a:pt x="3118" y="1484"/>
                    <a:pt x="3125" y="1484"/>
                  </a:cubicBezTo>
                  <a:cubicBezTo>
                    <a:pt x="3132" y="1484"/>
                    <a:pt x="3137" y="1478"/>
                    <a:pt x="3137" y="1471"/>
                  </a:cubicBezTo>
                  <a:cubicBezTo>
                    <a:pt x="3137" y="1464"/>
                    <a:pt x="3132" y="1459"/>
                    <a:pt x="3125" y="1459"/>
                  </a:cubicBezTo>
                  <a:close/>
                  <a:moveTo>
                    <a:pt x="3164" y="1459"/>
                  </a:moveTo>
                  <a:cubicBezTo>
                    <a:pt x="3157" y="1459"/>
                    <a:pt x="3151" y="1464"/>
                    <a:pt x="3151" y="1471"/>
                  </a:cubicBezTo>
                  <a:cubicBezTo>
                    <a:pt x="3151" y="1478"/>
                    <a:pt x="3157" y="1484"/>
                    <a:pt x="3164" y="1484"/>
                  </a:cubicBezTo>
                  <a:cubicBezTo>
                    <a:pt x="3171" y="1484"/>
                    <a:pt x="3177" y="1478"/>
                    <a:pt x="3177" y="1471"/>
                  </a:cubicBezTo>
                  <a:cubicBezTo>
                    <a:pt x="3177" y="1464"/>
                    <a:pt x="3171" y="1459"/>
                    <a:pt x="3164" y="1459"/>
                  </a:cubicBezTo>
                  <a:close/>
                  <a:moveTo>
                    <a:pt x="3204" y="1459"/>
                  </a:moveTo>
                  <a:cubicBezTo>
                    <a:pt x="3197" y="1459"/>
                    <a:pt x="3191" y="1464"/>
                    <a:pt x="3191" y="1471"/>
                  </a:cubicBezTo>
                  <a:cubicBezTo>
                    <a:pt x="3191" y="1478"/>
                    <a:pt x="3197" y="1484"/>
                    <a:pt x="3204" y="1484"/>
                  </a:cubicBezTo>
                  <a:cubicBezTo>
                    <a:pt x="3211" y="1484"/>
                    <a:pt x="3216" y="1478"/>
                    <a:pt x="3216" y="1471"/>
                  </a:cubicBezTo>
                  <a:cubicBezTo>
                    <a:pt x="3216" y="1464"/>
                    <a:pt x="3211" y="1459"/>
                    <a:pt x="3204" y="1459"/>
                  </a:cubicBezTo>
                  <a:close/>
                  <a:moveTo>
                    <a:pt x="3243" y="1466"/>
                  </a:moveTo>
                  <a:cubicBezTo>
                    <a:pt x="3240" y="1466"/>
                    <a:pt x="3238" y="1469"/>
                    <a:pt x="3238" y="1471"/>
                  </a:cubicBezTo>
                  <a:cubicBezTo>
                    <a:pt x="3238" y="1474"/>
                    <a:pt x="3240" y="1476"/>
                    <a:pt x="3243" y="1476"/>
                  </a:cubicBezTo>
                  <a:cubicBezTo>
                    <a:pt x="3246" y="1476"/>
                    <a:pt x="3248" y="1474"/>
                    <a:pt x="3248" y="1471"/>
                  </a:cubicBezTo>
                  <a:cubicBezTo>
                    <a:pt x="3248" y="1469"/>
                    <a:pt x="3246" y="1466"/>
                    <a:pt x="3243" y="1466"/>
                  </a:cubicBezTo>
                  <a:close/>
                  <a:moveTo>
                    <a:pt x="996" y="1498"/>
                  </a:moveTo>
                  <a:cubicBezTo>
                    <a:pt x="989" y="1498"/>
                    <a:pt x="983" y="1504"/>
                    <a:pt x="983" y="1511"/>
                  </a:cubicBezTo>
                  <a:cubicBezTo>
                    <a:pt x="983" y="1518"/>
                    <a:pt x="989" y="1524"/>
                    <a:pt x="996" y="1524"/>
                  </a:cubicBezTo>
                  <a:cubicBezTo>
                    <a:pt x="1003" y="1524"/>
                    <a:pt x="1009" y="1518"/>
                    <a:pt x="1009" y="1511"/>
                  </a:cubicBezTo>
                  <a:cubicBezTo>
                    <a:pt x="1009" y="1504"/>
                    <a:pt x="1003" y="1498"/>
                    <a:pt x="996" y="1498"/>
                  </a:cubicBezTo>
                  <a:close/>
                  <a:moveTo>
                    <a:pt x="1035" y="1498"/>
                  </a:moveTo>
                  <a:cubicBezTo>
                    <a:pt x="1028" y="1498"/>
                    <a:pt x="1023" y="1504"/>
                    <a:pt x="1023" y="1511"/>
                  </a:cubicBezTo>
                  <a:cubicBezTo>
                    <a:pt x="1023" y="1518"/>
                    <a:pt x="1028" y="1524"/>
                    <a:pt x="1035" y="1524"/>
                  </a:cubicBezTo>
                  <a:cubicBezTo>
                    <a:pt x="1042" y="1524"/>
                    <a:pt x="1048" y="1518"/>
                    <a:pt x="1048" y="1511"/>
                  </a:cubicBezTo>
                  <a:cubicBezTo>
                    <a:pt x="1048" y="1504"/>
                    <a:pt x="1042" y="1498"/>
                    <a:pt x="1035" y="1498"/>
                  </a:cubicBezTo>
                  <a:close/>
                  <a:moveTo>
                    <a:pt x="1075" y="1498"/>
                  </a:moveTo>
                  <a:cubicBezTo>
                    <a:pt x="1068" y="1498"/>
                    <a:pt x="1062" y="1504"/>
                    <a:pt x="1062" y="1511"/>
                  </a:cubicBezTo>
                  <a:cubicBezTo>
                    <a:pt x="1062" y="1518"/>
                    <a:pt x="1068" y="1524"/>
                    <a:pt x="1075" y="1524"/>
                  </a:cubicBezTo>
                  <a:cubicBezTo>
                    <a:pt x="1082" y="1524"/>
                    <a:pt x="1087" y="1518"/>
                    <a:pt x="1087" y="1511"/>
                  </a:cubicBezTo>
                  <a:cubicBezTo>
                    <a:pt x="1087" y="1504"/>
                    <a:pt x="1082" y="1498"/>
                    <a:pt x="1075" y="1498"/>
                  </a:cubicBezTo>
                  <a:close/>
                  <a:moveTo>
                    <a:pt x="3085" y="1498"/>
                  </a:moveTo>
                  <a:cubicBezTo>
                    <a:pt x="3078" y="1498"/>
                    <a:pt x="3073" y="1504"/>
                    <a:pt x="3073" y="1511"/>
                  </a:cubicBezTo>
                  <a:cubicBezTo>
                    <a:pt x="3073" y="1518"/>
                    <a:pt x="3078" y="1524"/>
                    <a:pt x="3085" y="1524"/>
                  </a:cubicBezTo>
                  <a:cubicBezTo>
                    <a:pt x="3092" y="1524"/>
                    <a:pt x="3098" y="1518"/>
                    <a:pt x="3098" y="1511"/>
                  </a:cubicBezTo>
                  <a:cubicBezTo>
                    <a:pt x="3098" y="1504"/>
                    <a:pt x="3092" y="1498"/>
                    <a:pt x="3085" y="1498"/>
                  </a:cubicBezTo>
                  <a:close/>
                  <a:moveTo>
                    <a:pt x="3125" y="1498"/>
                  </a:moveTo>
                  <a:cubicBezTo>
                    <a:pt x="3118" y="1498"/>
                    <a:pt x="3112" y="1504"/>
                    <a:pt x="3112" y="1511"/>
                  </a:cubicBezTo>
                  <a:cubicBezTo>
                    <a:pt x="3112" y="1518"/>
                    <a:pt x="3118" y="1524"/>
                    <a:pt x="3125" y="1524"/>
                  </a:cubicBezTo>
                  <a:cubicBezTo>
                    <a:pt x="3132" y="1524"/>
                    <a:pt x="3137" y="1518"/>
                    <a:pt x="3137" y="1511"/>
                  </a:cubicBezTo>
                  <a:cubicBezTo>
                    <a:pt x="3137" y="1504"/>
                    <a:pt x="3132" y="1498"/>
                    <a:pt x="3125" y="1498"/>
                  </a:cubicBezTo>
                  <a:close/>
                  <a:moveTo>
                    <a:pt x="3164" y="1498"/>
                  </a:moveTo>
                  <a:cubicBezTo>
                    <a:pt x="3157" y="1498"/>
                    <a:pt x="3151" y="1504"/>
                    <a:pt x="3151" y="1511"/>
                  </a:cubicBezTo>
                  <a:cubicBezTo>
                    <a:pt x="3151" y="1518"/>
                    <a:pt x="3157" y="1524"/>
                    <a:pt x="3164" y="1524"/>
                  </a:cubicBezTo>
                  <a:cubicBezTo>
                    <a:pt x="3171" y="1524"/>
                    <a:pt x="3177" y="1518"/>
                    <a:pt x="3177" y="1511"/>
                  </a:cubicBezTo>
                  <a:cubicBezTo>
                    <a:pt x="3177" y="1504"/>
                    <a:pt x="3171" y="1498"/>
                    <a:pt x="3164" y="1498"/>
                  </a:cubicBezTo>
                  <a:close/>
                  <a:moveTo>
                    <a:pt x="3204" y="1498"/>
                  </a:moveTo>
                  <a:cubicBezTo>
                    <a:pt x="3197" y="1498"/>
                    <a:pt x="3191" y="1504"/>
                    <a:pt x="3191" y="1511"/>
                  </a:cubicBezTo>
                  <a:cubicBezTo>
                    <a:pt x="3191" y="1518"/>
                    <a:pt x="3197" y="1524"/>
                    <a:pt x="3204" y="1524"/>
                  </a:cubicBezTo>
                  <a:cubicBezTo>
                    <a:pt x="3211" y="1524"/>
                    <a:pt x="3216" y="1518"/>
                    <a:pt x="3216" y="1511"/>
                  </a:cubicBezTo>
                  <a:cubicBezTo>
                    <a:pt x="3216" y="1504"/>
                    <a:pt x="3211" y="1498"/>
                    <a:pt x="3204" y="1498"/>
                  </a:cubicBezTo>
                  <a:close/>
                  <a:moveTo>
                    <a:pt x="956" y="1537"/>
                  </a:moveTo>
                  <a:cubicBezTo>
                    <a:pt x="949" y="1537"/>
                    <a:pt x="944" y="1543"/>
                    <a:pt x="944" y="1550"/>
                  </a:cubicBezTo>
                  <a:cubicBezTo>
                    <a:pt x="944" y="1557"/>
                    <a:pt x="949" y="1563"/>
                    <a:pt x="956" y="1563"/>
                  </a:cubicBezTo>
                  <a:cubicBezTo>
                    <a:pt x="963" y="1563"/>
                    <a:pt x="969" y="1557"/>
                    <a:pt x="969" y="1550"/>
                  </a:cubicBezTo>
                  <a:cubicBezTo>
                    <a:pt x="969" y="1543"/>
                    <a:pt x="963" y="1537"/>
                    <a:pt x="956" y="1537"/>
                  </a:cubicBezTo>
                  <a:close/>
                  <a:moveTo>
                    <a:pt x="996" y="1537"/>
                  </a:moveTo>
                  <a:cubicBezTo>
                    <a:pt x="989" y="1537"/>
                    <a:pt x="983" y="1543"/>
                    <a:pt x="983" y="1550"/>
                  </a:cubicBezTo>
                  <a:cubicBezTo>
                    <a:pt x="983" y="1557"/>
                    <a:pt x="989" y="1563"/>
                    <a:pt x="996" y="1563"/>
                  </a:cubicBezTo>
                  <a:cubicBezTo>
                    <a:pt x="1003" y="1563"/>
                    <a:pt x="1009" y="1557"/>
                    <a:pt x="1009" y="1550"/>
                  </a:cubicBezTo>
                  <a:cubicBezTo>
                    <a:pt x="1009" y="1543"/>
                    <a:pt x="1003" y="1537"/>
                    <a:pt x="996" y="1537"/>
                  </a:cubicBezTo>
                  <a:close/>
                  <a:moveTo>
                    <a:pt x="1035" y="1537"/>
                  </a:moveTo>
                  <a:cubicBezTo>
                    <a:pt x="1028" y="1537"/>
                    <a:pt x="1023" y="1543"/>
                    <a:pt x="1023" y="1550"/>
                  </a:cubicBezTo>
                  <a:cubicBezTo>
                    <a:pt x="1023" y="1557"/>
                    <a:pt x="1028" y="1563"/>
                    <a:pt x="1035" y="1563"/>
                  </a:cubicBezTo>
                  <a:cubicBezTo>
                    <a:pt x="1042" y="1563"/>
                    <a:pt x="1048" y="1557"/>
                    <a:pt x="1048" y="1550"/>
                  </a:cubicBezTo>
                  <a:cubicBezTo>
                    <a:pt x="1048" y="1543"/>
                    <a:pt x="1042" y="1537"/>
                    <a:pt x="1035" y="1537"/>
                  </a:cubicBezTo>
                  <a:close/>
                  <a:moveTo>
                    <a:pt x="3480" y="1537"/>
                  </a:moveTo>
                  <a:cubicBezTo>
                    <a:pt x="3473" y="1537"/>
                    <a:pt x="3467" y="1543"/>
                    <a:pt x="3467" y="1550"/>
                  </a:cubicBezTo>
                  <a:cubicBezTo>
                    <a:pt x="3467" y="1557"/>
                    <a:pt x="3473" y="1563"/>
                    <a:pt x="3480" y="1563"/>
                  </a:cubicBezTo>
                  <a:cubicBezTo>
                    <a:pt x="3487" y="1563"/>
                    <a:pt x="3492" y="1557"/>
                    <a:pt x="3492" y="1550"/>
                  </a:cubicBezTo>
                  <a:cubicBezTo>
                    <a:pt x="3492" y="1543"/>
                    <a:pt x="3487" y="1537"/>
                    <a:pt x="3480" y="1537"/>
                  </a:cubicBezTo>
                  <a:close/>
                  <a:moveTo>
                    <a:pt x="965" y="1590"/>
                  </a:moveTo>
                  <a:cubicBezTo>
                    <a:pt x="965" y="1585"/>
                    <a:pt x="961" y="1581"/>
                    <a:pt x="956" y="1581"/>
                  </a:cubicBezTo>
                  <a:cubicBezTo>
                    <a:pt x="952" y="1581"/>
                    <a:pt x="948" y="1585"/>
                    <a:pt x="948" y="1590"/>
                  </a:cubicBezTo>
                  <a:cubicBezTo>
                    <a:pt x="948" y="1594"/>
                    <a:pt x="952" y="1598"/>
                    <a:pt x="956" y="1598"/>
                  </a:cubicBezTo>
                  <a:cubicBezTo>
                    <a:pt x="961" y="1598"/>
                    <a:pt x="965" y="1594"/>
                    <a:pt x="965" y="1590"/>
                  </a:cubicBezTo>
                  <a:close/>
                  <a:moveTo>
                    <a:pt x="996" y="1577"/>
                  </a:moveTo>
                  <a:cubicBezTo>
                    <a:pt x="989" y="1577"/>
                    <a:pt x="983" y="1583"/>
                    <a:pt x="983" y="1590"/>
                  </a:cubicBezTo>
                  <a:cubicBezTo>
                    <a:pt x="983" y="1597"/>
                    <a:pt x="989" y="1602"/>
                    <a:pt x="996" y="1602"/>
                  </a:cubicBezTo>
                  <a:cubicBezTo>
                    <a:pt x="1003" y="1602"/>
                    <a:pt x="1009" y="1597"/>
                    <a:pt x="1009" y="1590"/>
                  </a:cubicBezTo>
                  <a:cubicBezTo>
                    <a:pt x="1009" y="1583"/>
                    <a:pt x="1003" y="1577"/>
                    <a:pt x="996" y="1577"/>
                  </a:cubicBezTo>
                  <a:close/>
                  <a:moveTo>
                    <a:pt x="1035" y="1577"/>
                  </a:moveTo>
                  <a:cubicBezTo>
                    <a:pt x="1028" y="1577"/>
                    <a:pt x="1023" y="1583"/>
                    <a:pt x="1023" y="1590"/>
                  </a:cubicBezTo>
                  <a:cubicBezTo>
                    <a:pt x="1023" y="1597"/>
                    <a:pt x="1028" y="1602"/>
                    <a:pt x="1035" y="1602"/>
                  </a:cubicBezTo>
                  <a:cubicBezTo>
                    <a:pt x="1042" y="1602"/>
                    <a:pt x="1048" y="1597"/>
                    <a:pt x="1048" y="1590"/>
                  </a:cubicBezTo>
                  <a:cubicBezTo>
                    <a:pt x="1048" y="1583"/>
                    <a:pt x="1042" y="1577"/>
                    <a:pt x="1035" y="1577"/>
                  </a:cubicBezTo>
                  <a:close/>
                  <a:moveTo>
                    <a:pt x="3440" y="1577"/>
                  </a:moveTo>
                  <a:cubicBezTo>
                    <a:pt x="3433" y="1577"/>
                    <a:pt x="3427" y="1583"/>
                    <a:pt x="3427" y="1590"/>
                  </a:cubicBezTo>
                  <a:cubicBezTo>
                    <a:pt x="3427" y="1597"/>
                    <a:pt x="3433" y="1602"/>
                    <a:pt x="3440" y="1602"/>
                  </a:cubicBezTo>
                  <a:cubicBezTo>
                    <a:pt x="3447" y="1602"/>
                    <a:pt x="3453" y="1597"/>
                    <a:pt x="3453" y="1590"/>
                  </a:cubicBezTo>
                  <a:cubicBezTo>
                    <a:pt x="3453" y="1583"/>
                    <a:pt x="3447" y="1577"/>
                    <a:pt x="3440" y="1577"/>
                  </a:cubicBezTo>
                  <a:close/>
                  <a:moveTo>
                    <a:pt x="944" y="1629"/>
                  </a:moveTo>
                  <a:cubicBezTo>
                    <a:pt x="944" y="1636"/>
                    <a:pt x="949" y="1642"/>
                    <a:pt x="956" y="1642"/>
                  </a:cubicBezTo>
                  <a:cubicBezTo>
                    <a:pt x="963" y="1642"/>
                    <a:pt x="969" y="1636"/>
                    <a:pt x="969" y="1629"/>
                  </a:cubicBezTo>
                  <a:cubicBezTo>
                    <a:pt x="969" y="1622"/>
                    <a:pt x="963" y="1616"/>
                    <a:pt x="956" y="1616"/>
                  </a:cubicBezTo>
                  <a:cubicBezTo>
                    <a:pt x="949" y="1616"/>
                    <a:pt x="944" y="1622"/>
                    <a:pt x="944" y="1629"/>
                  </a:cubicBezTo>
                  <a:close/>
                  <a:moveTo>
                    <a:pt x="996" y="1616"/>
                  </a:moveTo>
                  <a:cubicBezTo>
                    <a:pt x="989" y="1616"/>
                    <a:pt x="983" y="1622"/>
                    <a:pt x="983" y="1629"/>
                  </a:cubicBezTo>
                  <a:cubicBezTo>
                    <a:pt x="983" y="1636"/>
                    <a:pt x="989" y="1642"/>
                    <a:pt x="996" y="1642"/>
                  </a:cubicBezTo>
                  <a:cubicBezTo>
                    <a:pt x="1003" y="1642"/>
                    <a:pt x="1009" y="1636"/>
                    <a:pt x="1009" y="1629"/>
                  </a:cubicBezTo>
                  <a:cubicBezTo>
                    <a:pt x="1009" y="1622"/>
                    <a:pt x="1003" y="1616"/>
                    <a:pt x="996" y="1616"/>
                  </a:cubicBezTo>
                  <a:close/>
                  <a:moveTo>
                    <a:pt x="3401" y="1616"/>
                  </a:moveTo>
                  <a:cubicBezTo>
                    <a:pt x="3394" y="1616"/>
                    <a:pt x="3388" y="1622"/>
                    <a:pt x="3388" y="1629"/>
                  </a:cubicBezTo>
                  <a:cubicBezTo>
                    <a:pt x="3388" y="1636"/>
                    <a:pt x="3394" y="1642"/>
                    <a:pt x="3401" y="1642"/>
                  </a:cubicBezTo>
                  <a:cubicBezTo>
                    <a:pt x="3408" y="1642"/>
                    <a:pt x="3413" y="1636"/>
                    <a:pt x="3413" y="1629"/>
                  </a:cubicBezTo>
                  <a:cubicBezTo>
                    <a:pt x="3413" y="1622"/>
                    <a:pt x="3408" y="1616"/>
                    <a:pt x="3401" y="1616"/>
                  </a:cubicBezTo>
                  <a:close/>
                  <a:moveTo>
                    <a:pt x="956" y="1656"/>
                  </a:moveTo>
                  <a:cubicBezTo>
                    <a:pt x="949" y="1656"/>
                    <a:pt x="944" y="1661"/>
                    <a:pt x="944" y="1668"/>
                  </a:cubicBezTo>
                  <a:cubicBezTo>
                    <a:pt x="944" y="1676"/>
                    <a:pt x="949" y="1681"/>
                    <a:pt x="956" y="1681"/>
                  </a:cubicBezTo>
                  <a:cubicBezTo>
                    <a:pt x="963" y="1681"/>
                    <a:pt x="969" y="1676"/>
                    <a:pt x="969" y="1668"/>
                  </a:cubicBezTo>
                  <a:cubicBezTo>
                    <a:pt x="969" y="1661"/>
                    <a:pt x="963" y="1656"/>
                    <a:pt x="956" y="1656"/>
                  </a:cubicBezTo>
                  <a:close/>
                  <a:moveTo>
                    <a:pt x="996" y="1656"/>
                  </a:moveTo>
                  <a:cubicBezTo>
                    <a:pt x="989" y="1656"/>
                    <a:pt x="983" y="1661"/>
                    <a:pt x="983" y="1668"/>
                  </a:cubicBezTo>
                  <a:cubicBezTo>
                    <a:pt x="983" y="1676"/>
                    <a:pt x="989" y="1681"/>
                    <a:pt x="996" y="1681"/>
                  </a:cubicBezTo>
                  <a:cubicBezTo>
                    <a:pt x="1003" y="1681"/>
                    <a:pt x="1009" y="1676"/>
                    <a:pt x="1009" y="1668"/>
                  </a:cubicBezTo>
                  <a:cubicBezTo>
                    <a:pt x="1009" y="1661"/>
                    <a:pt x="1003" y="1656"/>
                    <a:pt x="996" y="1656"/>
                  </a:cubicBezTo>
                  <a:close/>
                  <a:moveTo>
                    <a:pt x="956" y="1696"/>
                  </a:moveTo>
                  <a:cubicBezTo>
                    <a:pt x="950" y="1696"/>
                    <a:pt x="945" y="1702"/>
                    <a:pt x="945" y="1708"/>
                  </a:cubicBezTo>
                  <a:cubicBezTo>
                    <a:pt x="945" y="1714"/>
                    <a:pt x="950" y="1719"/>
                    <a:pt x="956" y="1719"/>
                  </a:cubicBezTo>
                  <a:cubicBezTo>
                    <a:pt x="963" y="1719"/>
                    <a:pt x="968" y="1714"/>
                    <a:pt x="968" y="1708"/>
                  </a:cubicBezTo>
                  <a:cubicBezTo>
                    <a:pt x="968" y="1702"/>
                    <a:pt x="963" y="1696"/>
                    <a:pt x="956" y="1696"/>
                  </a:cubicBezTo>
                  <a:close/>
                  <a:moveTo>
                    <a:pt x="996" y="1719"/>
                  </a:moveTo>
                  <a:cubicBezTo>
                    <a:pt x="1002" y="1719"/>
                    <a:pt x="1007" y="1714"/>
                    <a:pt x="1007" y="1708"/>
                  </a:cubicBezTo>
                  <a:cubicBezTo>
                    <a:pt x="1007" y="1702"/>
                    <a:pt x="1002" y="1697"/>
                    <a:pt x="996" y="1697"/>
                  </a:cubicBezTo>
                  <a:cubicBezTo>
                    <a:pt x="990" y="1697"/>
                    <a:pt x="985" y="1702"/>
                    <a:pt x="985" y="1708"/>
                  </a:cubicBezTo>
                  <a:cubicBezTo>
                    <a:pt x="985" y="1714"/>
                    <a:pt x="990" y="1719"/>
                    <a:pt x="996" y="1719"/>
                  </a:cubicBezTo>
                  <a:close/>
                  <a:moveTo>
                    <a:pt x="996" y="1735"/>
                  </a:moveTo>
                  <a:cubicBezTo>
                    <a:pt x="989" y="1735"/>
                    <a:pt x="983" y="1740"/>
                    <a:pt x="983" y="1747"/>
                  </a:cubicBezTo>
                  <a:cubicBezTo>
                    <a:pt x="983" y="1754"/>
                    <a:pt x="989" y="1760"/>
                    <a:pt x="996" y="1760"/>
                  </a:cubicBezTo>
                  <a:cubicBezTo>
                    <a:pt x="1003" y="1760"/>
                    <a:pt x="1009" y="1754"/>
                    <a:pt x="1009" y="1747"/>
                  </a:cubicBezTo>
                  <a:cubicBezTo>
                    <a:pt x="1009" y="1740"/>
                    <a:pt x="1003" y="1735"/>
                    <a:pt x="996" y="1735"/>
                  </a:cubicBez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25000"/>
              </a:schemeClr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endParaRPr>
            </a:p>
          </p:txBody>
        </p:sp>
        <p:sp>
          <p:nvSpPr>
            <p:cNvPr id="7" name="ísḻïḍe"/>
            <p:cNvSpPr/>
            <p:nvPr/>
          </p:nvSpPr>
          <p:spPr>
            <a:xfrm>
              <a:off x="1356350" y="1130300"/>
              <a:ext cx="3185487" cy="838716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 lnSpcReduction="10000"/>
            </a:bodyPr>
            <a:lstStyle/>
            <a:p>
              <a:pPr algn="ctr"/>
              <a:r>
                <a:rPr lang="en-US" altLang="zh-CN" sz="5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rebuchet MS" panose="020B0603020202020204" pitchFamily="34" charset="0"/>
                  <a:ea typeface="微软雅黑" panose="020B0503020204020204" pitchFamily="34" charset="-122"/>
                  <a:sym typeface="Trebuchet MS" panose="020B0603020202020204" pitchFamily="34" charset="0"/>
                </a:rPr>
                <a:t>Agenda</a:t>
              </a:r>
              <a:endParaRPr lang="zh-CN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  <a:sym typeface="Trebuchet MS" panose="020B0603020202020204" pitchFamily="34" charset="0"/>
              </a:endParaRPr>
            </a:p>
          </p:txBody>
        </p:sp>
        <p:cxnSp>
          <p:nvCxnSpPr>
            <p:cNvPr id="8" name="直接连接符 4"/>
            <p:cNvCxnSpPr/>
            <p:nvPr/>
          </p:nvCxnSpPr>
          <p:spPr>
            <a:xfrm>
              <a:off x="1638300" y="1969016"/>
              <a:ext cx="3295650" cy="0"/>
            </a:xfrm>
            <a:prstGeom prst="line">
              <a:avLst/>
            </a:prstGeom>
            <a:ln w="3175" cap="rnd">
              <a:solidFill>
                <a:schemeClr val="lt2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7"/>
            <p:cNvCxnSpPr/>
            <p:nvPr/>
          </p:nvCxnSpPr>
          <p:spPr>
            <a:xfrm>
              <a:off x="4541837" y="1130300"/>
              <a:ext cx="0" cy="5003800"/>
            </a:xfrm>
            <a:prstGeom prst="line">
              <a:avLst/>
            </a:prstGeom>
            <a:ln w="3175" cap="rnd">
              <a:solidFill>
                <a:schemeClr val="lt2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íṥļïḓè"/>
            <p:cNvGrpSpPr/>
            <p:nvPr/>
          </p:nvGrpSpPr>
          <p:grpSpPr>
            <a:xfrm>
              <a:off x="3871848" y="2534552"/>
              <a:ext cx="4900814" cy="3163729"/>
              <a:chOff x="3871848" y="2223101"/>
              <a:chExt cx="4900814" cy="3163729"/>
            </a:xfrm>
          </p:grpSpPr>
          <p:grpSp>
            <p:nvGrpSpPr>
              <p:cNvPr id="11" name="îṣḷîḓê"/>
              <p:cNvGrpSpPr/>
              <p:nvPr/>
            </p:nvGrpSpPr>
            <p:grpSpPr>
              <a:xfrm>
                <a:off x="3871848" y="2223101"/>
                <a:ext cx="4900814" cy="542400"/>
                <a:chOff x="3871848" y="2711156"/>
                <a:chExt cx="4900814" cy="542400"/>
              </a:xfrm>
            </p:grpSpPr>
            <p:sp>
              <p:nvSpPr>
                <p:cNvPr id="24" name="iṥḻïḋê"/>
                <p:cNvSpPr txBox="1"/>
                <p:nvPr/>
              </p:nvSpPr>
              <p:spPr bwMode="auto">
                <a:xfrm>
                  <a:off x="3871848" y="2711156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0</a:t>
                  </a:r>
                  <a:r>
                    <a:rPr lang="en-US" altLang="zh-CN" sz="1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1</a:t>
                  </a:r>
                  <a:endParaRPr lang="en-US" altLang="zh-CN" sz="2000" dirty="0">
                    <a:solidFill>
                      <a:schemeClr val="accent2">
                        <a:lumMod val="100000"/>
                      </a:schemeClr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5" name="ísļiḑè"/>
                <p:cNvSpPr/>
                <p:nvPr/>
              </p:nvSpPr>
              <p:spPr bwMode="auto">
                <a:xfrm>
                  <a:off x="4656073" y="2754558"/>
                  <a:ext cx="4116589" cy="455597"/>
                </a:xfrm>
                <a:prstGeom prst="rect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DB Schenker, TSC, EDI, SWORD Introduction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  <p:grpSp>
            <p:nvGrpSpPr>
              <p:cNvPr id="12" name="iṡḻíḍé"/>
              <p:cNvGrpSpPr/>
              <p:nvPr/>
            </p:nvGrpSpPr>
            <p:grpSpPr>
              <a:xfrm>
                <a:off x="3881739" y="3519329"/>
                <a:ext cx="4890923" cy="542400"/>
                <a:chOff x="3881739" y="3384481"/>
                <a:chExt cx="4890923" cy="542400"/>
              </a:xfrm>
            </p:grpSpPr>
            <p:sp>
              <p:nvSpPr>
                <p:cNvPr id="22" name="îṡḻîḋè"/>
                <p:cNvSpPr txBox="1"/>
                <p:nvPr/>
              </p:nvSpPr>
              <p:spPr bwMode="auto">
                <a:xfrm>
                  <a:off x="3881739" y="3384481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de-DE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defRPr sz="200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en-US" altLang="zh-CN" dirty="0">
                      <a:sym typeface="Trebuchet MS" panose="020B0603020202020204" pitchFamily="34" charset="0"/>
                    </a:rPr>
                    <a:t>02</a:t>
                  </a:r>
                  <a:endParaRPr lang="en-US" altLang="zh-CN" dirty="0"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3" name="î$lídé"/>
                <p:cNvSpPr/>
                <p:nvPr/>
              </p:nvSpPr>
              <p:spPr bwMode="auto">
                <a:xfrm>
                  <a:off x="4656073" y="3448424"/>
                  <a:ext cx="4116589" cy="455597"/>
                </a:xfrm>
                <a:prstGeom prst="rect">
                  <a:avLst/>
                </a:pr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SWORD Framework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  <p:grpSp>
            <p:nvGrpSpPr>
              <p:cNvPr id="13" name="í$lïḋê"/>
              <p:cNvGrpSpPr/>
              <p:nvPr/>
            </p:nvGrpSpPr>
            <p:grpSpPr>
              <a:xfrm>
                <a:off x="3881739" y="4844430"/>
                <a:ext cx="4890923" cy="542400"/>
                <a:chOff x="3881739" y="4086679"/>
                <a:chExt cx="4890923" cy="542400"/>
              </a:xfrm>
            </p:grpSpPr>
            <p:sp>
              <p:nvSpPr>
                <p:cNvPr id="20" name="íṧľïḑé"/>
                <p:cNvSpPr txBox="1"/>
                <p:nvPr/>
              </p:nvSpPr>
              <p:spPr bwMode="auto">
                <a:xfrm>
                  <a:off x="3881739" y="4086679"/>
                  <a:ext cx="555754" cy="542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0</a:t>
                  </a:r>
                  <a:r>
                    <a:rPr lang="en-US" altLang="zh-CN" sz="1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chemeClr val="accent2">
                          <a:lumMod val="100000"/>
                        </a:schemeClr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3</a:t>
                  </a:r>
                  <a:endParaRPr lang="en-US" altLang="zh-CN" sz="2000" dirty="0">
                    <a:solidFill>
                      <a:schemeClr val="accent2">
                        <a:lumMod val="100000"/>
                      </a:schemeClr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  <p:sp>
              <p:nvSpPr>
                <p:cNvPr id="21" name="ísḷïḑe"/>
                <p:cNvSpPr/>
                <p:nvPr/>
              </p:nvSpPr>
              <p:spPr bwMode="auto">
                <a:xfrm>
                  <a:off x="4656073" y="4173482"/>
                  <a:ext cx="4116589" cy="455597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dirty="0">
                      <a:solidFill>
                        <a:schemeClr val="bg1"/>
                      </a:solidFill>
                      <a:latin typeface="Trebuchet MS" panose="020B0603020202020204" pitchFamily="34" charset="0"/>
                      <a:ea typeface="微软雅黑" panose="020B0503020204020204" pitchFamily="34" charset="-122"/>
                      <a:sym typeface="Trebuchet MS" panose="020B0603020202020204" pitchFamily="34" charset="0"/>
                    </a:rPr>
                    <a:t>File Types</a:t>
                  </a:r>
                  <a:endParaRPr lang="en-US" altLang="zh-CN" sz="1400" dirty="0">
                    <a:solidFill>
                      <a:schemeClr val="bg1"/>
                    </a:solidFill>
                    <a:latin typeface="Trebuchet MS" panose="020B0603020202020204" pitchFamily="34" charset="0"/>
                    <a:ea typeface="微软雅黑" panose="020B0503020204020204" pitchFamily="34" charset="-122"/>
                    <a:sym typeface="Trebuchet MS" panose="020B0603020202020204" pitchFamily="34" charset="0"/>
                  </a:endParaRPr>
                </a:p>
              </p:txBody>
            </p:sp>
          </p:grpSp>
        </p:grpSp>
      </p:grpSp>
    </p:spTree>
    <p:custDataLst>
      <p:tags r:id="rId2"/>
    </p:custData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Types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388" y="1873170"/>
            <a:ext cx="5531134" cy="31116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 X12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07368" y="1124744"/>
            <a:ext cx="587853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b="1" dirty="0"/>
              <a:t>A</a:t>
            </a:r>
            <a:r>
              <a:rPr lang="en-US" dirty="0"/>
              <a:t>merican </a:t>
            </a:r>
            <a:r>
              <a:rPr lang="en-US" b="1" dirty="0"/>
              <a:t>N</a:t>
            </a:r>
            <a:r>
              <a:rPr lang="en-US" dirty="0"/>
              <a:t>ational </a:t>
            </a:r>
            <a:r>
              <a:rPr lang="en-US" b="1" dirty="0"/>
              <a:t>S</a:t>
            </a:r>
            <a:r>
              <a:rPr lang="en-US" dirty="0"/>
              <a:t>tandards </a:t>
            </a:r>
            <a:r>
              <a:rPr lang="en-US" b="1" dirty="0"/>
              <a:t>I</a:t>
            </a:r>
            <a:r>
              <a:rPr lang="en-US" dirty="0"/>
              <a:t>nstitute (ANSI)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 1979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 North America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Reference: </a:t>
            </a:r>
            <a:r>
              <a:rPr lang="en-US" dirty="0">
                <a:hlinkClick r:id="rId1"/>
              </a:rPr>
              <a:t>www.x12.org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  <a:t>X12 Structure and Enveloping</a:t>
            </a:r>
            <a:b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cxnSp>
        <p:nvCxnSpPr>
          <p:cNvPr id="5" name="Straight Arrow Connector 175"/>
          <p:cNvCxnSpPr>
            <a:cxnSpLocks noChangeShapeType="1"/>
          </p:cNvCxnSpPr>
          <p:nvPr/>
        </p:nvCxnSpPr>
        <p:spPr bwMode="auto">
          <a:xfrm flipH="1">
            <a:off x="3270250" y="5575300"/>
            <a:ext cx="2762250" cy="0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Straight Connector 53"/>
          <p:cNvCxnSpPr>
            <a:cxnSpLocks noChangeShapeType="1"/>
          </p:cNvCxnSpPr>
          <p:nvPr/>
        </p:nvCxnSpPr>
        <p:spPr bwMode="auto">
          <a:xfrm flipH="1">
            <a:off x="4305300" y="3157538"/>
            <a:ext cx="1731963" cy="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Straight Connector 144"/>
          <p:cNvCxnSpPr>
            <a:cxnSpLocks noChangeShapeType="1"/>
          </p:cNvCxnSpPr>
          <p:nvPr/>
        </p:nvCxnSpPr>
        <p:spPr bwMode="auto">
          <a:xfrm>
            <a:off x="5194300" y="5356225"/>
            <a:ext cx="933450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Connector 143"/>
          <p:cNvCxnSpPr>
            <a:cxnSpLocks noChangeShapeType="1"/>
          </p:cNvCxnSpPr>
          <p:nvPr/>
        </p:nvCxnSpPr>
        <p:spPr bwMode="auto">
          <a:xfrm>
            <a:off x="5194300" y="4572000"/>
            <a:ext cx="933450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142"/>
          <p:cNvCxnSpPr>
            <a:cxnSpLocks noChangeShapeType="1"/>
          </p:cNvCxnSpPr>
          <p:nvPr/>
        </p:nvCxnSpPr>
        <p:spPr bwMode="auto">
          <a:xfrm>
            <a:off x="5194300" y="3860800"/>
            <a:ext cx="933450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Connector 81"/>
          <p:cNvCxnSpPr>
            <a:cxnSpLocks noChangeShapeType="1"/>
          </p:cNvCxnSpPr>
          <p:nvPr/>
        </p:nvCxnSpPr>
        <p:spPr bwMode="auto">
          <a:xfrm>
            <a:off x="5184775" y="2466975"/>
            <a:ext cx="933450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112"/>
          <p:cNvCxnSpPr>
            <a:cxnSpLocks noChangeShapeType="1"/>
          </p:cNvCxnSpPr>
          <p:nvPr/>
        </p:nvCxnSpPr>
        <p:spPr bwMode="auto">
          <a:xfrm flipH="1">
            <a:off x="3335338" y="6161088"/>
            <a:ext cx="2784475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Arrow Connector 2"/>
          <p:cNvCxnSpPr>
            <a:cxnSpLocks noChangeShapeType="1"/>
          </p:cNvCxnSpPr>
          <p:nvPr/>
        </p:nvCxnSpPr>
        <p:spPr bwMode="auto">
          <a:xfrm flipH="1">
            <a:off x="3300413" y="4330700"/>
            <a:ext cx="2614612" cy="0"/>
          </a:xfrm>
          <a:prstGeom prst="straightConnector1">
            <a:avLst/>
          </a:prstGeom>
          <a:noFill/>
          <a:ln w="19050" algn="ctr">
            <a:solidFill>
              <a:srgbClr val="FF9933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3" name="Picture 4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263" y="1476375"/>
            <a:ext cx="253365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2"/>
          <p:cNvSpPr txBox="1">
            <a:spLocks noChangeArrowheads="1"/>
          </p:cNvSpPr>
          <p:nvPr/>
        </p:nvSpPr>
        <p:spPr bwMode="gray">
          <a:xfrm>
            <a:off x="179388" y="1295400"/>
            <a:ext cx="716280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/>
            <a:endParaRPr lang="en-US" altLang="zh-CN" sz="1800" dirty="0">
              <a:latin typeface="DB Office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Rectangle 8206"/>
          <p:cNvSpPr>
            <a:spLocks noChangeArrowheads="1"/>
          </p:cNvSpPr>
          <p:nvPr/>
        </p:nvSpPr>
        <p:spPr bwMode="auto">
          <a:xfrm>
            <a:off x="5913438" y="1452563"/>
            <a:ext cx="2894012" cy="5129212"/>
          </a:xfrm>
          <a:prstGeom prst="rect">
            <a:avLst/>
          </a:prstGeom>
          <a:noFill/>
          <a:ln w="12700" algn="ctr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/>
          </a:p>
        </p:txBody>
      </p:sp>
      <p:sp>
        <p:nvSpPr>
          <p:cNvPr id="16" name="Rectangle 55"/>
          <p:cNvSpPr>
            <a:spLocks noChangeArrowheads="1"/>
          </p:cNvSpPr>
          <p:nvPr/>
        </p:nvSpPr>
        <p:spPr bwMode="auto">
          <a:xfrm>
            <a:off x="6030913" y="1600200"/>
            <a:ext cx="2654300" cy="3430588"/>
          </a:xfrm>
          <a:prstGeom prst="rect">
            <a:avLst/>
          </a:prstGeom>
          <a:noFill/>
          <a:ln w="1270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/>
          </a:p>
        </p:txBody>
      </p:sp>
      <p:sp>
        <p:nvSpPr>
          <p:cNvPr id="17" name="Rectangle 120"/>
          <p:cNvSpPr>
            <a:spLocks noChangeArrowheads="1"/>
          </p:cNvSpPr>
          <p:nvPr/>
        </p:nvSpPr>
        <p:spPr bwMode="auto">
          <a:xfrm>
            <a:off x="6118225" y="1709738"/>
            <a:ext cx="2039938" cy="1736725"/>
          </a:xfrm>
          <a:prstGeom prst="rect">
            <a:avLst/>
          </a:prstGeom>
          <a:noFill/>
          <a:ln w="127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/>
          </a:p>
        </p:txBody>
      </p:sp>
      <p:sp>
        <p:nvSpPr>
          <p:cNvPr id="18" name="TextBox 80"/>
          <p:cNvSpPr txBox="1">
            <a:spLocks noChangeArrowheads="1"/>
          </p:cNvSpPr>
          <p:nvPr/>
        </p:nvSpPr>
        <p:spPr bwMode="auto">
          <a:xfrm>
            <a:off x="849313" y="4175125"/>
            <a:ext cx="20161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>
                <a:latin typeface="DB Office" panose="020B0604020202020204" pitchFamily="34" charset="0"/>
              </a:rPr>
              <a:t>Interchange (ISA/IEA)</a:t>
            </a:r>
            <a:endParaRPr lang="en-US" altLang="en-US" sz="1400">
              <a:latin typeface="DB Office" panose="020B0604020202020204" pitchFamily="34" charset="0"/>
            </a:endParaRPr>
          </a:p>
        </p:txBody>
      </p:sp>
      <p:sp>
        <p:nvSpPr>
          <p:cNvPr id="19" name="TextBox 127"/>
          <p:cNvSpPr txBox="1">
            <a:spLocks noChangeArrowheads="1"/>
          </p:cNvSpPr>
          <p:nvPr/>
        </p:nvSpPr>
        <p:spPr bwMode="auto">
          <a:xfrm>
            <a:off x="836613" y="5411788"/>
            <a:ext cx="262731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 dirty="0">
                <a:latin typeface="DB Office" panose="020B0604020202020204" pitchFamily="34" charset="0"/>
              </a:rPr>
              <a:t>Functional Group (GS/GE)</a:t>
            </a:r>
            <a:endParaRPr lang="en-US" altLang="en-US" sz="1400" dirty="0">
              <a:latin typeface="DB Office" panose="020B0604020202020204" pitchFamily="34" charset="0"/>
            </a:endParaRPr>
          </a:p>
        </p:txBody>
      </p:sp>
      <p:sp>
        <p:nvSpPr>
          <p:cNvPr id="20" name="TextBox 180"/>
          <p:cNvSpPr txBox="1">
            <a:spLocks noChangeArrowheads="1"/>
          </p:cNvSpPr>
          <p:nvPr/>
        </p:nvSpPr>
        <p:spPr bwMode="auto">
          <a:xfrm>
            <a:off x="811213" y="6018213"/>
            <a:ext cx="24479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>
                <a:latin typeface="DB Office" panose="020B0604020202020204" pitchFamily="34" charset="0"/>
              </a:rPr>
              <a:t>Transaction Set (ST/SE)</a:t>
            </a:r>
            <a:endParaRPr lang="en-US" altLang="en-US" sz="1400">
              <a:latin typeface="DB Office" panose="020B0604020202020204" pitchFamily="34" charset="0"/>
            </a:endParaRPr>
          </a:p>
        </p:txBody>
      </p:sp>
      <p:sp>
        <p:nvSpPr>
          <p:cNvPr id="21" name="Rectangle 136"/>
          <p:cNvSpPr>
            <a:spLocks noChangeArrowheads="1"/>
          </p:cNvSpPr>
          <p:nvPr/>
        </p:nvSpPr>
        <p:spPr bwMode="auto">
          <a:xfrm>
            <a:off x="6157913" y="1760538"/>
            <a:ext cx="715962" cy="85725"/>
          </a:xfrm>
          <a:prstGeom prst="rect">
            <a:avLst/>
          </a:prstGeom>
          <a:noFill/>
          <a:ln w="19050" algn="ctr">
            <a:solidFill>
              <a:srgbClr val="D6009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/>
          </a:p>
        </p:txBody>
      </p:sp>
      <p:sp>
        <p:nvSpPr>
          <p:cNvPr id="22" name="TextBox 187"/>
          <p:cNvSpPr txBox="1">
            <a:spLocks noChangeArrowheads="1"/>
          </p:cNvSpPr>
          <p:nvPr/>
        </p:nvSpPr>
        <p:spPr bwMode="auto">
          <a:xfrm>
            <a:off x="6824663" y="1666875"/>
            <a:ext cx="969962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>
                <a:solidFill>
                  <a:srgbClr val="D60093"/>
                </a:solidFill>
                <a:latin typeface="DB Office" panose="020B0604020202020204" pitchFamily="34" charset="0"/>
              </a:rPr>
              <a:t>Segment</a:t>
            </a:r>
            <a:endParaRPr lang="en-US" altLang="en-US">
              <a:solidFill>
                <a:srgbClr val="D60093"/>
              </a:solidFill>
              <a:latin typeface="DB Office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0813" y="998539"/>
            <a:ext cx="4524375" cy="7858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74650" lvl="1" indent="-1841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For each message, there are three levels of envelopes</a:t>
            </a:r>
            <a:endParaRPr lang="en-US" sz="16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4" name="Rectangle 55"/>
          <p:cNvSpPr>
            <a:spLocks noChangeArrowheads="1"/>
          </p:cNvSpPr>
          <p:nvPr/>
        </p:nvSpPr>
        <p:spPr bwMode="auto">
          <a:xfrm>
            <a:off x="6030913" y="5068888"/>
            <a:ext cx="2654300" cy="1389062"/>
          </a:xfrm>
          <a:prstGeom prst="rect">
            <a:avLst/>
          </a:prstGeom>
          <a:noFill/>
          <a:ln w="1270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/>
          </a:p>
        </p:txBody>
      </p:sp>
      <p:sp>
        <p:nvSpPr>
          <p:cNvPr id="25" name="Rectangle 120"/>
          <p:cNvSpPr>
            <a:spLocks noChangeArrowheads="1"/>
          </p:cNvSpPr>
          <p:nvPr/>
        </p:nvSpPr>
        <p:spPr bwMode="auto">
          <a:xfrm>
            <a:off x="6118225" y="3471863"/>
            <a:ext cx="2039938" cy="719137"/>
          </a:xfrm>
          <a:prstGeom prst="rect">
            <a:avLst/>
          </a:prstGeom>
          <a:noFill/>
          <a:ln w="127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/>
          </a:p>
        </p:txBody>
      </p:sp>
      <p:sp>
        <p:nvSpPr>
          <p:cNvPr id="26" name="Rectangle 120"/>
          <p:cNvSpPr>
            <a:spLocks noChangeArrowheads="1"/>
          </p:cNvSpPr>
          <p:nvPr/>
        </p:nvSpPr>
        <p:spPr bwMode="auto">
          <a:xfrm>
            <a:off x="6118225" y="4213225"/>
            <a:ext cx="2039938" cy="719138"/>
          </a:xfrm>
          <a:prstGeom prst="rect">
            <a:avLst/>
          </a:prstGeom>
          <a:noFill/>
          <a:ln w="127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/>
          </a:p>
        </p:txBody>
      </p:sp>
      <p:sp>
        <p:nvSpPr>
          <p:cNvPr id="27" name="Rectangle 120"/>
          <p:cNvSpPr>
            <a:spLocks noChangeArrowheads="1"/>
          </p:cNvSpPr>
          <p:nvPr/>
        </p:nvSpPr>
        <p:spPr bwMode="auto">
          <a:xfrm>
            <a:off x="6118225" y="5202238"/>
            <a:ext cx="2039938" cy="514350"/>
          </a:xfrm>
          <a:prstGeom prst="rect">
            <a:avLst/>
          </a:prstGeom>
          <a:noFill/>
          <a:ln w="127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/>
          </a:p>
        </p:txBody>
      </p:sp>
      <p:sp>
        <p:nvSpPr>
          <p:cNvPr id="28" name="Rectangle 120"/>
          <p:cNvSpPr>
            <a:spLocks noChangeArrowheads="1"/>
          </p:cNvSpPr>
          <p:nvPr/>
        </p:nvSpPr>
        <p:spPr bwMode="auto">
          <a:xfrm>
            <a:off x="6118225" y="5761038"/>
            <a:ext cx="2039938" cy="514350"/>
          </a:xfrm>
          <a:prstGeom prst="rect">
            <a:avLst/>
          </a:prstGeom>
          <a:noFill/>
          <a:ln w="127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/>
          </a:p>
        </p:txBody>
      </p:sp>
      <p:pic>
        <p:nvPicPr>
          <p:cNvPr id="29" name="Picture 4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235450"/>
            <a:ext cx="36195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0" name="Straight Connector 8"/>
          <p:cNvCxnSpPr>
            <a:cxnSpLocks noChangeShapeType="1"/>
          </p:cNvCxnSpPr>
          <p:nvPr/>
        </p:nvCxnSpPr>
        <p:spPr bwMode="auto">
          <a:xfrm>
            <a:off x="4305300" y="3157538"/>
            <a:ext cx="0" cy="240665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1" name="Picture 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3014663"/>
            <a:ext cx="1143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663" y="5411788"/>
            <a:ext cx="1143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3" name="Straight Connector 21"/>
          <p:cNvCxnSpPr>
            <a:cxnSpLocks noChangeShapeType="1"/>
          </p:cNvCxnSpPr>
          <p:nvPr/>
        </p:nvCxnSpPr>
        <p:spPr bwMode="auto">
          <a:xfrm flipH="1">
            <a:off x="5184775" y="2466975"/>
            <a:ext cx="1588" cy="3694113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4" name="Picture 4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175" y="2306638"/>
            <a:ext cx="24765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5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175" y="3725863"/>
            <a:ext cx="24765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5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175" y="4446588"/>
            <a:ext cx="24765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5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175" y="5229225"/>
            <a:ext cx="24765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5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175" y="6013450"/>
            <a:ext cx="24765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Straight Arrow Connector 33"/>
          <p:cNvCxnSpPr>
            <a:cxnSpLocks noChangeShapeType="1"/>
          </p:cNvCxnSpPr>
          <p:nvPr/>
        </p:nvCxnSpPr>
        <p:spPr bwMode="auto">
          <a:xfrm>
            <a:off x="4656138" y="4932363"/>
            <a:ext cx="914400" cy="91440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arrow" w="med" len="med"/>
              </a14:hiddenLine>
            </a:ext>
          </a:extLst>
        </p:spPr>
      </p:cxnSp>
      <p:sp>
        <p:nvSpPr>
          <p:cNvPr id="40" name="TextBox 92"/>
          <p:cNvSpPr txBox="1">
            <a:spLocks noChangeArrowheads="1"/>
          </p:cNvSpPr>
          <p:nvPr/>
        </p:nvSpPr>
        <p:spPr bwMode="auto">
          <a:xfrm>
            <a:off x="7256463" y="2522538"/>
            <a:ext cx="9366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>
                <a:solidFill>
                  <a:srgbClr val="FF0000"/>
                </a:solidFill>
              </a:rPr>
              <a:t>Message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41" name="TextBox 154"/>
          <p:cNvSpPr txBox="1">
            <a:spLocks noChangeArrowheads="1"/>
          </p:cNvSpPr>
          <p:nvPr/>
        </p:nvSpPr>
        <p:spPr bwMode="auto">
          <a:xfrm>
            <a:off x="7256463" y="3729038"/>
            <a:ext cx="9366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>
                <a:solidFill>
                  <a:srgbClr val="FF0000"/>
                </a:solidFill>
              </a:rPr>
              <a:t>Message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42" name="TextBox 155"/>
          <p:cNvSpPr txBox="1">
            <a:spLocks noChangeArrowheads="1"/>
          </p:cNvSpPr>
          <p:nvPr/>
        </p:nvSpPr>
        <p:spPr bwMode="auto">
          <a:xfrm>
            <a:off x="7256463" y="4467225"/>
            <a:ext cx="936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>
                <a:solidFill>
                  <a:srgbClr val="FF0000"/>
                </a:solidFill>
              </a:rPr>
              <a:t>Message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43" name="TextBox 156"/>
          <p:cNvSpPr txBox="1">
            <a:spLocks noChangeArrowheads="1"/>
          </p:cNvSpPr>
          <p:nvPr/>
        </p:nvSpPr>
        <p:spPr bwMode="auto">
          <a:xfrm>
            <a:off x="7256463" y="5351463"/>
            <a:ext cx="9366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>
                <a:solidFill>
                  <a:srgbClr val="FF0000"/>
                </a:solidFill>
              </a:rPr>
              <a:t>Message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44" name="TextBox 157"/>
          <p:cNvSpPr txBox="1">
            <a:spLocks noChangeArrowheads="1"/>
          </p:cNvSpPr>
          <p:nvPr/>
        </p:nvSpPr>
        <p:spPr bwMode="auto">
          <a:xfrm>
            <a:off x="7256463" y="5924550"/>
            <a:ext cx="936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>
                <a:solidFill>
                  <a:srgbClr val="FF0000"/>
                </a:solidFill>
              </a:rPr>
              <a:t>Message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  <a:t>ISA, IEA Segments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600700" y="1916113"/>
            <a:ext cx="1800225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DB Office" panose="020B0604020202020204" pitchFamily="34" charset="0"/>
            </a:endParaRPr>
          </a:p>
        </p:txBody>
      </p:sp>
      <p:cxnSp>
        <p:nvCxnSpPr>
          <p:cNvPr id="6" name="Straight Arrow Connector 7"/>
          <p:cNvCxnSpPr>
            <a:cxnSpLocks noChangeShapeType="1"/>
          </p:cNvCxnSpPr>
          <p:nvPr/>
        </p:nvCxnSpPr>
        <p:spPr bwMode="auto">
          <a:xfrm>
            <a:off x="7545388" y="1939925"/>
            <a:ext cx="914400" cy="91440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arrow" w="med" len="med"/>
              </a14:hiddenLine>
            </a:ext>
          </a:extLst>
        </p:spPr>
      </p:cxnSp>
      <p:sp>
        <p:nvSpPr>
          <p:cNvPr id="7" name="Subtitle 2"/>
          <p:cNvSpPr txBox="1"/>
          <p:nvPr/>
        </p:nvSpPr>
        <p:spPr bwMode="auto">
          <a:xfrm>
            <a:off x="0" y="866294"/>
            <a:ext cx="96472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buSzPct val="75000"/>
              <a:buFont typeface="Wingdings" panose="05000000000000000000" pitchFamily="2" charset="2"/>
              <a:buChar char="q"/>
              <a:defRPr/>
            </a:pPr>
            <a:endParaRPr lang="en-US" sz="1600" b="0" dirty="0">
              <a:latin typeface="DB Office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600" dirty="0">
                <a:solidFill>
                  <a:srgbClr val="000000"/>
                </a:solidFill>
                <a:latin typeface="DB Office"/>
              </a:rPr>
              <a:t>ISA: </a:t>
            </a:r>
            <a:r>
              <a:rPr lang="en-US" altLang="zh-CN" sz="1600" b="0" dirty="0">
                <a:solidFill>
                  <a:srgbClr val="000000"/>
                </a:solidFill>
                <a:latin typeface="DB Office"/>
              </a:rPr>
              <a:t>Interchange header for X12 document, outermost layer of EDI envelope</a:t>
            </a:r>
            <a:r>
              <a:rPr lang="en-US" sz="1600" b="0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en-US" altLang="zh-CN" sz="1600" b="0" dirty="0">
                <a:solidFill>
                  <a:srgbClr val="000000"/>
                </a:solidFill>
                <a:latin typeface="DB Office"/>
              </a:rPr>
              <a:t>             </a:t>
            </a:r>
            <a:endParaRPr lang="en-US" altLang="zh-CN" sz="1600" b="0" dirty="0">
              <a:solidFill>
                <a:srgbClr val="000000"/>
              </a:solidFill>
              <a:latin typeface="DB Office"/>
            </a:endParaRPr>
          </a:p>
          <a:p>
            <a:pPr lvl="1">
              <a:buSzPct val="75000"/>
              <a:buFontTx/>
              <a:buNone/>
              <a:defRPr/>
            </a:pPr>
            <a:endParaRPr lang="zh-CN" altLang="en-US" sz="1600" b="0" dirty="0">
              <a:solidFill>
                <a:schemeClr val="tx2"/>
              </a:solidFill>
              <a:latin typeface="DB Office"/>
              <a:ea typeface="宋体" panose="02010600030101010101" pitchFamily="2" charset="-122"/>
            </a:endParaRPr>
          </a:p>
        </p:txBody>
      </p:sp>
      <p:pic>
        <p:nvPicPr>
          <p:cNvPr id="8" name="Picture 10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1542569"/>
            <a:ext cx="8499475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2924" y="2566819"/>
          <a:ext cx="9936715" cy="3478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296"/>
                <a:gridCol w="2196146"/>
                <a:gridCol w="2327914"/>
                <a:gridCol w="484042"/>
                <a:gridCol w="2070019"/>
                <a:gridCol w="2414298"/>
              </a:tblGrid>
              <a:tr h="30280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DB Office"/>
                        </a:rPr>
                        <a:t>No</a:t>
                      </a:r>
                      <a:endParaRPr lang="en-US" sz="1200" b="1" dirty="0">
                        <a:latin typeface="DB Office"/>
                      </a:endParaRPr>
                    </a:p>
                  </a:txBody>
                  <a:tcPr marL="99807" marR="99807" marT="42949" marB="429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B Office"/>
                        </a:rPr>
                        <a:t>Element Name</a:t>
                      </a:r>
                      <a:endParaRPr lang="en-US" sz="1200" dirty="0">
                        <a:latin typeface="DB Office"/>
                      </a:endParaRPr>
                    </a:p>
                  </a:txBody>
                  <a:tcPr marL="99807" marR="99807" marT="42949" marB="429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B Office"/>
                        </a:rPr>
                        <a:t>Description</a:t>
                      </a:r>
                      <a:endParaRPr lang="en-US" sz="1200" dirty="0">
                        <a:latin typeface="DB Office"/>
                      </a:endParaRPr>
                    </a:p>
                  </a:txBody>
                  <a:tcPr marL="99807" marR="99807" marT="42949" marB="429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DB Office"/>
                        </a:rPr>
                        <a:t>No</a:t>
                      </a:r>
                      <a:endParaRPr lang="en-US" sz="1200" b="1" dirty="0">
                        <a:latin typeface="DB Office"/>
                      </a:endParaRPr>
                    </a:p>
                  </a:txBody>
                  <a:tcPr marL="99807" marR="99807" marT="42949" marB="429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B Office"/>
                        </a:rPr>
                        <a:t>Element Name</a:t>
                      </a:r>
                      <a:endParaRPr lang="en-US" sz="1200" dirty="0">
                        <a:latin typeface="DB Office"/>
                      </a:endParaRPr>
                    </a:p>
                  </a:txBody>
                  <a:tcPr marL="99807" marR="99807" marT="42949" marB="429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DB Office"/>
                        </a:rPr>
                        <a:t>Description</a:t>
                      </a:r>
                      <a:endParaRPr lang="en-US" sz="1200" dirty="0">
                        <a:latin typeface="DB Office"/>
                      </a:endParaRPr>
                    </a:p>
                  </a:txBody>
                  <a:tcPr marL="99807" marR="99807" marT="42949" marB="42949"/>
                </a:tc>
              </a:tr>
              <a:tr h="38479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1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Authorization Information Qualifier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Value: 00 - no authorization</a:t>
                      </a:r>
                      <a:r>
                        <a:rPr lang="en-US" sz="1000" baseline="0" dirty="0">
                          <a:latin typeface="DB Office"/>
                        </a:rPr>
                        <a:t> info.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9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Date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Format: YYMMDD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</a:tr>
              <a:tr h="30280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2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DB Office"/>
                        </a:rPr>
                        <a:t>Authorization Information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Additional info. about the sender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10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Time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Format: HHMM(SS)</a:t>
                      </a:r>
                      <a:r>
                        <a:rPr lang="en-US" sz="1000" baseline="0" dirty="0">
                          <a:latin typeface="DB Office"/>
                        </a:rPr>
                        <a:t>, 24-hour clock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</a:tr>
              <a:tr h="53424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3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DB Office"/>
                        </a:rPr>
                        <a:t>Security Information Qualifier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Value: 00 – no security info.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11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Control Standards Identifier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Identifies the agency responsible for the control standard the message uses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</a:tr>
              <a:tr h="38535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4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Security Information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Security info. about the sender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12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Control Version Number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Only applies to the interchange control segment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</a:tr>
              <a:tr h="38535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5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Interchange ID Qualifier (sender)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Defines</a:t>
                      </a:r>
                      <a:r>
                        <a:rPr lang="en-US" sz="1000" baseline="0" dirty="0">
                          <a:latin typeface="DB Office"/>
                        </a:rPr>
                        <a:t> the code used in the interchange sender  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13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DB Office"/>
                        </a:rPr>
                        <a:t>Interchange Control Number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Uniquely identifies the interchange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</a:tr>
              <a:tr h="38535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6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Interchange</a:t>
                      </a:r>
                      <a:r>
                        <a:rPr lang="en-US" sz="1000" baseline="0" dirty="0">
                          <a:latin typeface="DB Office"/>
                        </a:rPr>
                        <a:t> Sender ID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DB Office"/>
                        </a:rPr>
                        <a:t>A</a:t>
                      </a:r>
                      <a:r>
                        <a:rPr lang="en-US" sz="1000" baseline="0" dirty="0">
                          <a:latin typeface="DB Office"/>
                        </a:rPr>
                        <a:t> unique code identifying the sender of the interchange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14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DB Office"/>
                        </a:rPr>
                        <a:t>Acknowledgement Requested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Value: 0 - not requested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</a:tr>
              <a:tr h="38535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7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DB Office"/>
                        </a:rPr>
                        <a:t>Interchange ID Qualifier (receiver)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DB Office"/>
                        </a:rPr>
                        <a:t>Defines</a:t>
                      </a:r>
                      <a:r>
                        <a:rPr lang="en-US" sz="1000" baseline="0" dirty="0">
                          <a:latin typeface="DB Office"/>
                        </a:rPr>
                        <a:t> the code used in the interchange receiver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15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DB Office"/>
                        </a:rPr>
                        <a:t>Usage Indicator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DB Office"/>
                        </a:rPr>
                        <a:t>Value: P - Production;  T - Test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</a:tr>
              <a:tr h="38535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8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DB Office"/>
                        </a:rPr>
                        <a:t>Interchange</a:t>
                      </a:r>
                      <a:r>
                        <a:rPr lang="en-US" sz="1000" baseline="0" dirty="0">
                          <a:latin typeface="DB Office"/>
                        </a:rPr>
                        <a:t> Receiver ID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DB Office"/>
                        </a:rPr>
                        <a:t>A</a:t>
                      </a:r>
                      <a:r>
                        <a:rPr lang="en-US" sz="1000" baseline="0" dirty="0">
                          <a:latin typeface="DB Office"/>
                        </a:rPr>
                        <a:t> unique code identifying the recipient of the interchange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16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DB Office"/>
                          <a:ea typeface="+mn-ea"/>
                          <a:cs typeface="+mn-cs"/>
                        </a:rPr>
                        <a:t>Component</a:t>
                      </a:r>
                      <a:r>
                        <a:rPr lang="en-US" sz="1000" kern="1200" baseline="0" dirty="0">
                          <a:solidFill>
                            <a:schemeClr val="dk1"/>
                          </a:solidFill>
                          <a:latin typeface="DB Office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DB Office"/>
                          <a:ea typeface="+mn-ea"/>
                          <a:cs typeface="+mn-cs"/>
                        </a:rPr>
                        <a:t>Element Separator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DB Office"/>
                        <a:ea typeface="+mn-ea"/>
                        <a:cs typeface="+mn-cs"/>
                      </a:endParaRPr>
                    </a:p>
                  </a:txBody>
                  <a:tcPr marL="99807" marR="99807" marT="42949" marB="42949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DB Office"/>
                        </a:rPr>
                        <a:t>Reserved for future expansion, for separating data element subgroups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9807" marR="99807" marT="42949" marB="42949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  <a:t>ISA, IEA Segments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Subtitle 2"/>
          <p:cNvSpPr txBox="1"/>
          <p:nvPr/>
        </p:nvSpPr>
        <p:spPr bwMode="auto">
          <a:xfrm>
            <a:off x="246062" y="1181497"/>
            <a:ext cx="96472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endParaRPr lang="en-US" sz="1600" b="0" dirty="0">
              <a:solidFill>
                <a:srgbClr val="000000"/>
              </a:solidFill>
              <a:latin typeface="DB Office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600" dirty="0">
                <a:solidFill>
                  <a:srgbClr val="000000"/>
                </a:solidFill>
                <a:latin typeface="DB Office"/>
              </a:rPr>
              <a:t>IEA: </a:t>
            </a:r>
            <a:r>
              <a:rPr lang="en-US" altLang="zh-CN" sz="1600" b="0" dirty="0">
                <a:solidFill>
                  <a:srgbClr val="000000"/>
                </a:solidFill>
                <a:latin typeface="DB Office"/>
              </a:rPr>
              <a:t>Interchange trailer of X12 functional groups, indicating the end of an interchange</a:t>
            </a:r>
            <a:endParaRPr lang="en-US" altLang="zh-CN" sz="1600" b="0" dirty="0">
              <a:solidFill>
                <a:srgbClr val="000000"/>
              </a:solidFill>
              <a:latin typeface="DB Office"/>
            </a:endParaRPr>
          </a:p>
          <a:p>
            <a:pPr marL="448945" lvl="1" indent="0">
              <a:buSzPct val="75000"/>
              <a:buFontTx/>
              <a:buNone/>
              <a:defRPr/>
            </a:pPr>
            <a:r>
              <a:rPr lang="en-US" b="0" dirty="0">
                <a:latin typeface="DB Office"/>
              </a:rPr>
              <a:t> </a:t>
            </a:r>
            <a:r>
              <a:rPr lang="en-US" altLang="zh-CN" sz="1600" b="0" dirty="0">
                <a:latin typeface="DB Office"/>
                <a:ea typeface="宋体" panose="02010600030101010101" pitchFamily="2" charset="-122"/>
              </a:rPr>
              <a:t>             </a:t>
            </a:r>
            <a:endParaRPr lang="en-US" altLang="zh-CN" sz="1600" b="0" dirty="0">
              <a:latin typeface="DB Office"/>
              <a:ea typeface="宋体" panose="02010600030101010101" pitchFamily="2" charset="-122"/>
            </a:endParaRPr>
          </a:p>
          <a:p>
            <a:pPr lvl="1">
              <a:buSzPct val="75000"/>
              <a:buFontTx/>
              <a:buNone/>
              <a:defRPr/>
            </a:pPr>
            <a:endParaRPr lang="zh-CN" altLang="en-US" sz="1600" b="0" dirty="0">
              <a:solidFill>
                <a:schemeClr val="tx2"/>
              </a:solidFill>
              <a:latin typeface="DB Office"/>
              <a:ea typeface="宋体" panose="02010600030101010101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1870" y="3614828"/>
          <a:ext cx="10429498" cy="1535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29"/>
                <a:gridCol w="2552060"/>
                <a:gridCol w="2196358"/>
                <a:gridCol w="508047"/>
                <a:gridCol w="2172676"/>
                <a:gridCol w="2534028"/>
              </a:tblGrid>
              <a:tr h="68874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No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No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</a:tr>
              <a:tr h="846656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1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Number of Included Functional groups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baseline="0" dirty="0">
                          <a:latin typeface="DB Office"/>
                        </a:rPr>
                        <a:t> Generated by the sender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2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Interchange Control Reference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Same as the Interchange Control Number in the ISA segment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</a:tr>
            </a:tbl>
          </a:graphicData>
        </a:graphic>
      </p:graphicFrame>
      <p:pic>
        <p:nvPicPr>
          <p:cNvPr id="7" name="Picture 3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592388"/>
            <a:ext cx="2544763" cy="63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  <a:t>GS, GE Segments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Subtitle 2"/>
          <p:cNvSpPr txBox="1"/>
          <p:nvPr/>
        </p:nvSpPr>
        <p:spPr bwMode="auto">
          <a:xfrm>
            <a:off x="149529" y="1248774"/>
            <a:ext cx="96472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buSzPct val="75000"/>
              <a:buFont typeface="Wingdings" panose="05000000000000000000" pitchFamily="2" charset="2"/>
              <a:buChar char="q"/>
              <a:defRPr/>
            </a:pPr>
            <a:endParaRPr lang="en-US" sz="1600" b="0" dirty="0">
              <a:latin typeface="DB Office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600" dirty="0">
                <a:solidFill>
                  <a:srgbClr val="000000"/>
                </a:solidFill>
                <a:latin typeface="DB Office"/>
              </a:rPr>
              <a:t>GS: </a:t>
            </a:r>
            <a:r>
              <a:rPr lang="en-US" altLang="zh-CN" sz="1600" b="0" dirty="0">
                <a:solidFill>
                  <a:srgbClr val="000000"/>
                </a:solidFill>
                <a:latin typeface="DB Office"/>
              </a:rPr>
              <a:t>Functional group header of a set of X12 documents of the same document type</a:t>
            </a:r>
            <a:endParaRPr lang="en-US" altLang="zh-CN" sz="1600" b="0" dirty="0">
              <a:solidFill>
                <a:srgbClr val="000000"/>
              </a:solidFill>
              <a:latin typeface="DB Office"/>
            </a:endParaRPr>
          </a:p>
          <a:p>
            <a:pPr marL="448945" lvl="1" indent="0">
              <a:buSzPct val="75000"/>
              <a:buFontTx/>
              <a:buNone/>
              <a:defRPr/>
            </a:pPr>
            <a:r>
              <a:rPr lang="en-US" b="0" dirty="0">
                <a:latin typeface="DB Office"/>
              </a:rPr>
              <a:t> </a:t>
            </a:r>
            <a:r>
              <a:rPr lang="en-US" altLang="zh-CN" sz="1600" b="0" dirty="0">
                <a:latin typeface="DB Office"/>
                <a:ea typeface="宋体" panose="02010600030101010101" pitchFamily="2" charset="-122"/>
              </a:rPr>
              <a:t>             </a:t>
            </a:r>
            <a:endParaRPr lang="en-US" altLang="zh-CN" sz="1600" b="0" dirty="0">
              <a:latin typeface="DB Office"/>
              <a:ea typeface="宋体" panose="02010600030101010101" pitchFamily="2" charset="-122"/>
            </a:endParaRPr>
          </a:p>
          <a:p>
            <a:pPr lvl="1">
              <a:buSzPct val="75000"/>
              <a:buFontTx/>
              <a:buNone/>
              <a:defRPr/>
            </a:pPr>
            <a:endParaRPr lang="zh-CN" altLang="en-US" sz="1600" b="0" dirty="0">
              <a:solidFill>
                <a:schemeClr val="tx2"/>
              </a:solidFill>
              <a:latin typeface="DB Office"/>
              <a:ea typeface="宋体" panose="02010600030101010101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541" y="2409237"/>
          <a:ext cx="9104313" cy="1725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077"/>
                <a:gridCol w="1724142"/>
                <a:gridCol w="2420936"/>
                <a:gridCol w="443494"/>
                <a:gridCol w="1896613"/>
                <a:gridCol w="2212051"/>
              </a:tblGrid>
              <a:tr h="292328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No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464" marB="414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64" marB="414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64" marB="414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No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464" marB="414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64" marB="414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64" marB="41464"/>
                </a:tc>
              </a:tr>
              <a:tr h="35935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1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Functional Group ID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Identifies one</a:t>
                      </a:r>
                      <a:r>
                        <a:rPr lang="en-US" sz="900" baseline="0" dirty="0">
                          <a:latin typeface="DB Office"/>
                        </a:rPr>
                        <a:t> type of message in the functional group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5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Time of Preparation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dirty="0">
                          <a:latin typeface="DB Office"/>
                        </a:rPr>
                        <a:t>The time that the interchange was prepared, </a:t>
                      </a:r>
                      <a:r>
                        <a:rPr lang="en-US" sz="900" baseline="0" dirty="0">
                          <a:latin typeface="DB Office"/>
                        </a:rPr>
                        <a:t>24-hour clock format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</a:tr>
              <a:tr h="3572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2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dirty="0"/>
                        <a:t>Application Senders Code 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dirty="0">
                          <a:latin typeface="DB Office"/>
                        </a:rPr>
                        <a:t>Same as the Interchange</a:t>
                      </a:r>
                      <a:r>
                        <a:rPr lang="en-US" sz="900" baseline="0" dirty="0">
                          <a:latin typeface="DB Office"/>
                        </a:rPr>
                        <a:t> Sender ID in the ISA segment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6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Group Control Number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Maintained by the</a:t>
                      </a:r>
                      <a:r>
                        <a:rPr lang="en-US" sz="900" baseline="0" dirty="0">
                          <a:latin typeface="DB Office"/>
                        </a:rPr>
                        <a:t> sender, must be unique to each trading partner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</a:tr>
              <a:tr h="35935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3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dirty="0"/>
                        <a:t>Application Receivers Code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dirty="0">
                          <a:latin typeface="DB Office"/>
                        </a:rPr>
                        <a:t>Same as the Interchange</a:t>
                      </a:r>
                      <a:r>
                        <a:rPr lang="en-US" sz="900" baseline="0" dirty="0">
                          <a:latin typeface="DB Office"/>
                        </a:rPr>
                        <a:t> Receiver ID in the ISA segment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7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Responsible Agency Code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Identifies the organization responsible for publication 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</a:tr>
              <a:tr h="3572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4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Date of Preparation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The date that the interchange was prepared, format: YYMMDD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8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Version/Release/Industry id code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Version, release, and industry code of the functional group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64" marB="41464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5779" y="5187362"/>
          <a:ext cx="9104313" cy="652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077"/>
                <a:gridCol w="2227792"/>
                <a:gridCol w="1917286"/>
                <a:gridCol w="443494"/>
                <a:gridCol w="1896613"/>
                <a:gridCol w="2212051"/>
              </a:tblGrid>
              <a:tr h="29267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No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No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</a:tr>
              <a:tr h="359783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1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Number of Transaction Sets Included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Generated by the sender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2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Group Control Number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Same as</a:t>
                      </a:r>
                      <a:r>
                        <a:rPr lang="en-US" sz="900" baseline="0" dirty="0">
                          <a:latin typeface="DB Office"/>
                        </a:rPr>
                        <a:t> the Group Control Number in the GS segment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</a:tr>
            </a:tbl>
          </a:graphicData>
        </a:graphic>
      </p:graphicFrame>
      <p:sp>
        <p:nvSpPr>
          <p:cNvPr id="8" name="Subtitle 2"/>
          <p:cNvSpPr txBox="1"/>
          <p:nvPr/>
        </p:nvSpPr>
        <p:spPr bwMode="auto">
          <a:xfrm>
            <a:off x="149529" y="4082462"/>
            <a:ext cx="96472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buSzPct val="75000"/>
              <a:buFont typeface="Wingdings" panose="05000000000000000000" pitchFamily="2" charset="2"/>
              <a:buChar char="q"/>
              <a:defRPr/>
            </a:pPr>
            <a:endParaRPr lang="en-US" sz="1600" b="0" dirty="0">
              <a:latin typeface="DB Office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600" dirty="0">
                <a:solidFill>
                  <a:srgbClr val="000000"/>
                </a:solidFill>
                <a:latin typeface="DB Office"/>
              </a:rPr>
              <a:t>GE: </a:t>
            </a:r>
            <a:r>
              <a:rPr lang="en-US" altLang="zh-CN" sz="1600" b="0" dirty="0">
                <a:solidFill>
                  <a:srgbClr val="000000"/>
                </a:solidFill>
                <a:latin typeface="DB Office"/>
              </a:rPr>
              <a:t>Functional group trailer, indicating the end of a group of transaction sets</a:t>
            </a:r>
            <a:endParaRPr lang="en-US" altLang="zh-CN" sz="1600" b="0" dirty="0">
              <a:solidFill>
                <a:srgbClr val="000000"/>
              </a:solidFill>
              <a:latin typeface="DB Office"/>
            </a:endParaRPr>
          </a:p>
          <a:p>
            <a:pPr marL="448945" lvl="1" indent="0">
              <a:buSzPct val="75000"/>
              <a:buFontTx/>
              <a:buNone/>
              <a:defRPr/>
            </a:pPr>
            <a:r>
              <a:rPr lang="en-US" b="0" dirty="0">
                <a:latin typeface="DB Office"/>
              </a:rPr>
              <a:t> </a:t>
            </a:r>
            <a:r>
              <a:rPr lang="en-US" altLang="zh-CN" sz="1600" b="0" dirty="0">
                <a:latin typeface="DB Office"/>
                <a:ea typeface="宋体" panose="02010600030101010101" pitchFamily="2" charset="-122"/>
              </a:rPr>
              <a:t>             </a:t>
            </a:r>
            <a:endParaRPr lang="en-US" altLang="zh-CN" sz="1600" b="0" dirty="0">
              <a:latin typeface="DB Office"/>
              <a:ea typeface="宋体" panose="02010600030101010101" pitchFamily="2" charset="-122"/>
            </a:endParaRPr>
          </a:p>
          <a:p>
            <a:pPr lvl="1">
              <a:buSzPct val="75000"/>
              <a:buFontTx/>
              <a:buNone/>
              <a:defRPr/>
            </a:pPr>
            <a:endParaRPr lang="zh-CN" altLang="en-US" sz="1600" b="0" dirty="0">
              <a:solidFill>
                <a:schemeClr val="tx2"/>
              </a:solidFill>
              <a:latin typeface="DB Office"/>
              <a:ea typeface="宋体" panose="02010600030101010101" pitchFamily="2" charset="-122"/>
            </a:endParaRPr>
          </a:p>
        </p:txBody>
      </p:sp>
      <p:pic>
        <p:nvPicPr>
          <p:cNvPr id="9" name="Picture 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16" y="1844087"/>
            <a:ext cx="5418138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16" y="4641262"/>
            <a:ext cx="234156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  <a:t>ST, SE Segments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723990" y="1207196"/>
            <a:ext cx="1800225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DB Office" panose="020B0604020202020204" pitchFamily="34" charset="0"/>
            </a:endParaRPr>
          </a:p>
        </p:txBody>
      </p:sp>
      <p:cxnSp>
        <p:nvCxnSpPr>
          <p:cNvPr id="6" name="Straight Arrow Connector 7"/>
          <p:cNvCxnSpPr>
            <a:cxnSpLocks noChangeShapeType="1"/>
          </p:cNvCxnSpPr>
          <p:nvPr/>
        </p:nvCxnSpPr>
        <p:spPr bwMode="auto">
          <a:xfrm>
            <a:off x="7668678" y="1231008"/>
            <a:ext cx="914400" cy="91440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arrow" w="med" len="med"/>
              </a14:hiddenLine>
            </a:ext>
          </a:extLst>
        </p:spPr>
      </p:cxnSp>
      <p:sp>
        <p:nvSpPr>
          <p:cNvPr id="7" name="Subtitle 2"/>
          <p:cNvSpPr txBox="1"/>
          <p:nvPr/>
        </p:nvSpPr>
        <p:spPr bwMode="auto">
          <a:xfrm>
            <a:off x="159803" y="1207196"/>
            <a:ext cx="96472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buSzPct val="75000"/>
              <a:buFont typeface="Wingdings" panose="05000000000000000000" pitchFamily="2" charset="2"/>
              <a:buChar char="q"/>
              <a:defRPr/>
            </a:pPr>
            <a:endParaRPr lang="en-US" sz="1600" b="0" dirty="0">
              <a:latin typeface="DB Office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600" dirty="0">
                <a:solidFill>
                  <a:srgbClr val="000000"/>
                </a:solidFill>
                <a:latin typeface="DB Office"/>
              </a:rPr>
              <a:t>ST: </a:t>
            </a:r>
            <a:r>
              <a:rPr lang="en-US" altLang="zh-CN" sz="1600" b="0" dirty="0">
                <a:solidFill>
                  <a:srgbClr val="000000"/>
                </a:solidFill>
                <a:latin typeface="DB Office"/>
              </a:rPr>
              <a:t>Transaction set header of an X12 documents</a:t>
            </a:r>
            <a:endParaRPr lang="en-US" altLang="zh-CN" sz="1600" b="0" dirty="0">
              <a:solidFill>
                <a:srgbClr val="000000"/>
              </a:solidFill>
              <a:latin typeface="DB Office"/>
            </a:endParaRPr>
          </a:p>
          <a:p>
            <a:pPr marL="448945" lvl="1" indent="0">
              <a:buSzPct val="75000"/>
              <a:buFontTx/>
              <a:buNone/>
              <a:defRPr/>
            </a:pPr>
            <a:r>
              <a:rPr lang="en-US" b="0" dirty="0">
                <a:latin typeface="DB Office"/>
              </a:rPr>
              <a:t> </a:t>
            </a:r>
            <a:r>
              <a:rPr lang="en-US" altLang="zh-CN" sz="1600" b="0" dirty="0">
                <a:latin typeface="DB Office"/>
                <a:ea typeface="宋体" panose="02010600030101010101" pitchFamily="2" charset="-122"/>
              </a:rPr>
              <a:t>             </a:t>
            </a:r>
            <a:endParaRPr lang="en-US" altLang="zh-CN" sz="1600" b="0" dirty="0">
              <a:latin typeface="DB Office"/>
              <a:ea typeface="宋体" panose="02010600030101010101" pitchFamily="2" charset="-122"/>
            </a:endParaRPr>
          </a:p>
          <a:p>
            <a:pPr lvl="1">
              <a:buSzPct val="75000"/>
              <a:buFontTx/>
              <a:buNone/>
              <a:defRPr/>
            </a:pPr>
            <a:endParaRPr lang="zh-CN" altLang="en-US" sz="1600" b="0" dirty="0">
              <a:solidFill>
                <a:schemeClr val="tx2"/>
              </a:solidFill>
              <a:latin typeface="DB Office"/>
              <a:ea typeface="宋体" panose="02010600030101010101" pitchFamily="2" charset="-122"/>
            </a:endParaRPr>
          </a:p>
        </p:txBody>
      </p:sp>
      <p:sp>
        <p:nvSpPr>
          <p:cNvPr id="8" name="Subtitle 2"/>
          <p:cNvSpPr txBox="1"/>
          <p:nvPr/>
        </p:nvSpPr>
        <p:spPr bwMode="auto">
          <a:xfrm>
            <a:off x="159803" y="3402708"/>
            <a:ext cx="96472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endParaRPr lang="en-US" sz="1600" b="0" dirty="0">
              <a:solidFill>
                <a:srgbClr val="000000"/>
              </a:solidFill>
              <a:latin typeface="DB Office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600" dirty="0">
                <a:solidFill>
                  <a:srgbClr val="000000"/>
                </a:solidFill>
                <a:latin typeface="DB Office"/>
              </a:rPr>
              <a:t>SE: </a:t>
            </a:r>
            <a:r>
              <a:rPr lang="en-US" altLang="zh-CN" sz="1600" b="0" dirty="0">
                <a:solidFill>
                  <a:srgbClr val="000000"/>
                </a:solidFill>
                <a:latin typeface="DB Office"/>
              </a:rPr>
              <a:t>Transaction set trailer, indicating the end of a transaction sets</a:t>
            </a:r>
            <a:endParaRPr lang="en-US" altLang="zh-CN" sz="1600" b="0" dirty="0">
              <a:solidFill>
                <a:srgbClr val="000000"/>
              </a:solidFill>
              <a:latin typeface="DB Office"/>
            </a:endParaRPr>
          </a:p>
          <a:p>
            <a:pPr marL="448945" lvl="1" indent="0">
              <a:buSzPct val="75000"/>
              <a:buFontTx/>
              <a:buNone/>
              <a:defRPr/>
            </a:pPr>
            <a:r>
              <a:rPr lang="en-US" b="0" dirty="0">
                <a:latin typeface="DB Office"/>
              </a:rPr>
              <a:t> </a:t>
            </a:r>
            <a:r>
              <a:rPr lang="en-US" altLang="zh-CN" sz="1600" b="0" dirty="0">
                <a:latin typeface="DB Office"/>
                <a:ea typeface="宋体" panose="02010600030101010101" pitchFamily="2" charset="-122"/>
              </a:rPr>
              <a:t>             </a:t>
            </a:r>
            <a:endParaRPr lang="en-US" altLang="zh-CN" sz="1600" b="0" dirty="0">
              <a:latin typeface="DB Office"/>
              <a:ea typeface="宋体" panose="02010600030101010101" pitchFamily="2" charset="-122"/>
            </a:endParaRPr>
          </a:p>
          <a:p>
            <a:pPr lvl="1">
              <a:buSzPct val="75000"/>
              <a:buFontTx/>
              <a:buNone/>
              <a:defRPr/>
            </a:pPr>
            <a:endParaRPr lang="zh-CN" altLang="en-US" sz="1600" b="0" dirty="0">
              <a:solidFill>
                <a:schemeClr val="tx2"/>
              </a:solidFill>
              <a:latin typeface="DB Office"/>
              <a:ea typeface="宋体" panose="02010600030101010101" pitchFamily="2" charset="-122"/>
            </a:endParaRPr>
          </a:p>
        </p:txBody>
      </p:sp>
      <p:pic>
        <p:nvPicPr>
          <p:cNvPr id="9" name="Picture 6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90" y="1821558"/>
            <a:ext cx="2105025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6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78" y="3998021"/>
            <a:ext cx="19589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541" y="2566113"/>
          <a:ext cx="9104313" cy="65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077"/>
                <a:gridCol w="2227792"/>
                <a:gridCol w="1917286"/>
                <a:gridCol w="443494"/>
                <a:gridCol w="1896613"/>
                <a:gridCol w="2212051"/>
              </a:tblGrid>
              <a:tr h="291967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No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No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</a:tr>
              <a:tr h="35890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1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Transaction Set Identifier Code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e.g. 850, 110, …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2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Transaction Set Control Number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Assigned by the sender of the transaction</a:t>
                      </a:r>
                      <a:r>
                        <a:rPr lang="en-US" sz="900" baseline="0" dirty="0">
                          <a:latin typeface="DB Office"/>
                        </a:rPr>
                        <a:t> set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541" y="4700552"/>
          <a:ext cx="9104313" cy="65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077"/>
                <a:gridCol w="2227792"/>
                <a:gridCol w="1917286"/>
                <a:gridCol w="443494"/>
                <a:gridCol w="1896613"/>
                <a:gridCol w="2212051"/>
              </a:tblGrid>
              <a:tr h="291967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No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No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412" marB="41412"/>
                </a:tc>
              </a:tr>
              <a:tr h="35890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1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Transaction Set Identifier Code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e.g. 850, 110, …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2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Transaction Set Control Number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Assigned by the sender of the transaction</a:t>
                      </a:r>
                      <a:r>
                        <a:rPr lang="en-US" sz="900" baseline="0" dirty="0">
                          <a:latin typeface="DB Office"/>
                        </a:rPr>
                        <a:t> set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412" marB="4141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  <a:t>Data Element Type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Subtitle 2"/>
          <p:cNvSpPr txBox="1"/>
          <p:nvPr/>
        </p:nvSpPr>
        <p:spPr bwMode="auto">
          <a:xfrm>
            <a:off x="-1" y="845353"/>
            <a:ext cx="10017303" cy="5247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buSzPct val="75000"/>
              <a:buFont typeface="Wingdings" panose="05000000000000000000" pitchFamily="2" charset="2"/>
              <a:buChar char="q"/>
            </a:pPr>
            <a:endParaRPr lang="en-US" altLang="en-US" sz="1600">
              <a:latin typeface="DB Office" panose="020B060402020202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  <a:hlinkClick r:id="rId1" action="ppaction://hlinksldjump"/>
              </a:rPr>
              <a:t>Numeric</a:t>
            </a:r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</a:rPr>
              <a:t> (N) </a:t>
            </a:r>
            <a:r>
              <a:rPr lang="en-US" altLang="zh-CN" sz="1600" b="0">
                <a:solidFill>
                  <a:srgbClr val="000000"/>
                </a:solidFill>
                <a:ea typeface="宋体" panose="02010600030101010101" pitchFamily="2" charset="-122"/>
              </a:rPr>
              <a:t>- only numeric characters and a minus sign if negative</a:t>
            </a:r>
            <a:endParaRPr lang="en-US" altLang="zh-CN" sz="1600" b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zh-CN" sz="16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  <a:hlinkClick r:id="rId1" action="ppaction://hlinksldjump"/>
              </a:rPr>
              <a:t>Decimal</a:t>
            </a:r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</a:rPr>
              <a:t> (R) </a:t>
            </a:r>
            <a:r>
              <a:rPr lang="en-US" altLang="zh-CN" sz="1600" b="0">
                <a:solidFill>
                  <a:srgbClr val="000000"/>
                </a:solidFill>
                <a:ea typeface="宋体" panose="02010600030101010101" pitchFamily="2" charset="-122"/>
              </a:rPr>
              <a:t>- only numeric characters, a decimal point (if needed), and a minus sign if negative</a:t>
            </a:r>
            <a:endParaRPr lang="en-US" altLang="zh-CN" sz="1600" b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lang="en-US" altLang="zh-CN" sz="16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</a:rPr>
              <a:t>String (AN) </a:t>
            </a:r>
            <a:r>
              <a:rPr lang="en-US" altLang="zh-CN" sz="1600" b="0">
                <a:solidFill>
                  <a:srgbClr val="000000"/>
                </a:solidFill>
                <a:ea typeface="宋体" panose="02010600030101010101" pitchFamily="2" charset="-122"/>
              </a:rPr>
              <a:t>- alphanumeric characters, including embedded spaces</a:t>
            </a:r>
            <a:endParaRPr lang="en-US" altLang="zh-CN" sz="1600" b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zh-CN" sz="16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en-US" sz="1600">
                <a:solidFill>
                  <a:srgbClr val="000000"/>
                </a:solidFill>
              </a:rPr>
              <a:t>Date (DT) </a:t>
            </a:r>
            <a:r>
              <a:rPr lang="en-US" altLang="en-US" sz="1600" b="0">
                <a:solidFill>
                  <a:srgbClr val="000000"/>
                </a:solidFill>
              </a:rPr>
              <a:t>- in the format:  YYMMDD or CCYYMMDD</a:t>
            </a:r>
            <a:endParaRPr lang="en-US" altLang="en-US" sz="1600" b="0">
              <a:solidFill>
                <a:srgbClr val="000000"/>
              </a:solidFill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b="0">
              <a:solidFill>
                <a:srgbClr val="000000"/>
              </a:solidFill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en-US" sz="1600">
                <a:solidFill>
                  <a:srgbClr val="000000"/>
                </a:solidFill>
              </a:rPr>
              <a:t>Time (TM) </a:t>
            </a:r>
            <a:r>
              <a:rPr lang="en-US" altLang="en-US" sz="1600" b="0">
                <a:solidFill>
                  <a:srgbClr val="000000"/>
                </a:solidFill>
              </a:rPr>
              <a:t>- in the format:  HHMMSSd..d (24-hour clock)</a:t>
            </a:r>
            <a:endParaRPr lang="en-US" altLang="en-US" sz="1600" b="0">
              <a:solidFill>
                <a:srgbClr val="000000"/>
              </a:solidFill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>
              <a:solidFill>
                <a:srgbClr val="000000"/>
              </a:solidFill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en-US" sz="1600">
                <a:solidFill>
                  <a:srgbClr val="000000"/>
                </a:solidFill>
              </a:rPr>
              <a:t>Binary (B) </a:t>
            </a:r>
            <a:r>
              <a:rPr lang="en-US" altLang="en-US" sz="1600" b="0">
                <a:solidFill>
                  <a:srgbClr val="000000"/>
                </a:solidFill>
              </a:rPr>
              <a:t>- a sequence of octets ranging in a value from 00000000 to 11111111 </a:t>
            </a:r>
            <a:endParaRPr lang="en-US" altLang="en-US" sz="1600" b="0">
              <a:solidFill>
                <a:srgbClr val="000000"/>
              </a:solidFill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b="0">
              <a:solidFill>
                <a:srgbClr val="000000"/>
              </a:solidFill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en-US" sz="1600">
                <a:solidFill>
                  <a:srgbClr val="000000"/>
                </a:solidFill>
              </a:rPr>
              <a:t>ID - </a:t>
            </a:r>
            <a:r>
              <a:rPr lang="en-US" altLang="en-US" sz="1600" b="0">
                <a:solidFill>
                  <a:srgbClr val="000000"/>
                </a:solidFill>
              </a:rPr>
              <a:t>if ANSI ASC X12 maintains the list of ID codes, the code values follow the data element definition in the data element dictionary</a:t>
            </a:r>
            <a:endParaRPr lang="en-US" altLang="zh-CN" sz="1600" b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buSzPct val="75000"/>
              <a:buFontTx/>
              <a:buNone/>
            </a:pPr>
            <a:endParaRPr lang="zh-CN" altLang="en-US" sz="1600" b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 X12 Most Used Messages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graphicFrame>
        <p:nvGraphicFramePr>
          <p:cNvPr id="5" name="Table 8"/>
          <p:cNvGraphicFramePr>
            <a:graphicFrameLocks noGrp="1"/>
          </p:cNvGraphicFramePr>
          <p:nvPr/>
        </p:nvGraphicFramePr>
        <p:xfrm>
          <a:off x="407368" y="1529541"/>
          <a:ext cx="8128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939"/>
                <a:gridCol w="667706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Message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 Documents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850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Purchase Order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940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Warehouse Shipping Order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945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Warehouse Shipping Advice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856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Ship Notice/Manifest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810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Invoice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41258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214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Transportation Carrier Shipment Status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EDIFACT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7546" y="1530849"/>
            <a:ext cx="11249042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/>
              <a:t>E</a:t>
            </a:r>
            <a:r>
              <a:rPr lang="en-US" sz="1600" dirty="0"/>
              <a:t>lectronic </a:t>
            </a:r>
            <a:r>
              <a:rPr lang="en-US" sz="1600" b="1" dirty="0"/>
              <a:t>D</a:t>
            </a:r>
            <a:r>
              <a:rPr lang="en-US" sz="1600" dirty="0"/>
              <a:t>ata </a:t>
            </a:r>
            <a:r>
              <a:rPr lang="en-US" sz="1600" b="1" dirty="0"/>
              <a:t>I</a:t>
            </a:r>
            <a:r>
              <a:rPr lang="en-US" sz="1600" dirty="0"/>
              <a:t>nterchange </a:t>
            </a:r>
            <a:r>
              <a:rPr lang="en-US" altLang="zh-CN" sz="1600" b="1" dirty="0"/>
              <a:t>F</a:t>
            </a:r>
            <a:r>
              <a:rPr lang="en-US" sz="1600" dirty="0"/>
              <a:t>or </a:t>
            </a:r>
            <a:r>
              <a:rPr lang="en-US" sz="1600" b="1" dirty="0"/>
              <a:t>A</a:t>
            </a:r>
            <a:r>
              <a:rPr lang="en-US" sz="1600" dirty="0"/>
              <a:t>dministration, </a:t>
            </a:r>
            <a:r>
              <a:rPr lang="en-US" sz="1600" b="1" dirty="0"/>
              <a:t>C</a:t>
            </a:r>
            <a:r>
              <a:rPr lang="en-US" sz="1600" dirty="0"/>
              <a:t>ommerce and </a:t>
            </a:r>
            <a:r>
              <a:rPr lang="en-US" sz="1600" b="1" dirty="0"/>
              <a:t>T</a:t>
            </a:r>
            <a:r>
              <a:rPr lang="en-US" sz="1600" dirty="0"/>
              <a:t>ransport</a:t>
            </a: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international standard for EDI</a:t>
            </a: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developed by the United Nations</a:t>
            </a: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approved as the ISO 9735 standard in 1987</a:t>
            </a: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provides rules on how to structure data and standardize messages for multi-industry and multi-country exchange</a:t>
            </a: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EDIFACT Directories are released twice every year from the United Nations (UN).</a:t>
            </a: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en-US" sz="1600" dirty="0"/>
              <a:t>Backward compatible:  </a:t>
            </a:r>
            <a:r>
              <a:rPr lang="en-US" sz="1600" dirty="0"/>
              <a:t>a new EDIFACT Directory does not make the Directories of previous years invalid</a:t>
            </a: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zh-CN" sz="1600" dirty="0"/>
              <a:t>Reference:  </a:t>
            </a:r>
            <a:r>
              <a:rPr lang="en-US" altLang="zh-CN" sz="1600" dirty="0">
                <a:solidFill>
                  <a:srgbClr val="000000"/>
                </a:solidFill>
                <a:latin typeface="DB Office" panose="020B0604020202020204" pitchFamily="34" charset="0"/>
                <a:ea typeface="宋体" panose="02010600030101010101" pitchFamily="2" charset="-122"/>
                <a:hlinkClick r:id="rId1"/>
              </a:rPr>
              <a:t>http://www.edifactory.de/</a:t>
            </a:r>
            <a:endParaRPr lang="en-US" altLang="zh-CN" sz="1600" dirty="0">
              <a:solidFill>
                <a:srgbClr val="000000"/>
              </a:solidFill>
              <a:latin typeface="DB Office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DB Office" panose="020B0604020202020204" pitchFamily="34" charset="0"/>
              </a:rPr>
              <a:t>EDIFACT Structure and Enveloping</a:t>
            </a:r>
            <a:b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407368" y="6519738"/>
            <a:ext cx="10584000" cy="216024"/>
          </a:xfrm>
        </p:spPr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cxnSp>
        <p:nvCxnSpPr>
          <p:cNvPr id="7" name="Straight Arrow Connector 7"/>
          <p:cNvCxnSpPr>
            <a:cxnSpLocks noChangeShapeType="1"/>
          </p:cNvCxnSpPr>
          <p:nvPr/>
        </p:nvCxnSpPr>
        <p:spPr bwMode="auto">
          <a:xfrm flipH="1">
            <a:off x="3224213" y="1844675"/>
            <a:ext cx="2160587" cy="338455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arrow" w="med" len="med"/>
              </a14:hiddenLine>
            </a:ext>
          </a:extLst>
        </p:spPr>
      </p:cxn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57944" y="696914"/>
            <a:ext cx="7688262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1600" b="0" dirty="0">
                <a:solidFill>
                  <a:srgbClr val="000000"/>
                </a:solidFill>
                <a:latin typeface="DB Office"/>
              </a:rPr>
              <a:t>For each message, there are three levels of envelopes</a:t>
            </a:r>
            <a:endParaRPr lang="en-US" sz="1600" b="0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455" y="1628775"/>
            <a:ext cx="5041900" cy="225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Straight Connector 23"/>
          <p:cNvCxnSpPr>
            <a:cxnSpLocks noChangeShapeType="1"/>
          </p:cNvCxnSpPr>
          <p:nvPr/>
        </p:nvCxnSpPr>
        <p:spPr bwMode="auto">
          <a:xfrm flipH="1">
            <a:off x="4274518" y="2643188"/>
            <a:ext cx="287337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35"/>
          <p:cNvCxnSpPr>
            <a:cxnSpLocks noChangeShapeType="1"/>
          </p:cNvCxnSpPr>
          <p:nvPr/>
        </p:nvCxnSpPr>
        <p:spPr bwMode="auto">
          <a:xfrm flipH="1">
            <a:off x="4274518" y="3219450"/>
            <a:ext cx="287337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26"/>
          <p:cNvCxnSpPr>
            <a:cxnSpLocks noChangeShapeType="1"/>
          </p:cNvCxnSpPr>
          <p:nvPr/>
        </p:nvCxnSpPr>
        <p:spPr bwMode="auto">
          <a:xfrm>
            <a:off x="4179268" y="2757488"/>
            <a:ext cx="0" cy="331787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Connector 23552"/>
          <p:cNvCxnSpPr>
            <a:cxnSpLocks noChangeShapeType="1"/>
          </p:cNvCxnSpPr>
          <p:nvPr/>
        </p:nvCxnSpPr>
        <p:spPr bwMode="auto">
          <a:xfrm flipH="1">
            <a:off x="4109418" y="2643188"/>
            <a:ext cx="131762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Connector 23568"/>
          <p:cNvCxnSpPr>
            <a:cxnSpLocks noChangeShapeType="1"/>
          </p:cNvCxnSpPr>
          <p:nvPr/>
        </p:nvCxnSpPr>
        <p:spPr bwMode="auto">
          <a:xfrm>
            <a:off x="4176093" y="2578100"/>
            <a:ext cx="0" cy="119063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54"/>
          <p:cNvCxnSpPr>
            <a:cxnSpLocks noChangeShapeType="1"/>
          </p:cNvCxnSpPr>
          <p:nvPr/>
        </p:nvCxnSpPr>
        <p:spPr bwMode="auto">
          <a:xfrm flipH="1">
            <a:off x="4109418" y="3214688"/>
            <a:ext cx="130175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55"/>
          <p:cNvCxnSpPr>
            <a:cxnSpLocks noChangeShapeType="1"/>
          </p:cNvCxnSpPr>
          <p:nvPr/>
        </p:nvCxnSpPr>
        <p:spPr bwMode="auto">
          <a:xfrm>
            <a:off x="4174505" y="3148013"/>
            <a:ext cx="0" cy="119062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56"/>
          <p:cNvCxnSpPr>
            <a:cxnSpLocks noChangeShapeType="1"/>
          </p:cNvCxnSpPr>
          <p:nvPr/>
        </p:nvCxnSpPr>
        <p:spPr bwMode="auto">
          <a:xfrm flipH="1">
            <a:off x="4003055" y="2322513"/>
            <a:ext cx="588963" cy="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58"/>
          <p:cNvCxnSpPr>
            <a:cxnSpLocks noChangeShapeType="1"/>
          </p:cNvCxnSpPr>
          <p:nvPr/>
        </p:nvCxnSpPr>
        <p:spPr bwMode="auto">
          <a:xfrm>
            <a:off x="3893518" y="2474913"/>
            <a:ext cx="0" cy="83820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Connector 59"/>
          <p:cNvCxnSpPr>
            <a:cxnSpLocks noChangeShapeType="1"/>
          </p:cNvCxnSpPr>
          <p:nvPr/>
        </p:nvCxnSpPr>
        <p:spPr bwMode="auto">
          <a:xfrm flipH="1">
            <a:off x="3830018" y="2327275"/>
            <a:ext cx="131762" cy="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Connector 60"/>
          <p:cNvCxnSpPr>
            <a:cxnSpLocks noChangeShapeType="1"/>
          </p:cNvCxnSpPr>
          <p:nvPr/>
        </p:nvCxnSpPr>
        <p:spPr bwMode="auto">
          <a:xfrm>
            <a:off x="3895105" y="2262188"/>
            <a:ext cx="0" cy="117475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Connector 65"/>
          <p:cNvCxnSpPr>
            <a:cxnSpLocks noChangeShapeType="1"/>
          </p:cNvCxnSpPr>
          <p:nvPr/>
        </p:nvCxnSpPr>
        <p:spPr bwMode="auto">
          <a:xfrm flipH="1">
            <a:off x="3830018" y="3468688"/>
            <a:ext cx="131762" cy="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66"/>
          <p:cNvCxnSpPr>
            <a:cxnSpLocks noChangeShapeType="1"/>
          </p:cNvCxnSpPr>
          <p:nvPr/>
        </p:nvCxnSpPr>
        <p:spPr bwMode="auto">
          <a:xfrm>
            <a:off x="3895105" y="3403600"/>
            <a:ext cx="0" cy="117475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71"/>
          <p:cNvCxnSpPr>
            <a:cxnSpLocks noChangeShapeType="1"/>
          </p:cNvCxnSpPr>
          <p:nvPr/>
        </p:nvCxnSpPr>
        <p:spPr bwMode="auto">
          <a:xfrm flipH="1">
            <a:off x="3771280" y="2043113"/>
            <a:ext cx="825500" cy="0"/>
          </a:xfrm>
          <a:prstGeom prst="line">
            <a:avLst/>
          </a:prstGeom>
          <a:noFill/>
          <a:ln w="19050" algn="ctr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74"/>
          <p:cNvCxnSpPr>
            <a:cxnSpLocks noChangeShapeType="1"/>
          </p:cNvCxnSpPr>
          <p:nvPr/>
        </p:nvCxnSpPr>
        <p:spPr bwMode="auto">
          <a:xfrm>
            <a:off x="3660155" y="2184400"/>
            <a:ext cx="0" cy="1401763"/>
          </a:xfrm>
          <a:prstGeom prst="line">
            <a:avLst/>
          </a:prstGeom>
          <a:noFill/>
          <a:ln w="19050" algn="ctr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Connector 75"/>
          <p:cNvCxnSpPr>
            <a:cxnSpLocks noChangeShapeType="1"/>
          </p:cNvCxnSpPr>
          <p:nvPr/>
        </p:nvCxnSpPr>
        <p:spPr bwMode="auto">
          <a:xfrm flipH="1">
            <a:off x="3593480" y="2047875"/>
            <a:ext cx="130175" cy="0"/>
          </a:xfrm>
          <a:prstGeom prst="line">
            <a:avLst/>
          </a:prstGeom>
          <a:noFill/>
          <a:ln w="19050" algn="ctr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Connector 76"/>
          <p:cNvCxnSpPr>
            <a:cxnSpLocks noChangeShapeType="1"/>
          </p:cNvCxnSpPr>
          <p:nvPr/>
        </p:nvCxnSpPr>
        <p:spPr bwMode="auto">
          <a:xfrm>
            <a:off x="3658568" y="1982788"/>
            <a:ext cx="0" cy="117475"/>
          </a:xfrm>
          <a:prstGeom prst="line">
            <a:avLst/>
          </a:prstGeom>
          <a:noFill/>
          <a:ln w="19050" algn="ctr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77"/>
          <p:cNvCxnSpPr>
            <a:cxnSpLocks noChangeShapeType="1"/>
          </p:cNvCxnSpPr>
          <p:nvPr/>
        </p:nvCxnSpPr>
        <p:spPr bwMode="auto">
          <a:xfrm flipH="1">
            <a:off x="3601418" y="3722688"/>
            <a:ext cx="130175" cy="0"/>
          </a:xfrm>
          <a:prstGeom prst="line">
            <a:avLst/>
          </a:prstGeom>
          <a:noFill/>
          <a:ln w="19050" algn="ctr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Connector 78"/>
          <p:cNvCxnSpPr>
            <a:cxnSpLocks noChangeShapeType="1"/>
          </p:cNvCxnSpPr>
          <p:nvPr/>
        </p:nvCxnSpPr>
        <p:spPr bwMode="auto">
          <a:xfrm>
            <a:off x="3666505" y="3656013"/>
            <a:ext cx="0" cy="119062"/>
          </a:xfrm>
          <a:prstGeom prst="line">
            <a:avLst/>
          </a:prstGeom>
          <a:noFill/>
          <a:ln w="19050" algn="ctr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23580"/>
          <p:cNvCxnSpPr>
            <a:cxnSpLocks noChangeShapeType="1"/>
          </p:cNvCxnSpPr>
          <p:nvPr/>
        </p:nvCxnSpPr>
        <p:spPr bwMode="auto">
          <a:xfrm flipH="1">
            <a:off x="1712293" y="2041525"/>
            <a:ext cx="1790700" cy="0"/>
          </a:xfrm>
          <a:prstGeom prst="straightConnector1">
            <a:avLst/>
          </a:prstGeom>
          <a:noFill/>
          <a:ln w="19050" algn="ctr">
            <a:solidFill>
              <a:srgbClr val="FF9933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Arrow Connector 23582"/>
          <p:cNvCxnSpPr>
            <a:cxnSpLocks noChangeShapeType="1"/>
          </p:cNvCxnSpPr>
          <p:nvPr/>
        </p:nvCxnSpPr>
        <p:spPr bwMode="auto">
          <a:xfrm flipH="1">
            <a:off x="2785443" y="2327275"/>
            <a:ext cx="985837" cy="0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Arrow Connector 32"/>
          <p:cNvCxnSpPr>
            <a:cxnSpLocks noChangeShapeType="1"/>
          </p:cNvCxnSpPr>
          <p:nvPr/>
        </p:nvCxnSpPr>
        <p:spPr bwMode="auto">
          <a:xfrm flipH="1">
            <a:off x="3277568" y="2636838"/>
            <a:ext cx="785812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80"/>
          <p:cNvSpPr txBox="1">
            <a:spLocks noChangeArrowheads="1"/>
          </p:cNvSpPr>
          <p:nvPr/>
        </p:nvSpPr>
        <p:spPr bwMode="auto">
          <a:xfrm>
            <a:off x="407368" y="1884363"/>
            <a:ext cx="20161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>
                <a:latin typeface="DB Office" panose="020B0604020202020204" pitchFamily="34" charset="0"/>
              </a:rPr>
              <a:t>Interchange</a:t>
            </a:r>
            <a:endParaRPr lang="en-US" altLang="en-US" sz="1400">
              <a:latin typeface="DB Office" panose="020B0604020202020204" pitchFamily="34" charset="0"/>
            </a:endParaRPr>
          </a:p>
        </p:txBody>
      </p:sp>
      <p:sp>
        <p:nvSpPr>
          <p:cNvPr id="34" name="TextBox 127"/>
          <p:cNvSpPr txBox="1">
            <a:spLocks noChangeArrowheads="1"/>
          </p:cNvSpPr>
          <p:nvPr/>
        </p:nvSpPr>
        <p:spPr bwMode="auto">
          <a:xfrm>
            <a:off x="1045543" y="2190750"/>
            <a:ext cx="183515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>
                <a:latin typeface="DB Office" panose="020B0604020202020204" pitchFamily="34" charset="0"/>
              </a:rPr>
              <a:t>Functional Group</a:t>
            </a:r>
            <a:endParaRPr lang="en-US" altLang="en-US" sz="1400">
              <a:latin typeface="DB Office" panose="020B0604020202020204" pitchFamily="34" charset="0"/>
            </a:endParaRPr>
          </a:p>
        </p:txBody>
      </p:sp>
      <p:sp>
        <p:nvSpPr>
          <p:cNvPr id="35" name="TextBox 180"/>
          <p:cNvSpPr txBox="1">
            <a:spLocks noChangeArrowheads="1"/>
          </p:cNvSpPr>
          <p:nvPr/>
        </p:nvSpPr>
        <p:spPr bwMode="auto">
          <a:xfrm>
            <a:off x="2271093" y="2493963"/>
            <a:ext cx="11144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>
                <a:latin typeface="DB Office" panose="020B0604020202020204" pitchFamily="34" charset="0"/>
              </a:rPr>
              <a:t>Message</a:t>
            </a:r>
            <a:endParaRPr lang="en-US" altLang="en-US" sz="1400">
              <a:latin typeface="DB Office" panose="020B0604020202020204" pitchFamily="34" charset="0"/>
            </a:endParaRPr>
          </a:p>
        </p:txBody>
      </p:sp>
      <p:cxnSp>
        <p:nvCxnSpPr>
          <p:cNvPr id="36" name="Straight Connector 91"/>
          <p:cNvCxnSpPr>
            <a:cxnSpLocks noChangeShapeType="1"/>
          </p:cNvCxnSpPr>
          <p:nvPr/>
        </p:nvCxnSpPr>
        <p:spPr bwMode="auto">
          <a:xfrm flipH="1">
            <a:off x="3995118" y="3470275"/>
            <a:ext cx="588962" cy="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Connector 97"/>
          <p:cNvCxnSpPr>
            <a:cxnSpLocks noChangeShapeType="1"/>
          </p:cNvCxnSpPr>
          <p:nvPr/>
        </p:nvCxnSpPr>
        <p:spPr bwMode="auto">
          <a:xfrm flipH="1">
            <a:off x="3783980" y="3724275"/>
            <a:ext cx="825500" cy="0"/>
          </a:xfrm>
          <a:prstGeom prst="line">
            <a:avLst/>
          </a:prstGeom>
          <a:noFill/>
          <a:ln w="19050" algn="ctr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Rectangle 47"/>
          <p:cNvSpPr>
            <a:spLocks noChangeArrowheads="1"/>
          </p:cNvSpPr>
          <p:nvPr/>
        </p:nvSpPr>
        <p:spPr bwMode="auto">
          <a:xfrm>
            <a:off x="7582868" y="1957388"/>
            <a:ext cx="503237" cy="187325"/>
          </a:xfrm>
          <a:prstGeom prst="rect">
            <a:avLst/>
          </a:prstGeom>
          <a:noFill/>
          <a:ln w="19050" algn="ctr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9" name="Rectangle 104"/>
          <p:cNvSpPr>
            <a:spLocks noChangeArrowheads="1"/>
          </p:cNvSpPr>
          <p:nvPr/>
        </p:nvSpPr>
        <p:spPr bwMode="auto">
          <a:xfrm>
            <a:off x="7582868" y="3651250"/>
            <a:ext cx="503237" cy="188913"/>
          </a:xfrm>
          <a:prstGeom prst="rect">
            <a:avLst/>
          </a:prstGeom>
          <a:noFill/>
          <a:ln w="19050" algn="ctr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" name="Rectangle 105"/>
          <p:cNvSpPr>
            <a:spLocks noChangeArrowheads="1"/>
          </p:cNvSpPr>
          <p:nvPr/>
        </p:nvSpPr>
        <p:spPr bwMode="auto">
          <a:xfrm>
            <a:off x="7595568" y="2236788"/>
            <a:ext cx="503237" cy="187325"/>
          </a:xfrm>
          <a:prstGeom prst="rect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" name="Rectangle 106"/>
          <p:cNvSpPr>
            <a:spLocks noChangeArrowheads="1"/>
          </p:cNvSpPr>
          <p:nvPr/>
        </p:nvSpPr>
        <p:spPr bwMode="auto">
          <a:xfrm>
            <a:off x="7595568" y="3367088"/>
            <a:ext cx="503237" cy="187325"/>
          </a:xfrm>
          <a:prstGeom prst="rect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2" name="Rectangle 107"/>
          <p:cNvSpPr>
            <a:spLocks noChangeArrowheads="1"/>
          </p:cNvSpPr>
          <p:nvPr/>
        </p:nvSpPr>
        <p:spPr bwMode="auto">
          <a:xfrm>
            <a:off x="7600330" y="2516188"/>
            <a:ext cx="503238" cy="187325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3" name="Rectangle 108"/>
          <p:cNvSpPr>
            <a:spLocks noChangeArrowheads="1"/>
          </p:cNvSpPr>
          <p:nvPr/>
        </p:nvSpPr>
        <p:spPr bwMode="auto">
          <a:xfrm>
            <a:off x="7595568" y="3078163"/>
            <a:ext cx="503237" cy="188912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 bwMode="auto">
          <a:xfrm>
            <a:off x="0" y="4289897"/>
            <a:ext cx="95059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buSzPct val="7500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DB Office" panose="020B0604020202020204" pitchFamily="34" charset="0"/>
              </a:rPr>
              <a:t>UNB, UNZ: Interchange header and trailer</a:t>
            </a:r>
            <a:endParaRPr lang="en-US" altLang="en-US" sz="1400" dirty="0">
              <a:latin typeface="DB Office" panose="020B0604020202020204" pitchFamily="34" charset="0"/>
            </a:endParaRPr>
          </a:p>
          <a:p>
            <a:pPr lvl="1">
              <a:buSzPct val="7500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DB Office" panose="020B0604020202020204" pitchFamily="34" charset="0"/>
              </a:rPr>
              <a:t>UNG, UNE: Only used when the interchange carries different groups of messages of different types</a:t>
            </a:r>
            <a:endParaRPr lang="en-US" altLang="en-US" sz="1400" dirty="0">
              <a:latin typeface="DB Office" panose="020B0604020202020204" pitchFamily="34" charset="0"/>
            </a:endParaRPr>
          </a:p>
          <a:p>
            <a:pPr lvl="1">
              <a:buSzPct val="7500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DB Office" panose="020B0604020202020204" pitchFamily="34" charset="0"/>
              </a:rPr>
              <a:t>UNH, UNT: Message header and trailer</a:t>
            </a:r>
            <a:endParaRPr lang="en-US" altLang="en-US" sz="1400" dirty="0">
              <a:latin typeface="DB Office" panose="020B0604020202020204" pitchFamily="34" charset="0"/>
            </a:endParaRPr>
          </a:p>
          <a:p>
            <a:pPr lvl="1">
              <a:buSzPct val="75000"/>
              <a:buFont typeface="Wingdings" panose="05000000000000000000" pitchFamily="2" charset="2"/>
              <a:buChar char="Ø"/>
            </a:pPr>
            <a:r>
              <a:rPr lang="en-US" altLang="en-US" sz="1400" i="1" dirty="0">
                <a:latin typeface="DB Office" panose="020B0604020202020204" pitchFamily="34" charset="0"/>
              </a:rPr>
              <a:t>Reference:  http://www.edifactory.de/download/ISO9735.TXT</a:t>
            </a:r>
            <a:endParaRPr lang="en-US" altLang="en-US" sz="1400" i="1" dirty="0">
              <a:latin typeface="DB Office" panose="020B0604020202020204" pitchFamily="34" charset="0"/>
            </a:endParaRPr>
          </a:p>
          <a:p>
            <a:pPr lvl="1">
              <a:buSzPct val="75000"/>
              <a:buFont typeface="Wingdings" panose="05000000000000000000" pitchFamily="2" charset="2"/>
              <a:buChar char="n"/>
            </a:pPr>
            <a:endParaRPr lang="en-US" altLang="en-US" sz="1600" dirty="0">
              <a:solidFill>
                <a:srgbClr val="000000"/>
              </a:solidFill>
            </a:endParaRPr>
          </a:p>
          <a:p>
            <a:pPr lvl="1">
              <a:buSzPct val="75000"/>
              <a:buFont typeface="Wingdings" panose="05000000000000000000" pitchFamily="2" charset="2"/>
              <a:buChar char="n"/>
            </a:pPr>
            <a:endParaRPr lang="en-US" altLang="en-US" sz="1600" dirty="0">
              <a:solidFill>
                <a:srgbClr val="000000"/>
              </a:solidFill>
            </a:endParaRPr>
          </a:p>
          <a:p>
            <a:pPr lvl="1">
              <a:buSzPct val="75000"/>
              <a:buFont typeface="Wingdings" panose="05000000000000000000" pitchFamily="2" charset="2"/>
              <a:buChar char="n"/>
            </a:pPr>
            <a:endParaRPr lang="en-US" altLang="en-US" sz="1600" dirty="0">
              <a:solidFill>
                <a:srgbClr val="000000"/>
              </a:solidFill>
            </a:endParaRPr>
          </a:p>
          <a:p>
            <a:pPr lvl="1">
              <a:buSzPct val="75000"/>
              <a:buFont typeface="Wingdings" panose="05000000000000000000" pitchFamily="2" charset="2"/>
              <a:buChar char="n"/>
            </a:pPr>
            <a:endParaRPr lang="de-DE" altLang="zh-CN" sz="1600" dirty="0">
              <a:ea typeface="宋体" panose="02010600030101010101" pitchFamily="2" charset="-122"/>
            </a:endParaRPr>
          </a:p>
          <a:p>
            <a:pPr lvl="1">
              <a:buSzPct val="75000"/>
              <a:buFont typeface="Wingdings" panose="05000000000000000000" pitchFamily="2" charset="2"/>
              <a:buChar char="n"/>
            </a:pPr>
            <a:endParaRPr lang="en-US" altLang="zh-CN" sz="1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  <a:t>EDIFACT Example File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81" y="1707356"/>
            <a:ext cx="8880475" cy="344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647081" y="2067719"/>
            <a:ext cx="8880475" cy="2879725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5447681" y="3050381"/>
            <a:ext cx="230346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Message</a:t>
            </a:r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407368" y="1877219"/>
            <a:ext cx="9359900" cy="3298825"/>
          </a:xfrm>
          <a:prstGeom prst="rect">
            <a:avLst/>
          </a:prstGeom>
          <a:noFill/>
          <a:ln w="19050" algn="ctr">
            <a:solidFill>
              <a:srgbClr val="FFC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Box 26"/>
          <p:cNvSpPr txBox="1">
            <a:spLocks noChangeArrowheads="1"/>
          </p:cNvSpPr>
          <p:nvPr/>
        </p:nvSpPr>
        <p:spPr bwMode="auto">
          <a:xfrm>
            <a:off x="7032006" y="1550194"/>
            <a:ext cx="230346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rgbClr val="FF9933"/>
                </a:solidFill>
              </a:rPr>
              <a:t>Interchange</a:t>
            </a:r>
            <a:endParaRPr lang="en-US" altLang="en-US" sz="1600">
              <a:solidFill>
                <a:srgbClr val="FF9933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  <a:t>UNA Segment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Subtitle 2"/>
          <p:cNvSpPr txBox="1"/>
          <p:nvPr/>
        </p:nvSpPr>
        <p:spPr bwMode="auto">
          <a:xfrm>
            <a:off x="221447" y="1124744"/>
            <a:ext cx="9869487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endParaRPr lang="en-US" sz="1600" b="0" dirty="0">
              <a:solidFill>
                <a:srgbClr val="000000"/>
              </a:solidFill>
              <a:latin typeface="+mn-lt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UNA: </a:t>
            </a:r>
            <a:r>
              <a:rPr lang="en-US" altLang="zh-CN" sz="1600" b="0" dirty="0">
                <a:solidFill>
                  <a:srgbClr val="000000"/>
                </a:solidFill>
                <a:latin typeface="+mn-lt"/>
              </a:rPr>
              <a:t>Conditional Service String Advice, specifying the separator and other service characters used in the interchange  </a:t>
            </a:r>
            <a:endParaRPr lang="en-US" altLang="zh-CN" sz="1600" b="0" dirty="0">
              <a:solidFill>
                <a:srgbClr val="000000"/>
              </a:solidFill>
              <a:latin typeface="+mn-lt"/>
            </a:endParaRPr>
          </a:p>
          <a:p>
            <a:pPr lvl="1">
              <a:buSzPct val="75000"/>
              <a:buFontTx/>
              <a:buNone/>
              <a:defRPr/>
            </a:pPr>
            <a:endParaRPr lang="zh-CN" altLang="en-US" sz="1600" b="0" dirty="0">
              <a:solidFill>
                <a:schemeClr val="tx2"/>
              </a:solidFill>
              <a:latin typeface="DB Office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6494" y="2847937"/>
          <a:ext cx="8201025" cy="2566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118"/>
                <a:gridCol w="1512189"/>
                <a:gridCol w="5760718"/>
              </a:tblGrid>
              <a:tr h="27299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Character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7" marR="91447" marT="38721" marB="38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Character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/>
                </a:tc>
              </a:tr>
              <a:tr h="33558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‘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Apostrophe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B Office"/>
                        </a:rPr>
                        <a:t>Segment terminator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</a:tr>
              <a:tr h="27299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+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>
                          <a:latin typeface="DB Office"/>
                        </a:rPr>
                        <a:t>Plus sign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B Office"/>
                        </a:rPr>
                        <a:t>Segment tag and data element separator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</a:tr>
              <a:tr h="33558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: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>
                          <a:latin typeface="DB Office"/>
                        </a:rPr>
                        <a:t>Colon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>
                          <a:latin typeface="DB Office"/>
                        </a:rPr>
                        <a:t>Component data element separator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</a:tr>
              <a:tr h="930976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?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Question mark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>
                          <a:latin typeface="DB Office"/>
                        </a:rPr>
                        <a:t>Release character. Immediately preceding any of the special characters ‘+:?,  the release</a:t>
                      </a:r>
                      <a:r>
                        <a:rPr lang="en-US" sz="1100" baseline="0" dirty="0">
                          <a:latin typeface="DB Office"/>
                        </a:rPr>
                        <a:t> character returns it to its normal meaning. For example, 10?+10 =20 means 10+10 = 20. Question mark is represented by ?? A release character is not counted when calculating the maximum length of the data element.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</a:tr>
              <a:tr h="418855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.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Period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B Office"/>
                        </a:rPr>
                        <a:t>Decimal point, not requiring</a:t>
                      </a:r>
                      <a:r>
                        <a:rPr lang="en-US" sz="1100" baseline="0" dirty="0">
                          <a:latin typeface="DB Office"/>
                        </a:rPr>
                        <a:t> a release character when it occurs as a normal text punctuation mark.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7" marR="91447" marT="38721" marB="38721" anchor="ctr"/>
                </a:tc>
              </a:tr>
            </a:tbl>
          </a:graphicData>
        </a:graphic>
      </p:graphicFrame>
      <p:pic>
        <p:nvPicPr>
          <p:cNvPr id="7" name="Picture 4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31" y="2379624"/>
            <a:ext cx="2000250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  <a:t>UNB, UNZ Segments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Subtitle 2"/>
          <p:cNvSpPr txBox="1"/>
          <p:nvPr/>
        </p:nvSpPr>
        <p:spPr bwMode="auto">
          <a:xfrm>
            <a:off x="241996" y="764381"/>
            <a:ext cx="96472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buSzPct val="75000"/>
              <a:buFont typeface="Wingdings" panose="05000000000000000000" pitchFamily="2" charset="2"/>
              <a:buChar char="q"/>
              <a:defRPr/>
            </a:pPr>
            <a:endParaRPr lang="en-US" sz="1600" dirty="0">
              <a:latin typeface="DB Office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600" dirty="0">
                <a:solidFill>
                  <a:srgbClr val="000000"/>
                </a:solidFill>
                <a:latin typeface="DB Office"/>
              </a:rPr>
              <a:t>UNB: </a:t>
            </a:r>
            <a:r>
              <a:rPr lang="en-US" altLang="zh-CN" sz="1600" b="0" dirty="0">
                <a:solidFill>
                  <a:srgbClr val="000000"/>
                </a:solidFill>
                <a:latin typeface="DB Office"/>
              </a:rPr>
              <a:t>Interchange header, to start, identify and specify an interchange</a:t>
            </a:r>
            <a:endParaRPr lang="en-US" altLang="zh-CN" sz="1600" b="0" dirty="0">
              <a:solidFill>
                <a:srgbClr val="000000"/>
              </a:solidFill>
              <a:latin typeface="DB Office"/>
            </a:endParaRPr>
          </a:p>
          <a:p>
            <a:pPr lvl="1">
              <a:buSzPct val="75000"/>
              <a:buFontTx/>
              <a:buNone/>
              <a:defRPr/>
            </a:pPr>
            <a:endParaRPr lang="zh-CN" altLang="en-US" sz="1600" dirty="0">
              <a:solidFill>
                <a:schemeClr val="tx2"/>
              </a:solidFill>
              <a:latin typeface="DB Office"/>
              <a:ea typeface="宋体" panose="02010600030101010101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5871" y="1867693"/>
          <a:ext cx="8856662" cy="21304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547"/>
                <a:gridCol w="1740631"/>
                <a:gridCol w="720054"/>
                <a:gridCol w="1860922"/>
                <a:gridCol w="3899508"/>
              </a:tblGrid>
              <a:tr h="272762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Ref.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1443" marR="91443" marT="38984" marB="389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DB Office"/>
                        </a:rPr>
                        <a:t>Element Name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1443" marR="91443" marT="38984" marB="389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DB Office"/>
                        </a:rPr>
                        <a:t>Ref.</a:t>
                      </a:r>
                      <a:endParaRPr lang="en-US" sz="1000" b="1" dirty="0">
                        <a:latin typeface="DB Office"/>
                      </a:endParaRPr>
                    </a:p>
                  </a:txBody>
                  <a:tcPr marL="91443" marR="91443" marT="38984" marB="389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DB Office"/>
                        </a:rPr>
                        <a:t>Sub-Element Name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1443" marR="91443" marT="38984" marB="389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DB Office"/>
                        </a:rPr>
                        <a:t>Description</a:t>
                      </a:r>
                      <a:endParaRPr lang="en-US" sz="1000" dirty="0">
                        <a:latin typeface="DB Office"/>
                      </a:endParaRPr>
                    </a:p>
                  </a:txBody>
                  <a:tcPr marL="91443" marR="91443" marT="38984" marB="38984"/>
                </a:tc>
              </a:tr>
              <a:tr h="206771"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S001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dirty="0">
                          <a:latin typeface="DB Office"/>
                        </a:rPr>
                        <a:t>Syntax identifier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0001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Syntax identifier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+mn-lt"/>
                        </a:rPr>
                        <a:t>A sender’s unique message reference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</a:tr>
              <a:tr h="20677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0002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Syntax</a:t>
                      </a:r>
                      <a:r>
                        <a:rPr lang="en-US" sz="800" baseline="0" dirty="0">
                          <a:latin typeface="DB Office"/>
                        </a:rPr>
                        <a:t> version number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Controlling agency and stating level,</a:t>
                      </a:r>
                      <a:r>
                        <a:rPr lang="en-US" sz="800" baseline="0" dirty="0">
                          <a:latin typeface="DB Office"/>
                        </a:rPr>
                        <a:t> e.g. UNOA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</a:tr>
              <a:tr h="206771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S002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Interchange sender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0004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aseline="0" dirty="0">
                          <a:latin typeface="DB Office"/>
                        </a:rPr>
                        <a:t>Sender identification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Code or name as specified in IA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</a:tr>
              <a:tr h="206771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S003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Interchange recipient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0010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Recipient</a:t>
                      </a:r>
                      <a:r>
                        <a:rPr lang="en-US" sz="800" baseline="0" dirty="0">
                          <a:latin typeface="DB Office"/>
                        </a:rPr>
                        <a:t> identification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Code or name as specified in IA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</a:tr>
              <a:tr h="206771"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S004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 rowSpan="2"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Date/time of preparation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0017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Date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YYMMDD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</a:tr>
              <a:tr h="20677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0019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Time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HHMM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</a:tr>
              <a:tr h="335574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0020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Interchange control reference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Unique reference</a:t>
                      </a:r>
                      <a:r>
                        <a:rPr lang="en-US" sz="800" baseline="0" dirty="0">
                          <a:latin typeface="DB Office"/>
                        </a:rPr>
                        <a:t> assigned by sender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</a:tr>
              <a:tr h="281465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DB Office"/>
                        </a:rPr>
                        <a:t>.....</a:t>
                      </a:r>
                      <a:endParaRPr lang="en-US" sz="800" b="1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Other elements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DB Office"/>
                        </a:rPr>
                        <a:t>http://www.edifactory.de/download/ISO9735.TXT</a:t>
                      </a:r>
                      <a:endParaRPr lang="en-US" sz="800" dirty="0">
                        <a:latin typeface="DB Office"/>
                      </a:endParaRPr>
                    </a:p>
                  </a:txBody>
                  <a:tcPr marL="91443" marR="91443" marT="38984" marB="38984" anchor="ctr"/>
                </a:tc>
                <a:tc hMerge="1">
                  <a:tcPr marL="91446" marR="91446" marT="41513" marB="41513" anchor="ctr"/>
                </a:tc>
                <a:tc hMerge="1">
                  <a:tcPr marL="91446" marR="91446" marT="41513" marB="41513" anchor="ctr"/>
                </a:tc>
              </a:tr>
            </a:tbl>
          </a:graphicData>
        </a:graphic>
      </p:graphicFrame>
      <p:sp>
        <p:nvSpPr>
          <p:cNvPr id="7" name="Subtitle 2"/>
          <p:cNvSpPr txBox="1"/>
          <p:nvPr/>
        </p:nvSpPr>
        <p:spPr bwMode="auto">
          <a:xfrm>
            <a:off x="275333" y="3894931"/>
            <a:ext cx="964723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endParaRPr lang="en-US" sz="1600" dirty="0">
              <a:solidFill>
                <a:srgbClr val="000000"/>
              </a:solidFill>
              <a:latin typeface="DB Office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600">
                <a:solidFill>
                  <a:srgbClr val="000000"/>
                </a:solidFill>
                <a:latin typeface="DB Office"/>
              </a:rPr>
              <a:t>UNZ: </a:t>
            </a:r>
            <a:r>
              <a:rPr lang="en-US" altLang="zh-CN" sz="1600" b="0" dirty="0">
                <a:solidFill>
                  <a:srgbClr val="000000"/>
                </a:solidFill>
                <a:latin typeface="DB Office"/>
              </a:rPr>
              <a:t>Interchange trailer, to end and check the completeness of an interchange</a:t>
            </a:r>
            <a:endParaRPr lang="en-US" altLang="zh-CN" sz="1600" b="0" dirty="0">
              <a:solidFill>
                <a:srgbClr val="000000"/>
              </a:solidFill>
              <a:latin typeface="DB Office"/>
            </a:endParaRPr>
          </a:p>
          <a:p>
            <a:pPr marL="448945" lvl="1" indent="0">
              <a:buSzPct val="75000"/>
              <a:buFontTx/>
              <a:buNone/>
              <a:defRPr/>
            </a:pPr>
            <a:r>
              <a:rPr lang="en-US" b="0" dirty="0">
                <a:latin typeface="DB Office" panose="020B0604020202020204" pitchFamily="34" charset="0"/>
              </a:rPr>
              <a:t> </a:t>
            </a:r>
            <a:r>
              <a:rPr lang="en-US" altLang="zh-CN" sz="1600" b="0" dirty="0">
                <a:latin typeface="DB Office" panose="020B0604020202020204" pitchFamily="34" charset="0"/>
                <a:ea typeface="宋体" panose="02010600030101010101" pitchFamily="2" charset="-122"/>
              </a:rPr>
              <a:t>             </a:t>
            </a:r>
            <a:endParaRPr lang="en-US" altLang="zh-CN" sz="1600" b="0" dirty="0">
              <a:latin typeface="DB Office" panose="020B0604020202020204" pitchFamily="34" charset="0"/>
              <a:ea typeface="宋体" panose="02010600030101010101" pitchFamily="2" charset="-122"/>
            </a:endParaRPr>
          </a:p>
          <a:p>
            <a:pPr lvl="1">
              <a:buSzPct val="75000"/>
              <a:buFontTx/>
              <a:buNone/>
              <a:defRPr/>
            </a:pPr>
            <a:endParaRPr lang="zh-CN" altLang="en-US" sz="1600" dirty="0">
              <a:solidFill>
                <a:schemeClr val="tx2"/>
              </a:solidFill>
              <a:latin typeface="DB Office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8246" y="4972843"/>
          <a:ext cx="9104313" cy="65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797"/>
                <a:gridCol w="1656184"/>
                <a:gridCol w="2416174"/>
                <a:gridCol w="464146"/>
                <a:gridCol w="1728192"/>
                <a:gridCol w="2359820"/>
              </a:tblGrid>
              <a:tr h="29267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Ref.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Ref.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</a:t>
                      </a:r>
                      <a:r>
                        <a:rPr lang="en-US" sz="1100" baseline="0" dirty="0">
                          <a:latin typeface="DB Office"/>
                        </a:rPr>
                        <a:t>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6" marR="91446" marT="41513" marB="41513"/>
                </a:tc>
              </a:tr>
              <a:tr h="35978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0036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Interchange control count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+mn-lt"/>
                        </a:rPr>
                        <a:t>The count of the number of messages</a:t>
                      </a:r>
                      <a:r>
                        <a:rPr lang="en-US" sz="900" baseline="0" dirty="0">
                          <a:latin typeface="+mn-lt"/>
                        </a:rPr>
                        <a:t> or functional groups in the interchange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0020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Interchange control reference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Identical</a:t>
                      </a:r>
                      <a:r>
                        <a:rPr lang="en-US" sz="900" baseline="0" dirty="0">
                          <a:latin typeface="DB Office"/>
                        </a:rPr>
                        <a:t> to 0020 in UNB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6" marR="91446" marT="41513" marB="41513" anchor="ctr"/>
                </a:tc>
              </a:tr>
            </a:tbl>
          </a:graphicData>
        </a:graphic>
      </p:graphicFrame>
      <p:pic>
        <p:nvPicPr>
          <p:cNvPr id="9" name="Picture 1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183" y="1340643"/>
            <a:ext cx="5795963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183" y="4493418"/>
            <a:ext cx="208915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DB Office" panose="020B0604020202020204" pitchFamily="34" charset="0"/>
                <a:ea typeface="宋体" panose="02010600030101010101" pitchFamily="2" charset="-122"/>
              </a:rPr>
              <a:t>UNH, UNT Segments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Subtitle 2"/>
          <p:cNvSpPr txBox="1"/>
          <p:nvPr/>
        </p:nvSpPr>
        <p:spPr bwMode="auto">
          <a:xfrm>
            <a:off x="0" y="927939"/>
            <a:ext cx="96472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buSzPct val="75000"/>
              <a:buFont typeface="Wingdings" panose="05000000000000000000" pitchFamily="2" charset="2"/>
              <a:buChar char="q"/>
              <a:defRPr/>
            </a:pPr>
            <a:endParaRPr lang="en-US" sz="1600" dirty="0">
              <a:latin typeface="DB Office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600" dirty="0">
                <a:solidFill>
                  <a:srgbClr val="000000"/>
                </a:solidFill>
                <a:latin typeface="DB Office"/>
              </a:rPr>
              <a:t>UNH: </a:t>
            </a:r>
            <a:r>
              <a:rPr lang="en-US" altLang="zh-CN" sz="1600" b="0" dirty="0">
                <a:solidFill>
                  <a:srgbClr val="000000"/>
                </a:solidFill>
                <a:latin typeface="DB Office"/>
              </a:rPr>
              <a:t>Message header, to head, identify and specify a message</a:t>
            </a:r>
            <a:endParaRPr lang="en-US" altLang="zh-CN" sz="1600" b="0" dirty="0">
              <a:solidFill>
                <a:srgbClr val="000000"/>
              </a:solidFill>
              <a:latin typeface="DB Office"/>
            </a:endParaRPr>
          </a:p>
          <a:p>
            <a:pPr lvl="1">
              <a:buSzPct val="75000"/>
              <a:buFontTx/>
              <a:buNone/>
              <a:defRPr/>
            </a:pPr>
            <a:endParaRPr lang="zh-CN" altLang="en-US" sz="1600" dirty="0">
              <a:solidFill>
                <a:schemeClr val="tx2"/>
              </a:solidFill>
              <a:latin typeface="DB Office"/>
              <a:ea typeface="宋体" panose="02010600030101010101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3875" y="2072526"/>
          <a:ext cx="8856661" cy="1735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43"/>
                <a:gridCol w="1584118"/>
                <a:gridCol w="720054"/>
                <a:gridCol w="2076938"/>
                <a:gridCol w="3899508"/>
              </a:tblGrid>
              <a:tr h="30050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Ref.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3" marR="91443" marT="41520" marB="415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3" marR="91443" marT="41520" marB="415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DB Office"/>
                        </a:rPr>
                        <a:t>Ref.</a:t>
                      </a:r>
                      <a:endParaRPr lang="en-US" sz="1100" b="1" dirty="0">
                        <a:latin typeface="DB Office"/>
                      </a:endParaRPr>
                    </a:p>
                  </a:txBody>
                  <a:tcPr marL="91443" marR="91443" marT="41520" marB="415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Sub-Element Name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3" marR="91443" marT="41520" marB="415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DB Office"/>
                        </a:rPr>
                        <a:t>Description</a:t>
                      </a:r>
                      <a:endParaRPr lang="en-US" sz="1100" dirty="0">
                        <a:latin typeface="DB Office"/>
                      </a:endParaRPr>
                    </a:p>
                  </a:txBody>
                  <a:tcPr marL="91443" marR="91443" marT="41520" marB="41520"/>
                </a:tc>
              </a:tr>
              <a:tr h="220223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0062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dirty="0">
                          <a:latin typeface="DB Office"/>
                        </a:rPr>
                        <a:t>Message reference</a:t>
                      </a:r>
                      <a:r>
                        <a:rPr lang="en-US" sz="900" baseline="0" dirty="0">
                          <a:latin typeface="DB Office"/>
                        </a:rPr>
                        <a:t> number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+mn-lt"/>
                        </a:rPr>
                        <a:t>A sender’s unique message reference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</a:tr>
              <a:tr h="226077">
                <a:tc rowSpan="4"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S009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 rowSpan="4"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Message identifier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0065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Message type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Type of message being transmitted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</a:tr>
              <a:tr h="226077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0052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Message version number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Identical</a:t>
                      </a:r>
                      <a:r>
                        <a:rPr lang="en-US" sz="900" baseline="0" dirty="0">
                          <a:latin typeface="DB Office"/>
                        </a:rPr>
                        <a:t> to 0052 in UNG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</a:tr>
              <a:tr h="226077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0054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Message Release</a:t>
                      </a:r>
                      <a:r>
                        <a:rPr lang="en-US" sz="900" baseline="0" dirty="0">
                          <a:latin typeface="DB Office"/>
                        </a:rPr>
                        <a:t> number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Release number within current version</a:t>
                      </a:r>
                      <a:r>
                        <a:rPr lang="en-US" sz="900" baseline="0" dirty="0">
                          <a:latin typeface="DB Office"/>
                        </a:rPr>
                        <a:t> number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</a:tr>
              <a:tr h="226077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0051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Controlling agency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Code</a:t>
                      </a:r>
                      <a:r>
                        <a:rPr lang="en-US" sz="900" baseline="0" dirty="0">
                          <a:latin typeface="DB Office"/>
                        </a:rPr>
                        <a:t> to identify the agency controlling publication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</a:tr>
              <a:tr h="31009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DB Office"/>
                        </a:rPr>
                        <a:t>.....</a:t>
                      </a:r>
                      <a:endParaRPr lang="en-US" sz="900" b="1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Other elements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 gridSpan="3">
                  <a:txBody>
                    <a:bodyPr/>
                    <a:lstStyle/>
                    <a:p>
                      <a:r>
                        <a:rPr lang="en-US" sz="900" dirty="0">
                          <a:latin typeface="DB Office"/>
                        </a:rPr>
                        <a:t>http://www.edifactory.de/download/ISO9735.TXT</a:t>
                      </a:r>
                      <a:endParaRPr lang="en-US" sz="900" dirty="0">
                        <a:latin typeface="DB Office"/>
                      </a:endParaRPr>
                    </a:p>
                  </a:txBody>
                  <a:tcPr marL="91443" marR="91443" marT="41520" marB="41520" anchor="ctr"/>
                </a:tc>
                <a:tc hMerge="1">
                  <a:tcPr marL="91446" marR="91446" marT="41513" marB="41513" anchor="ctr"/>
                </a:tc>
                <a:tc hMerge="1">
                  <a:tcPr marL="91446" marR="91446" marT="41513" marB="41513" anchor="ctr"/>
                </a:tc>
              </a:tr>
            </a:tbl>
          </a:graphicData>
        </a:graphic>
      </p:graphicFrame>
      <p:pic>
        <p:nvPicPr>
          <p:cNvPr id="7" name="Picture 8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1504201"/>
            <a:ext cx="3081338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4375989"/>
            <a:ext cx="2041525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EDIFACT Most Used Messages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graphicFrame>
        <p:nvGraphicFramePr>
          <p:cNvPr id="5" name="Table 8"/>
          <p:cNvGraphicFramePr>
            <a:graphicFrameLocks noGrp="1"/>
          </p:cNvGraphicFramePr>
          <p:nvPr/>
        </p:nvGraphicFramePr>
        <p:xfrm>
          <a:off x="407368" y="1529541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939"/>
                <a:gridCol w="667706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Message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Business Documents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DESADV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Dispatch advice message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IFCSUM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Forwarding and consolidation summary message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IFTMIN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Instruction message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IFTSTA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International multimodal status report message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INVOIC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Invoice message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INVRPT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Inventory report message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ORDERS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Purchase order message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RECADV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Receiving advice message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EDIFACT Generic Segments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07367" y="1256890"/>
            <a:ext cx="981541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/>
                </a:solidFill>
              </a:rPr>
              <a:t>BGM</a:t>
            </a:r>
            <a:r>
              <a:rPr lang="en-US" dirty="0"/>
              <a:t> for the beginning of a message, which contains the document number 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/>
                </a:solidFill>
              </a:rPr>
              <a:t>DTM</a:t>
            </a:r>
            <a:r>
              <a:rPr lang="en-US" dirty="0"/>
              <a:t> for dates and times 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/>
                </a:solidFill>
              </a:rPr>
              <a:t>NAD</a:t>
            </a:r>
            <a:r>
              <a:rPr lang="en-US" dirty="0"/>
              <a:t> for name and address data 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/>
                </a:solidFill>
              </a:rPr>
              <a:t>MOA</a:t>
            </a:r>
            <a:r>
              <a:rPr lang="en-US" dirty="0"/>
              <a:t> for monetary amounts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Inhouse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625522"/>
            <a:ext cx="5561744" cy="25795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AE, BE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内容占位符 5"/>
          <p:cNvSpPr txBox="1"/>
          <p:nvPr/>
        </p:nvSpPr>
        <p:spPr bwMode="auto">
          <a:xfrm>
            <a:off x="407368" y="1533722"/>
            <a:ext cx="9129712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62255" indent="-262255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4650" indent="-1841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24230" indent="-1841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75000"/>
              <a:buFont typeface="Wingdings" panose="05000000000000000000" pitchFamily="2" charset="2"/>
              <a:buNone/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rgbClr val="000000"/>
                </a:solidFill>
                <a:latin typeface="DB Office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Booking Air</a:t>
            </a:r>
            <a:endParaRPr lang="en-US" altLang="en-US" sz="1600" dirty="0">
              <a:solidFill>
                <a:srgbClr val="000000"/>
              </a:solidFill>
              <a:latin typeface="DB Office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b="0" dirty="0">
              <a:solidFill>
                <a:srgbClr val="000000"/>
              </a:solidFill>
              <a:latin typeface="DB Office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en-US" sz="1600" b="0" dirty="0">
                <a:solidFill>
                  <a:srgbClr val="000000"/>
                </a:solidFill>
                <a:latin typeface="DB Office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AE record layout – flat file with fixed field position </a:t>
            </a:r>
            <a:endParaRPr lang="en-US" altLang="en-US" sz="1600" b="0" dirty="0">
              <a:solidFill>
                <a:srgbClr val="000000"/>
              </a:solidFill>
              <a:latin typeface="DB Office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b="0" dirty="0">
              <a:solidFill>
                <a:srgbClr val="000000"/>
              </a:solidFill>
              <a:latin typeface="DB Office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b="0" dirty="0">
              <a:solidFill>
                <a:srgbClr val="000000"/>
              </a:solidFill>
              <a:latin typeface="DB Office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en-US" sz="1600" b="0" dirty="0">
                <a:solidFill>
                  <a:srgbClr val="000000"/>
                </a:solidFill>
                <a:latin typeface="DB Office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AE example file</a:t>
            </a:r>
            <a:endParaRPr lang="en-US" altLang="en-US" sz="1600" b="0" dirty="0">
              <a:solidFill>
                <a:srgbClr val="000000"/>
              </a:solidFill>
              <a:latin typeface="DB Office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600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en-US" sz="1600" dirty="0">
                <a:solidFill>
                  <a:srgbClr val="000000"/>
                </a:solidFill>
                <a:ea typeface="宋体" panose="02010600030101010101" pitchFamily="2" charset="-122"/>
                <a:cs typeface="Calibri" panose="020F0502020204030204" pitchFamily="34" charset="0"/>
              </a:rPr>
              <a:t>Booking Sea</a:t>
            </a:r>
            <a:endParaRPr lang="en-US" altLang="en-US" sz="1600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en-US" sz="1600" b="0" dirty="0">
                <a:solidFill>
                  <a:srgbClr val="000000"/>
                </a:solidFill>
                <a:ea typeface="宋体" panose="02010600030101010101" pitchFamily="2" charset="-122"/>
                <a:cs typeface="Calibri" panose="020F0502020204030204" pitchFamily="34" charset="0"/>
              </a:rPr>
              <a:t>BE record layout – flat file with fixed field position </a:t>
            </a:r>
            <a:endParaRPr lang="en-US" altLang="en-US" sz="1600" b="0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b="0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endParaRPr lang="en-US" altLang="en-US" sz="1600" b="0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en-US" sz="1600" b="0" dirty="0">
                <a:solidFill>
                  <a:srgbClr val="000000"/>
                </a:solidFill>
                <a:ea typeface="宋体" panose="02010600030101010101" pitchFamily="2" charset="-122"/>
                <a:cs typeface="Calibri" panose="020F0502020204030204" pitchFamily="34" charset="0"/>
              </a:rPr>
              <a:t>BE example file</a:t>
            </a:r>
            <a:endParaRPr lang="en-US" altLang="en-US" sz="1600" b="0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n-US" altLang="en-US" sz="18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n-US" altLang="en-US" sz="18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lvl="2">
              <a:buFont typeface="Times New Roman" panose="02020603050405020304" pitchFamily="18" charset="0"/>
              <a:buNone/>
            </a:pPr>
            <a:endParaRPr lang="en-US" altLang="en-US" sz="18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6691295" y="1968229"/>
          <a:ext cx="1104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Document" showAsIcon="1" r:id="rId1" imgW="914400" imgH="714375" progId="Word.Document.8">
                  <p:embed/>
                </p:oleObj>
              </mc:Choice>
              <mc:Fallback>
                <p:oleObj name="Document" showAsIcon="1" r:id="rId1" imgW="914400" imgH="71437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295" y="1968229"/>
                        <a:ext cx="11049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279775" y="2947988"/>
          <a:ext cx="212566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Packager Shell Object" showAsIcon="1" r:id="rId3" imgW="3486150" imgH="781050" progId="Package">
                  <p:embed/>
                </p:oleObj>
              </mc:Choice>
              <mc:Fallback>
                <p:oleObj name="Packager Shell Object" showAsIcon="1" r:id="rId3" imgW="3486150" imgH="781050" progId="Packag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775" y="2947988"/>
                        <a:ext cx="212566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6321425" y="4505325"/>
          <a:ext cx="10795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Document" showAsIcon="1" r:id="rId5" imgW="914400" imgH="714375" progId="Word.Document.8">
                  <p:embed/>
                </p:oleObj>
              </mc:Choice>
              <mc:Fallback>
                <p:oleObj name="Document" showAsIcon="1" r:id="rId5" imgW="914400" imgH="71437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1425" y="4505325"/>
                        <a:ext cx="10795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3279775" y="5523180"/>
          <a:ext cx="2057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Packager Shell Object" showAsIcon="1" r:id="rId7" imgW="3371850" imgH="781050" progId="Package">
                  <p:embed/>
                </p:oleObj>
              </mc:Choice>
              <mc:Fallback>
                <p:oleObj name="Packager Shell Object" showAsIcon="1" r:id="rId7" imgW="3371850" imgH="781050" progId="Package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9775" y="5523180"/>
                        <a:ext cx="2057400" cy="481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内容占位符 5"/>
          <p:cNvSpPr txBox="1"/>
          <p:nvPr/>
        </p:nvSpPr>
        <p:spPr>
          <a:xfrm>
            <a:off x="407368" y="1124744"/>
            <a:ext cx="9074150" cy="41767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DB Sans" panose="020B050205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4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DB Sans" panose="020B050205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DB Sans" panose="020B050205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90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DB Sans" panose="020B050205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20090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DB Sans" panose="020B050205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090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DB Sans" panose="020B050205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20090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DB Sans" panose="020B050205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20090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DB Sans" panose="020B050205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r>
              <a:rPr lang="en-US" altLang="en-US" dirty="0">
                <a:solidFill>
                  <a:srgbClr val="000000"/>
                </a:solidFill>
                <a:ea typeface="宋体" panose="02010600030101010101" pitchFamily="2" charset="-122"/>
                <a:cs typeface="Calibri" panose="020F0502020204030204" pitchFamily="34" charset="0"/>
              </a:rPr>
              <a:t>CIS:  Customer Information System, for tracking and tracing</a:t>
            </a: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r>
              <a:rPr lang="en-US" altLang="en-US" dirty="0">
                <a:solidFill>
                  <a:srgbClr val="000000"/>
                </a:solidFill>
                <a:ea typeface="宋体" panose="02010600030101010101" pitchFamily="2" charset="-122"/>
                <a:cs typeface="Calibri" panose="020F0502020204030204" pitchFamily="34" charset="0"/>
              </a:rPr>
              <a:t>Two types of CE files</a:t>
            </a: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824230" lvl="2" indent="-18415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85000"/>
            </a:pPr>
            <a:r>
              <a:rPr lang="en-US" altLang="en-US" dirty="0">
                <a:solidFill>
                  <a:srgbClr val="000000"/>
                </a:solidFill>
                <a:ea typeface="宋体" panose="02010600030101010101" pitchFamily="2" charset="-122"/>
                <a:cs typeface="Calibri" panose="020F0502020204030204" pitchFamily="34" charset="0"/>
              </a:rPr>
              <a:t>Voucher/Invoice</a:t>
            </a: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85000"/>
            </a:pP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824230" lvl="2" indent="-18415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85000"/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Calibri" panose="020F0502020204030204" pitchFamily="34" charset="0"/>
              </a:rPr>
              <a:t>Status messages for tracking and tracing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r>
              <a:rPr lang="en-US" altLang="en-US" dirty="0">
                <a:solidFill>
                  <a:srgbClr val="000000"/>
                </a:solidFill>
                <a:ea typeface="宋体" panose="02010600030101010101" pitchFamily="2" charset="-122"/>
                <a:cs typeface="Calibri" panose="020F0502020204030204" pitchFamily="34" charset="0"/>
              </a:rPr>
              <a:t>CE record layout – flat file with fields separated by delimiter       </a:t>
            </a: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spcBef>
                <a:spcPct val="0"/>
              </a:spcBef>
              <a:spcAft>
                <a:spcPct val="0"/>
              </a:spcAft>
              <a:buSzPct val="85000"/>
            </a:pPr>
            <a:r>
              <a:rPr lang="en-US" altLang="en-US" dirty="0">
                <a:solidFill>
                  <a:srgbClr val="000000"/>
                </a:solidFill>
                <a:ea typeface="宋体" panose="02010600030101010101" pitchFamily="2" charset="-122"/>
                <a:cs typeface="Calibri" panose="020F0502020204030204" pitchFamily="34" charset="0"/>
              </a:rPr>
              <a:t>CE example file            </a:t>
            </a:r>
            <a:endParaRPr lang="en-US" altLang="en-US" dirty="0">
              <a:solidFill>
                <a:srgbClr val="000000"/>
              </a:solidFill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buFont typeface="Wingdings" panose="05000000000000000000" pitchFamily="2" charset="2"/>
              <a:buChar char="q"/>
            </a:pPr>
            <a:endParaRPr lang="en-US" altLang="en-US" sz="1800" b="1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buFont typeface="Wingdings" panose="05000000000000000000" pitchFamily="2" charset="2"/>
              <a:buChar char="q"/>
            </a:pPr>
            <a:endParaRPr lang="en-US" altLang="zh-CN" sz="1800" b="1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74650" lvl="1" indent="-184150">
              <a:buFont typeface="Wingdings" panose="05000000000000000000" pitchFamily="2" charset="2"/>
              <a:buChar char="q"/>
            </a:pPr>
            <a:endParaRPr lang="zh-CN" altLang="en-US" sz="1800" b="1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3133725" y="4575175"/>
          <a:ext cx="17145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ackager Shell Object" showAsIcon="1" r:id="rId1" imgW="2809875" imgH="781050" progId="Package">
                  <p:embed/>
                </p:oleObj>
              </mc:Choice>
              <mc:Fallback>
                <p:oleObj name="Packager Shell Object" showAsIcon="1" r:id="rId1" imgW="2809875" imgH="781050" progId="Packag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5" y="4575175"/>
                        <a:ext cx="17145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508696" y="3620089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Document" showAsIcon="1" r:id="rId3" imgW="1371600" imgH="1209675" progId="Word.Document.12">
                  <p:embed/>
                </p:oleObj>
              </mc:Choice>
              <mc:Fallback>
                <p:oleObj name="Document" showAsIcon="1" r:id="rId3" imgW="1371600" imgH="1209675" progId="Word.Document.12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08696" y="3620089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cxnSp>
        <p:nvCxnSpPr>
          <p:cNvPr id="5" name="Straight Arrow Connector 7"/>
          <p:cNvCxnSpPr>
            <a:cxnSpLocks noChangeShapeType="1"/>
          </p:cNvCxnSpPr>
          <p:nvPr/>
        </p:nvCxnSpPr>
        <p:spPr bwMode="auto">
          <a:xfrm flipH="1">
            <a:off x="2535845" y="765888"/>
            <a:ext cx="2160587" cy="338455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arrow" w="med" len="med"/>
              </a14:hiddenLine>
            </a:ext>
          </a:extLst>
        </p:spPr>
      </p:cxn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973870" y="1270713"/>
            <a:ext cx="4378325" cy="35274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2027845" y="1277063"/>
            <a:ext cx="4167187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&lt;?xml version="1.0" </a:t>
            </a:r>
            <a:r>
              <a:rPr lang="en-US" altLang="en-US" sz="1000" dirty="0"/>
              <a:t>encoding="UTF-8"</a:t>
            </a:r>
            <a:r>
              <a:rPr lang="en-US" altLang="en-US" sz="1000" dirty="0">
                <a:latin typeface="DB Office" panose="020B0604020202020204" pitchFamily="34" charset="0"/>
              </a:rPr>
              <a:t> ?&gt;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&lt;</a:t>
            </a:r>
            <a:r>
              <a:rPr lang="en-US" altLang="en-US" sz="1000" dirty="0" err="1">
                <a:latin typeface="DB Office" panose="020B0604020202020204" pitchFamily="34" charset="0"/>
              </a:rPr>
              <a:t>OrderMessage</a:t>
            </a:r>
            <a:r>
              <a:rPr lang="en-US" altLang="en-US" sz="1000" dirty="0">
                <a:latin typeface="DB Office" panose="020B0604020202020204" pitchFamily="34" charset="0"/>
              </a:rPr>
              <a:t>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&lt;Order&gt;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&lt;Header&gt;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     &lt;</a:t>
            </a:r>
            <a:r>
              <a:rPr lang="en-US" altLang="en-US" sz="1000" dirty="0" err="1">
                <a:latin typeface="DB Office" panose="020B0604020202020204" pitchFamily="34" charset="0"/>
              </a:rPr>
              <a:t>OrderMessageID</a:t>
            </a:r>
            <a:r>
              <a:rPr lang="en-US" altLang="en-US" sz="1000" dirty="0">
                <a:latin typeface="DB Office" panose="020B0604020202020204" pitchFamily="34" charset="0"/>
              </a:rPr>
              <a:t>&gt;3&lt;/</a:t>
            </a:r>
            <a:r>
              <a:rPr lang="en-US" altLang="en-US" sz="1000" dirty="0" err="1">
                <a:latin typeface="DB Office" panose="020B0604020202020204" pitchFamily="34" charset="0"/>
              </a:rPr>
              <a:t>OrderMessageID</a:t>
            </a:r>
            <a:r>
              <a:rPr lang="en-US" altLang="en-US" sz="1000" dirty="0">
                <a:latin typeface="DB Office" panose="020B0604020202020204" pitchFamily="34" charset="0"/>
              </a:rPr>
              <a:t>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     &lt;</a:t>
            </a:r>
            <a:r>
              <a:rPr lang="en-US" altLang="en-US" sz="1000" dirty="0" err="1">
                <a:latin typeface="DB Office" panose="020B0604020202020204" pitchFamily="34" charset="0"/>
              </a:rPr>
              <a:t>OrderNumber</a:t>
            </a:r>
            <a:r>
              <a:rPr lang="en-US" altLang="en-US" sz="1000" dirty="0">
                <a:latin typeface="DB Office" panose="020B0604020202020204" pitchFamily="34" charset="0"/>
              </a:rPr>
              <a:t>&gt;C299364&lt;/</a:t>
            </a:r>
            <a:r>
              <a:rPr lang="en-US" altLang="en-US" sz="1000" dirty="0" err="1">
                <a:latin typeface="DB Office" panose="020B0604020202020204" pitchFamily="34" charset="0"/>
              </a:rPr>
              <a:t>OrderNumber</a:t>
            </a:r>
            <a:r>
              <a:rPr lang="en-US" altLang="en-US" sz="1000" dirty="0">
                <a:latin typeface="DB Office" panose="020B0604020202020204" pitchFamily="34" charset="0"/>
              </a:rPr>
              <a:t>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     &lt;</a:t>
            </a:r>
            <a:r>
              <a:rPr lang="en-US" altLang="en-US" sz="1000" dirty="0" err="1">
                <a:latin typeface="DB Office" panose="020B0604020202020204" pitchFamily="34" charset="0"/>
              </a:rPr>
              <a:t>OrderDateTime</a:t>
            </a:r>
            <a:r>
              <a:rPr lang="en-US" altLang="en-US" sz="1000" dirty="0">
                <a:latin typeface="DB Office" panose="020B0604020202020204" pitchFamily="34" charset="0"/>
              </a:rPr>
              <a:t>&gt;2012-03-07T12:00:00.000&lt;/</a:t>
            </a:r>
            <a:r>
              <a:rPr lang="en-US" altLang="en-US" sz="1000" dirty="0" err="1">
                <a:latin typeface="DB Office" panose="020B0604020202020204" pitchFamily="34" charset="0"/>
              </a:rPr>
              <a:t>OrderDateTime</a:t>
            </a:r>
            <a:r>
              <a:rPr lang="en-US" altLang="en-US" sz="1000" dirty="0">
                <a:latin typeface="DB Office" panose="020B0604020202020204" pitchFamily="34" charset="0"/>
              </a:rPr>
              <a:t>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     &lt;</a:t>
            </a:r>
            <a:r>
              <a:rPr lang="en-US" altLang="en-US" sz="1000" dirty="0" err="1">
                <a:latin typeface="DB Office" panose="020B0604020202020204" pitchFamily="34" charset="0"/>
              </a:rPr>
              <a:t>PartyInfo</a:t>
            </a:r>
            <a:r>
              <a:rPr lang="en-US" altLang="en-US" sz="1000" dirty="0">
                <a:latin typeface="DB Office" panose="020B0604020202020204" pitchFamily="34" charset="0"/>
              </a:rPr>
              <a:t>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          &lt;Type&gt;ShipTo&lt;/Type&gt;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          &lt;Code /&gt;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          &lt;City&gt;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             &lt;</a:t>
            </a:r>
            <a:r>
              <a:rPr lang="en-US" altLang="en-US" sz="1000" dirty="0" err="1">
                <a:latin typeface="DB Office" panose="020B0604020202020204" pitchFamily="34" charset="0"/>
              </a:rPr>
              <a:t>CityName</a:t>
            </a:r>
            <a:r>
              <a:rPr lang="en-US" altLang="en-US" sz="1000" dirty="0">
                <a:latin typeface="DB Office" panose="020B0604020202020204" pitchFamily="34" charset="0"/>
              </a:rPr>
              <a:t>&gt;SE-501 17 </a:t>
            </a:r>
            <a:r>
              <a:rPr lang="en-US" altLang="en-US" sz="1000" dirty="0" err="1">
                <a:latin typeface="DB Office" panose="020B0604020202020204" pitchFamily="34" charset="0"/>
              </a:rPr>
              <a:t>Bor</a:t>
            </a:r>
            <a:r>
              <a:rPr lang="en-US" altLang="en-US" sz="1000" dirty="0">
                <a:latin typeface="DB Office" panose="020B0604020202020204" pitchFamily="34" charset="0"/>
              </a:rPr>
              <a:t>&lt;/</a:t>
            </a:r>
            <a:r>
              <a:rPr lang="en-US" altLang="en-US" sz="1000" dirty="0" err="1">
                <a:latin typeface="DB Office" panose="020B0604020202020204" pitchFamily="34" charset="0"/>
              </a:rPr>
              <a:t>CityName</a:t>
            </a:r>
            <a:r>
              <a:rPr lang="en-US" altLang="en-US" sz="1000" dirty="0">
                <a:latin typeface="DB Office" panose="020B0604020202020204" pitchFamily="34" charset="0"/>
              </a:rPr>
              <a:t>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             </a:t>
            </a:r>
            <a:r>
              <a:rPr lang="fr-FR" altLang="en-US" sz="1000" dirty="0">
                <a:latin typeface="DB Office" panose="020B0604020202020204" pitchFamily="34" charset="0"/>
              </a:rPr>
              <a:t>&lt;</a:t>
            </a:r>
            <a:r>
              <a:rPr lang="fr-FR" altLang="en-US" sz="1000" dirty="0" err="1">
                <a:latin typeface="DB Office" panose="020B0604020202020204" pitchFamily="34" charset="0"/>
              </a:rPr>
              <a:t>CityCode</a:t>
            </a:r>
            <a:r>
              <a:rPr lang="fr-FR" altLang="en-US" sz="1000" dirty="0">
                <a:latin typeface="DB Office" panose="020B0604020202020204" pitchFamily="34" charset="0"/>
              </a:rPr>
              <a:t> Qualifier="UN"&gt;XXX&lt;/</a:t>
            </a:r>
            <a:r>
              <a:rPr lang="fr-FR" altLang="en-US" sz="1000" dirty="0" err="1">
                <a:latin typeface="DB Office" panose="020B0604020202020204" pitchFamily="34" charset="0"/>
              </a:rPr>
              <a:t>CityCode</a:t>
            </a:r>
            <a:r>
              <a:rPr lang="fr-FR" altLang="en-US" sz="1000" dirty="0">
                <a:latin typeface="DB Office" panose="020B0604020202020204" pitchFamily="34" charset="0"/>
              </a:rPr>
              <a:t>&gt;</a:t>
            </a:r>
            <a:endParaRPr lang="fr-FR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fr-FR" altLang="en-US" sz="1000" dirty="0">
                <a:latin typeface="DB Office" panose="020B0604020202020204" pitchFamily="34" charset="0"/>
              </a:rPr>
              <a:t>                    &lt;/City&gt;</a:t>
            </a:r>
            <a:endParaRPr lang="fr-FR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           &lt;/</a:t>
            </a:r>
            <a:r>
              <a:rPr lang="en-US" altLang="en-US" sz="1000" dirty="0" err="1">
                <a:latin typeface="DB Office" panose="020B0604020202020204" pitchFamily="34" charset="0"/>
              </a:rPr>
              <a:t>PartyInfo</a:t>
            </a:r>
            <a:r>
              <a:rPr lang="en-US" altLang="en-US" sz="1000" dirty="0">
                <a:latin typeface="DB Office" panose="020B0604020202020204" pitchFamily="34" charset="0"/>
              </a:rPr>
              <a:t>&gt;</a:t>
            </a:r>
            <a:endParaRPr lang="fr-FR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fr-FR" altLang="en-US" sz="1000" dirty="0">
                <a:latin typeface="DB Office" panose="020B0604020202020204" pitchFamily="34" charset="0"/>
              </a:rPr>
              <a:t>          &lt;/Header&gt;               </a:t>
            </a:r>
            <a:endParaRPr lang="fr-FR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    &lt;/Order&gt;</a:t>
            </a:r>
            <a:endParaRPr lang="en-US" altLang="en-US" sz="1000" dirty="0">
              <a:latin typeface="DB Office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DB Office" panose="020B0604020202020204" pitchFamily="34" charset="0"/>
              </a:rPr>
              <a:t>&lt;/</a:t>
            </a:r>
            <a:r>
              <a:rPr lang="en-US" altLang="en-US" sz="1000" dirty="0" err="1">
                <a:latin typeface="DB Office" panose="020B0604020202020204" pitchFamily="34" charset="0"/>
              </a:rPr>
              <a:t>OrderMessage</a:t>
            </a:r>
            <a:r>
              <a:rPr lang="en-US" altLang="en-US" sz="1000" dirty="0">
                <a:latin typeface="DB Office" panose="020B0604020202020204" pitchFamily="34" charset="0"/>
              </a:rPr>
              <a:t>&gt;</a:t>
            </a:r>
            <a:endParaRPr lang="en-US" altLang="en-US" sz="1000" dirty="0">
              <a:latin typeface="DB Office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27845" y="1299288"/>
            <a:ext cx="2768600" cy="163513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>
            <a:off x="5012345" y="1381838"/>
            <a:ext cx="1944687" cy="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957032" y="1270713"/>
            <a:ext cx="15843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XML Declaration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815245" y="2066051"/>
            <a:ext cx="2592387" cy="163512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12" name="Straight Arrow Connector 11"/>
          <p:cNvCxnSpPr>
            <a:cxnSpLocks noChangeShapeType="1"/>
          </p:cNvCxnSpPr>
          <p:nvPr/>
        </p:nvCxnSpPr>
        <p:spPr bwMode="auto">
          <a:xfrm>
            <a:off x="5366357" y="2110501"/>
            <a:ext cx="1657350" cy="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023707" y="1999376"/>
            <a:ext cx="9366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endParaRPr lang="en-US" altLang="en-US" sz="1400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544702" y="3296363"/>
            <a:ext cx="945106" cy="142875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15" name="Elbow Connector 21"/>
          <p:cNvCxnSpPr>
            <a:cxnSpLocks noChangeShapeType="1"/>
          </p:cNvCxnSpPr>
          <p:nvPr/>
        </p:nvCxnSpPr>
        <p:spPr bwMode="auto">
          <a:xfrm>
            <a:off x="4214626" y="3439238"/>
            <a:ext cx="2693987" cy="215900"/>
          </a:xfrm>
          <a:prstGeom prst="bentConnector3">
            <a:avLst>
              <a:gd name="adj1" fmla="val -269"/>
            </a:avLst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908613" y="3512263"/>
            <a:ext cx="9350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Attribute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206387" y="1631033"/>
            <a:ext cx="682625" cy="161925"/>
          </a:xfrm>
          <a:prstGeom prst="rect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151154" y="3943270"/>
            <a:ext cx="682625" cy="163512"/>
          </a:xfrm>
          <a:prstGeom prst="rect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812069" y="2857419"/>
            <a:ext cx="682625" cy="161925"/>
          </a:xfrm>
          <a:prstGeom prst="rect">
            <a:avLst/>
          </a:prstGeom>
          <a:noFill/>
          <a:ln w="19050" algn="ctr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20" name="Straight Arrow Connector 19"/>
          <p:cNvCxnSpPr>
            <a:cxnSpLocks noChangeShapeType="1"/>
          </p:cNvCxnSpPr>
          <p:nvPr/>
        </p:nvCxnSpPr>
        <p:spPr bwMode="auto">
          <a:xfrm flipH="1">
            <a:off x="1573820" y="1756488"/>
            <a:ext cx="647700" cy="0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692757" y="1613613"/>
            <a:ext cx="10080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>
                <a:latin typeface="Calibri" panose="020F0502020204030204" pitchFamily="34" charset="0"/>
                <a:cs typeface="Calibri" panose="020F0502020204030204" pitchFamily="34" charset="0"/>
              </a:rPr>
              <a:t>Start tag</a:t>
            </a:r>
            <a:endParaRPr lang="en-US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765782" y="3920018"/>
            <a:ext cx="10080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>
                <a:latin typeface="Calibri" panose="020F0502020204030204" pitchFamily="34" charset="0"/>
                <a:cs typeface="Calibri" panose="020F0502020204030204" pitchFamily="34" charset="0"/>
              </a:rPr>
              <a:t>End tag</a:t>
            </a:r>
            <a:endParaRPr lang="en-US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Arrow Connector 22"/>
          <p:cNvCxnSpPr>
            <a:cxnSpLocks noChangeShapeType="1"/>
          </p:cNvCxnSpPr>
          <p:nvPr/>
        </p:nvCxnSpPr>
        <p:spPr bwMode="auto">
          <a:xfrm flipH="1">
            <a:off x="1488095" y="4040668"/>
            <a:ext cx="647700" cy="0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Arrow Connector 23"/>
          <p:cNvCxnSpPr>
            <a:cxnSpLocks noChangeShapeType="1"/>
          </p:cNvCxnSpPr>
          <p:nvPr/>
        </p:nvCxnSpPr>
        <p:spPr bwMode="auto">
          <a:xfrm flipH="1">
            <a:off x="1847887" y="2933070"/>
            <a:ext cx="1079500" cy="0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-15838" y="2790195"/>
            <a:ext cx="18732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85000"/>
              <a:buChar char="•"/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400">
                <a:latin typeface="Calibri" panose="020F0502020204030204" pitchFamily="34" charset="0"/>
                <a:cs typeface="Calibri" panose="020F0502020204030204" pitchFamily="34" charset="0"/>
              </a:rPr>
              <a:t>Empty-element tag</a:t>
            </a:r>
            <a:endParaRPr lang="en-US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 animBg="1"/>
      <p:bldP spid="13" grpId="0"/>
      <p:bldP spid="14" grpId="0" animBg="1"/>
      <p:bldP spid="16" grpId="0"/>
      <p:bldP spid="17" grpId="0" animBg="1"/>
      <p:bldP spid="18" grpId="0" animBg="1"/>
      <p:bldP spid="19" grpId="0" animBg="1"/>
      <p:bldP spid="21" grpId="0"/>
      <p:bldP spid="22" grpId="0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Schema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07367" y="1124744"/>
          <a:ext cx="11161333" cy="405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5592"/>
                <a:gridCol w="5645741"/>
              </a:tblGrid>
              <a:tr h="1006586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kern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DTD: </a:t>
                      </a:r>
                      <a:endParaRPr lang="en-US" sz="1600" b="1" kern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kern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Document</a:t>
                      </a:r>
                      <a:r>
                        <a:rPr lang="en-US" sz="1600" b="1" kern="12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Type Definition</a:t>
                      </a:r>
                      <a:endParaRPr lang="en-US" sz="1600" b="1" kern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1" marR="91431" marT="45702" marB="45702"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kern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XSD:</a:t>
                      </a:r>
                      <a:endParaRPr lang="en-US" sz="1600" b="1" kern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kern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XML Schema Definition</a:t>
                      </a:r>
                      <a:endParaRPr lang="en-US" sz="1600" b="1" kern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1" marR="91431" marT="45702" marB="45702"/>
                </a:tc>
              </a:tr>
              <a:tr h="3046845"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oldest schema language for XML,</a:t>
                      </a:r>
                      <a:r>
                        <a:rPr lang="en-US" sz="1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inherited from SGML</a:t>
                      </a:r>
                      <a:endParaRPr lang="en-US" sz="14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 a terse formal syntax that declares precisely which elements and references may appear where in the document of the particular</a:t>
                      </a:r>
                      <a:r>
                        <a:rPr lang="en-US" sz="1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Limitations: No explicit support for newer features of XML;</a:t>
                      </a:r>
                      <a:r>
                        <a:rPr lang="en-US" sz="1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</a:t>
                      </a: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ack expressiveness</a:t>
                      </a:r>
                      <a:r>
                        <a:rPr lang="en-US" sz="1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and </a:t>
                      </a: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readability; Use a syntax based on regular expression syntax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1" marR="91431" marT="45702" marB="45702"/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successor of DTDs</a:t>
                      </a:r>
                      <a:r>
                        <a:rPr lang="en-US" sz="1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– </a:t>
                      </a: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newer schema language described by the W3C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Far more powerful than DTDs in describing</a:t>
                      </a:r>
                      <a:r>
                        <a:rPr lang="en-US" sz="1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XML language</a:t>
                      </a:r>
                      <a:endParaRPr lang="en-US" sz="14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 a rich data typing system </a:t>
                      </a: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and allow for more detailed constraints on an XML document's logical structure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 an XML-based format, which makes it possible to use ordinary XML tools to help process them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1" marR="91431" marT="45702" marB="45702"/>
                </a:tc>
              </a:tr>
            </a:tbl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382695" y="4393022"/>
          <a:ext cx="15986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ackager Shell Object" showAsIcon="1" r:id="rId2" imgW="2619375" imgH="781050" progId="Package">
                  <p:embed/>
                </p:oleObj>
              </mc:Choice>
              <mc:Fallback>
                <p:oleObj name="Packager Shell Object" showAsIcon="1" r:id="rId2" imgW="2619375" imgH="781050" progId="Package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82695" y="4393022"/>
                        <a:ext cx="1598613" cy="481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737218" y="4365816"/>
          <a:ext cx="14541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Packager Shell Object" showAsIcon="1" r:id="rId4" imgW="2381250" imgH="781050" progId="Package">
                  <p:embed/>
                </p:oleObj>
              </mc:Choice>
              <mc:Fallback>
                <p:oleObj name="Packager Shell Object" showAsIcon="1" r:id="rId4" imgW="2381250" imgH="781050" progId="Package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37218" y="4365816"/>
                        <a:ext cx="1454150" cy="481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7"/>
          <p:cNvSpPr txBox="1"/>
          <p:nvPr/>
        </p:nvSpPr>
        <p:spPr>
          <a:xfrm>
            <a:off x="8277371" y="5405849"/>
            <a:ext cx="539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1600" b="1" dirty="0"/>
              <a:t>SGI</a:t>
            </a:r>
            <a:endParaRPr lang="en-US" sz="1600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558319" y="288703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 algn="l">
              <a:buClr>
                <a:schemeClr val="accent1"/>
              </a:buClr>
              <a:buFont typeface="DB Sans" panose="020B0502050202020204" pitchFamily="34" charset="0"/>
              <a:buChar char="‒"/>
            </a:pP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407368" y="1124744"/>
            <a:ext cx="760163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 algn="l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b="1" dirty="0"/>
              <a:t>JSON</a:t>
            </a:r>
            <a:r>
              <a:rPr lang="en-US" sz="1600" dirty="0"/>
              <a:t> (JavaScript Object Notation) is a lightweight data-interchange format.</a:t>
            </a:r>
            <a:endParaRPr lang="en-US" sz="1600" dirty="0"/>
          </a:p>
          <a:p>
            <a:pPr marL="180975" indent="-180975" algn="l">
              <a:buClr>
                <a:schemeClr val="accent1"/>
              </a:buClr>
              <a:buFont typeface="DB Sans" panose="020B0502050202020204" pitchFamily="34" charset="0"/>
              <a:buChar char="‒"/>
            </a:pPr>
            <a:endParaRPr lang="en-US" sz="1600" dirty="0"/>
          </a:p>
          <a:p>
            <a:pPr marL="180975" indent="-180975" algn="l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Structure:</a:t>
            </a:r>
            <a:endParaRPr lang="en-US" sz="1600" dirty="0"/>
          </a:p>
          <a:p>
            <a:pPr marL="180975" indent="-180975" algn="l">
              <a:buClr>
                <a:schemeClr val="accent1"/>
              </a:buClr>
              <a:buFont typeface="DB Sans" panose="020B0502050202020204" pitchFamily="34" charset="0"/>
              <a:buChar char="‒"/>
            </a:pPr>
            <a:endParaRPr lang="en-US" sz="1600" dirty="0"/>
          </a:p>
          <a:p>
            <a:pPr marL="638175" lvl="1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Object {“name”:””}</a:t>
            </a:r>
            <a:endParaRPr lang="en-US" sz="1600" dirty="0"/>
          </a:p>
          <a:p>
            <a:pPr marL="638175" lvl="1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endParaRPr lang="en-US" sz="1600" dirty="0"/>
          </a:p>
          <a:p>
            <a:pPr marL="638175" lvl="1" indent="-180975">
              <a:buClr>
                <a:schemeClr val="accent1"/>
              </a:buClr>
              <a:buFont typeface="DB Sans" panose="020B0502050202020204" pitchFamily="34" charset="0"/>
              <a:buChar char="‒"/>
            </a:pPr>
            <a:r>
              <a:rPr lang="en-US" sz="1600" dirty="0"/>
              <a:t>Array []</a:t>
            </a:r>
            <a:endParaRPr lang="en-US" sz="16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04600" y="3779683"/>
          <a:ext cx="2057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ackager Shell Object" showAsIcon="1" r:id="rId1" imgW="3371850" imgH="781050" progId="Package">
                  <p:embed/>
                </p:oleObj>
              </mc:Choice>
              <mc:Fallback>
                <p:oleObj name="Packager Shell Object" showAsIcon="1" r:id="rId1" imgW="3371850" imgH="781050" progId="Package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4600" y="3779683"/>
                        <a:ext cx="2057400" cy="481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Thank you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DB SCHENKER | Vanessa Xu| AM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ags/tag1.xml><?xml version="1.0" encoding="utf-8"?>
<p:tagLst xmlns:p="http://schemas.openxmlformats.org/presentationml/2006/main">
  <p:tag name="ISLIDE.DIAGRAM" val="#293147"/>
</p:tagLst>
</file>

<file path=ppt/tags/tag2.xml><?xml version="1.0" encoding="utf-8"?>
<p:tagLst xmlns:p="http://schemas.openxmlformats.org/presentationml/2006/main">
  <p:tag name="ISLIDE.DIAGRAM" val="#293147;"/>
</p:tagLst>
</file>

<file path=ppt/tags/tag3.xml><?xml version="1.0" encoding="utf-8"?>
<p:tagLst xmlns:p="http://schemas.openxmlformats.org/presentationml/2006/main">
  <p:tag name="ISLIDE.DIAGRAM" val="#293147"/>
</p:tagLst>
</file>

<file path=ppt/tags/tag4.xml><?xml version="1.0" encoding="utf-8"?>
<p:tagLst xmlns:p="http://schemas.openxmlformats.org/presentationml/2006/main">
  <p:tag name="ISLIDE.DIAGRAM" val="#293147;"/>
</p:tagLst>
</file>

<file path=ppt/tags/tag5.xml><?xml version="1.0" encoding="utf-8"?>
<p:tagLst xmlns:p="http://schemas.openxmlformats.org/presentationml/2006/main">
  <p:tag name="ISLIDE.DIAGRAM" val="#293147"/>
</p:tagLst>
</file>

<file path=ppt/tags/tag6.xml><?xml version="1.0" encoding="utf-8"?>
<p:tagLst xmlns:p="http://schemas.openxmlformats.org/presentationml/2006/main">
  <p:tag name="ISLIDE.DIAGRAM" val="#293147;"/>
</p:tagLst>
</file>

<file path=ppt/tags/tag7.xml><?xml version="1.0" encoding="utf-8"?>
<p:tagLst xmlns:p="http://schemas.openxmlformats.org/presentationml/2006/main">
  <p:tag name="ISLIDE.DIAGRAM" val="#293147"/>
</p:tagLst>
</file>

<file path=ppt/tags/tag8.xml><?xml version="1.0" encoding="utf-8"?>
<p:tagLst xmlns:p="http://schemas.openxmlformats.org/presentationml/2006/main">
  <p:tag name="ISLIDE.DIAGRAM" val="#293147;"/>
</p:tagLst>
</file>

<file path=ppt/tags/tag9.xml><?xml version="1.0" encoding="utf-8"?>
<p:tagLst xmlns:p="http://schemas.openxmlformats.org/presentationml/2006/main">
  <p:tag name="KSO_WM_UNIT_TABLE_BEAUTIFY" val="smartTable{8f690c17-1e2f-46f7-838e-c4217a74c523}"/>
</p:tagLst>
</file>

<file path=ppt/tags/tag10.xml><?xml version="1.0" encoding="utf-8"?>
<p:tagLst xmlns:p="http://schemas.openxmlformats.org/presentationml/2006/main">
  <p:tag name="KSO_WPP_MARK_KEY" val="0bfdad1f-1fd1-4960-b275-ead0c28f1b89"/>
  <p:tag name="COMMONDATA" val="eyJoZGlkIjoiMDhkZDgxNDBjMmU4NDRkM2M4NTFhNzg4Yzc4NDMyYjAifQ=="/>
</p:tagLst>
</file>

<file path=ppt/theme/theme1.xml><?xml version="1.0" encoding="utf-8"?>
<a:theme xmlns:a="http://schemas.openxmlformats.org/drawingml/2006/main" name="DB Schenker">
  <a:themeElements>
    <a:clrScheme name="SCHENKER10">
      <a:dk1>
        <a:sysClr val="windowText" lastClr="000000"/>
      </a:dk1>
      <a:lt1>
        <a:sysClr val="window" lastClr="FFFFFF"/>
      </a:lt1>
      <a:dk2>
        <a:srgbClr val="EC0016"/>
      </a:dk2>
      <a:lt2>
        <a:srgbClr val="167D86"/>
      </a:lt2>
      <a:accent1>
        <a:srgbClr val="167D86"/>
      </a:accent1>
      <a:accent2>
        <a:srgbClr val="5DB1B9"/>
      </a:accent2>
      <a:accent3>
        <a:srgbClr val="99C8CE"/>
      </a:accent3>
      <a:accent4>
        <a:srgbClr val="555B63"/>
      </a:accent4>
      <a:accent5>
        <a:srgbClr val="8D919B"/>
      </a:accent5>
      <a:accent6>
        <a:srgbClr val="D2D1D8"/>
      </a:accent6>
      <a:hlink>
        <a:srgbClr val="555B63"/>
      </a:hlink>
      <a:folHlink>
        <a:srgbClr val="D3D8DC"/>
      </a:folHlink>
    </a:clrScheme>
    <a:fontScheme name="SCHENKER">
      <a:majorFont>
        <a:latin typeface="DB Head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2"/>
          </a:solidFill>
        </a:ln>
      </a:spPr>
      <a:bodyPr rtlCol="0" anchor="ctr"/>
      <a:lstStyle>
        <a:defPPr algn="ctr">
          <a:buClr>
            <a:schemeClr val="accent2"/>
          </a:buClr>
          <a:defRPr sz="16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80975" indent="-180975" algn="l">
          <a:buClr>
            <a:schemeClr val="accent1"/>
          </a:buClr>
          <a:buFont typeface="DB Sans" panose="020B0502050202020204" pitchFamily="34" charset="0"/>
          <a:buChar char="‒"/>
          <a:defRPr sz="1600" smtClean="0"/>
        </a:defPPr>
      </a:lstStyle>
    </a:txDef>
  </a:objectDefaults>
  <a:custClrLst>
    <a:custClr name="Yellow 700">
      <a:srgbClr val="FF9B00"/>
    </a:custClr>
    <a:custClr name="Orange 700">
      <a:srgbClr val="C05E00"/>
    </a:custClr>
    <a:custClr name="Red 700">
      <a:srgbClr val="9B000E"/>
    </a:custClr>
    <a:custClr name="Burgundry 700">
      <a:srgbClr val="641E32"/>
    </a:custClr>
    <a:custClr name="Pink 700">
      <a:srgbClr val="B80065"/>
    </a:custClr>
    <a:custClr name="Violett 700">
      <a:srgbClr val="581D70"/>
    </a:custClr>
    <a:custClr name="Blue 700">
      <a:srgbClr val="0A1E6E"/>
    </a:custClr>
    <a:custClr name="Cyan 700">
      <a:srgbClr val="0087B9"/>
    </a:custClr>
    <a:custClr name="Turquiose 700">
      <a:srgbClr val="006E6B"/>
    </a:custClr>
    <a:custClr name="Green 700">
      <a:srgbClr val="165C27"/>
    </a:custClr>
    <a:custClr name="Yellow 500">
      <a:srgbClr val="FFD800"/>
    </a:custClr>
    <a:custClr name="Orange 500">
      <a:srgbClr val="F39200"/>
    </a:custClr>
    <a:custClr name="Red 500">
      <a:srgbClr val="EC0016"/>
    </a:custClr>
    <a:custClr name="Burgundry 500">
      <a:srgbClr val="A9455D"/>
    </a:custClr>
    <a:custClr name="Pink 500">
      <a:srgbClr val="E93E8F"/>
    </a:custClr>
    <a:custClr name="Violett 500">
      <a:srgbClr val="814997"/>
    </a:custClr>
    <a:custClr name="Blue 500">
      <a:srgbClr val="1455C0"/>
    </a:custClr>
    <a:custClr name="Cyan 500">
      <a:srgbClr val="309FD1"/>
    </a:custClr>
    <a:custClr name="Turquiose 500">
      <a:srgbClr val="00A099"/>
    </a:custClr>
    <a:custClr name="Green 500">
      <a:srgbClr val="408335"/>
    </a:custClr>
    <a:custClr name="Yellow 300">
      <a:srgbClr val="FFF876"/>
    </a:custClr>
    <a:custClr name="Orange 300">
      <a:srgbClr val="FACA7F"/>
    </a:custClr>
    <a:custClr name="Red 300">
      <a:srgbClr val="FA9090"/>
    </a:custClr>
    <a:custClr name="Burgundry 300">
      <a:srgbClr val="DA9AA8"/>
    </a:custClr>
    <a:custClr name="Pink 300">
      <a:srgbClr val="F4AECE"/>
    </a:custClr>
    <a:custClr name="Violett 300">
      <a:srgbClr val="C2A1C7"/>
    </a:custClr>
    <a:custClr name="Blue 300">
      <a:srgbClr val="73AEF4"/>
    </a:custClr>
    <a:custClr name="Cyan 300">
      <a:srgbClr val="84CFEF"/>
    </a:custClr>
    <a:custClr name="Turquiose 300">
      <a:srgbClr val="83CACA"/>
    </a:custClr>
    <a:custClr name="Green 300">
      <a:srgbClr val="8CBC80"/>
    </a:custClr>
    <a:custClr name="Yellow 100">
      <a:srgbClr val="FFFFDC"/>
    </a:custClr>
    <a:custClr name="Orange 100">
      <a:srgbClr val="FFF4D8"/>
    </a:custClr>
    <a:custClr name="Red 100">
      <a:srgbClr val="FEE6E6"/>
    </a:custClr>
    <a:custClr name="Burgundry 100">
      <a:srgbClr val="F4E8ED"/>
    </a:custClr>
    <a:custClr name="Pink 100">
      <a:srgbClr val="FDEEF8"/>
    </a:custClr>
    <a:custClr name="Violett 100">
      <a:srgbClr val="F4EEFA"/>
    </a:custClr>
    <a:custClr name="Blue 100">
      <a:srgbClr val="E0EFFB"/>
    </a:custClr>
    <a:custClr name="Cyan 100">
      <a:srgbClr val="E5FAFF"/>
    </a:custClr>
    <a:custClr name="Turquiose 100">
      <a:srgbClr val="E3F5F4"/>
    </a:custClr>
    <a:custClr name="Green 100">
      <a:srgbClr val="E2F3E5"/>
    </a:custClr>
    <a:custClr name="Light Green 700">
      <a:srgbClr val="44741A"/>
    </a:custClr>
    <a:custClr name="Light Green 500">
      <a:srgbClr val="78BE14"/>
    </a:custClr>
    <a:custClr name="Light Green 300">
      <a:srgbClr val="9FD45F"/>
    </a:custClr>
    <a:custClr name="Light Green 100">
      <a:srgbClr val="EBF7DD"/>
    </a:custClr>
    <a:custClr name="Warm Grey 700">
      <a:srgbClr val="4F4B41"/>
    </a:custClr>
    <a:custClr name="Warm Grey 500">
      <a:srgbClr val="858379"/>
    </a:custClr>
    <a:custClr name="Warm Grey 300">
      <a:srgbClr val="BCBBB2"/>
    </a:custClr>
    <a:custClr name="Warm Grey 100">
      <a:srgbClr val="F5F4F1"/>
    </a:custClr>
    <a:custClr name="Black">
      <a:srgbClr val="000000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SCHENKER NEU!">
      <a:dk1>
        <a:sysClr val="windowText" lastClr="000000"/>
      </a:dk1>
      <a:lt1>
        <a:sysClr val="window" lastClr="FFFFFF"/>
      </a:lt1>
      <a:dk2>
        <a:srgbClr val="EC0016"/>
      </a:dk2>
      <a:lt2>
        <a:srgbClr val="167D86"/>
      </a:lt2>
      <a:accent1>
        <a:srgbClr val="5DB1B9"/>
      </a:accent1>
      <a:accent2>
        <a:srgbClr val="99C8CE"/>
      </a:accent2>
      <a:accent3>
        <a:srgbClr val="CAE7EA"/>
      </a:accent3>
      <a:accent4>
        <a:srgbClr val="555B63"/>
      </a:accent4>
      <a:accent5>
        <a:srgbClr val="8D919B"/>
      </a:accent5>
      <a:accent6>
        <a:srgbClr val="D2D1D8"/>
      </a:accent6>
      <a:hlink>
        <a:srgbClr val="555B63"/>
      </a:hlink>
      <a:folHlink>
        <a:srgbClr val="D3D8DC"/>
      </a:folHlink>
    </a:clrScheme>
    <a:fontScheme name="Schenker">
      <a:majorFont>
        <a:latin typeface="DB Head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SCHENKER NEU!">
      <a:dk1>
        <a:sysClr val="windowText" lastClr="000000"/>
      </a:dk1>
      <a:lt1>
        <a:sysClr val="window" lastClr="FFFFFF"/>
      </a:lt1>
      <a:dk2>
        <a:srgbClr val="EC0016"/>
      </a:dk2>
      <a:lt2>
        <a:srgbClr val="167D86"/>
      </a:lt2>
      <a:accent1>
        <a:srgbClr val="5DB1B9"/>
      </a:accent1>
      <a:accent2>
        <a:srgbClr val="99C8CE"/>
      </a:accent2>
      <a:accent3>
        <a:srgbClr val="CAE7EA"/>
      </a:accent3>
      <a:accent4>
        <a:srgbClr val="555B63"/>
      </a:accent4>
      <a:accent5>
        <a:srgbClr val="8D919B"/>
      </a:accent5>
      <a:accent6>
        <a:srgbClr val="D2D1D8"/>
      </a:accent6>
      <a:hlink>
        <a:srgbClr val="555B63"/>
      </a:hlink>
      <a:folHlink>
        <a:srgbClr val="D3D8DC"/>
      </a:folHlink>
    </a:clrScheme>
    <a:fontScheme name="Schenker">
      <a:majorFont>
        <a:latin typeface="DB Head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 Schenker</Template>
  <TotalTime>0</TotalTime>
  <Words>12374</Words>
  <Application>WPS 演示</Application>
  <PresentationFormat>Widescreen</PresentationFormat>
  <Paragraphs>1218</Paragraphs>
  <Slides>43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43</vt:i4>
      </vt:variant>
    </vt:vector>
  </HeadingPairs>
  <TitlesOfParts>
    <vt:vector size="70" baseType="lpstr">
      <vt:lpstr>Arial</vt:lpstr>
      <vt:lpstr>宋体</vt:lpstr>
      <vt:lpstr>Wingdings</vt:lpstr>
      <vt:lpstr>DB Sans</vt:lpstr>
      <vt:lpstr>Segoe Print</vt:lpstr>
      <vt:lpstr>DB Head Light</vt:lpstr>
      <vt:lpstr>Symbol</vt:lpstr>
      <vt:lpstr>Trebuchet MS</vt:lpstr>
      <vt:lpstr>微软雅黑</vt:lpstr>
      <vt:lpstr>DB Office</vt:lpstr>
      <vt:lpstr>Vijaya</vt:lpstr>
      <vt:lpstr>DB Head</vt:lpstr>
      <vt:lpstr>Arial Unicode MS</vt:lpstr>
      <vt:lpstr>DB Office</vt:lpstr>
      <vt:lpstr>Calibri</vt:lpstr>
      <vt:lpstr>Times New Roman</vt:lpstr>
      <vt:lpstr>Courier New</vt:lpstr>
      <vt:lpstr>DB Schenker</vt:lpstr>
      <vt:lpstr>Word.Document.12</vt:lpstr>
      <vt:lpstr>Word.Document.8</vt:lpstr>
      <vt:lpstr>Package</vt:lpstr>
      <vt:lpstr>Word.Document.8</vt:lpstr>
      <vt:lpstr>Package</vt:lpstr>
      <vt:lpstr>Package</vt:lpstr>
      <vt:lpstr>Package</vt:lpstr>
      <vt:lpstr>Package</vt:lpstr>
      <vt:lpstr>Package</vt:lpstr>
      <vt:lpstr>General Introduction</vt:lpstr>
      <vt:lpstr>General Introduction</vt:lpstr>
      <vt:lpstr>General Introduction</vt:lpstr>
      <vt:lpstr>General Introduction</vt:lpstr>
      <vt:lpstr>DB Schenker</vt:lpstr>
      <vt:lpstr>TSC</vt:lpstr>
      <vt:lpstr>EDI</vt:lpstr>
      <vt:lpstr>EDI</vt:lpstr>
      <vt:lpstr>EDI</vt:lpstr>
      <vt:lpstr>SWORD</vt:lpstr>
      <vt:lpstr>SWORD</vt:lpstr>
      <vt:lpstr>General Introduction</vt:lpstr>
      <vt:lpstr>SWORD Framework</vt:lpstr>
      <vt:lpstr>SWORD Framework</vt:lpstr>
      <vt:lpstr>SWORD DEV</vt:lpstr>
      <vt:lpstr>SWORD TEST</vt:lpstr>
      <vt:lpstr>SWROD PROD</vt:lpstr>
      <vt:lpstr>B2Bi Streams</vt:lpstr>
      <vt:lpstr>General Introduction</vt:lpstr>
      <vt:lpstr>File Types</vt:lpstr>
      <vt:lpstr>ANSI X12</vt:lpstr>
      <vt:lpstr>X12 Structure and Enveloping </vt:lpstr>
      <vt:lpstr>ISA, IEA Segments</vt:lpstr>
      <vt:lpstr>ISA, IEA Segments</vt:lpstr>
      <vt:lpstr>GS, GE Segments</vt:lpstr>
      <vt:lpstr>ST, SE Segments</vt:lpstr>
      <vt:lpstr>Data Element Type</vt:lpstr>
      <vt:lpstr>ANSI X12 Most Used Messages</vt:lpstr>
      <vt:lpstr>EDIFACT</vt:lpstr>
      <vt:lpstr>EDIFACT Structure and Enveloping </vt:lpstr>
      <vt:lpstr>EDIFACT Example File</vt:lpstr>
      <vt:lpstr>UNA Segment</vt:lpstr>
      <vt:lpstr>UNB, UNZ Segments</vt:lpstr>
      <vt:lpstr>UNH, UNT Segments</vt:lpstr>
      <vt:lpstr>EDIFACT Most Used Messages</vt:lpstr>
      <vt:lpstr>EDIFACT Generic Segments</vt:lpstr>
      <vt:lpstr>Inhouse</vt:lpstr>
      <vt:lpstr>AE, BE</vt:lpstr>
      <vt:lpstr>CE</vt:lpstr>
      <vt:lpstr>XML</vt:lpstr>
      <vt:lpstr>XML Schema</vt:lpstr>
      <vt:lpstr>JSON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</dc:title>
  <dc:creator>Lehmkuhl, Laureen</dc:creator>
  <dc:description>Optimized for Office 365</dc:description>
  <cp:lastModifiedBy>，，</cp:lastModifiedBy>
  <cp:revision>78</cp:revision>
  <cp:lastPrinted>2019-09-19T09:42:00Z</cp:lastPrinted>
  <dcterms:created xsi:type="dcterms:W3CDTF">2020-04-30T07:47:00Z</dcterms:created>
  <dcterms:modified xsi:type="dcterms:W3CDTF">2022-12-13T09:40:45Z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MSIP_Label_705c9e18-d393-4470-8b67-9616c62ec31f_Enabled">
    <vt:lpwstr>true</vt:lpwstr>
  </property>
  <property fmtid="{D5CDD505-2E9C-101B-9397-08002B2CF9AE}" pid="4" name="MSIP_Label_705c9e18-d393-4470-8b67-9616c62ec31f_SetDate">
    <vt:lpwstr>2020-11-22T13:27:07Z</vt:lpwstr>
  </property>
  <property fmtid="{D5CDD505-2E9C-101B-9397-08002B2CF9AE}" pid="5" name="MSIP_Label_705c9e18-d393-4470-8b67-9616c62ec31f_Method">
    <vt:lpwstr>Standard</vt:lpwstr>
  </property>
  <property fmtid="{D5CDD505-2E9C-101B-9397-08002B2CF9AE}" pid="6" name="MSIP_Label_705c9e18-d393-4470-8b67-9616c62ec31f_Name">
    <vt:lpwstr>705c9e18-d393-4470-8b67-9616c62ec31f</vt:lpwstr>
  </property>
  <property fmtid="{D5CDD505-2E9C-101B-9397-08002B2CF9AE}" pid="7" name="MSIP_Label_705c9e18-d393-4470-8b67-9616c62ec31f_SiteId">
    <vt:lpwstr>c5d1e823-e2b8-46bf-92ff-84f54313e0a5</vt:lpwstr>
  </property>
  <property fmtid="{D5CDD505-2E9C-101B-9397-08002B2CF9AE}" pid="8" name="MSIP_Label_705c9e18-d393-4470-8b67-9616c62ec31f_ActionId">
    <vt:lpwstr>caa19a0e-ae6c-4bc0-a86a-5da6e5da560c</vt:lpwstr>
  </property>
  <property fmtid="{D5CDD505-2E9C-101B-9397-08002B2CF9AE}" pid="9" name="MSIP_Label_705c9e18-d393-4470-8b67-9616c62ec31f_ContentBits">
    <vt:lpwstr>0</vt:lpwstr>
  </property>
  <property fmtid="{D5CDD505-2E9C-101B-9397-08002B2CF9AE}" pid="10" name="ICV">
    <vt:lpwstr>847298A6B7C64FAF8F354CA7FD55D233</vt:lpwstr>
  </property>
  <property fmtid="{D5CDD505-2E9C-101B-9397-08002B2CF9AE}" pid="11" name="KSOProductBuildVer">
    <vt:lpwstr>2052-11.1.0.12598</vt:lpwstr>
  </property>
</Properties>
</file>