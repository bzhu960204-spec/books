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6"/>
  </p:sldMasterIdLst>
  <p:sldIdLst>
    <p:sldId id="257" r:id="rId7"/>
    <p:sldId id="260" r:id="rId8"/>
    <p:sldId id="258" r:id="rId9"/>
    <p:sldId id="259" r:id="rId10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1" Type="http://schemas.openxmlformats.org/officeDocument/2006/relationships/presProps" Target="presProps.xml"/><Relationship Id="rId6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8AF0-DEAD-4FCC-B112-6F5EAA5ADC5E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DD-91D3-4F4D-86D0-C5879C7D30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2485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8AF0-DEAD-4FCC-B112-6F5EAA5ADC5E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DD-91D3-4F4D-86D0-C5879C7D30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1850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8AF0-DEAD-4FCC-B112-6F5EAA5ADC5E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DD-91D3-4F4D-86D0-C5879C7D30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3869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8AF0-DEAD-4FCC-B112-6F5EAA5ADC5E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DD-91D3-4F4D-86D0-C5879C7D30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754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8AF0-DEAD-4FCC-B112-6F5EAA5ADC5E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DD-91D3-4F4D-86D0-C5879C7D30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3947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8AF0-DEAD-4FCC-B112-6F5EAA5ADC5E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DD-91D3-4F4D-86D0-C5879C7D30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2784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8AF0-DEAD-4FCC-B112-6F5EAA5ADC5E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DD-91D3-4F4D-86D0-C5879C7D30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785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8AF0-DEAD-4FCC-B112-6F5EAA5ADC5E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DD-91D3-4F4D-86D0-C5879C7D30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7295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8AF0-DEAD-4FCC-B112-6F5EAA5ADC5E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DD-91D3-4F4D-86D0-C5879C7D30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8027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8AF0-DEAD-4FCC-B112-6F5EAA5ADC5E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DD-91D3-4F4D-86D0-C5879C7D30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84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8AF0-DEAD-4FCC-B112-6F5EAA5ADC5E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DD-91D3-4F4D-86D0-C5879C7D30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0920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8AF0-DEAD-4FCC-B112-6F5EAA5ADC5E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4FCDD-91D3-4F4D-86D0-C5879C7D30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3549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/>
          <p:cNvSpPr/>
          <p:nvPr/>
        </p:nvSpPr>
        <p:spPr>
          <a:xfrm>
            <a:off x="4139952" y="188640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139952" y="105273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/>
          <p:cNvSpPr/>
          <p:nvPr/>
        </p:nvSpPr>
        <p:spPr>
          <a:xfrm>
            <a:off x="4139952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/>
          <p:cNvSpPr/>
          <p:nvPr/>
        </p:nvSpPr>
        <p:spPr>
          <a:xfrm>
            <a:off x="4139952" y="3356992"/>
            <a:ext cx="576064" cy="576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4139952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/>
          <p:cNvSpPr/>
          <p:nvPr/>
        </p:nvSpPr>
        <p:spPr>
          <a:xfrm>
            <a:off x="2627784" y="587727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/>
          <p:cNvSpPr/>
          <p:nvPr/>
        </p:nvSpPr>
        <p:spPr>
          <a:xfrm>
            <a:off x="1979712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/>
          <p:cNvSpPr/>
          <p:nvPr/>
        </p:nvSpPr>
        <p:spPr>
          <a:xfrm>
            <a:off x="971600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Ellipse 11"/>
          <p:cNvSpPr/>
          <p:nvPr/>
        </p:nvSpPr>
        <p:spPr>
          <a:xfrm>
            <a:off x="6280314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/>
          <p:cNvSpPr/>
          <p:nvPr/>
        </p:nvSpPr>
        <p:spPr>
          <a:xfrm>
            <a:off x="7236296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" name="Gerade Verbindung mit Pfeil 16"/>
          <p:cNvCxnSpPr>
            <a:stCxn id="4" idx="4"/>
            <a:endCxn id="4" idx="4"/>
          </p:cNvCxnSpPr>
          <p:nvPr/>
        </p:nvCxnSpPr>
        <p:spPr>
          <a:xfrm>
            <a:off x="4427984" y="764704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/>
          <p:cNvCxnSpPr>
            <a:stCxn id="4" idx="4"/>
            <a:endCxn id="5" idx="0"/>
          </p:cNvCxnSpPr>
          <p:nvPr/>
        </p:nvCxnSpPr>
        <p:spPr>
          <a:xfrm>
            <a:off x="4427984" y="764704"/>
            <a:ext cx="0" cy="288032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/>
          <p:cNvCxnSpPr>
            <a:stCxn id="5" idx="4"/>
            <a:endCxn id="6" idx="0"/>
          </p:cNvCxnSpPr>
          <p:nvPr/>
        </p:nvCxnSpPr>
        <p:spPr>
          <a:xfrm>
            <a:off x="4427984" y="1628800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/>
          <p:cNvCxnSpPr>
            <a:stCxn id="6" idx="4"/>
            <a:endCxn id="7" idx="0"/>
          </p:cNvCxnSpPr>
          <p:nvPr/>
        </p:nvCxnSpPr>
        <p:spPr>
          <a:xfrm>
            <a:off x="4427984" y="270892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/>
          <p:cNvSpPr txBox="1"/>
          <p:nvPr/>
        </p:nvSpPr>
        <p:spPr>
          <a:xfrm>
            <a:off x="4754908" y="3468955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self</a:t>
            </a:r>
            <a:endParaRPr lang="de-DE" dirty="0">
              <a:solidFill>
                <a:srgbClr val="00B050"/>
              </a:solidFill>
            </a:endParaRPr>
          </a:p>
        </p:txBody>
      </p:sp>
      <p:cxnSp>
        <p:nvCxnSpPr>
          <p:cNvPr id="28" name="Gewinkelte Verbindung 27"/>
          <p:cNvCxnSpPr>
            <a:stCxn id="5" idx="4"/>
            <a:endCxn id="12" idx="0"/>
          </p:cNvCxnSpPr>
          <p:nvPr/>
        </p:nvCxnSpPr>
        <p:spPr>
          <a:xfrm rot="16200000" flipH="1">
            <a:off x="5246137" y="810647"/>
            <a:ext cx="504056" cy="214036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winkelte Verbindung 30"/>
          <p:cNvCxnSpPr>
            <a:stCxn id="5" idx="4"/>
            <a:endCxn id="13" idx="0"/>
          </p:cNvCxnSpPr>
          <p:nvPr/>
        </p:nvCxnSpPr>
        <p:spPr>
          <a:xfrm rot="16200000" flipH="1">
            <a:off x="5724128" y="332656"/>
            <a:ext cx="504056" cy="3096344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winkelte Verbindung 35"/>
          <p:cNvCxnSpPr>
            <a:stCxn id="5" idx="4"/>
            <a:endCxn id="10" idx="0"/>
          </p:cNvCxnSpPr>
          <p:nvPr/>
        </p:nvCxnSpPr>
        <p:spPr>
          <a:xfrm rot="5400000">
            <a:off x="3095836" y="800708"/>
            <a:ext cx="504056" cy="216024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winkelte Verbindung 38"/>
          <p:cNvCxnSpPr>
            <a:stCxn id="5" idx="4"/>
            <a:endCxn id="11" idx="0"/>
          </p:cNvCxnSpPr>
          <p:nvPr/>
        </p:nvCxnSpPr>
        <p:spPr>
          <a:xfrm rot="5400000">
            <a:off x="2591780" y="296652"/>
            <a:ext cx="504056" cy="316835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40"/>
          <p:cNvSpPr txBox="1"/>
          <p:nvPr/>
        </p:nvSpPr>
        <p:spPr>
          <a:xfrm>
            <a:off x="4788024" y="2236222"/>
            <a:ext cx="80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parent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42" name="Ellipse 41"/>
          <p:cNvSpPr/>
          <p:nvPr/>
        </p:nvSpPr>
        <p:spPr>
          <a:xfrm>
            <a:off x="2051720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Ellipse 42"/>
          <p:cNvSpPr/>
          <p:nvPr/>
        </p:nvSpPr>
        <p:spPr>
          <a:xfrm>
            <a:off x="971600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Ellipse 43"/>
          <p:cNvSpPr/>
          <p:nvPr/>
        </p:nvSpPr>
        <p:spPr>
          <a:xfrm>
            <a:off x="6248062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Ellipse 44"/>
          <p:cNvSpPr/>
          <p:nvPr/>
        </p:nvSpPr>
        <p:spPr>
          <a:xfrm>
            <a:off x="7318243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7" name="Gerade Verbindung mit Pfeil 46"/>
          <p:cNvCxnSpPr>
            <a:stCxn id="7" idx="4"/>
            <a:endCxn id="8" idx="0"/>
          </p:cNvCxnSpPr>
          <p:nvPr/>
        </p:nvCxnSpPr>
        <p:spPr>
          <a:xfrm>
            <a:off x="4427984" y="3933056"/>
            <a:ext cx="0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winkelte Verbindung 49"/>
          <p:cNvCxnSpPr>
            <a:stCxn id="7" idx="4"/>
            <a:endCxn id="44" idx="0"/>
          </p:cNvCxnSpPr>
          <p:nvPr/>
        </p:nvCxnSpPr>
        <p:spPr>
          <a:xfrm rot="16200000" flipH="1">
            <a:off x="4977983" y="3383057"/>
            <a:ext cx="1008112" cy="210811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winkelte Verbindung 52"/>
          <p:cNvCxnSpPr>
            <a:stCxn id="7" idx="4"/>
            <a:endCxn id="45" idx="0"/>
          </p:cNvCxnSpPr>
          <p:nvPr/>
        </p:nvCxnSpPr>
        <p:spPr>
          <a:xfrm rot="16200000" flipH="1">
            <a:off x="5513073" y="2847966"/>
            <a:ext cx="1008112" cy="317829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winkelte Verbindung 55"/>
          <p:cNvCxnSpPr>
            <a:stCxn id="7" idx="4"/>
            <a:endCxn id="42" idx="0"/>
          </p:cNvCxnSpPr>
          <p:nvPr/>
        </p:nvCxnSpPr>
        <p:spPr>
          <a:xfrm rot="5400000">
            <a:off x="2879812" y="3392996"/>
            <a:ext cx="1008112" cy="208823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winkelte Verbindung 58"/>
          <p:cNvCxnSpPr>
            <a:stCxn id="7" idx="4"/>
            <a:endCxn id="43" idx="0"/>
          </p:cNvCxnSpPr>
          <p:nvPr/>
        </p:nvCxnSpPr>
        <p:spPr>
          <a:xfrm rot="5400000">
            <a:off x="2339752" y="2852936"/>
            <a:ext cx="1008112" cy="316835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feld 60"/>
          <p:cNvSpPr txBox="1"/>
          <p:nvPr/>
        </p:nvSpPr>
        <p:spPr>
          <a:xfrm>
            <a:off x="4600152" y="868070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ancestor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62" name="Textfeld 61"/>
          <p:cNvSpPr txBox="1"/>
          <p:nvPr/>
        </p:nvSpPr>
        <p:spPr>
          <a:xfrm>
            <a:off x="4850135" y="5044534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child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63" name="Textfeld 62"/>
          <p:cNvSpPr txBox="1"/>
          <p:nvPr/>
        </p:nvSpPr>
        <p:spPr>
          <a:xfrm>
            <a:off x="3806161" y="5980638"/>
            <a:ext cx="1280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descendent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64" name="Ellipse 63"/>
          <p:cNvSpPr/>
          <p:nvPr/>
        </p:nvSpPr>
        <p:spPr>
          <a:xfrm>
            <a:off x="1547664" y="587727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Ellipse 64"/>
          <p:cNvSpPr/>
          <p:nvPr/>
        </p:nvSpPr>
        <p:spPr>
          <a:xfrm>
            <a:off x="6772200" y="587727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Ellipse 65"/>
          <p:cNvSpPr/>
          <p:nvPr/>
        </p:nvSpPr>
        <p:spPr>
          <a:xfrm>
            <a:off x="5692080" y="587727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8" name="Gewinkelte Verbindung 67"/>
          <p:cNvCxnSpPr>
            <a:stCxn id="42" idx="4"/>
            <a:endCxn id="9" idx="0"/>
          </p:cNvCxnSpPr>
          <p:nvPr/>
        </p:nvCxnSpPr>
        <p:spPr>
          <a:xfrm rot="16200000" flipH="1">
            <a:off x="2447764" y="5409220"/>
            <a:ext cx="360040" cy="576064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winkelte Verbindung 70"/>
          <p:cNvCxnSpPr>
            <a:stCxn id="42" idx="4"/>
            <a:endCxn id="64" idx="0"/>
          </p:cNvCxnSpPr>
          <p:nvPr/>
        </p:nvCxnSpPr>
        <p:spPr>
          <a:xfrm rot="5400000">
            <a:off x="1907704" y="5445224"/>
            <a:ext cx="360040" cy="50405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winkelte Verbindung 73"/>
          <p:cNvCxnSpPr>
            <a:stCxn id="44" idx="4"/>
            <a:endCxn id="66" idx="0"/>
          </p:cNvCxnSpPr>
          <p:nvPr/>
        </p:nvCxnSpPr>
        <p:spPr>
          <a:xfrm rot="5400000">
            <a:off x="6078083" y="5419261"/>
            <a:ext cx="360040" cy="55598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winkelte Verbindung 75"/>
          <p:cNvCxnSpPr>
            <a:stCxn id="44" idx="4"/>
            <a:endCxn id="65" idx="0"/>
          </p:cNvCxnSpPr>
          <p:nvPr/>
        </p:nvCxnSpPr>
        <p:spPr>
          <a:xfrm rot="16200000" flipH="1">
            <a:off x="6618143" y="5435183"/>
            <a:ext cx="360040" cy="52413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Ellipse 85"/>
          <p:cNvSpPr/>
          <p:nvPr/>
        </p:nvSpPr>
        <p:spPr>
          <a:xfrm>
            <a:off x="7060232" y="3356991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Ellipse 86"/>
          <p:cNvSpPr/>
          <p:nvPr/>
        </p:nvSpPr>
        <p:spPr>
          <a:xfrm>
            <a:off x="8028384" y="335699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8" name="Ellipse 87"/>
          <p:cNvSpPr/>
          <p:nvPr/>
        </p:nvSpPr>
        <p:spPr>
          <a:xfrm>
            <a:off x="8028384" y="4149079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Ellipse 88"/>
          <p:cNvSpPr/>
          <p:nvPr/>
        </p:nvSpPr>
        <p:spPr>
          <a:xfrm>
            <a:off x="1383770" y="335699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" name="Ellipse 89"/>
          <p:cNvSpPr/>
          <p:nvPr/>
        </p:nvSpPr>
        <p:spPr>
          <a:xfrm>
            <a:off x="395536" y="3357464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1" name="Ellipse 90"/>
          <p:cNvSpPr/>
          <p:nvPr/>
        </p:nvSpPr>
        <p:spPr>
          <a:xfrm>
            <a:off x="395536" y="4149079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3" name="Gewinkelte Verbindung 92"/>
          <p:cNvCxnSpPr>
            <a:stCxn id="6" idx="4"/>
            <a:endCxn id="86" idx="0"/>
          </p:cNvCxnSpPr>
          <p:nvPr/>
        </p:nvCxnSpPr>
        <p:spPr>
          <a:xfrm rot="16200000" flipH="1">
            <a:off x="5564089" y="1572815"/>
            <a:ext cx="648071" cy="292028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winkelte Verbindung 94"/>
          <p:cNvCxnSpPr>
            <a:stCxn id="6" idx="4"/>
            <a:endCxn id="87" idx="0"/>
          </p:cNvCxnSpPr>
          <p:nvPr/>
        </p:nvCxnSpPr>
        <p:spPr>
          <a:xfrm rot="16200000" flipH="1">
            <a:off x="6048164" y="1088740"/>
            <a:ext cx="648072" cy="388843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ewinkelte Verbindung 96"/>
          <p:cNvCxnSpPr>
            <a:stCxn id="6" idx="4"/>
            <a:endCxn id="89" idx="0"/>
          </p:cNvCxnSpPr>
          <p:nvPr/>
        </p:nvCxnSpPr>
        <p:spPr>
          <a:xfrm rot="5400000">
            <a:off x="2725857" y="1654865"/>
            <a:ext cx="648072" cy="275618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winkelte Verbindung 98"/>
          <p:cNvCxnSpPr>
            <a:stCxn id="6" idx="4"/>
            <a:endCxn id="90" idx="0"/>
          </p:cNvCxnSpPr>
          <p:nvPr/>
        </p:nvCxnSpPr>
        <p:spPr>
          <a:xfrm rot="5400000">
            <a:off x="2231504" y="1160984"/>
            <a:ext cx="648544" cy="374441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rade Verbindung mit Pfeil 100"/>
          <p:cNvCxnSpPr>
            <a:stCxn id="87" idx="4"/>
            <a:endCxn id="88" idx="0"/>
          </p:cNvCxnSpPr>
          <p:nvPr/>
        </p:nvCxnSpPr>
        <p:spPr>
          <a:xfrm>
            <a:off x="8316416" y="3933056"/>
            <a:ext cx="0" cy="2160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Gerade Verbindung mit Pfeil 102"/>
          <p:cNvCxnSpPr>
            <a:stCxn id="90" idx="4"/>
            <a:endCxn id="91" idx="0"/>
          </p:cNvCxnSpPr>
          <p:nvPr/>
        </p:nvCxnSpPr>
        <p:spPr>
          <a:xfrm>
            <a:off x="683568" y="3933528"/>
            <a:ext cx="0" cy="2155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824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/>
          <p:cNvSpPr/>
          <p:nvPr/>
        </p:nvSpPr>
        <p:spPr>
          <a:xfrm>
            <a:off x="4139952" y="188640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139952" y="105273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/>
          <p:cNvSpPr/>
          <p:nvPr/>
        </p:nvSpPr>
        <p:spPr>
          <a:xfrm>
            <a:off x="4139952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/>
          <p:cNvSpPr/>
          <p:nvPr/>
        </p:nvSpPr>
        <p:spPr>
          <a:xfrm>
            <a:off x="4139952" y="3356992"/>
            <a:ext cx="576064" cy="576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4139952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/>
          <p:cNvSpPr/>
          <p:nvPr/>
        </p:nvSpPr>
        <p:spPr>
          <a:xfrm>
            <a:off x="2627784" y="587727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/>
          <p:cNvSpPr/>
          <p:nvPr/>
        </p:nvSpPr>
        <p:spPr>
          <a:xfrm>
            <a:off x="1979712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/>
          <p:cNvSpPr/>
          <p:nvPr/>
        </p:nvSpPr>
        <p:spPr>
          <a:xfrm>
            <a:off x="971600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Ellipse 11"/>
          <p:cNvSpPr/>
          <p:nvPr/>
        </p:nvSpPr>
        <p:spPr>
          <a:xfrm>
            <a:off x="6280314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/>
          <p:cNvSpPr/>
          <p:nvPr/>
        </p:nvSpPr>
        <p:spPr>
          <a:xfrm>
            <a:off x="7236296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" name="Gerade Verbindung mit Pfeil 16"/>
          <p:cNvCxnSpPr>
            <a:stCxn id="4" idx="4"/>
            <a:endCxn id="4" idx="4"/>
          </p:cNvCxnSpPr>
          <p:nvPr/>
        </p:nvCxnSpPr>
        <p:spPr>
          <a:xfrm>
            <a:off x="4427984" y="764704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/>
          <p:cNvCxnSpPr>
            <a:stCxn id="4" idx="4"/>
            <a:endCxn id="5" idx="0"/>
          </p:cNvCxnSpPr>
          <p:nvPr/>
        </p:nvCxnSpPr>
        <p:spPr>
          <a:xfrm>
            <a:off x="4427984" y="764704"/>
            <a:ext cx="0" cy="288032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/>
          <p:cNvCxnSpPr>
            <a:stCxn id="5" idx="4"/>
            <a:endCxn id="6" idx="0"/>
          </p:cNvCxnSpPr>
          <p:nvPr/>
        </p:nvCxnSpPr>
        <p:spPr>
          <a:xfrm>
            <a:off x="4427984" y="1628800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/>
          <p:cNvCxnSpPr>
            <a:stCxn id="6" idx="4"/>
            <a:endCxn id="7" idx="0"/>
          </p:cNvCxnSpPr>
          <p:nvPr/>
        </p:nvCxnSpPr>
        <p:spPr>
          <a:xfrm>
            <a:off x="4427984" y="270892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/>
          <p:cNvSpPr txBox="1"/>
          <p:nvPr/>
        </p:nvSpPr>
        <p:spPr>
          <a:xfrm>
            <a:off x="4754908" y="3468955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self</a:t>
            </a:r>
            <a:endParaRPr lang="de-DE" dirty="0">
              <a:solidFill>
                <a:srgbClr val="00B050"/>
              </a:solidFill>
            </a:endParaRPr>
          </a:p>
        </p:txBody>
      </p:sp>
      <p:cxnSp>
        <p:nvCxnSpPr>
          <p:cNvPr id="28" name="Gewinkelte Verbindung 27"/>
          <p:cNvCxnSpPr>
            <a:stCxn id="5" idx="4"/>
            <a:endCxn id="12" idx="0"/>
          </p:cNvCxnSpPr>
          <p:nvPr/>
        </p:nvCxnSpPr>
        <p:spPr>
          <a:xfrm rot="16200000" flipH="1">
            <a:off x="5246137" y="810647"/>
            <a:ext cx="504056" cy="214036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winkelte Verbindung 30"/>
          <p:cNvCxnSpPr>
            <a:stCxn id="5" idx="4"/>
            <a:endCxn id="13" idx="0"/>
          </p:cNvCxnSpPr>
          <p:nvPr/>
        </p:nvCxnSpPr>
        <p:spPr>
          <a:xfrm rot="16200000" flipH="1">
            <a:off x="5724128" y="332656"/>
            <a:ext cx="504056" cy="3096344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winkelte Verbindung 35"/>
          <p:cNvCxnSpPr>
            <a:stCxn id="5" idx="4"/>
            <a:endCxn id="10" idx="0"/>
          </p:cNvCxnSpPr>
          <p:nvPr/>
        </p:nvCxnSpPr>
        <p:spPr>
          <a:xfrm rot="5400000">
            <a:off x="3095836" y="800708"/>
            <a:ext cx="504056" cy="216024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winkelte Verbindung 38"/>
          <p:cNvCxnSpPr>
            <a:stCxn id="5" idx="4"/>
            <a:endCxn id="11" idx="0"/>
          </p:cNvCxnSpPr>
          <p:nvPr/>
        </p:nvCxnSpPr>
        <p:spPr>
          <a:xfrm rot="5400000">
            <a:off x="2591780" y="296652"/>
            <a:ext cx="504056" cy="316835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40"/>
          <p:cNvSpPr txBox="1"/>
          <p:nvPr/>
        </p:nvSpPr>
        <p:spPr>
          <a:xfrm>
            <a:off x="4788024" y="2236222"/>
            <a:ext cx="80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parent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42" name="Ellipse 41"/>
          <p:cNvSpPr/>
          <p:nvPr/>
        </p:nvSpPr>
        <p:spPr>
          <a:xfrm>
            <a:off x="2051720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Ellipse 42"/>
          <p:cNvSpPr/>
          <p:nvPr/>
        </p:nvSpPr>
        <p:spPr>
          <a:xfrm>
            <a:off x="971600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Ellipse 43"/>
          <p:cNvSpPr/>
          <p:nvPr/>
        </p:nvSpPr>
        <p:spPr>
          <a:xfrm>
            <a:off x="6248062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Ellipse 44"/>
          <p:cNvSpPr/>
          <p:nvPr/>
        </p:nvSpPr>
        <p:spPr>
          <a:xfrm>
            <a:off x="7318243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7" name="Gerade Verbindung mit Pfeil 46"/>
          <p:cNvCxnSpPr>
            <a:stCxn id="7" idx="4"/>
            <a:endCxn id="8" idx="0"/>
          </p:cNvCxnSpPr>
          <p:nvPr/>
        </p:nvCxnSpPr>
        <p:spPr>
          <a:xfrm>
            <a:off x="4427984" y="3933056"/>
            <a:ext cx="0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winkelte Verbindung 49"/>
          <p:cNvCxnSpPr>
            <a:stCxn id="7" idx="4"/>
            <a:endCxn id="44" idx="0"/>
          </p:cNvCxnSpPr>
          <p:nvPr/>
        </p:nvCxnSpPr>
        <p:spPr>
          <a:xfrm rot="16200000" flipH="1">
            <a:off x="4977983" y="3383057"/>
            <a:ext cx="1008112" cy="210811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winkelte Verbindung 52"/>
          <p:cNvCxnSpPr>
            <a:stCxn id="7" idx="4"/>
            <a:endCxn id="45" idx="0"/>
          </p:cNvCxnSpPr>
          <p:nvPr/>
        </p:nvCxnSpPr>
        <p:spPr>
          <a:xfrm rot="16200000" flipH="1">
            <a:off x="5513073" y="2847966"/>
            <a:ext cx="1008112" cy="317829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winkelte Verbindung 55"/>
          <p:cNvCxnSpPr>
            <a:stCxn id="7" idx="4"/>
            <a:endCxn id="42" idx="0"/>
          </p:cNvCxnSpPr>
          <p:nvPr/>
        </p:nvCxnSpPr>
        <p:spPr>
          <a:xfrm rot="5400000">
            <a:off x="2879812" y="3392996"/>
            <a:ext cx="1008112" cy="208823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winkelte Verbindung 58"/>
          <p:cNvCxnSpPr>
            <a:stCxn id="7" idx="4"/>
            <a:endCxn id="43" idx="0"/>
          </p:cNvCxnSpPr>
          <p:nvPr/>
        </p:nvCxnSpPr>
        <p:spPr>
          <a:xfrm rot="5400000">
            <a:off x="2339752" y="2852936"/>
            <a:ext cx="1008112" cy="316835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feld 60"/>
          <p:cNvSpPr txBox="1"/>
          <p:nvPr/>
        </p:nvSpPr>
        <p:spPr>
          <a:xfrm>
            <a:off x="4600152" y="868070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ancestor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62" name="Textfeld 61"/>
          <p:cNvSpPr txBox="1"/>
          <p:nvPr/>
        </p:nvSpPr>
        <p:spPr>
          <a:xfrm>
            <a:off x="4850135" y="5044534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child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63" name="Textfeld 62"/>
          <p:cNvSpPr txBox="1"/>
          <p:nvPr/>
        </p:nvSpPr>
        <p:spPr>
          <a:xfrm>
            <a:off x="3806161" y="5980638"/>
            <a:ext cx="1280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descendent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64" name="Ellipse 63"/>
          <p:cNvSpPr/>
          <p:nvPr/>
        </p:nvSpPr>
        <p:spPr>
          <a:xfrm>
            <a:off x="1547664" y="587727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Ellipse 64"/>
          <p:cNvSpPr/>
          <p:nvPr/>
        </p:nvSpPr>
        <p:spPr>
          <a:xfrm>
            <a:off x="6772200" y="587727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Ellipse 65"/>
          <p:cNvSpPr/>
          <p:nvPr/>
        </p:nvSpPr>
        <p:spPr>
          <a:xfrm>
            <a:off x="5692080" y="587727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8" name="Gewinkelte Verbindung 67"/>
          <p:cNvCxnSpPr>
            <a:stCxn id="42" idx="4"/>
            <a:endCxn id="9" idx="0"/>
          </p:cNvCxnSpPr>
          <p:nvPr/>
        </p:nvCxnSpPr>
        <p:spPr>
          <a:xfrm rot="16200000" flipH="1">
            <a:off x="2447764" y="5409220"/>
            <a:ext cx="360040" cy="576064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winkelte Verbindung 70"/>
          <p:cNvCxnSpPr>
            <a:stCxn id="42" idx="4"/>
            <a:endCxn id="64" idx="0"/>
          </p:cNvCxnSpPr>
          <p:nvPr/>
        </p:nvCxnSpPr>
        <p:spPr>
          <a:xfrm rot="5400000">
            <a:off x="1907704" y="5445224"/>
            <a:ext cx="360040" cy="50405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winkelte Verbindung 73"/>
          <p:cNvCxnSpPr>
            <a:stCxn id="44" idx="4"/>
            <a:endCxn id="66" idx="0"/>
          </p:cNvCxnSpPr>
          <p:nvPr/>
        </p:nvCxnSpPr>
        <p:spPr>
          <a:xfrm rot="5400000">
            <a:off x="6078083" y="5419261"/>
            <a:ext cx="360040" cy="55598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winkelte Verbindung 75"/>
          <p:cNvCxnSpPr>
            <a:stCxn id="44" idx="4"/>
            <a:endCxn id="65" idx="0"/>
          </p:cNvCxnSpPr>
          <p:nvPr/>
        </p:nvCxnSpPr>
        <p:spPr>
          <a:xfrm rot="16200000" flipH="1">
            <a:off x="6618143" y="5435183"/>
            <a:ext cx="360040" cy="52413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Ellipse 85"/>
          <p:cNvSpPr/>
          <p:nvPr/>
        </p:nvSpPr>
        <p:spPr>
          <a:xfrm>
            <a:off x="7060232" y="3356991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Ellipse 86"/>
          <p:cNvSpPr/>
          <p:nvPr/>
        </p:nvSpPr>
        <p:spPr>
          <a:xfrm>
            <a:off x="8028384" y="335699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8" name="Ellipse 87"/>
          <p:cNvSpPr/>
          <p:nvPr/>
        </p:nvSpPr>
        <p:spPr>
          <a:xfrm>
            <a:off x="8028384" y="4149079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Ellipse 88"/>
          <p:cNvSpPr/>
          <p:nvPr/>
        </p:nvSpPr>
        <p:spPr>
          <a:xfrm>
            <a:off x="1383770" y="335699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" name="Ellipse 89"/>
          <p:cNvSpPr/>
          <p:nvPr/>
        </p:nvSpPr>
        <p:spPr>
          <a:xfrm>
            <a:off x="395536" y="3357464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1" name="Ellipse 90"/>
          <p:cNvSpPr/>
          <p:nvPr/>
        </p:nvSpPr>
        <p:spPr>
          <a:xfrm>
            <a:off x="395536" y="4149079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3" name="Gewinkelte Verbindung 92"/>
          <p:cNvCxnSpPr>
            <a:stCxn id="6" idx="4"/>
            <a:endCxn id="86" idx="0"/>
          </p:cNvCxnSpPr>
          <p:nvPr/>
        </p:nvCxnSpPr>
        <p:spPr>
          <a:xfrm rot="16200000" flipH="1">
            <a:off x="5564089" y="1572815"/>
            <a:ext cx="648071" cy="292028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winkelte Verbindung 94"/>
          <p:cNvCxnSpPr>
            <a:stCxn id="6" idx="4"/>
            <a:endCxn id="87" idx="0"/>
          </p:cNvCxnSpPr>
          <p:nvPr/>
        </p:nvCxnSpPr>
        <p:spPr>
          <a:xfrm rot="16200000" flipH="1">
            <a:off x="6048164" y="1088740"/>
            <a:ext cx="648072" cy="388843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ewinkelte Verbindung 96"/>
          <p:cNvCxnSpPr>
            <a:stCxn id="6" idx="4"/>
            <a:endCxn id="89" idx="0"/>
          </p:cNvCxnSpPr>
          <p:nvPr/>
        </p:nvCxnSpPr>
        <p:spPr>
          <a:xfrm rot="5400000">
            <a:off x="2725857" y="1654865"/>
            <a:ext cx="648072" cy="275618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winkelte Verbindung 98"/>
          <p:cNvCxnSpPr>
            <a:stCxn id="6" idx="4"/>
            <a:endCxn id="90" idx="0"/>
          </p:cNvCxnSpPr>
          <p:nvPr/>
        </p:nvCxnSpPr>
        <p:spPr>
          <a:xfrm rot="5400000">
            <a:off x="2231504" y="1160984"/>
            <a:ext cx="648544" cy="374441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rade Verbindung mit Pfeil 100"/>
          <p:cNvCxnSpPr>
            <a:stCxn id="87" idx="4"/>
            <a:endCxn id="88" idx="0"/>
          </p:cNvCxnSpPr>
          <p:nvPr/>
        </p:nvCxnSpPr>
        <p:spPr>
          <a:xfrm>
            <a:off x="8316416" y="3933056"/>
            <a:ext cx="0" cy="2160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Gerade Verbindung mit Pfeil 102"/>
          <p:cNvCxnSpPr>
            <a:stCxn id="90" idx="4"/>
            <a:endCxn id="91" idx="0"/>
          </p:cNvCxnSpPr>
          <p:nvPr/>
        </p:nvCxnSpPr>
        <p:spPr>
          <a:xfrm>
            <a:off x="683568" y="3933528"/>
            <a:ext cx="0" cy="2155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lipse 13"/>
          <p:cNvSpPr/>
          <p:nvPr/>
        </p:nvSpPr>
        <p:spPr>
          <a:xfrm>
            <a:off x="3479506" y="2060848"/>
            <a:ext cx="1912168" cy="864096"/>
          </a:xfrm>
          <a:prstGeom prst="ellipse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Ellipse 56"/>
          <p:cNvSpPr/>
          <p:nvPr/>
        </p:nvSpPr>
        <p:spPr>
          <a:xfrm>
            <a:off x="3221497" y="113418"/>
            <a:ext cx="2425553" cy="3099557"/>
          </a:xfrm>
          <a:prstGeom prst="ellipse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Abgerundetes Rechteck 66"/>
          <p:cNvSpPr/>
          <p:nvPr/>
        </p:nvSpPr>
        <p:spPr>
          <a:xfrm>
            <a:off x="971599" y="4764899"/>
            <a:ext cx="6922707" cy="864098"/>
          </a:xfrm>
          <a:prstGeom prst="roundRect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/>
          <p:cNvSpPr/>
          <p:nvPr/>
        </p:nvSpPr>
        <p:spPr>
          <a:xfrm rot="2064704">
            <a:off x="411662" y="1111668"/>
            <a:ext cx="1944216" cy="3834358"/>
          </a:xfrm>
          <a:prstGeom prst="ellipse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Ellipse 69"/>
          <p:cNvSpPr/>
          <p:nvPr/>
        </p:nvSpPr>
        <p:spPr>
          <a:xfrm rot="19772255">
            <a:off x="6552219" y="1166654"/>
            <a:ext cx="1944216" cy="3834358"/>
          </a:xfrm>
          <a:prstGeom prst="ellipse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Textfeld 72"/>
          <p:cNvSpPr txBox="1"/>
          <p:nvPr/>
        </p:nvSpPr>
        <p:spPr>
          <a:xfrm>
            <a:off x="353345" y="1259468"/>
            <a:ext cx="1117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preceding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75" name="Textfeld 74"/>
          <p:cNvSpPr txBox="1"/>
          <p:nvPr/>
        </p:nvSpPr>
        <p:spPr>
          <a:xfrm>
            <a:off x="7538975" y="1259468"/>
            <a:ext cx="1047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following</a:t>
            </a:r>
            <a:endParaRPr lang="de-DE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686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/>
          <p:cNvSpPr/>
          <p:nvPr/>
        </p:nvSpPr>
        <p:spPr>
          <a:xfrm>
            <a:off x="4139952" y="188640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139952" y="105273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/>
          <p:cNvSpPr/>
          <p:nvPr/>
        </p:nvSpPr>
        <p:spPr>
          <a:xfrm>
            <a:off x="4139952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/>
          <p:cNvSpPr/>
          <p:nvPr/>
        </p:nvSpPr>
        <p:spPr>
          <a:xfrm>
            <a:off x="4139952" y="3356992"/>
            <a:ext cx="576064" cy="576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4139952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/>
          <p:cNvSpPr/>
          <p:nvPr/>
        </p:nvSpPr>
        <p:spPr>
          <a:xfrm>
            <a:off x="2627784" y="587727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/>
          <p:cNvSpPr/>
          <p:nvPr/>
        </p:nvSpPr>
        <p:spPr>
          <a:xfrm>
            <a:off x="1979712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/>
          <p:cNvSpPr/>
          <p:nvPr/>
        </p:nvSpPr>
        <p:spPr>
          <a:xfrm>
            <a:off x="971600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Ellipse 11"/>
          <p:cNvSpPr/>
          <p:nvPr/>
        </p:nvSpPr>
        <p:spPr>
          <a:xfrm>
            <a:off x="6280314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/>
          <p:cNvSpPr/>
          <p:nvPr/>
        </p:nvSpPr>
        <p:spPr>
          <a:xfrm>
            <a:off x="7236296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" name="Gerade Verbindung mit Pfeil 16"/>
          <p:cNvCxnSpPr>
            <a:stCxn id="4" idx="4"/>
            <a:endCxn id="4" idx="4"/>
          </p:cNvCxnSpPr>
          <p:nvPr/>
        </p:nvCxnSpPr>
        <p:spPr>
          <a:xfrm>
            <a:off x="4427984" y="764704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/>
          <p:cNvCxnSpPr>
            <a:stCxn id="4" idx="4"/>
            <a:endCxn id="5" idx="0"/>
          </p:cNvCxnSpPr>
          <p:nvPr/>
        </p:nvCxnSpPr>
        <p:spPr>
          <a:xfrm>
            <a:off x="4427984" y="764704"/>
            <a:ext cx="0" cy="288032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/>
          <p:cNvCxnSpPr>
            <a:stCxn id="5" idx="4"/>
            <a:endCxn id="6" idx="0"/>
          </p:cNvCxnSpPr>
          <p:nvPr/>
        </p:nvCxnSpPr>
        <p:spPr>
          <a:xfrm>
            <a:off x="4427984" y="1628800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/>
          <p:cNvCxnSpPr>
            <a:stCxn id="6" idx="4"/>
            <a:endCxn id="7" idx="0"/>
          </p:cNvCxnSpPr>
          <p:nvPr/>
        </p:nvCxnSpPr>
        <p:spPr>
          <a:xfrm>
            <a:off x="4427984" y="270892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/>
          <p:cNvSpPr txBox="1"/>
          <p:nvPr/>
        </p:nvSpPr>
        <p:spPr>
          <a:xfrm>
            <a:off x="4754908" y="3468955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self</a:t>
            </a:r>
            <a:endParaRPr lang="de-DE" dirty="0">
              <a:solidFill>
                <a:srgbClr val="00B050"/>
              </a:solidFill>
            </a:endParaRPr>
          </a:p>
        </p:txBody>
      </p:sp>
      <p:cxnSp>
        <p:nvCxnSpPr>
          <p:cNvPr id="28" name="Gewinkelte Verbindung 27"/>
          <p:cNvCxnSpPr>
            <a:stCxn id="5" idx="4"/>
            <a:endCxn id="12" idx="0"/>
          </p:cNvCxnSpPr>
          <p:nvPr/>
        </p:nvCxnSpPr>
        <p:spPr>
          <a:xfrm rot="16200000" flipH="1">
            <a:off x="5246137" y="810647"/>
            <a:ext cx="504056" cy="214036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winkelte Verbindung 30"/>
          <p:cNvCxnSpPr>
            <a:stCxn id="5" idx="4"/>
            <a:endCxn id="13" idx="0"/>
          </p:cNvCxnSpPr>
          <p:nvPr/>
        </p:nvCxnSpPr>
        <p:spPr>
          <a:xfrm rot="16200000" flipH="1">
            <a:off x="5724128" y="332656"/>
            <a:ext cx="504056" cy="3096344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winkelte Verbindung 35"/>
          <p:cNvCxnSpPr>
            <a:stCxn id="5" idx="4"/>
            <a:endCxn id="10" idx="0"/>
          </p:cNvCxnSpPr>
          <p:nvPr/>
        </p:nvCxnSpPr>
        <p:spPr>
          <a:xfrm rot="5400000">
            <a:off x="3095836" y="800708"/>
            <a:ext cx="504056" cy="216024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winkelte Verbindung 38"/>
          <p:cNvCxnSpPr>
            <a:stCxn id="5" idx="4"/>
            <a:endCxn id="11" idx="0"/>
          </p:cNvCxnSpPr>
          <p:nvPr/>
        </p:nvCxnSpPr>
        <p:spPr>
          <a:xfrm rot="5400000">
            <a:off x="2591780" y="296652"/>
            <a:ext cx="504056" cy="316835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40"/>
          <p:cNvSpPr txBox="1"/>
          <p:nvPr/>
        </p:nvSpPr>
        <p:spPr>
          <a:xfrm>
            <a:off x="4788024" y="2236222"/>
            <a:ext cx="80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parent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42" name="Ellipse 41"/>
          <p:cNvSpPr/>
          <p:nvPr/>
        </p:nvSpPr>
        <p:spPr>
          <a:xfrm>
            <a:off x="2051720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Ellipse 42"/>
          <p:cNvSpPr/>
          <p:nvPr/>
        </p:nvSpPr>
        <p:spPr>
          <a:xfrm>
            <a:off x="971600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Ellipse 43"/>
          <p:cNvSpPr/>
          <p:nvPr/>
        </p:nvSpPr>
        <p:spPr>
          <a:xfrm>
            <a:off x="6248062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Ellipse 44"/>
          <p:cNvSpPr/>
          <p:nvPr/>
        </p:nvSpPr>
        <p:spPr>
          <a:xfrm>
            <a:off x="7318243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7" name="Gerade Verbindung mit Pfeil 46"/>
          <p:cNvCxnSpPr>
            <a:stCxn id="7" idx="4"/>
            <a:endCxn id="8" idx="0"/>
          </p:cNvCxnSpPr>
          <p:nvPr/>
        </p:nvCxnSpPr>
        <p:spPr>
          <a:xfrm>
            <a:off x="4427984" y="3933056"/>
            <a:ext cx="0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winkelte Verbindung 49"/>
          <p:cNvCxnSpPr>
            <a:stCxn id="7" idx="4"/>
            <a:endCxn id="44" idx="0"/>
          </p:cNvCxnSpPr>
          <p:nvPr/>
        </p:nvCxnSpPr>
        <p:spPr>
          <a:xfrm rot="16200000" flipH="1">
            <a:off x="4977983" y="3383057"/>
            <a:ext cx="1008112" cy="210811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winkelte Verbindung 52"/>
          <p:cNvCxnSpPr>
            <a:stCxn id="7" idx="4"/>
            <a:endCxn id="45" idx="0"/>
          </p:cNvCxnSpPr>
          <p:nvPr/>
        </p:nvCxnSpPr>
        <p:spPr>
          <a:xfrm rot="16200000" flipH="1">
            <a:off x="5513073" y="2847966"/>
            <a:ext cx="1008112" cy="317829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winkelte Verbindung 55"/>
          <p:cNvCxnSpPr>
            <a:stCxn id="7" idx="4"/>
            <a:endCxn id="42" idx="0"/>
          </p:cNvCxnSpPr>
          <p:nvPr/>
        </p:nvCxnSpPr>
        <p:spPr>
          <a:xfrm rot="5400000">
            <a:off x="2879812" y="3392996"/>
            <a:ext cx="1008112" cy="208823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winkelte Verbindung 58"/>
          <p:cNvCxnSpPr>
            <a:stCxn id="7" idx="4"/>
            <a:endCxn id="43" idx="0"/>
          </p:cNvCxnSpPr>
          <p:nvPr/>
        </p:nvCxnSpPr>
        <p:spPr>
          <a:xfrm rot="5400000">
            <a:off x="2339752" y="2852936"/>
            <a:ext cx="1008112" cy="316835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feld 60"/>
          <p:cNvSpPr txBox="1"/>
          <p:nvPr/>
        </p:nvSpPr>
        <p:spPr>
          <a:xfrm>
            <a:off x="4600152" y="868070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ancestor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62" name="Textfeld 61"/>
          <p:cNvSpPr txBox="1"/>
          <p:nvPr/>
        </p:nvSpPr>
        <p:spPr>
          <a:xfrm>
            <a:off x="4850135" y="5044534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child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63" name="Textfeld 62"/>
          <p:cNvSpPr txBox="1"/>
          <p:nvPr/>
        </p:nvSpPr>
        <p:spPr>
          <a:xfrm>
            <a:off x="3806161" y="5980638"/>
            <a:ext cx="1280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descendent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64" name="Ellipse 63"/>
          <p:cNvSpPr/>
          <p:nvPr/>
        </p:nvSpPr>
        <p:spPr>
          <a:xfrm>
            <a:off x="1547664" y="587727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Ellipse 64"/>
          <p:cNvSpPr/>
          <p:nvPr/>
        </p:nvSpPr>
        <p:spPr>
          <a:xfrm>
            <a:off x="6772200" y="587727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Ellipse 65"/>
          <p:cNvSpPr/>
          <p:nvPr/>
        </p:nvSpPr>
        <p:spPr>
          <a:xfrm>
            <a:off x="5692080" y="587727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8" name="Gewinkelte Verbindung 67"/>
          <p:cNvCxnSpPr>
            <a:stCxn id="42" idx="4"/>
            <a:endCxn id="9" idx="0"/>
          </p:cNvCxnSpPr>
          <p:nvPr/>
        </p:nvCxnSpPr>
        <p:spPr>
          <a:xfrm rot="16200000" flipH="1">
            <a:off x="2447764" y="5409220"/>
            <a:ext cx="360040" cy="576064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winkelte Verbindung 70"/>
          <p:cNvCxnSpPr>
            <a:stCxn id="42" idx="4"/>
            <a:endCxn id="64" idx="0"/>
          </p:cNvCxnSpPr>
          <p:nvPr/>
        </p:nvCxnSpPr>
        <p:spPr>
          <a:xfrm rot="5400000">
            <a:off x="1907704" y="5445224"/>
            <a:ext cx="360040" cy="50405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winkelte Verbindung 73"/>
          <p:cNvCxnSpPr>
            <a:stCxn id="44" idx="4"/>
            <a:endCxn id="66" idx="0"/>
          </p:cNvCxnSpPr>
          <p:nvPr/>
        </p:nvCxnSpPr>
        <p:spPr>
          <a:xfrm rot="5400000">
            <a:off x="6078083" y="5419261"/>
            <a:ext cx="360040" cy="55598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winkelte Verbindung 75"/>
          <p:cNvCxnSpPr>
            <a:stCxn id="44" idx="4"/>
            <a:endCxn id="65" idx="0"/>
          </p:cNvCxnSpPr>
          <p:nvPr/>
        </p:nvCxnSpPr>
        <p:spPr>
          <a:xfrm rot="16200000" flipH="1">
            <a:off x="6618143" y="5435183"/>
            <a:ext cx="360040" cy="52413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Ellipse 85"/>
          <p:cNvSpPr/>
          <p:nvPr/>
        </p:nvSpPr>
        <p:spPr>
          <a:xfrm>
            <a:off x="7060232" y="3356991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Ellipse 86"/>
          <p:cNvSpPr/>
          <p:nvPr/>
        </p:nvSpPr>
        <p:spPr>
          <a:xfrm>
            <a:off x="8028384" y="335699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8" name="Ellipse 87"/>
          <p:cNvSpPr/>
          <p:nvPr/>
        </p:nvSpPr>
        <p:spPr>
          <a:xfrm>
            <a:off x="8028384" y="4149079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Ellipse 88"/>
          <p:cNvSpPr/>
          <p:nvPr/>
        </p:nvSpPr>
        <p:spPr>
          <a:xfrm>
            <a:off x="1383770" y="335699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" name="Ellipse 89"/>
          <p:cNvSpPr/>
          <p:nvPr/>
        </p:nvSpPr>
        <p:spPr>
          <a:xfrm>
            <a:off x="395536" y="3357464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1" name="Ellipse 90"/>
          <p:cNvSpPr/>
          <p:nvPr/>
        </p:nvSpPr>
        <p:spPr>
          <a:xfrm>
            <a:off x="395536" y="4149079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3" name="Gewinkelte Verbindung 92"/>
          <p:cNvCxnSpPr>
            <a:stCxn id="6" idx="4"/>
            <a:endCxn id="86" idx="0"/>
          </p:cNvCxnSpPr>
          <p:nvPr/>
        </p:nvCxnSpPr>
        <p:spPr>
          <a:xfrm rot="16200000" flipH="1">
            <a:off x="5564089" y="1572815"/>
            <a:ext cx="648071" cy="292028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winkelte Verbindung 94"/>
          <p:cNvCxnSpPr>
            <a:stCxn id="6" idx="4"/>
            <a:endCxn id="87" idx="0"/>
          </p:cNvCxnSpPr>
          <p:nvPr/>
        </p:nvCxnSpPr>
        <p:spPr>
          <a:xfrm rot="16200000" flipH="1">
            <a:off x="6048164" y="1088740"/>
            <a:ext cx="648072" cy="388843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ewinkelte Verbindung 96"/>
          <p:cNvCxnSpPr>
            <a:stCxn id="6" idx="4"/>
            <a:endCxn id="89" idx="0"/>
          </p:cNvCxnSpPr>
          <p:nvPr/>
        </p:nvCxnSpPr>
        <p:spPr>
          <a:xfrm rot="5400000">
            <a:off x="2725857" y="1654865"/>
            <a:ext cx="648072" cy="275618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winkelte Verbindung 98"/>
          <p:cNvCxnSpPr>
            <a:stCxn id="6" idx="4"/>
            <a:endCxn id="90" idx="0"/>
          </p:cNvCxnSpPr>
          <p:nvPr/>
        </p:nvCxnSpPr>
        <p:spPr>
          <a:xfrm rot="5400000">
            <a:off x="2231504" y="1160984"/>
            <a:ext cx="648544" cy="374441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rade Verbindung mit Pfeil 100"/>
          <p:cNvCxnSpPr>
            <a:stCxn id="87" idx="4"/>
            <a:endCxn id="88" idx="0"/>
          </p:cNvCxnSpPr>
          <p:nvPr/>
        </p:nvCxnSpPr>
        <p:spPr>
          <a:xfrm>
            <a:off x="8316416" y="3933056"/>
            <a:ext cx="0" cy="2160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Gerade Verbindung mit Pfeil 102"/>
          <p:cNvCxnSpPr>
            <a:stCxn id="90" idx="4"/>
            <a:endCxn id="91" idx="0"/>
          </p:cNvCxnSpPr>
          <p:nvPr/>
        </p:nvCxnSpPr>
        <p:spPr>
          <a:xfrm>
            <a:off x="683568" y="3933528"/>
            <a:ext cx="0" cy="2155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lipse 13"/>
          <p:cNvSpPr/>
          <p:nvPr/>
        </p:nvSpPr>
        <p:spPr>
          <a:xfrm>
            <a:off x="3479506" y="2060848"/>
            <a:ext cx="1912168" cy="864096"/>
          </a:xfrm>
          <a:prstGeom prst="ellipse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Ellipse 56"/>
          <p:cNvSpPr/>
          <p:nvPr/>
        </p:nvSpPr>
        <p:spPr>
          <a:xfrm>
            <a:off x="3221497" y="113418"/>
            <a:ext cx="2425553" cy="3099557"/>
          </a:xfrm>
          <a:prstGeom prst="ellipse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Abgerundetes Rechteck 66"/>
          <p:cNvSpPr/>
          <p:nvPr/>
        </p:nvSpPr>
        <p:spPr>
          <a:xfrm>
            <a:off x="971599" y="4764899"/>
            <a:ext cx="6922707" cy="864098"/>
          </a:xfrm>
          <a:prstGeom prst="roundRect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Abgerundetes Rechteck 68"/>
          <p:cNvSpPr/>
          <p:nvPr/>
        </p:nvSpPr>
        <p:spPr>
          <a:xfrm>
            <a:off x="864546" y="4581128"/>
            <a:ext cx="7163838" cy="2016224"/>
          </a:xfrm>
          <a:prstGeom prst="roundRect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/>
          <p:cNvSpPr/>
          <p:nvPr/>
        </p:nvSpPr>
        <p:spPr>
          <a:xfrm rot="2064704">
            <a:off x="411662" y="1111668"/>
            <a:ext cx="1944216" cy="3834358"/>
          </a:xfrm>
          <a:prstGeom prst="ellipse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Ellipse 69"/>
          <p:cNvSpPr/>
          <p:nvPr/>
        </p:nvSpPr>
        <p:spPr>
          <a:xfrm rot="19772255">
            <a:off x="6552219" y="1166654"/>
            <a:ext cx="1944216" cy="3834358"/>
          </a:xfrm>
          <a:prstGeom prst="ellipse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bgerundetes Rechteck 17"/>
          <p:cNvSpPr/>
          <p:nvPr/>
        </p:nvSpPr>
        <p:spPr>
          <a:xfrm>
            <a:off x="353345" y="3109610"/>
            <a:ext cx="1656184" cy="931693"/>
          </a:xfrm>
          <a:prstGeom prst="roundRect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Abgerundetes Rechteck 71"/>
          <p:cNvSpPr/>
          <p:nvPr/>
        </p:nvSpPr>
        <p:spPr>
          <a:xfrm>
            <a:off x="7000598" y="3109610"/>
            <a:ext cx="1656184" cy="918419"/>
          </a:xfrm>
          <a:prstGeom prst="roundRect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Textfeld 72"/>
          <p:cNvSpPr txBox="1"/>
          <p:nvPr/>
        </p:nvSpPr>
        <p:spPr>
          <a:xfrm>
            <a:off x="353345" y="1259468"/>
            <a:ext cx="1117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preceding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75" name="Textfeld 74"/>
          <p:cNvSpPr txBox="1"/>
          <p:nvPr/>
        </p:nvSpPr>
        <p:spPr>
          <a:xfrm>
            <a:off x="7538975" y="1259468"/>
            <a:ext cx="1047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following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77" name="Textfeld 76"/>
          <p:cNvSpPr txBox="1"/>
          <p:nvPr/>
        </p:nvSpPr>
        <p:spPr>
          <a:xfrm>
            <a:off x="490641" y="2710461"/>
            <a:ext cx="1789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preceding-sibling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78" name="Textfeld 77"/>
          <p:cNvSpPr txBox="1"/>
          <p:nvPr/>
        </p:nvSpPr>
        <p:spPr>
          <a:xfrm>
            <a:off x="6772200" y="2708404"/>
            <a:ext cx="171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following-sibling</a:t>
            </a:r>
            <a:endParaRPr lang="de-DE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545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/>
          <p:cNvSpPr/>
          <p:nvPr/>
        </p:nvSpPr>
        <p:spPr>
          <a:xfrm>
            <a:off x="4139952" y="188640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139952" y="105273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/>
          <p:cNvSpPr/>
          <p:nvPr/>
        </p:nvSpPr>
        <p:spPr>
          <a:xfrm>
            <a:off x="4139952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/>
          <p:cNvSpPr/>
          <p:nvPr/>
        </p:nvSpPr>
        <p:spPr>
          <a:xfrm>
            <a:off x="4139952" y="3356992"/>
            <a:ext cx="576064" cy="576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4139952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/>
          <p:cNvSpPr/>
          <p:nvPr/>
        </p:nvSpPr>
        <p:spPr>
          <a:xfrm>
            <a:off x="2627784" y="587727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/>
          <p:cNvSpPr/>
          <p:nvPr/>
        </p:nvSpPr>
        <p:spPr>
          <a:xfrm>
            <a:off x="1979712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/>
          <p:cNvSpPr/>
          <p:nvPr/>
        </p:nvSpPr>
        <p:spPr>
          <a:xfrm>
            <a:off x="971600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Ellipse 11"/>
          <p:cNvSpPr/>
          <p:nvPr/>
        </p:nvSpPr>
        <p:spPr>
          <a:xfrm>
            <a:off x="6280314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/>
          <p:cNvSpPr/>
          <p:nvPr/>
        </p:nvSpPr>
        <p:spPr>
          <a:xfrm>
            <a:off x="7236296" y="2132856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" name="Gerade Verbindung mit Pfeil 16"/>
          <p:cNvCxnSpPr>
            <a:stCxn id="4" idx="4"/>
            <a:endCxn id="4" idx="4"/>
          </p:cNvCxnSpPr>
          <p:nvPr/>
        </p:nvCxnSpPr>
        <p:spPr>
          <a:xfrm>
            <a:off x="4427984" y="764704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/>
          <p:cNvCxnSpPr>
            <a:stCxn id="4" idx="4"/>
            <a:endCxn id="5" idx="0"/>
          </p:cNvCxnSpPr>
          <p:nvPr/>
        </p:nvCxnSpPr>
        <p:spPr>
          <a:xfrm>
            <a:off x="4427984" y="764704"/>
            <a:ext cx="0" cy="288032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/>
          <p:cNvCxnSpPr>
            <a:stCxn id="5" idx="4"/>
            <a:endCxn id="6" idx="0"/>
          </p:cNvCxnSpPr>
          <p:nvPr/>
        </p:nvCxnSpPr>
        <p:spPr>
          <a:xfrm>
            <a:off x="4427984" y="1628800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/>
          <p:cNvCxnSpPr>
            <a:stCxn id="6" idx="4"/>
            <a:endCxn id="7" idx="0"/>
          </p:cNvCxnSpPr>
          <p:nvPr/>
        </p:nvCxnSpPr>
        <p:spPr>
          <a:xfrm>
            <a:off x="4427984" y="270892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/>
          <p:cNvSpPr txBox="1"/>
          <p:nvPr/>
        </p:nvSpPr>
        <p:spPr>
          <a:xfrm>
            <a:off x="4754908" y="3468955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self</a:t>
            </a:r>
            <a:endParaRPr lang="de-DE" dirty="0">
              <a:solidFill>
                <a:srgbClr val="00B050"/>
              </a:solidFill>
            </a:endParaRPr>
          </a:p>
        </p:txBody>
      </p:sp>
      <p:cxnSp>
        <p:nvCxnSpPr>
          <p:cNvPr id="28" name="Gewinkelte Verbindung 27"/>
          <p:cNvCxnSpPr>
            <a:stCxn id="5" idx="4"/>
            <a:endCxn id="12" idx="0"/>
          </p:cNvCxnSpPr>
          <p:nvPr/>
        </p:nvCxnSpPr>
        <p:spPr>
          <a:xfrm rot="16200000" flipH="1">
            <a:off x="5246137" y="810647"/>
            <a:ext cx="504056" cy="214036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winkelte Verbindung 30"/>
          <p:cNvCxnSpPr>
            <a:stCxn id="5" idx="4"/>
            <a:endCxn id="13" idx="0"/>
          </p:cNvCxnSpPr>
          <p:nvPr/>
        </p:nvCxnSpPr>
        <p:spPr>
          <a:xfrm rot="16200000" flipH="1">
            <a:off x="5724128" y="332656"/>
            <a:ext cx="504056" cy="3096344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winkelte Verbindung 35"/>
          <p:cNvCxnSpPr>
            <a:stCxn id="5" idx="4"/>
            <a:endCxn id="10" idx="0"/>
          </p:cNvCxnSpPr>
          <p:nvPr/>
        </p:nvCxnSpPr>
        <p:spPr>
          <a:xfrm rot="5400000">
            <a:off x="3095836" y="800708"/>
            <a:ext cx="504056" cy="216024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winkelte Verbindung 38"/>
          <p:cNvCxnSpPr>
            <a:stCxn id="5" idx="4"/>
            <a:endCxn id="11" idx="0"/>
          </p:cNvCxnSpPr>
          <p:nvPr/>
        </p:nvCxnSpPr>
        <p:spPr>
          <a:xfrm rot="5400000">
            <a:off x="2591780" y="296652"/>
            <a:ext cx="504056" cy="316835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40"/>
          <p:cNvSpPr txBox="1"/>
          <p:nvPr/>
        </p:nvSpPr>
        <p:spPr>
          <a:xfrm>
            <a:off x="4788024" y="2236222"/>
            <a:ext cx="80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parent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42" name="Ellipse 41"/>
          <p:cNvSpPr/>
          <p:nvPr/>
        </p:nvSpPr>
        <p:spPr>
          <a:xfrm>
            <a:off x="2051720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Ellipse 42"/>
          <p:cNvSpPr/>
          <p:nvPr/>
        </p:nvSpPr>
        <p:spPr>
          <a:xfrm>
            <a:off x="971600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Ellipse 43"/>
          <p:cNvSpPr/>
          <p:nvPr/>
        </p:nvSpPr>
        <p:spPr>
          <a:xfrm>
            <a:off x="6248062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Ellipse 44"/>
          <p:cNvSpPr/>
          <p:nvPr/>
        </p:nvSpPr>
        <p:spPr>
          <a:xfrm>
            <a:off x="7318243" y="4941168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7" name="Gerade Verbindung mit Pfeil 46"/>
          <p:cNvCxnSpPr>
            <a:stCxn id="7" idx="4"/>
            <a:endCxn id="8" idx="0"/>
          </p:cNvCxnSpPr>
          <p:nvPr/>
        </p:nvCxnSpPr>
        <p:spPr>
          <a:xfrm>
            <a:off x="4427984" y="3933056"/>
            <a:ext cx="0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winkelte Verbindung 49"/>
          <p:cNvCxnSpPr>
            <a:stCxn id="7" idx="4"/>
            <a:endCxn id="44" idx="0"/>
          </p:cNvCxnSpPr>
          <p:nvPr/>
        </p:nvCxnSpPr>
        <p:spPr>
          <a:xfrm rot="16200000" flipH="1">
            <a:off x="4977983" y="3383057"/>
            <a:ext cx="1008112" cy="210811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winkelte Verbindung 52"/>
          <p:cNvCxnSpPr>
            <a:stCxn id="7" idx="4"/>
            <a:endCxn id="45" idx="0"/>
          </p:cNvCxnSpPr>
          <p:nvPr/>
        </p:nvCxnSpPr>
        <p:spPr>
          <a:xfrm rot="16200000" flipH="1">
            <a:off x="5513073" y="2847966"/>
            <a:ext cx="1008112" cy="317829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winkelte Verbindung 55"/>
          <p:cNvCxnSpPr>
            <a:stCxn id="7" idx="4"/>
            <a:endCxn id="42" idx="0"/>
          </p:cNvCxnSpPr>
          <p:nvPr/>
        </p:nvCxnSpPr>
        <p:spPr>
          <a:xfrm rot="5400000">
            <a:off x="2879812" y="3392996"/>
            <a:ext cx="1008112" cy="208823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winkelte Verbindung 58"/>
          <p:cNvCxnSpPr>
            <a:stCxn id="7" idx="4"/>
            <a:endCxn id="43" idx="0"/>
          </p:cNvCxnSpPr>
          <p:nvPr/>
        </p:nvCxnSpPr>
        <p:spPr>
          <a:xfrm rot="5400000">
            <a:off x="2339752" y="2852936"/>
            <a:ext cx="1008112" cy="316835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feld 60"/>
          <p:cNvSpPr txBox="1"/>
          <p:nvPr/>
        </p:nvSpPr>
        <p:spPr>
          <a:xfrm>
            <a:off x="4600152" y="868070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ancestor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62" name="Textfeld 61"/>
          <p:cNvSpPr txBox="1"/>
          <p:nvPr/>
        </p:nvSpPr>
        <p:spPr>
          <a:xfrm>
            <a:off x="4850135" y="5044534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child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63" name="Textfeld 62"/>
          <p:cNvSpPr txBox="1"/>
          <p:nvPr/>
        </p:nvSpPr>
        <p:spPr>
          <a:xfrm>
            <a:off x="3806161" y="5980638"/>
            <a:ext cx="1280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descendent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64" name="Ellipse 63"/>
          <p:cNvSpPr/>
          <p:nvPr/>
        </p:nvSpPr>
        <p:spPr>
          <a:xfrm>
            <a:off x="1547664" y="587727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Ellipse 64"/>
          <p:cNvSpPr/>
          <p:nvPr/>
        </p:nvSpPr>
        <p:spPr>
          <a:xfrm>
            <a:off x="6772200" y="587727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Ellipse 65"/>
          <p:cNvSpPr/>
          <p:nvPr/>
        </p:nvSpPr>
        <p:spPr>
          <a:xfrm>
            <a:off x="5692080" y="587727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8" name="Gewinkelte Verbindung 67"/>
          <p:cNvCxnSpPr>
            <a:stCxn id="42" idx="4"/>
            <a:endCxn id="9" idx="0"/>
          </p:cNvCxnSpPr>
          <p:nvPr/>
        </p:nvCxnSpPr>
        <p:spPr>
          <a:xfrm rot="16200000" flipH="1">
            <a:off x="2447764" y="5409220"/>
            <a:ext cx="360040" cy="576064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winkelte Verbindung 70"/>
          <p:cNvCxnSpPr>
            <a:stCxn id="42" idx="4"/>
            <a:endCxn id="64" idx="0"/>
          </p:cNvCxnSpPr>
          <p:nvPr/>
        </p:nvCxnSpPr>
        <p:spPr>
          <a:xfrm rot="5400000">
            <a:off x="1907704" y="5445224"/>
            <a:ext cx="360040" cy="50405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winkelte Verbindung 73"/>
          <p:cNvCxnSpPr>
            <a:stCxn id="44" idx="4"/>
            <a:endCxn id="66" idx="0"/>
          </p:cNvCxnSpPr>
          <p:nvPr/>
        </p:nvCxnSpPr>
        <p:spPr>
          <a:xfrm rot="5400000">
            <a:off x="6078083" y="5419261"/>
            <a:ext cx="360040" cy="55598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winkelte Verbindung 75"/>
          <p:cNvCxnSpPr>
            <a:stCxn id="44" idx="4"/>
            <a:endCxn id="65" idx="0"/>
          </p:cNvCxnSpPr>
          <p:nvPr/>
        </p:nvCxnSpPr>
        <p:spPr>
          <a:xfrm rot="16200000" flipH="1">
            <a:off x="6618143" y="5435183"/>
            <a:ext cx="360040" cy="52413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Ellipse 85"/>
          <p:cNvSpPr/>
          <p:nvPr/>
        </p:nvSpPr>
        <p:spPr>
          <a:xfrm>
            <a:off x="7060232" y="3356991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Ellipse 86"/>
          <p:cNvSpPr/>
          <p:nvPr/>
        </p:nvSpPr>
        <p:spPr>
          <a:xfrm>
            <a:off x="8028384" y="335699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8" name="Ellipse 87"/>
          <p:cNvSpPr/>
          <p:nvPr/>
        </p:nvSpPr>
        <p:spPr>
          <a:xfrm>
            <a:off x="8028384" y="4149079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Ellipse 88"/>
          <p:cNvSpPr/>
          <p:nvPr/>
        </p:nvSpPr>
        <p:spPr>
          <a:xfrm>
            <a:off x="1383770" y="3356992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" name="Ellipse 89"/>
          <p:cNvSpPr/>
          <p:nvPr/>
        </p:nvSpPr>
        <p:spPr>
          <a:xfrm>
            <a:off x="395536" y="3357464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1" name="Ellipse 90"/>
          <p:cNvSpPr/>
          <p:nvPr/>
        </p:nvSpPr>
        <p:spPr>
          <a:xfrm>
            <a:off x="395536" y="4149079"/>
            <a:ext cx="576064" cy="576064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3" name="Gewinkelte Verbindung 92"/>
          <p:cNvCxnSpPr>
            <a:stCxn id="6" idx="4"/>
            <a:endCxn id="86" idx="0"/>
          </p:cNvCxnSpPr>
          <p:nvPr/>
        </p:nvCxnSpPr>
        <p:spPr>
          <a:xfrm rot="16200000" flipH="1">
            <a:off x="5564089" y="1572815"/>
            <a:ext cx="648071" cy="292028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winkelte Verbindung 94"/>
          <p:cNvCxnSpPr>
            <a:stCxn id="6" idx="4"/>
            <a:endCxn id="87" idx="0"/>
          </p:cNvCxnSpPr>
          <p:nvPr/>
        </p:nvCxnSpPr>
        <p:spPr>
          <a:xfrm rot="16200000" flipH="1">
            <a:off x="6048164" y="1088740"/>
            <a:ext cx="648072" cy="388843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ewinkelte Verbindung 96"/>
          <p:cNvCxnSpPr>
            <a:stCxn id="6" idx="4"/>
            <a:endCxn id="89" idx="0"/>
          </p:cNvCxnSpPr>
          <p:nvPr/>
        </p:nvCxnSpPr>
        <p:spPr>
          <a:xfrm rot="5400000">
            <a:off x="2725857" y="1654865"/>
            <a:ext cx="648072" cy="275618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winkelte Verbindung 98"/>
          <p:cNvCxnSpPr>
            <a:stCxn id="6" idx="4"/>
            <a:endCxn id="90" idx="0"/>
          </p:cNvCxnSpPr>
          <p:nvPr/>
        </p:nvCxnSpPr>
        <p:spPr>
          <a:xfrm rot="5400000">
            <a:off x="2231504" y="1160984"/>
            <a:ext cx="648544" cy="374441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rade Verbindung mit Pfeil 100"/>
          <p:cNvCxnSpPr>
            <a:stCxn id="87" idx="4"/>
            <a:endCxn id="88" idx="0"/>
          </p:cNvCxnSpPr>
          <p:nvPr/>
        </p:nvCxnSpPr>
        <p:spPr>
          <a:xfrm>
            <a:off x="8316416" y="3933056"/>
            <a:ext cx="0" cy="2160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Gerade Verbindung mit Pfeil 102"/>
          <p:cNvCxnSpPr>
            <a:stCxn id="90" idx="4"/>
            <a:endCxn id="91" idx="0"/>
          </p:cNvCxnSpPr>
          <p:nvPr/>
        </p:nvCxnSpPr>
        <p:spPr>
          <a:xfrm>
            <a:off x="683568" y="3933528"/>
            <a:ext cx="0" cy="2155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lipse 13"/>
          <p:cNvSpPr/>
          <p:nvPr/>
        </p:nvSpPr>
        <p:spPr>
          <a:xfrm>
            <a:off x="3479506" y="2060848"/>
            <a:ext cx="1912168" cy="864096"/>
          </a:xfrm>
          <a:prstGeom prst="ellipse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Ellipse 56"/>
          <p:cNvSpPr/>
          <p:nvPr/>
        </p:nvSpPr>
        <p:spPr>
          <a:xfrm>
            <a:off x="3221497" y="113418"/>
            <a:ext cx="2425553" cy="3099557"/>
          </a:xfrm>
          <a:prstGeom prst="ellipse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Abgerundetes Rechteck 14"/>
          <p:cNvSpPr/>
          <p:nvPr/>
        </p:nvSpPr>
        <p:spPr>
          <a:xfrm>
            <a:off x="2909346" y="113418"/>
            <a:ext cx="3044214" cy="3927885"/>
          </a:xfrm>
          <a:prstGeom prst="roundRect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feld 59"/>
          <p:cNvSpPr txBox="1"/>
          <p:nvPr/>
        </p:nvSpPr>
        <p:spPr>
          <a:xfrm>
            <a:off x="5953560" y="521291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ancestor-or-self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67" name="Abgerundetes Rechteck 66"/>
          <p:cNvSpPr/>
          <p:nvPr/>
        </p:nvSpPr>
        <p:spPr>
          <a:xfrm>
            <a:off x="971599" y="4764899"/>
            <a:ext cx="6922707" cy="864098"/>
          </a:xfrm>
          <a:prstGeom prst="roundRect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Abgerundetes Rechteck 68"/>
          <p:cNvSpPr/>
          <p:nvPr/>
        </p:nvSpPr>
        <p:spPr>
          <a:xfrm>
            <a:off x="864546" y="4581128"/>
            <a:ext cx="7163838" cy="2016224"/>
          </a:xfrm>
          <a:prstGeom prst="roundRect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/>
          <p:cNvSpPr/>
          <p:nvPr/>
        </p:nvSpPr>
        <p:spPr>
          <a:xfrm rot="2064704">
            <a:off x="411662" y="1111668"/>
            <a:ext cx="1944216" cy="3834358"/>
          </a:xfrm>
          <a:prstGeom prst="ellipse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Ellipse 69"/>
          <p:cNvSpPr/>
          <p:nvPr/>
        </p:nvSpPr>
        <p:spPr>
          <a:xfrm rot="19772255">
            <a:off x="6552219" y="1166654"/>
            <a:ext cx="1944216" cy="3834358"/>
          </a:xfrm>
          <a:prstGeom prst="ellipse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bgerundetes Rechteck 17"/>
          <p:cNvSpPr/>
          <p:nvPr/>
        </p:nvSpPr>
        <p:spPr>
          <a:xfrm>
            <a:off x="353345" y="3109610"/>
            <a:ext cx="1656184" cy="931693"/>
          </a:xfrm>
          <a:prstGeom prst="roundRect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Abgerundetes Rechteck 71"/>
          <p:cNvSpPr/>
          <p:nvPr/>
        </p:nvSpPr>
        <p:spPr>
          <a:xfrm>
            <a:off x="7000598" y="3109610"/>
            <a:ext cx="1656184" cy="918419"/>
          </a:xfrm>
          <a:prstGeom prst="roundRect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Textfeld 72"/>
          <p:cNvSpPr txBox="1"/>
          <p:nvPr/>
        </p:nvSpPr>
        <p:spPr>
          <a:xfrm>
            <a:off x="353345" y="1259468"/>
            <a:ext cx="1117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preceding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75" name="Textfeld 74"/>
          <p:cNvSpPr txBox="1"/>
          <p:nvPr/>
        </p:nvSpPr>
        <p:spPr>
          <a:xfrm>
            <a:off x="7538975" y="1259468"/>
            <a:ext cx="1047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following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77" name="Textfeld 76"/>
          <p:cNvSpPr txBox="1"/>
          <p:nvPr/>
        </p:nvSpPr>
        <p:spPr>
          <a:xfrm>
            <a:off x="490641" y="2710461"/>
            <a:ext cx="1789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preceding-sibling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78" name="Textfeld 77"/>
          <p:cNvSpPr txBox="1"/>
          <p:nvPr/>
        </p:nvSpPr>
        <p:spPr>
          <a:xfrm>
            <a:off x="6772200" y="2708404"/>
            <a:ext cx="171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following-sibling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755576" y="3357465"/>
            <a:ext cx="7416824" cy="3682445"/>
          </a:xfrm>
          <a:prstGeom prst="ellipse">
            <a:avLst/>
          </a:prstGeom>
          <a:noFill/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Textfeld 78"/>
          <p:cNvSpPr txBox="1"/>
          <p:nvPr/>
        </p:nvSpPr>
        <p:spPr>
          <a:xfrm>
            <a:off x="3730539" y="6556605"/>
            <a:ext cx="1952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descendent-or-self</a:t>
            </a:r>
            <a:endParaRPr lang="de-DE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629260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rca:RCAuthoringProperties xmlns:rca="urn:sharePointPublishingRcaProperties">
  <rca:Converter rca:guid="6dfdc5b4-2a28-4a06-b0c6-ad3901e3a807">
    <rca:property rca:type="InheritParentSettings">False</rca:property>
    <rca:property rca:type="SelectedPageLayout">23</rca:property>
    <rca:property rca:type="SelectedPageField">f55c4d88-1f2e-4ad9-aaa8-819af4ee7ee8</rca:property>
    <rca:property rca:type="SelectedStylesField">a932ec3f-94c1-48b1-b6dc-41aaa6eb7e54</rca:property>
    <rca:property rca:type="CreatePageWithSourceDocument">True</rca:property>
    <rca:property rca:type="AllowChangeLocationConfig">True</rca:property>
    <rca:property rca:type="ConfiguredPageLocation">http://pegasus</rca:property>
    <rca:property rca:type="CreateSynchronously">True</rca:property>
    <rca:property rca:type="AllowChangeProcessingConfig">True</rca:property>
    <rca:property rca:type="ConverterSpecificSettings"/>
  </rca:Converter>
</rca:RCAuthoring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226AA39FA88A44AFA62822AA17F4C7" ma:contentTypeVersion="17" ma:contentTypeDescription="Create a new document." ma:contentTypeScope="" ma:versionID="c0535d27d85ef8e73c7490146f1a7776">
  <xsd:schema xmlns:xsd="http://www.w3.org/2001/XMLSchema" xmlns:xs="http://www.w3.org/2001/XMLSchema" xmlns:p="http://schemas.microsoft.com/office/2006/metadata/properties" xmlns:ns2="36e88c28-51f7-4cf2-bf07-d5dd31bd1c61" xmlns:ns3="ebd01039-58b0-4616-9cbc-df5c8ae803a8" targetNamespace="http://schemas.microsoft.com/office/2006/metadata/properties" ma:root="true" ma:fieldsID="d64e3a2961643c026222916d5e9ecfd7" ns2:_="" ns3:_="">
    <xsd:import namespace="36e88c28-51f7-4cf2-bf07-d5dd31bd1c61"/>
    <xsd:import namespace="ebd01039-58b0-4616-9cbc-df5c8ae803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_Flow_SignoffStatu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88c28-51f7-4cf2-bf07-d5dd31bd1c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6" nillable="true" ma:displayName="Sign-off status" ma:internalName="_x0024_Resources_x003a_core_x002c_Signoff_Status_x003b_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6a2fdd27-ee36-42ac-901d-ae0f66495c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d01039-58b0-4616-9cbc-df5c8ae803a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a76a38d-9741-4a60-801e-cd6cd965268c}" ma:internalName="TaxCatchAll" ma:showField="CatchAllData" ma:web="ebd01039-58b0-4616-9cbc-df5c8ae803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36e88c28-51f7-4cf2-bf07-d5dd31bd1c61" xsi:nil="true"/>
    <TaxCatchAll xmlns="ebd01039-58b0-4616-9cbc-df5c8ae803a8" xsi:nil="true"/>
    <lcf76f155ced4ddcb4097134ff3c332f xmlns="36e88c28-51f7-4cf2-bf07-d5dd31bd1c61">
      <Terms xmlns="http://schemas.microsoft.com/office/infopath/2007/PartnerControls"/>
    </lcf76f155ced4ddcb4097134ff3c332f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?mso-contentType ?>
<spe:Receivers xmlns:spe="http://schemas.microsoft.com/sharepoint/events">
  <Receiver>
    <Name>Nintex conditional workflow start</Name>
    <Synchronization>Synchronous</Synchronization>
    <Type>10001</Type>
    <SequenceNumber>50000</SequenceNumber>
    <Assembly>Nintex.Workflow, Version=1.0.0.0, Culture=neutral, PublicKeyToken=913f6bae0ca5ae12</Assembly>
    <Class>Nintex.Workflow.ConditionalWorkflowStartReceiver</Class>
    <Data>1/23/2013 10:13:35 AM</Data>
    <Filter/>
  </Receiver>
  <Receiver>
    <Name>Nintex conditional workflow start</Name>
    <Synchronization>Synchronous</Synchronization>
    <Type>10002</Type>
    <SequenceNumber>50000</SequenceNumber>
    <Assembly>Nintex.Workflow, Version=1.0.0.0, Culture=neutral, PublicKeyToken=913f6bae0ca5ae12</Assembly>
    <Class>Nintex.Workflow.ConditionalWorkflowStartReceiver</Class>
    <Data>1/23/2013 10:13:35 AM</Data>
    <Filter/>
  </Receiver>
  <Receiver>
    <Name>Nintex conditional workflow start</Name>
    <Synchronization>Synchronous</Synchronization>
    <Type>2</Type>
    <SequenceNumber>50000</SequenceNumber>
    <Assembly>Nintex.Workflow, Version=1.0.0.0, Culture=neutral, PublicKeyToken=913f6bae0ca5ae12</Assembly>
    <Class>Nintex.Workflow.ConditionalWorkflowStartReceiver</Class>
    <Data>1/23/2013 10:13:35 AM</Data>
    <Filter/>
  </Receiver>
</spe:Receivers>
</file>

<file path=customXml/itemProps1.xml><?xml version="1.0" encoding="utf-8"?>
<ds:datastoreItem xmlns:ds="http://schemas.openxmlformats.org/officeDocument/2006/customXml" ds:itemID="{B00AF97D-BB61-4125-9A14-9958DDE15733}">
  <ds:schemaRefs>
    <ds:schemaRef ds:uri="urn:sharePointPublishingRcaProperties"/>
  </ds:schemaRefs>
</ds:datastoreItem>
</file>

<file path=customXml/itemProps2.xml><?xml version="1.0" encoding="utf-8"?>
<ds:datastoreItem xmlns:ds="http://schemas.openxmlformats.org/officeDocument/2006/customXml" ds:itemID="{BDD8577F-E81B-4285-BB29-FAD06E55BFCA}"/>
</file>

<file path=customXml/itemProps3.xml><?xml version="1.0" encoding="utf-8"?>
<ds:datastoreItem xmlns:ds="http://schemas.openxmlformats.org/officeDocument/2006/customXml" ds:itemID="{E70261FC-D648-408A-A571-E40732CAE872}">
  <ds:schemaRefs>
    <ds:schemaRef ds:uri="http://schemas.microsoft.com/office/2006/metadata/propertie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4A917D03-0D65-4890-8683-CA7D8E8F8848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8EA7635C-6B6D-4B19-B6BA-520168024C60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Larissa</vt:lpstr>
      <vt:lpstr>PowerPoint Presentation</vt:lpstr>
      <vt:lpstr>PowerPoint Presentation</vt:lpstr>
      <vt:lpstr>PowerPoint Presentation</vt:lpstr>
      <vt:lpstr>PowerPoint Presentation</vt:lpstr>
    </vt:vector>
  </TitlesOfParts>
  <Company>Deutsche Bahn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Heyken, Andreas</dc:creator>
  <cp:lastModifiedBy>Xu, Vanessa</cp:lastModifiedBy>
  <cp:revision>10</cp:revision>
  <dcterms:created xsi:type="dcterms:W3CDTF">2016-03-22T14:40:58Z</dcterms:created>
  <dcterms:modified xsi:type="dcterms:W3CDTF">2021-03-11T07:01:11Z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0x0101009C226AA39FA88A44AFA62822AA17F4C7</vt:lpwstr>
  </property>
  <property fmtid="{D5CDD505-2E9C-101B-9397-08002B2CF9AE}" pid="3" name="MSIP_Label_705c9e18-d393-4470-8b67-9616c62ec31f_Enabled">
    <vt:lpwstr>true</vt:lpwstr>
  </property>
  <property fmtid="{D5CDD505-2E9C-101B-9397-08002B2CF9AE}" pid="4" name="MSIP_Label_705c9e18-d393-4470-8b67-9616c62ec31f_SetDate">
    <vt:lpwstr>2021-03-11T07:01:01Z</vt:lpwstr>
  </property>
  <property fmtid="{D5CDD505-2E9C-101B-9397-08002B2CF9AE}" pid="5" name="MSIP_Label_705c9e18-d393-4470-8b67-9616c62ec31f_Method">
    <vt:lpwstr>Standard</vt:lpwstr>
  </property>
  <property fmtid="{D5CDD505-2E9C-101B-9397-08002B2CF9AE}" pid="6" name="MSIP_Label_705c9e18-d393-4470-8b67-9616c62ec31f_Name">
    <vt:lpwstr>705c9e18-d393-4470-8b67-9616c62ec31f</vt:lpwstr>
  </property>
  <property fmtid="{D5CDD505-2E9C-101B-9397-08002B2CF9AE}" pid="7" name="MSIP_Label_705c9e18-d393-4470-8b67-9616c62ec31f_SiteId">
    <vt:lpwstr>c5d1e823-e2b8-46bf-92ff-84f54313e0a5</vt:lpwstr>
  </property>
  <property fmtid="{D5CDD505-2E9C-101B-9397-08002B2CF9AE}" pid="8" name="MSIP_Label_705c9e18-d393-4470-8b67-9616c62ec31f_ActionId">
    <vt:lpwstr>7c1cf20a-2ec5-473f-95f9-59ad016e4f0e</vt:lpwstr>
  </property>
  <property fmtid="{D5CDD505-2E9C-101B-9397-08002B2CF9AE}" pid="9" name="MSIP_Label_705c9e18-d393-4470-8b67-9616c62ec31f_ContentBits">
    <vt:lpwstr>0</vt:lpwstr>
  </property>
</Properties>
</file>