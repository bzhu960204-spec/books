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85" r:id="rId6"/>
  </p:sldMasterIdLst>
  <p:notesMasterIdLst>
    <p:notesMasterId r:id="rId28"/>
  </p:notesMasterIdLst>
  <p:handoutMasterIdLst>
    <p:handoutMasterId r:id="rId29"/>
  </p:handoutMasterIdLst>
  <p:sldIdLst>
    <p:sldId id="352" r:id="rId7"/>
    <p:sldId id="333" r:id="rId8"/>
    <p:sldId id="396" r:id="rId9"/>
    <p:sldId id="398" r:id="rId10"/>
    <p:sldId id="397" r:id="rId11"/>
    <p:sldId id="411" r:id="rId12"/>
    <p:sldId id="400" r:id="rId13"/>
    <p:sldId id="401" r:id="rId14"/>
    <p:sldId id="420" r:id="rId15"/>
    <p:sldId id="404" r:id="rId16"/>
    <p:sldId id="405" r:id="rId17"/>
    <p:sldId id="419" r:id="rId18"/>
    <p:sldId id="406" r:id="rId19"/>
    <p:sldId id="414" r:id="rId20"/>
    <p:sldId id="415" r:id="rId21"/>
    <p:sldId id="421" r:id="rId22"/>
    <p:sldId id="416" r:id="rId23"/>
    <p:sldId id="418" r:id="rId24"/>
    <p:sldId id="408" r:id="rId25"/>
    <p:sldId id="409" r:id="rId26"/>
    <p:sldId id="379" r:id="rId27"/>
  </p:sldIdLst>
  <p:sldSz cx="9906000" cy="6858000" type="A4"/>
  <p:notesSz cx="6797675" cy="9874250"/>
  <p:custDataLst>
    <p:tags r:id="rId30"/>
  </p:custDataLst>
  <p:defaultTextStyle>
    <a:defPPr>
      <a:defRPr lang="de-DE"/>
    </a:defPPr>
    <a:lvl1pPr algn="ctr" rtl="0" eaLnBrk="0" fontAlgn="base" hangingPunct="0">
      <a:spcBef>
        <a:spcPct val="0"/>
      </a:spcBef>
      <a:spcAft>
        <a:spcPct val="0"/>
      </a:spcAft>
      <a:defRPr sz="2000" kern="1200">
        <a:solidFill>
          <a:schemeClr val="tx1"/>
        </a:solidFill>
        <a:latin typeface="Arial" charset="0"/>
        <a:ea typeface="+mn-ea"/>
        <a:cs typeface="+mn-cs"/>
      </a:defRPr>
    </a:lvl1pPr>
    <a:lvl2pPr marL="457200" algn="ctr" rtl="0" eaLnBrk="0" fontAlgn="base" hangingPunct="0">
      <a:spcBef>
        <a:spcPct val="0"/>
      </a:spcBef>
      <a:spcAft>
        <a:spcPct val="0"/>
      </a:spcAft>
      <a:defRPr sz="2000" kern="1200">
        <a:solidFill>
          <a:schemeClr val="tx1"/>
        </a:solidFill>
        <a:latin typeface="Arial" charset="0"/>
        <a:ea typeface="+mn-ea"/>
        <a:cs typeface="+mn-cs"/>
      </a:defRPr>
    </a:lvl2pPr>
    <a:lvl3pPr marL="914400" algn="ctr" rtl="0" eaLnBrk="0" fontAlgn="base" hangingPunct="0">
      <a:spcBef>
        <a:spcPct val="0"/>
      </a:spcBef>
      <a:spcAft>
        <a:spcPct val="0"/>
      </a:spcAft>
      <a:defRPr sz="2000" kern="1200">
        <a:solidFill>
          <a:schemeClr val="tx1"/>
        </a:solidFill>
        <a:latin typeface="Arial" charset="0"/>
        <a:ea typeface="+mn-ea"/>
        <a:cs typeface="+mn-cs"/>
      </a:defRPr>
    </a:lvl3pPr>
    <a:lvl4pPr marL="1371600" algn="ctr" rtl="0" eaLnBrk="0" fontAlgn="base" hangingPunct="0">
      <a:spcBef>
        <a:spcPct val="0"/>
      </a:spcBef>
      <a:spcAft>
        <a:spcPct val="0"/>
      </a:spcAft>
      <a:defRPr sz="2000" kern="1200">
        <a:solidFill>
          <a:schemeClr val="tx1"/>
        </a:solidFill>
        <a:latin typeface="Arial" charset="0"/>
        <a:ea typeface="+mn-ea"/>
        <a:cs typeface="+mn-cs"/>
      </a:defRPr>
    </a:lvl4pPr>
    <a:lvl5pPr marL="1828800" algn="ctr" rtl="0" eaLnBrk="0" fontAlgn="base" hangingPunct="0">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663">
          <p15:clr>
            <a:srgbClr val="A4A3A4"/>
          </p15:clr>
        </p15:guide>
        <p15:guide id="2" orient="horz" pos="1570">
          <p15:clr>
            <a:srgbClr val="A4A3A4"/>
          </p15:clr>
        </p15:guide>
        <p15:guide id="3" orient="horz" pos="3566">
          <p15:clr>
            <a:srgbClr val="A4A3A4"/>
          </p15:clr>
        </p15:guide>
        <p15:guide id="4" orient="horz" pos="2160">
          <p15:clr>
            <a:srgbClr val="A4A3A4"/>
          </p15:clr>
        </p15:guide>
        <p15:guide id="5" orient="horz" pos="2931">
          <p15:clr>
            <a:srgbClr val="A4A3A4"/>
          </p15:clr>
        </p15:guide>
        <p15:guide id="6" orient="horz" pos="3521">
          <p15:clr>
            <a:srgbClr val="A4A3A4"/>
          </p15:clr>
        </p15:guide>
        <p15:guide id="7" orient="horz" pos="981">
          <p15:clr>
            <a:srgbClr val="A4A3A4"/>
          </p15:clr>
        </p15:guide>
        <p15:guide id="8" orient="horz" pos="3339">
          <p15:clr>
            <a:srgbClr val="A4A3A4"/>
          </p15:clr>
        </p15:guide>
        <p15:guide id="9" orient="horz" pos="3067">
          <p15:clr>
            <a:srgbClr val="A4A3A4"/>
          </p15:clr>
        </p15:guide>
        <p15:guide id="10" orient="horz" pos="1389">
          <p15:clr>
            <a:srgbClr val="A4A3A4"/>
          </p15:clr>
        </p15:guide>
        <p15:guide id="11" orient="horz" pos="4156">
          <p15:clr>
            <a:srgbClr val="A4A3A4"/>
          </p15:clr>
        </p15:guide>
        <p15:guide id="12" pos="1532">
          <p15:clr>
            <a:srgbClr val="A4A3A4"/>
          </p15:clr>
        </p15:guide>
        <p15:guide id="13" pos="6114">
          <p15:clr>
            <a:srgbClr val="A4A3A4"/>
          </p15:clr>
        </p15:guide>
        <p15:guide id="14" pos="3120">
          <p15:clr>
            <a:srgbClr val="A4A3A4"/>
          </p15:clr>
        </p15:guide>
        <p15:guide id="15" pos="2394">
          <p15:clr>
            <a:srgbClr val="A4A3A4"/>
          </p15:clr>
        </p15:guide>
      </p15:sldGuideLst>
    </p:ext>
    <p:ext uri="{2D200454-40CA-4A62-9FC3-DE9A4176ACB9}">
      <p15:notesGuideLst xmlns:p15="http://schemas.microsoft.com/office/powerpoint/2012/main">
        <p15:guide id="1" orient="horz" pos="3110">
          <p15:clr>
            <a:srgbClr val="A4A3A4"/>
          </p15:clr>
        </p15:guide>
        <p15:guide id="2" pos="214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FFFFFF"/>
    <a:srgbClr val="EAEAEA"/>
    <a:srgbClr val="E8ECF1"/>
    <a:srgbClr val="8D9FB9"/>
    <a:srgbClr val="000066"/>
    <a:srgbClr val="FF9900"/>
    <a:srgbClr val="4083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4633" autoAdjust="0"/>
    <p:restoredTop sz="94588" autoAdjust="0"/>
  </p:normalViewPr>
  <p:slideViewPr>
    <p:cSldViewPr showGuides="1">
      <p:cViewPr varScale="1">
        <p:scale>
          <a:sx n="113" d="100"/>
          <a:sy n="113" d="100"/>
        </p:scale>
        <p:origin x="792" y="102"/>
      </p:cViewPr>
      <p:guideLst>
        <p:guide orient="horz" pos="663"/>
        <p:guide orient="horz" pos="1570"/>
        <p:guide orient="horz" pos="3566"/>
        <p:guide orient="horz" pos="2160"/>
        <p:guide orient="horz" pos="2931"/>
        <p:guide orient="horz" pos="3521"/>
        <p:guide orient="horz" pos="981"/>
        <p:guide orient="horz" pos="3339"/>
        <p:guide orient="horz" pos="3067"/>
        <p:guide orient="horz" pos="1389"/>
        <p:guide orient="horz" pos="4156"/>
        <p:guide pos="1532"/>
        <p:guide pos="6114"/>
        <p:guide pos="3120"/>
        <p:guide pos="2394"/>
      </p:guideLst>
    </p:cSldViewPr>
  </p:slideViewPr>
  <p:outlineViewPr>
    <p:cViewPr>
      <p:scale>
        <a:sx n="33" d="100"/>
        <a:sy n="33" d="100"/>
      </p:scale>
      <p:origin x="0" y="10350"/>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75" d="100"/>
          <a:sy n="75" d="100"/>
        </p:scale>
        <p:origin x="-3390" y="-90"/>
      </p:cViewPr>
      <p:guideLst>
        <p:guide orient="horz" pos="3110"/>
        <p:guide pos="214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8" Type="http://schemas.openxmlformats.org/officeDocument/2006/relationships/slide" Target="slides/slide2.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28" Type="http://schemas.openxmlformats.org/officeDocument/2006/relationships/notesMaster" Target="notesMasters/notesMaster1.xml"/><Relationship Id="rId15" Type="http://schemas.openxmlformats.org/officeDocument/2006/relationships/slide" Target="slides/slide9.xml"/><Relationship Id="rId23" Type="http://schemas.openxmlformats.org/officeDocument/2006/relationships/slide" Target="slides/slide17.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30" Type="http://schemas.openxmlformats.org/officeDocument/2006/relationships/tags" Target="tags/tag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2972415" cy="530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smtClean="0"/>
            </a:lvl1pPr>
          </a:lstStyle>
          <a:p>
            <a:pPr>
              <a:defRPr/>
            </a:pPr>
            <a:endParaRPr lang="de-DE"/>
          </a:p>
        </p:txBody>
      </p:sp>
      <p:sp>
        <p:nvSpPr>
          <p:cNvPr id="10243" name="Rectangle 3"/>
          <p:cNvSpPr>
            <a:spLocks noGrp="1" noChangeArrowheads="1"/>
          </p:cNvSpPr>
          <p:nvPr>
            <p:ph type="dt" sz="quarter" idx="1"/>
          </p:nvPr>
        </p:nvSpPr>
        <p:spPr bwMode="auto">
          <a:xfrm>
            <a:off x="3886401" y="1"/>
            <a:ext cx="2895596" cy="530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de-DE"/>
          </a:p>
        </p:txBody>
      </p:sp>
      <p:sp>
        <p:nvSpPr>
          <p:cNvPr id="10244" name="Rectangle 4"/>
          <p:cNvSpPr>
            <a:spLocks noGrp="1" noChangeArrowheads="1"/>
          </p:cNvSpPr>
          <p:nvPr>
            <p:ph type="ftr" sz="quarter" idx="2"/>
          </p:nvPr>
        </p:nvSpPr>
        <p:spPr bwMode="auto">
          <a:xfrm>
            <a:off x="0" y="9399528"/>
            <a:ext cx="2972415" cy="454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smtClean="0"/>
            </a:lvl1pPr>
          </a:lstStyle>
          <a:p>
            <a:pPr>
              <a:defRPr/>
            </a:pPr>
            <a:endParaRPr lang="de-DE"/>
          </a:p>
        </p:txBody>
      </p:sp>
      <p:sp>
        <p:nvSpPr>
          <p:cNvPr id="10245" name="Rectangle 5"/>
          <p:cNvSpPr>
            <a:spLocks noGrp="1" noChangeArrowheads="1"/>
          </p:cNvSpPr>
          <p:nvPr>
            <p:ph type="sldNum" sz="quarter" idx="3"/>
          </p:nvPr>
        </p:nvSpPr>
        <p:spPr bwMode="auto">
          <a:xfrm>
            <a:off x="3886401" y="9399528"/>
            <a:ext cx="2895596" cy="454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8F07C2F6-B101-436D-AEDE-9B0585C13632}" type="slidenum">
              <a:rPr lang="de-DE"/>
              <a:pPr>
                <a:defRPr/>
              </a:pPr>
              <a:t>‹#›</a:t>
            </a:fld>
            <a:endParaRPr lang="de-DE"/>
          </a:p>
        </p:txBody>
      </p:sp>
    </p:spTree>
    <p:extLst>
      <p:ext uri="{BB962C8B-B14F-4D97-AF65-F5344CB8AC3E}">
        <p14:creationId xmlns:p14="http://schemas.microsoft.com/office/powerpoint/2010/main" val="1974777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2" y="1"/>
            <a:ext cx="2945764"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smtClean="0"/>
            </a:lvl1pPr>
          </a:lstStyle>
          <a:p>
            <a:pPr>
              <a:defRPr/>
            </a:pPr>
            <a:endParaRPr lang="de-DE"/>
          </a:p>
        </p:txBody>
      </p:sp>
      <p:sp>
        <p:nvSpPr>
          <p:cNvPr id="5123" name="Rectangle 3"/>
          <p:cNvSpPr>
            <a:spLocks noGrp="1" noChangeArrowheads="1"/>
          </p:cNvSpPr>
          <p:nvPr>
            <p:ph type="dt" idx="1"/>
          </p:nvPr>
        </p:nvSpPr>
        <p:spPr bwMode="auto">
          <a:xfrm>
            <a:off x="3851912" y="1"/>
            <a:ext cx="2945763"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de-DE"/>
          </a:p>
        </p:txBody>
      </p:sp>
      <p:sp>
        <p:nvSpPr>
          <p:cNvPr id="20484" name="Rectangle 4"/>
          <p:cNvSpPr>
            <a:spLocks noGrp="1" noRot="1" noChangeAspect="1" noChangeArrowheads="1" noTextEdit="1"/>
          </p:cNvSpPr>
          <p:nvPr>
            <p:ph type="sldImg" idx="2"/>
          </p:nvPr>
        </p:nvSpPr>
        <p:spPr bwMode="auto">
          <a:xfrm>
            <a:off x="723900" y="739775"/>
            <a:ext cx="5349875" cy="370363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5" name="Rectangle 5"/>
          <p:cNvSpPr>
            <a:spLocks noGrp="1" noChangeArrowheads="1"/>
          </p:cNvSpPr>
          <p:nvPr>
            <p:ph type="body" sz="quarter" idx="3"/>
          </p:nvPr>
        </p:nvSpPr>
        <p:spPr bwMode="auto">
          <a:xfrm>
            <a:off x="906149" y="4690269"/>
            <a:ext cx="4985380" cy="444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noProof="0"/>
              <a:t>Klicken Sie, um die Formate des Vorlagentextes zu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5126" name="Rectangle 6"/>
          <p:cNvSpPr>
            <a:spLocks noGrp="1" noChangeArrowheads="1"/>
          </p:cNvSpPr>
          <p:nvPr>
            <p:ph type="ftr" sz="quarter" idx="4"/>
          </p:nvPr>
        </p:nvSpPr>
        <p:spPr bwMode="auto">
          <a:xfrm>
            <a:off x="2" y="9380538"/>
            <a:ext cx="2945764"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smtClean="0"/>
            </a:lvl1pPr>
          </a:lstStyle>
          <a:p>
            <a:pPr>
              <a:defRPr/>
            </a:pPr>
            <a:endParaRPr lang="de-DE"/>
          </a:p>
        </p:txBody>
      </p:sp>
      <p:sp>
        <p:nvSpPr>
          <p:cNvPr id="5127" name="Rectangle 7"/>
          <p:cNvSpPr>
            <a:spLocks noGrp="1" noChangeArrowheads="1"/>
          </p:cNvSpPr>
          <p:nvPr>
            <p:ph type="sldNum" sz="quarter" idx="5"/>
          </p:nvPr>
        </p:nvSpPr>
        <p:spPr bwMode="auto">
          <a:xfrm>
            <a:off x="3851912" y="9380538"/>
            <a:ext cx="2945763"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95088786-1D63-4D5D-B015-692FC08AD38F}" type="slidenum">
              <a:rPr lang="de-DE"/>
              <a:pPr>
                <a:defRPr/>
              </a:pPr>
              <a:t>‹#›</a:t>
            </a:fld>
            <a:endParaRPr lang="de-DE"/>
          </a:p>
        </p:txBody>
      </p:sp>
    </p:spTree>
    <p:extLst>
      <p:ext uri="{BB962C8B-B14F-4D97-AF65-F5344CB8AC3E}">
        <p14:creationId xmlns:p14="http://schemas.microsoft.com/office/powerpoint/2010/main" val="23334032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1"/>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a:grpSpLocks/>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6" name="Textfeld 15"/>
          <p:cNvSpPr txBox="1"/>
          <p:nvPr userDrawn="1"/>
        </p:nvSpPr>
        <p:spPr>
          <a:xfrm>
            <a:off x="115485" y="3738536"/>
            <a:ext cx="4633000"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p>
        </p:txBody>
      </p:sp>
      <p:sp>
        <p:nvSpPr>
          <p:cNvPr id="3" name="Textplatzhalter 2"/>
          <p:cNvSpPr>
            <a:spLocks noGrp="1"/>
          </p:cNvSpPr>
          <p:nvPr>
            <p:ph type="body" sz="quarter" idx="10" hasCustomPrompt="1"/>
          </p:nvPr>
        </p:nvSpPr>
        <p:spPr>
          <a:xfrm>
            <a:off x="200925" y="4081463"/>
            <a:ext cx="9648000" cy="576000"/>
          </a:xfrm>
        </p:spPr>
        <p:txBody>
          <a:bodyPr/>
          <a:lstStyle>
            <a:lvl1pPr>
              <a:defRPr sz="2000" b="1"/>
            </a:lvl1pPr>
          </a:lstStyle>
          <a:p>
            <a:pPr lvl="0"/>
            <a:r>
              <a:rPr lang="de-DE" dirty="0"/>
              <a:t>Topic </a:t>
            </a:r>
            <a:r>
              <a:rPr lang="de-DE" dirty="0" err="1"/>
              <a:t>of</a:t>
            </a:r>
            <a:r>
              <a:rPr lang="de-DE" dirty="0"/>
              <a:t> </a:t>
            </a:r>
            <a:r>
              <a:rPr lang="de-DE" dirty="0" err="1"/>
              <a:t>the</a:t>
            </a:r>
            <a:r>
              <a:rPr lang="de-DE" dirty="0"/>
              <a:t> </a:t>
            </a:r>
            <a:r>
              <a:rPr lang="de-DE" dirty="0" err="1"/>
              <a:t>Presentation</a:t>
            </a:r>
            <a:endParaRPr lang="de-DE" dirty="0"/>
          </a:p>
        </p:txBody>
      </p:sp>
    </p:spTree>
    <p:extLst>
      <p:ext uri="{BB962C8B-B14F-4D97-AF65-F5344CB8AC3E}">
        <p14:creationId xmlns:p14="http://schemas.microsoft.com/office/powerpoint/2010/main" val="27717063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Endslide TE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1"/>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a:grpSpLocks/>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charset="0"/>
              </a:defRPr>
            </a:lvl2pPr>
            <a:lvl3pPr algn="l" rtl="0" eaLnBrk="0" fontAlgn="base" hangingPunct="0">
              <a:spcBef>
                <a:spcPct val="0"/>
              </a:spcBef>
              <a:spcAft>
                <a:spcPct val="0"/>
              </a:spcAft>
              <a:defRPr sz="2000" b="1">
                <a:solidFill>
                  <a:schemeClr val="tx2"/>
                </a:solidFill>
                <a:latin typeface="Arial" charset="0"/>
              </a:defRPr>
            </a:lvl3pPr>
            <a:lvl4pPr algn="l" rtl="0" eaLnBrk="0" fontAlgn="base" hangingPunct="0">
              <a:spcBef>
                <a:spcPct val="0"/>
              </a:spcBef>
              <a:spcAft>
                <a:spcPct val="0"/>
              </a:spcAft>
              <a:defRPr sz="2000" b="1">
                <a:solidFill>
                  <a:schemeClr val="tx2"/>
                </a:solidFill>
                <a:latin typeface="Arial" charset="0"/>
              </a:defRPr>
            </a:lvl4pPr>
            <a:lvl5pPr algn="l" rtl="0" eaLnBrk="0" fontAlgn="base" hangingPunct="0">
              <a:spcBef>
                <a:spcPct val="0"/>
              </a:spcBef>
              <a:spcAft>
                <a:spcPct val="0"/>
              </a:spcAft>
              <a:defRPr sz="2000" b="1">
                <a:solidFill>
                  <a:schemeClr val="tx2"/>
                </a:solidFill>
                <a:latin typeface="Arial" charset="0"/>
              </a:defRPr>
            </a:lvl5pPr>
            <a:lvl6pPr marL="457200" algn="l" rtl="0" eaLnBrk="0" fontAlgn="base" hangingPunct="0">
              <a:spcBef>
                <a:spcPct val="0"/>
              </a:spcBef>
              <a:spcAft>
                <a:spcPct val="0"/>
              </a:spcAft>
              <a:defRPr sz="2000" b="1">
                <a:solidFill>
                  <a:schemeClr val="tx2"/>
                </a:solidFill>
                <a:latin typeface="Arial" charset="0"/>
              </a:defRPr>
            </a:lvl6pPr>
            <a:lvl7pPr marL="914400" algn="l" rtl="0" eaLnBrk="0" fontAlgn="base" hangingPunct="0">
              <a:spcBef>
                <a:spcPct val="0"/>
              </a:spcBef>
              <a:spcAft>
                <a:spcPct val="0"/>
              </a:spcAft>
              <a:defRPr sz="2000" b="1">
                <a:solidFill>
                  <a:schemeClr val="tx2"/>
                </a:solidFill>
                <a:latin typeface="Arial" charset="0"/>
              </a:defRPr>
            </a:lvl7pPr>
            <a:lvl8pPr marL="1371600" algn="l" rtl="0" eaLnBrk="0" fontAlgn="base" hangingPunct="0">
              <a:spcBef>
                <a:spcPct val="0"/>
              </a:spcBef>
              <a:spcAft>
                <a:spcPct val="0"/>
              </a:spcAft>
              <a:defRPr sz="2000" b="1">
                <a:solidFill>
                  <a:schemeClr val="tx2"/>
                </a:solidFill>
                <a:latin typeface="Arial" charset="0"/>
              </a:defRPr>
            </a:lvl8pPr>
            <a:lvl9pPr marL="1828800" algn="l" rtl="0" eaLnBrk="0" fontAlgn="base" hangingPunct="0">
              <a:spcBef>
                <a:spcPct val="0"/>
              </a:spcBef>
              <a:spcAft>
                <a:spcPct val="0"/>
              </a:spcAft>
              <a:defRPr sz="2000" b="1">
                <a:solidFill>
                  <a:schemeClr val="tx2"/>
                </a:solidFill>
                <a:latin typeface="Arial"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Text Box 16"/>
          <p:cNvSpPr txBox="1">
            <a:spLocks noChangeArrowheads="1"/>
          </p:cNvSpPr>
          <p:nvPr userDrawn="1"/>
        </p:nvSpPr>
        <p:spPr bwMode="auto">
          <a:xfrm>
            <a:off x="3794000" y="4379263"/>
            <a:ext cx="3240000"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Richard Schulz </a:t>
            </a:r>
          </a:p>
          <a:p>
            <a:pPr algn="l"/>
            <a:r>
              <a:rPr lang="en-US" sz="1200" b="0" dirty="0">
                <a:solidFill>
                  <a:srgbClr val="000000"/>
                </a:solidFill>
                <a:latin typeface="DB Office"/>
              </a:rPr>
              <a:t>Customer Service - Implementation</a:t>
            </a:r>
          </a:p>
          <a:p>
            <a:pPr algn="l"/>
            <a:r>
              <a:rPr lang="en-US" sz="1200" b="0" dirty="0">
                <a:solidFill>
                  <a:srgbClr val="000000"/>
                </a:solidFill>
                <a:latin typeface="DB Office"/>
              </a:rPr>
              <a:t>Differentiating IT (L.LCF)</a:t>
            </a:r>
          </a:p>
          <a:p>
            <a:pPr algn="l"/>
            <a:r>
              <a:rPr lang="en-US" sz="1200" b="0" dirty="0">
                <a:solidFill>
                  <a:srgbClr val="000000"/>
                </a:solidFill>
                <a:latin typeface="DB Office"/>
              </a:rPr>
              <a:t>SWORD Customer Service</a:t>
            </a:r>
          </a:p>
        </p:txBody>
      </p:sp>
      <p:sp>
        <p:nvSpPr>
          <p:cNvPr id="21" name="Rectangle 17"/>
          <p:cNvSpPr>
            <a:spLocks noChangeArrowheads="1"/>
          </p:cNvSpPr>
          <p:nvPr userDrawn="1"/>
        </p:nvSpPr>
        <p:spPr bwMode="auto">
          <a:xfrm>
            <a:off x="7250310" y="4731688"/>
            <a:ext cx="2527103" cy="1387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8781-4940</a:t>
            </a:r>
          </a:p>
          <a:p>
            <a:pPr algn="l">
              <a:tabLst>
                <a:tab pos="441325" algn="l"/>
              </a:tabLst>
            </a:pPr>
            <a:r>
              <a:rPr lang="de-DE" sz="1200" dirty="0">
                <a:solidFill>
                  <a:srgbClr val="000000"/>
                </a:solidFill>
                <a:latin typeface="DB Office"/>
              </a:rPr>
              <a:t>Richard.Schulz@dbschenker.com </a:t>
            </a: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Schenker AG</a:t>
            </a:r>
          </a:p>
          <a:p>
            <a:pPr algn="l">
              <a:tabLst>
                <a:tab pos="441325" algn="l"/>
              </a:tabLst>
            </a:pPr>
            <a:r>
              <a:rPr lang="de-DE" sz="1200" dirty="0">
                <a:solidFill>
                  <a:srgbClr val="000000"/>
                </a:solidFill>
                <a:latin typeface="DB Office"/>
              </a:rPr>
              <a:t>Alfredstr. 150-154</a:t>
            </a:r>
          </a:p>
          <a:p>
            <a:pPr algn="l">
              <a:tabLst>
                <a:tab pos="441325" algn="l"/>
              </a:tabLst>
            </a:pPr>
            <a:r>
              <a:rPr lang="de-DE" sz="1200" dirty="0">
                <a:solidFill>
                  <a:srgbClr val="000000"/>
                </a:solidFill>
                <a:latin typeface="DB Office"/>
              </a:rPr>
              <a:t>45131 Essen </a:t>
            </a:r>
          </a:p>
          <a:p>
            <a:pPr algn="l">
              <a:tabLst>
                <a:tab pos="441325" algn="l"/>
              </a:tabLst>
            </a:pPr>
            <a:r>
              <a:rPr lang="de-DE" sz="1200" dirty="0">
                <a:solidFill>
                  <a:srgbClr val="000000"/>
                </a:solidFill>
                <a:latin typeface="DB Office"/>
              </a:rPr>
              <a:t>www.dbschenker.com </a:t>
            </a:r>
          </a:p>
        </p:txBody>
      </p:sp>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p>
        </p:txBody>
      </p:sp>
    </p:spTree>
    <p:extLst>
      <p:ext uri="{BB962C8B-B14F-4D97-AF65-F5344CB8AC3E}">
        <p14:creationId xmlns:p14="http://schemas.microsoft.com/office/powerpoint/2010/main" val="24273807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Endslide JvE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1"/>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a:grpSpLocks/>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charset="0"/>
              </a:defRPr>
            </a:lvl2pPr>
            <a:lvl3pPr algn="l" rtl="0" eaLnBrk="0" fontAlgn="base" hangingPunct="0">
              <a:spcBef>
                <a:spcPct val="0"/>
              </a:spcBef>
              <a:spcAft>
                <a:spcPct val="0"/>
              </a:spcAft>
              <a:defRPr sz="2000" b="1">
                <a:solidFill>
                  <a:schemeClr val="tx2"/>
                </a:solidFill>
                <a:latin typeface="Arial" charset="0"/>
              </a:defRPr>
            </a:lvl3pPr>
            <a:lvl4pPr algn="l" rtl="0" eaLnBrk="0" fontAlgn="base" hangingPunct="0">
              <a:spcBef>
                <a:spcPct val="0"/>
              </a:spcBef>
              <a:spcAft>
                <a:spcPct val="0"/>
              </a:spcAft>
              <a:defRPr sz="2000" b="1">
                <a:solidFill>
                  <a:schemeClr val="tx2"/>
                </a:solidFill>
                <a:latin typeface="Arial" charset="0"/>
              </a:defRPr>
            </a:lvl4pPr>
            <a:lvl5pPr algn="l" rtl="0" eaLnBrk="0" fontAlgn="base" hangingPunct="0">
              <a:spcBef>
                <a:spcPct val="0"/>
              </a:spcBef>
              <a:spcAft>
                <a:spcPct val="0"/>
              </a:spcAft>
              <a:defRPr sz="2000" b="1">
                <a:solidFill>
                  <a:schemeClr val="tx2"/>
                </a:solidFill>
                <a:latin typeface="Arial" charset="0"/>
              </a:defRPr>
            </a:lvl5pPr>
            <a:lvl6pPr marL="457200" algn="l" rtl="0" eaLnBrk="0" fontAlgn="base" hangingPunct="0">
              <a:spcBef>
                <a:spcPct val="0"/>
              </a:spcBef>
              <a:spcAft>
                <a:spcPct val="0"/>
              </a:spcAft>
              <a:defRPr sz="2000" b="1">
                <a:solidFill>
                  <a:schemeClr val="tx2"/>
                </a:solidFill>
                <a:latin typeface="Arial" charset="0"/>
              </a:defRPr>
            </a:lvl6pPr>
            <a:lvl7pPr marL="914400" algn="l" rtl="0" eaLnBrk="0" fontAlgn="base" hangingPunct="0">
              <a:spcBef>
                <a:spcPct val="0"/>
              </a:spcBef>
              <a:spcAft>
                <a:spcPct val="0"/>
              </a:spcAft>
              <a:defRPr sz="2000" b="1">
                <a:solidFill>
                  <a:schemeClr val="tx2"/>
                </a:solidFill>
                <a:latin typeface="Arial" charset="0"/>
              </a:defRPr>
            </a:lvl7pPr>
            <a:lvl8pPr marL="1371600" algn="l" rtl="0" eaLnBrk="0" fontAlgn="base" hangingPunct="0">
              <a:spcBef>
                <a:spcPct val="0"/>
              </a:spcBef>
              <a:spcAft>
                <a:spcPct val="0"/>
              </a:spcAft>
              <a:defRPr sz="2000" b="1">
                <a:solidFill>
                  <a:schemeClr val="tx2"/>
                </a:solidFill>
                <a:latin typeface="Arial" charset="0"/>
              </a:defRPr>
            </a:lvl8pPr>
            <a:lvl9pPr marL="1828800" algn="l" rtl="0" eaLnBrk="0" fontAlgn="base" hangingPunct="0">
              <a:spcBef>
                <a:spcPct val="0"/>
              </a:spcBef>
              <a:spcAft>
                <a:spcPct val="0"/>
              </a:spcAft>
              <a:defRPr sz="2000" b="1">
                <a:solidFill>
                  <a:schemeClr val="tx2"/>
                </a:solidFill>
                <a:latin typeface="Arial"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p>
        </p:txBody>
      </p:sp>
      <p:sp>
        <p:nvSpPr>
          <p:cNvPr id="23" name="Text Box 16"/>
          <p:cNvSpPr txBox="1">
            <a:spLocks noChangeArrowheads="1"/>
          </p:cNvSpPr>
          <p:nvPr userDrawn="1"/>
        </p:nvSpPr>
        <p:spPr bwMode="auto">
          <a:xfrm>
            <a:off x="3794000" y="4379263"/>
            <a:ext cx="3240000"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Jürgen van Eik </a:t>
            </a:r>
          </a:p>
          <a:p>
            <a:pPr algn="l"/>
            <a:endParaRPr lang="de-DE" sz="1200" b="0" dirty="0">
              <a:solidFill>
                <a:srgbClr val="000000"/>
              </a:solidFill>
              <a:latin typeface="DB Office"/>
            </a:endParaRPr>
          </a:p>
          <a:p>
            <a:pPr algn="l"/>
            <a:r>
              <a:rPr lang="de-DE" sz="1200" b="0" dirty="0">
                <a:solidFill>
                  <a:srgbClr val="000000"/>
                </a:solidFill>
                <a:latin typeface="DB Office"/>
              </a:rPr>
              <a:t>Service Manager SWORD   </a:t>
            </a:r>
          </a:p>
          <a:p>
            <a:pPr algn="l"/>
            <a:r>
              <a:rPr lang="de-DE" sz="1200" b="0" dirty="0">
                <a:solidFill>
                  <a:srgbClr val="000000"/>
                </a:solidFill>
                <a:latin typeface="DB Office"/>
              </a:rPr>
              <a:t>E-Solutions &amp; IT Management </a:t>
            </a:r>
          </a:p>
          <a:p>
            <a:pPr algn="l"/>
            <a:r>
              <a:rPr lang="de-DE" sz="1200" b="0" dirty="0">
                <a:solidFill>
                  <a:srgbClr val="000000"/>
                </a:solidFill>
                <a:latin typeface="DB Office"/>
              </a:rPr>
              <a:t>Corporate Customer &amp; Enterprise Integration </a:t>
            </a:r>
          </a:p>
          <a:p>
            <a:pPr algn="l"/>
            <a:endParaRPr lang="de-DE" sz="1200" b="0" dirty="0">
              <a:solidFill>
                <a:srgbClr val="000000"/>
              </a:solidFill>
              <a:latin typeface="DB Office"/>
            </a:endParaRPr>
          </a:p>
        </p:txBody>
      </p:sp>
      <p:sp>
        <p:nvSpPr>
          <p:cNvPr id="24" name="Rectangle 17"/>
          <p:cNvSpPr>
            <a:spLocks noChangeArrowheads="1"/>
          </p:cNvSpPr>
          <p:nvPr userDrawn="1"/>
        </p:nvSpPr>
        <p:spPr bwMode="auto">
          <a:xfrm>
            <a:off x="7250310" y="4731688"/>
            <a:ext cx="2527103" cy="175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8781-8868</a:t>
            </a:r>
          </a:p>
          <a:p>
            <a:pPr algn="l">
              <a:tabLst>
                <a:tab pos="441325" algn="l"/>
              </a:tabLst>
              <a:defRPr/>
            </a:pPr>
            <a:r>
              <a:rPr lang="de-DE" sz="1200" dirty="0">
                <a:solidFill>
                  <a:srgbClr val="000000"/>
                </a:solidFill>
                <a:latin typeface="DB Office"/>
              </a:rPr>
              <a:t>Mobile: +49 160 9748 1026</a:t>
            </a:r>
          </a:p>
          <a:p>
            <a:pPr algn="l">
              <a:tabLst>
                <a:tab pos="441325" algn="l"/>
              </a:tabLst>
            </a:pPr>
            <a:r>
              <a:rPr lang="de-DE" sz="1200" dirty="0">
                <a:solidFill>
                  <a:srgbClr val="000000"/>
                </a:solidFill>
                <a:latin typeface="DB Office"/>
              </a:rPr>
              <a:t>Fax: +49 201 8781-8228</a:t>
            </a:r>
          </a:p>
          <a:p>
            <a:pPr algn="l">
              <a:tabLst>
                <a:tab pos="441325" algn="l"/>
              </a:tabLst>
            </a:pPr>
            <a:r>
              <a:rPr lang="de-DE" sz="1200" dirty="0">
                <a:solidFill>
                  <a:srgbClr val="000000"/>
                </a:solidFill>
                <a:latin typeface="DB Office"/>
              </a:rPr>
              <a:t>juergen.van-eik@dbschenker.com </a:t>
            </a: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Schenker AG</a:t>
            </a:r>
          </a:p>
          <a:p>
            <a:pPr algn="l">
              <a:tabLst>
                <a:tab pos="441325" algn="l"/>
              </a:tabLst>
            </a:pPr>
            <a:r>
              <a:rPr lang="de-DE" sz="1200" dirty="0">
                <a:solidFill>
                  <a:srgbClr val="000000"/>
                </a:solidFill>
                <a:latin typeface="DB Office"/>
              </a:rPr>
              <a:t>Alfredstr. 150-154</a:t>
            </a:r>
          </a:p>
          <a:p>
            <a:pPr algn="l">
              <a:tabLst>
                <a:tab pos="441325" algn="l"/>
              </a:tabLst>
            </a:pPr>
            <a:r>
              <a:rPr lang="de-DE" sz="1200" dirty="0">
                <a:solidFill>
                  <a:srgbClr val="000000"/>
                </a:solidFill>
                <a:latin typeface="DB Office"/>
              </a:rPr>
              <a:t>45131 Essen </a:t>
            </a:r>
          </a:p>
          <a:p>
            <a:pPr algn="l">
              <a:tabLst>
                <a:tab pos="441325" algn="l"/>
              </a:tabLst>
            </a:pPr>
            <a:r>
              <a:rPr lang="de-DE" sz="1200" dirty="0">
                <a:solidFill>
                  <a:srgbClr val="000000"/>
                </a:solidFill>
                <a:latin typeface="DB Office"/>
              </a:rPr>
              <a:t>www.dbschenker.com </a:t>
            </a:r>
          </a:p>
        </p:txBody>
      </p:sp>
    </p:spTree>
    <p:extLst>
      <p:ext uri="{BB962C8B-B14F-4D97-AF65-F5344CB8AC3E}">
        <p14:creationId xmlns:p14="http://schemas.microsoft.com/office/powerpoint/2010/main" val="9969654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slide HMR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1"/>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a:grpSpLocks/>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charset="0"/>
              </a:defRPr>
            </a:lvl2pPr>
            <a:lvl3pPr algn="l" rtl="0" eaLnBrk="0" fontAlgn="base" hangingPunct="0">
              <a:spcBef>
                <a:spcPct val="0"/>
              </a:spcBef>
              <a:spcAft>
                <a:spcPct val="0"/>
              </a:spcAft>
              <a:defRPr sz="2000" b="1">
                <a:solidFill>
                  <a:schemeClr val="tx2"/>
                </a:solidFill>
                <a:latin typeface="Arial" charset="0"/>
              </a:defRPr>
            </a:lvl3pPr>
            <a:lvl4pPr algn="l" rtl="0" eaLnBrk="0" fontAlgn="base" hangingPunct="0">
              <a:spcBef>
                <a:spcPct val="0"/>
              </a:spcBef>
              <a:spcAft>
                <a:spcPct val="0"/>
              </a:spcAft>
              <a:defRPr sz="2000" b="1">
                <a:solidFill>
                  <a:schemeClr val="tx2"/>
                </a:solidFill>
                <a:latin typeface="Arial" charset="0"/>
              </a:defRPr>
            </a:lvl4pPr>
            <a:lvl5pPr algn="l" rtl="0" eaLnBrk="0" fontAlgn="base" hangingPunct="0">
              <a:spcBef>
                <a:spcPct val="0"/>
              </a:spcBef>
              <a:spcAft>
                <a:spcPct val="0"/>
              </a:spcAft>
              <a:defRPr sz="2000" b="1">
                <a:solidFill>
                  <a:schemeClr val="tx2"/>
                </a:solidFill>
                <a:latin typeface="Arial" charset="0"/>
              </a:defRPr>
            </a:lvl5pPr>
            <a:lvl6pPr marL="457200" algn="l" rtl="0" eaLnBrk="0" fontAlgn="base" hangingPunct="0">
              <a:spcBef>
                <a:spcPct val="0"/>
              </a:spcBef>
              <a:spcAft>
                <a:spcPct val="0"/>
              </a:spcAft>
              <a:defRPr sz="2000" b="1">
                <a:solidFill>
                  <a:schemeClr val="tx2"/>
                </a:solidFill>
                <a:latin typeface="Arial" charset="0"/>
              </a:defRPr>
            </a:lvl6pPr>
            <a:lvl7pPr marL="914400" algn="l" rtl="0" eaLnBrk="0" fontAlgn="base" hangingPunct="0">
              <a:spcBef>
                <a:spcPct val="0"/>
              </a:spcBef>
              <a:spcAft>
                <a:spcPct val="0"/>
              </a:spcAft>
              <a:defRPr sz="2000" b="1">
                <a:solidFill>
                  <a:schemeClr val="tx2"/>
                </a:solidFill>
                <a:latin typeface="Arial" charset="0"/>
              </a:defRPr>
            </a:lvl7pPr>
            <a:lvl8pPr marL="1371600" algn="l" rtl="0" eaLnBrk="0" fontAlgn="base" hangingPunct="0">
              <a:spcBef>
                <a:spcPct val="0"/>
              </a:spcBef>
              <a:spcAft>
                <a:spcPct val="0"/>
              </a:spcAft>
              <a:defRPr sz="2000" b="1">
                <a:solidFill>
                  <a:schemeClr val="tx2"/>
                </a:solidFill>
                <a:latin typeface="Arial" charset="0"/>
              </a:defRPr>
            </a:lvl8pPr>
            <a:lvl9pPr marL="1828800" algn="l" rtl="0" eaLnBrk="0" fontAlgn="base" hangingPunct="0">
              <a:spcBef>
                <a:spcPct val="0"/>
              </a:spcBef>
              <a:spcAft>
                <a:spcPct val="0"/>
              </a:spcAft>
              <a:defRPr sz="2000" b="1">
                <a:solidFill>
                  <a:schemeClr val="tx2"/>
                </a:solidFill>
                <a:latin typeface="Arial"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p>
        </p:txBody>
      </p:sp>
      <p:sp>
        <p:nvSpPr>
          <p:cNvPr id="23" name="Text Box 16"/>
          <p:cNvSpPr txBox="1">
            <a:spLocks noChangeArrowheads="1"/>
          </p:cNvSpPr>
          <p:nvPr userDrawn="1"/>
        </p:nvSpPr>
        <p:spPr bwMode="auto">
          <a:xfrm>
            <a:off x="3413000" y="4379263"/>
            <a:ext cx="3240000"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Herber Mayer-Rückleben </a:t>
            </a:r>
          </a:p>
          <a:p>
            <a:pPr algn="l"/>
            <a:endParaRPr lang="de-DE" sz="1200" b="0" dirty="0">
              <a:solidFill>
                <a:srgbClr val="000000"/>
              </a:solidFill>
              <a:latin typeface="DB Office"/>
            </a:endParaRPr>
          </a:p>
          <a:p>
            <a:pPr algn="l"/>
            <a:r>
              <a:rPr lang="de-DE" sz="1200" b="0" dirty="0">
                <a:solidFill>
                  <a:srgbClr val="000000"/>
                </a:solidFill>
                <a:latin typeface="DB Office"/>
              </a:rPr>
              <a:t>Head </a:t>
            </a:r>
            <a:r>
              <a:rPr lang="de-DE" sz="1200" b="0" dirty="0" err="1">
                <a:solidFill>
                  <a:srgbClr val="000000"/>
                </a:solidFill>
                <a:latin typeface="DB Office"/>
              </a:rPr>
              <a:t>of</a:t>
            </a:r>
            <a:r>
              <a:rPr lang="de-DE" sz="1200" b="0" dirty="0">
                <a:solidFill>
                  <a:srgbClr val="000000"/>
                </a:solidFill>
                <a:latin typeface="DB Office"/>
              </a:rPr>
              <a:t> Global 24/7 Support   </a:t>
            </a:r>
          </a:p>
          <a:p>
            <a:pPr algn="l"/>
            <a:r>
              <a:rPr lang="de-DE" sz="1200" b="0" dirty="0">
                <a:solidFill>
                  <a:srgbClr val="000000"/>
                </a:solidFill>
                <a:latin typeface="DB Office"/>
              </a:rPr>
              <a:t>E-Solutions &amp; IT Management </a:t>
            </a:r>
          </a:p>
          <a:p>
            <a:pPr algn="l"/>
            <a:r>
              <a:rPr lang="de-DE" sz="1200" b="0" dirty="0">
                <a:solidFill>
                  <a:srgbClr val="000000"/>
                </a:solidFill>
                <a:latin typeface="DB Office"/>
              </a:rPr>
              <a:t>Corporate Customer &amp; Enterprise Integration </a:t>
            </a:r>
          </a:p>
          <a:p>
            <a:pPr algn="l"/>
            <a:endParaRPr lang="de-DE" sz="1200" b="0" dirty="0">
              <a:solidFill>
                <a:srgbClr val="000000"/>
              </a:solidFill>
              <a:latin typeface="DB Office"/>
            </a:endParaRPr>
          </a:p>
        </p:txBody>
      </p:sp>
      <p:sp>
        <p:nvSpPr>
          <p:cNvPr id="24" name="Rectangle 17"/>
          <p:cNvSpPr>
            <a:spLocks noChangeArrowheads="1"/>
          </p:cNvSpPr>
          <p:nvPr userDrawn="1"/>
        </p:nvSpPr>
        <p:spPr bwMode="auto">
          <a:xfrm>
            <a:off x="6707385" y="4731688"/>
            <a:ext cx="3763938" cy="175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8781-8195 </a:t>
            </a:r>
          </a:p>
          <a:p>
            <a:pPr algn="l">
              <a:tabLst>
                <a:tab pos="441325" algn="l"/>
              </a:tabLst>
              <a:defRPr/>
            </a:pPr>
            <a:r>
              <a:rPr lang="de-DE" sz="1200" dirty="0">
                <a:solidFill>
                  <a:srgbClr val="000000"/>
                </a:solidFill>
                <a:latin typeface="DB Office"/>
              </a:rPr>
              <a:t>Mobile: +49 170 782 3258</a:t>
            </a:r>
          </a:p>
          <a:p>
            <a:pPr algn="l">
              <a:tabLst>
                <a:tab pos="441325" algn="l"/>
              </a:tabLst>
            </a:pPr>
            <a:r>
              <a:rPr lang="de-DE" sz="1200" dirty="0">
                <a:solidFill>
                  <a:srgbClr val="000000"/>
                </a:solidFill>
                <a:latin typeface="DB Office"/>
              </a:rPr>
              <a:t>Fax: +49 201 8781-8228</a:t>
            </a:r>
          </a:p>
          <a:p>
            <a:pPr algn="l">
              <a:tabLst>
                <a:tab pos="441325" algn="l"/>
              </a:tabLst>
            </a:pPr>
            <a:r>
              <a:rPr lang="de-DE" sz="1200" dirty="0">
                <a:solidFill>
                  <a:srgbClr val="000000"/>
                </a:solidFill>
                <a:latin typeface="DB Office"/>
              </a:rPr>
              <a:t>herbert.mayer-rueckleben@dbschenker.com </a:t>
            </a: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Schenker AG</a:t>
            </a:r>
          </a:p>
          <a:p>
            <a:pPr algn="l">
              <a:tabLst>
                <a:tab pos="441325" algn="l"/>
              </a:tabLst>
            </a:pPr>
            <a:r>
              <a:rPr lang="de-DE" sz="1200" dirty="0">
                <a:solidFill>
                  <a:srgbClr val="000000"/>
                </a:solidFill>
                <a:latin typeface="DB Office"/>
              </a:rPr>
              <a:t>Alfredstr. 150-154</a:t>
            </a:r>
          </a:p>
          <a:p>
            <a:pPr algn="l">
              <a:tabLst>
                <a:tab pos="441325" algn="l"/>
              </a:tabLst>
            </a:pPr>
            <a:r>
              <a:rPr lang="de-DE" sz="1200" dirty="0">
                <a:solidFill>
                  <a:srgbClr val="000000"/>
                </a:solidFill>
                <a:latin typeface="DB Office"/>
              </a:rPr>
              <a:t>45131 Essen </a:t>
            </a:r>
          </a:p>
          <a:p>
            <a:pPr algn="l">
              <a:tabLst>
                <a:tab pos="441325" algn="l"/>
              </a:tabLst>
            </a:pPr>
            <a:r>
              <a:rPr lang="de-DE" sz="1200" dirty="0">
                <a:solidFill>
                  <a:srgbClr val="000000"/>
                </a:solidFill>
                <a:latin typeface="DB Office"/>
              </a:rPr>
              <a:t>www.dbschenker.com </a:t>
            </a:r>
          </a:p>
        </p:txBody>
      </p:sp>
    </p:spTree>
    <p:extLst>
      <p:ext uri="{BB962C8B-B14F-4D97-AF65-F5344CB8AC3E}">
        <p14:creationId xmlns:p14="http://schemas.microsoft.com/office/powerpoint/2010/main" val="18597651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Endslide GK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1"/>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a:grpSpLocks/>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charset="0"/>
              </a:defRPr>
            </a:lvl2pPr>
            <a:lvl3pPr algn="l" rtl="0" eaLnBrk="0" fontAlgn="base" hangingPunct="0">
              <a:spcBef>
                <a:spcPct val="0"/>
              </a:spcBef>
              <a:spcAft>
                <a:spcPct val="0"/>
              </a:spcAft>
              <a:defRPr sz="2000" b="1">
                <a:solidFill>
                  <a:schemeClr val="tx2"/>
                </a:solidFill>
                <a:latin typeface="Arial" charset="0"/>
              </a:defRPr>
            </a:lvl3pPr>
            <a:lvl4pPr algn="l" rtl="0" eaLnBrk="0" fontAlgn="base" hangingPunct="0">
              <a:spcBef>
                <a:spcPct val="0"/>
              </a:spcBef>
              <a:spcAft>
                <a:spcPct val="0"/>
              </a:spcAft>
              <a:defRPr sz="2000" b="1">
                <a:solidFill>
                  <a:schemeClr val="tx2"/>
                </a:solidFill>
                <a:latin typeface="Arial" charset="0"/>
              </a:defRPr>
            </a:lvl4pPr>
            <a:lvl5pPr algn="l" rtl="0" eaLnBrk="0" fontAlgn="base" hangingPunct="0">
              <a:spcBef>
                <a:spcPct val="0"/>
              </a:spcBef>
              <a:spcAft>
                <a:spcPct val="0"/>
              </a:spcAft>
              <a:defRPr sz="2000" b="1">
                <a:solidFill>
                  <a:schemeClr val="tx2"/>
                </a:solidFill>
                <a:latin typeface="Arial" charset="0"/>
              </a:defRPr>
            </a:lvl5pPr>
            <a:lvl6pPr marL="457200" algn="l" rtl="0" eaLnBrk="0" fontAlgn="base" hangingPunct="0">
              <a:spcBef>
                <a:spcPct val="0"/>
              </a:spcBef>
              <a:spcAft>
                <a:spcPct val="0"/>
              </a:spcAft>
              <a:defRPr sz="2000" b="1">
                <a:solidFill>
                  <a:schemeClr val="tx2"/>
                </a:solidFill>
                <a:latin typeface="Arial" charset="0"/>
              </a:defRPr>
            </a:lvl6pPr>
            <a:lvl7pPr marL="914400" algn="l" rtl="0" eaLnBrk="0" fontAlgn="base" hangingPunct="0">
              <a:spcBef>
                <a:spcPct val="0"/>
              </a:spcBef>
              <a:spcAft>
                <a:spcPct val="0"/>
              </a:spcAft>
              <a:defRPr sz="2000" b="1">
                <a:solidFill>
                  <a:schemeClr val="tx2"/>
                </a:solidFill>
                <a:latin typeface="Arial" charset="0"/>
              </a:defRPr>
            </a:lvl7pPr>
            <a:lvl8pPr marL="1371600" algn="l" rtl="0" eaLnBrk="0" fontAlgn="base" hangingPunct="0">
              <a:spcBef>
                <a:spcPct val="0"/>
              </a:spcBef>
              <a:spcAft>
                <a:spcPct val="0"/>
              </a:spcAft>
              <a:defRPr sz="2000" b="1">
                <a:solidFill>
                  <a:schemeClr val="tx2"/>
                </a:solidFill>
                <a:latin typeface="Arial" charset="0"/>
              </a:defRPr>
            </a:lvl8pPr>
            <a:lvl9pPr marL="1828800" algn="l" rtl="0" eaLnBrk="0" fontAlgn="base" hangingPunct="0">
              <a:spcBef>
                <a:spcPct val="0"/>
              </a:spcBef>
              <a:spcAft>
                <a:spcPct val="0"/>
              </a:spcAft>
              <a:defRPr sz="2000" b="1">
                <a:solidFill>
                  <a:schemeClr val="tx2"/>
                </a:solidFill>
                <a:latin typeface="Arial"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p>
        </p:txBody>
      </p:sp>
      <p:sp>
        <p:nvSpPr>
          <p:cNvPr id="23" name="Text Box 16"/>
          <p:cNvSpPr txBox="1">
            <a:spLocks noChangeArrowheads="1"/>
          </p:cNvSpPr>
          <p:nvPr userDrawn="1"/>
        </p:nvSpPr>
        <p:spPr bwMode="auto">
          <a:xfrm>
            <a:off x="3794000" y="4379263"/>
            <a:ext cx="3240000"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Gabriele Klar  </a:t>
            </a:r>
          </a:p>
          <a:p>
            <a:pPr algn="l"/>
            <a:endParaRPr lang="de-DE" sz="1200" b="0" dirty="0">
              <a:solidFill>
                <a:srgbClr val="000000"/>
              </a:solidFill>
              <a:latin typeface="DB Office"/>
            </a:endParaRPr>
          </a:p>
          <a:p>
            <a:pPr algn="l"/>
            <a:r>
              <a:rPr lang="de-DE" sz="1200" b="0" dirty="0">
                <a:solidFill>
                  <a:srgbClr val="000000"/>
                </a:solidFill>
                <a:latin typeface="DB Office"/>
              </a:rPr>
              <a:t>Head </a:t>
            </a:r>
            <a:r>
              <a:rPr lang="de-DE" sz="1200" b="0" dirty="0" err="1">
                <a:solidFill>
                  <a:srgbClr val="000000"/>
                </a:solidFill>
                <a:latin typeface="DB Office"/>
              </a:rPr>
              <a:t>of</a:t>
            </a:r>
            <a:r>
              <a:rPr lang="de-DE" sz="1200" b="0" dirty="0">
                <a:solidFill>
                  <a:srgbClr val="000000"/>
                </a:solidFill>
                <a:latin typeface="DB Office"/>
              </a:rPr>
              <a:t> Customer Service   </a:t>
            </a:r>
          </a:p>
          <a:p>
            <a:pPr algn="l"/>
            <a:r>
              <a:rPr lang="de-DE" sz="1200" b="0" dirty="0">
                <a:solidFill>
                  <a:srgbClr val="000000"/>
                </a:solidFill>
                <a:latin typeface="DB Office"/>
              </a:rPr>
              <a:t>E-Solutions &amp; IT Management </a:t>
            </a:r>
          </a:p>
          <a:p>
            <a:pPr algn="l"/>
            <a:r>
              <a:rPr lang="de-DE" sz="1200" b="0" dirty="0">
                <a:solidFill>
                  <a:srgbClr val="000000"/>
                </a:solidFill>
                <a:latin typeface="DB Office"/>
              </a:rPr>
              <a:t>Corporate Customer &amp; Enterprise Integration </a:t>
            </a:r>
          </a:p>
          <a:p>
            <a:pPr algn="l"/>
            <a:endParaRPr lang="de-DE" sz="1200" b="0" dirty="0">
              <a:solidFill>
                <a:srgbClr val="000000"/>
              </a:solidFill>
              <a:latin typeface="DB Office"/>
            </a:endParaRPr>
          </a:p>
        </p:txBody>
      </p:sp>
      <p:sp>
        <p:nvSpPr>
          <p:cNvPr id="24" name="Rectangle 17"/>
          <p:cNvSpPr>
            <a:spLocks noChangeArrowheads="1"/>
          </p:cNvSpPr>
          <p:nvPr userDrawn="1"/>
        </p:nvSpPr>
        <p:spPr bwMode="auto">
          <a:xfrm>
            <a:off x="7250310" y="4731688"/>
            <a:ext cx="2527103" cy="175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8781-8194</a:t>
            </a:r>
          </a:p>
          <a:p>
            <a:pPr algn="l">
              <a:tabLst>
                <a:tab pos="441325" algn="l"/>
              </a:tabLst>
              <a:defRPr/>
            </a:pPr>
            <a:r>
              <a:rPr lang="de-DE" sz="1200" dirty="0">
                <a:solidFill>
                  <a:srgbClr val="000000"/>
                </a:solidFill>
                <a:latin typeface="DB Office"/>
              </a:rPr>
              <a:t>Mobile: +49 160 899 0219</a:t>
            </a:r>
          </a:p>
          <a:p>
            <a:pPr algn="l">
              <a:tabLst>
                <a:tab pos="441325" algn="l"/>
              </a:tabLst>
            </a:pPr>
            <a:r>
              <a:rPr lang="de-DE" sz="1200" dirty="0">
                <a:solidFill>
                  <a:srgbClr val="000000"/>
                </a:solidFill>
                <a:latin typeface="DB Office"/>
              </a:rPr>
              <a:t>Fax: +49 201 8781-8228</a:t>
            </a:r>
          </a:p>
          <a:p>
            <a:pPr algn="l">
              <a:tabLst>
                <a:tab pos="441325" algn="l"/>
              </a:tabLst>
            </a:pPr>
            <a:r>
              <a:rPr lang="de-DE" sz="1200" dirty="0">
                <a:solidFill>
                  <a:srgbClr val="000000"/>
                </a:solidFill>
                <a:latin typeface="DB Office"/>
              </a:rPr>
              <a:t>gabriele.klar@dbschenker.com </a:t>
            </a: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Schenker AG</a:t>
            </a:r>
          </a:p>
          <a:p>
            <a:pPr algn="l">
              <a:tabLst>
                <a:tab pos="441325" algn="l"/>
              </a:tabLst>
            </a:pPr>
            <a:r>
              <a:rPr lang="de-DE" sz="1200" dirty="0">
                <a:solidFill>
                  <a:srgbClr val="000000"/>
                </a:solidFill>
                <a:latin typeface="DB Office"/>
              </a:rPr>
              <a:t>Alfredstr. 150-154</a:t>
            </a:r>
          </a:p>
          <a:p>
            <a:pPr algn="l">
              <a:tabLst>
                <a:tab pos="441325" algn="l"/>
              </a:tabLst>
            </a:pPr>
            <a:r>
              <a:rPr lang="de-DE" sz="1200" dirty="0">
                <a:solidFill>
                  <a:srgbClr val="000000"/>
                </a:solidFill>
                <a:latin typeface="DB Office"/>
              </a:rPr>
              <a:t>45131 Essen </a:t>
            </a:r>
          </a:p>
          <a:p>
            <a:pPr algn="l">
              <a:tabLst>
                <a:tab pos="441325" algn="l"/>
              </a:tabLst>
            </a:pPr>
            <a:r>
              <a:rPr lang="de-DE" sz="1200" dirty="0">
                <a:solidFill>
                  <a:srgbClr val="000000"/>
                </a:solidFill>
                <a:latin typeface="DB Office"/>
              </a:rPr>
              <a:t>www.dbschenker.com </a:t>
            </a:r>
          </a:p>
        </p:txBody>
      </p:sp>
    </p:spTree>
    <p:extLst>
      <p:ext uri="{BB962C8B-B14F-4D97-AF65-F5344CB8AC3E}">
        <p14:creationId xmlns:p14="http://schemas.microsoft.com/office/powerpoint/2010/main" val="16714314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Endslide MS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1"/>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a:grpSpLocks/>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charset="0"/>
              </a:defRPr>
            </a:lvl2pPr>
            <a:lvl3pPr algn="l" rtl="0" eaLnBrk="0" fontAlgn="base" hangingPunct="0">
              <a:spcBef>
                <a:spcPct val="0"/>
              </a:spcBef>
              <a:spcAft>
                <a:spcPct val="0"/>
              </a:spcAft>
              <a:defRPr sz="2000" b="1">
                <a:solidFill>
                  <a:schemeClr val="tx2"/>
                </a:solidFill>
                <a:latin typeface="Arial" charset="0"/>
              </a:defRPr>
            </a:lvl3pPr>
            <a:lvl4pPr algn="l" rtl="0" eaLnBrk="0" fontAlgn="base" hangingPunct="0">
              <a:spcBef>
                <a:spcPct val="0"/>
              </a:spcBef>
              <a:spcAft>
                <a:spcPct val="0"/>
              </a:spcAft>
              <a:defRPr sz="2000" b="1">
                <a:solidFill>
                  <a:schemeClr val="tx2"/>
                </a:solidFill>
                <a:latin typeface="Arial" charset="0"/>
              </a:defRPr>
            </a:lvl4pPr>
            <a:lvl5pPr algn="l" rtl="0" eaLnBrk="0" fontAlgn="base" hangingPunct="0">
              <a:spcBef>
                <a:spcPct val="0"/>
              </a:spcBef>
              <a:spcAft>
                <a:spcPct val="0"/>
              </a:spcAft>
              <a:defRPr sz="2000" b="1">
                <a:solidFill>
                  <a:schemeClr val="tx2"/>
                </a:solidFill>
                <a:latin typeface="Arial" charset="0"/>
              </a:defRPr>
            </a:lvl5pPr>
            <a:lvl6pPr marL="457200" algn="l" rtl="0" eaLnBrk="0" fontAlgn="base" hangingPunct="0">
              <a:spcBef>
                <a:spcPct val="0"/>
              </a:spcBef>
              <a:spcAft>
                <a:spcPct val="0"/>
              </a:spcAft>
              <a:defRPr sz="2000" b="1">
                <a:solidFill>
                  <a:schemeClr val="tx2"/>
                </a:solidFill>
                <a:latin typeface="Arial" charset="0"/>
              </a:defRPr>
            </a:lvl6pPr>
            <a:lvl7pPr marL="914400" algn="l" rtl="0" eaLnBrk="0" fontAlgn="base" hangingPunct="0">
              <a:spcBef>
                <a:spcPct val="0"/>
              </a:spcBef>
              <a:spcAft>
                <a:spcPct val="0"/>
              </a:spcAft>
              <a:defRPr sz="2000" b="1">
                <a:solidFill>
                  <a:schemeClr val="tx2"/>
                </a:solidFill>
                <a:latin typeface="Arial" charset="0"/>
              </a:defRPr>
            </a:lvl7pPr>
            <a:lvl8pPr marL="1371600" algn="l" rtl="0" eaLnBrk="0" fontAlgn="base" hangingPunct="0">
              <a:spcBef>
                <a:spcPct val="0"/>
              </a:spcBef>
              <a:spcAft>
                <a:spcPct val="0"/>
              </a:spcAft>
              <a:defRPr sz="2000" b="1">
                <a:solidFill>
                  <a:schemeClr val="tx2"/>
                </a:solidFill>
                <a:latin typeface="Arial" charset="0"/>
              </a:defRPr>
            </a:lvl8pPr>
            <a:lvl9pPr marL="1828800" algn="l" rtl="0" eaLnBrk="0" fontAlgn="base" hangingPunct="0">
              <a:spcBef>
                <a:spcPct val="0"/>
              </a:spcBef>
              <a:spcAft>
                <a:spcPct val="0"/>
              </a:spcAft>
              <a:defRPr sz="2000" b="1">
                <a:solidFill>
                  <a:schemeClr val="tx2"/>
                </a:solidFill>
                <a:latin typeface="Arial"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p>
        </p:txBody>
      </p:sp>
      <p:sp>
        <p:nvSpPr>
          <p:cNvPr id="23" name="Text Box 16"/>
          <p:cNvSpPr txBox="1">
            <a:spLocks noChangeArrowheads="1"/>
          </p:cNvSpPr>
          <p:nvPr userDrawn="1"/>
        </p:nvSpPr>
        <p:spPr bwMode="auto">
          <a:xfrm>
            <a:off x="3498724" y="4379263"/>
            <a:ext cx="3722814"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Michael </a:t>
            </a:r>
            <a:r>
              <a:rPr lang="de-DE" sz="1200" dirty="0" err="1">
                <a:solidFill>
                  <a:srgbClr val="000000"/>
                </a:solidFill>
                <a:latin typeface="DB Office"/>
              </a:rPr>
              <a:t>Scherner</a:t>
            </a:r>
            <a:r>
              <a:rPr lang="de-DE" sz="1200" dirty="0">
                <a:solidFill>
                  <a:srgbClr val="000000"/>
                </a:solidFill>
                <a:latin typeface="DB Office"/>
              </a:rPr>
              <a:t>   </a:t>
            </a:r>
          </a:p>
          <a:p>
            <a:pPr algn="l"/>
            <a:endParaRPr lang="de-DE" sz="1200" b="0" dirty="0">
              <a:solidFill>
                <a:srgbClr val="000000"/>
              </a:solidFill>
              <a:latin typeface="DB Office"/>
            </a:endParaRPr>
          </a:p>
          <a:p>
            <a:pPr algn="l"/>
            <a:r>
              <a:rPr lang="de-DE" sz="1200" b="0" dirty="0">
                <a:solidFill>
                  <a:srgbClr val="000000"/>
                </a:solidFill>
                <a:latin typeface="DB Office"/>
              </a:rPr>
              <a:t>Head </a:t>
            </a:r>
            <a:r>
              <a:rPr lang="de-DE" sz="1200" b="0" dirty="0" err="1">
                <a:solidFill>
                  <a:srgbClr val="000000"/>
                </a:solidFill>
                <a:latin typeface="DB Office"/>
              </a:rPr>
              <a:t>of</a:t>
            </a:r>
            <a:r>
              <a:rPr lang="de-DE" sz="1200" b="0" dirty="0">
                <a:solidFill>
                  <a:srgbClr val="000000"/>
                </a:solidFill>
                <a:latin typeface="DB Office"/>
              </a:rPr>
              <a:t> SWORD Engineering Competence Center    </a:t>
            </a:r>
          </a:p>
          <a:p>
            <a:pPr algn="l"/>
            <a:r>
              <a:rPr lang="de-DE" sz="1200" b="0" dirty="0">
                <a:solidFill>
                  <a:srgbClr val="000000"/>
                </a:solidFill>
                <a:latin typeface="DB Office"/>
              </a:rPr>
              <a:t>E-Solutions &amp; IT Management </a:t>
            </a:r>
          </a:p>
          <a:p>
            <a:pPr algn="l"/>
            <a:r>
              <a:rPr lang="de-DE" sz="1200" b="0" dirty="0">
                <a:solidFill>
                  <a:srgbClr val="000000"/>
                </a:solidFill>
                <a:latin typeface="DB Office"/>
              </a:rPr>
              <a:t>Corporate Customer &amp; Enterprise Integration </a:t>
            </a:r>
          </a:p>
          <a:p>
            <a:pPr algn="l"/>
            <a:endParaRPr lang="de-DE" sz="1200" b="0" dirty="0">
              <a:solidFill>
                <a:srgbClr val="000000"/>
              </a:solidFill>
              <a:latin typeface="DB Office"/>
            </a:endParaRPr>
          </a:p>
        </p:txBody>
      </p:sp>
      <p:sp>
        <p:nvSpPr>
          <p:cNvPr id="24" name="Rectangle 17"/>
          <p:cNvSpPr>
            <a:spLocks noChangeArrowheads="1"/>
          </p:cNvSpPr>
          <p:nvPr userDrawn="1"/>
        </p:nvSpPr>
        <p:spPr bwMode="auto">
          <a:xfrm>
            <a:off x="7145535" y="4731688"/>
            <a:ext cx="2631878" cy="175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8781-8218</a:t>
            </a:r>
          </a:p>
          <a:p>
            <a:pPr algn="l">
              <a:tabLst>
                <a:tab pos="441325" algn="l"/>
              </a:tabLst>
              <a:defRPr/>
            </a:pPr>
            <a:r>
              <a:rPr lang="de-DE" sz="1200" dirty="0">
                <a:solidFill>
                  <a:srgbClr val="000000"/>
                </a:solidFill>
                <a:latin typeface="DB Office"/>
              </a:rPr>
              <a:t>Mobile: +49 175 182 2287 </a:t>
            </a:r>
          </a:p>
          <a:p>
            <a:pPr algn="l">
              <a:tabLst>
                <a:tab pos="441325" algn="l"/>
              </a:tabLst>
            </a:pPr>
            <a:r>
              <a:rPr lang="de-DE" sz="1200" dirty="0">
                <a:solidFill>
                  <a:srgbClr val="000000"/>
                </a:solidFill>
                <a:latin typeface="DB Office"/>
              </a:rPr>
              <a:t>Fax: +49 201 8781-8228</a:t>
            </a:r>
          </a:p>
          <a:p>
            <a:pPr algn="l">
              <a:tabLst>
                <a:tab pos="441325" algn="l"/>
              </a:tabLst>
            </a:pPr>
            <a:r>
              <a:rPr lang="de-DE" sz="1200" dirty="0">
                <a:solidFill>
                  <a:srgbClr val="000000"/>
                </a:solidFill>
                <a:latin typeface="DB Office"/>
              </a:rPr>
              <a:t>michael.scherner@dbschenker.com </a:t>
            </a: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Schenker AG</a:t>
            </a:r>
          </a:p>
          <a:p>
            <a:pPr algn="l">
              <a:tabLst>
                <a:tab pos="441325" algn="l"/>
              </a:tabLst>
            </a:pPr>
            <a:r>
              <a:rPr lang="de-DE" sz="1200" dirty="0">
                <a:solidFill>
                  <a:srgbClr val="000000"/>
                </a:solidFill>
                <a:latin typeface="DB Office"/>
              </a:rPr>
              <a:t>Alfredstr. 150-154</a:t>
            </a:r>
          </a:p>
          <a:p>
            <a:pPr algn="l">
              <a:tabLst>
                <a:tab pos="441325" algn="l"/>
              </a:tabLst>
            </a:pPr>
            <a:r>
              <a:rPr lang="de-DE" sz="1200" dirty="0">
                <a:solidFill>
                  <a:srgbClr val="000000"/>
                </a:solidFill>
                <a:latin typeface="DB Office"/>
              </a:rPr>
              <a:t>45131 Essen </a:t>
            </a:r>
          </a:p>
          <a:p>
            <a:pPr algn="l">
              <a:tabLst>
                <a:tab pos="441325" algn="l"/>
              </a:tabLst>
            </a:pPr>
            <a:r>
              <a:rPr lang="de-DE" sz="1200" dirty="0">
                <a:solidFill>
                  <a:srgbClr val="000000"/>
                </a:solidFill>
                <a:latin typeface="DB Office"/>
              </a:rPr>
              <a:t>www.dbschenker.com </a:t>
            </a:r>
          </a:p>
        </p:txBody>
      </p:sp>
    </p:spTree>
    <p:extLst>
      <p:ext uri="{BB962C8B-B14F-4D97-AF65-F5344CB8AC3E}">
        <p14:creationId xmlns:p14="http://schemas.microsoft.com/office/powerpoint/2010/main" val="19555094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Endslide BB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1"/>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a:grpSpLocks/>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charset="0"/>
              </a:defRPr>
            </a:lvl2pPr>
            <a:lvl3pPr algn="l" rtl="0" eaLnBrk="0" fontAlgn="base" hangingPunct="0">
              <a:spcBef>
                <a:spcPct val="0"/>
              </a:spcBef>
              <a:spcAft>
                <a:spcPct val="0"/>
              </a:spcAft>
              <a:defRPr sz="2000" b="1">
                <a:solidFill>
                  <a:schemeClr val="tx2"/>
                </a:solidFill>
                <a:latin typeface="Arial" charset="0"/>
              </a:defRPr>
            </a:lvl3pPr>
            <a:lvl4pPr algn="l" rtl="0" eaLnBrk="0" fontAlgn="base" hangingPunct="0">
              <a:spcBef>
                <a:spcPct val="0"/>
              </a:spcBef>
              <a:spcAft>
                <a:spcPct val="0"/>
              </a:spcAft>
              <a:defRPr sz="2000" b="1">
                <a:solidFill>
                  <a:schemeClr val="tx2"/>
                </a:solidFill>
                <a:latin typeface="Arial" charset="0"/>
              </a:defRPr>
            </a:lvl4pPr>
            <a:lvl5pPr algn="l" rtl="0" eaLnBrk="0" fontAlgn="base" hangingPunct="0">
              <a:spcBef>
                <a:spcPct val="0"/>
              </a:spcBef>
              <a:spcAft>
                <a:spcPct val="0"/>
              </a:spcAft>
              <a:defRPr sz="2000" b="1">
                <a:solidFill>
                  <a:schemeClr val="tx2"/>
                </a:solidFill>
                <a:latin typeface="Arial" charset="0"/>
              </a:defRPr>
            </a:lvl5pPr>
            <a:lvl6pPr marL="457200" algn="l" rtl="0" eaLnBrk="0" fontAlgn="base" hangingPunct="0">
              <a:spcBef>
                <a:spcPct val="0"/>
              </a:spcBef>
              <a:spcAft>
                <a:spcPct val="0"/>
              </a:spcAft>
              <a:defRPr sz="2000" b="1">
                <a:solidFill>
                  <a:schemeClr val="tx2"/>
                </a:solidFill>
                <a:latin typeface="Arial" charset="0"/>
              </a:defRPr>
            </a:lvl6pPr>
            <a:lvl7pPr marL="914400" algn="l" rtl="0" eaLnBrk="0" fontAlgn="base" hangingPunct="0">
              <a:spcBef>
                <a:spcPct val="0"/>
              </a:spcBef>
              <a:spcAft>
                <a:spcPct val="0"/>
              </a:spcAft>
              <a:defRPr sz="2000" b="1">
                <a:solidFill>
                  <a:schemeClr val="tx2"/>
                </a:solidFill>
                <a:latin typeface="Arial" charset="0"/>
              </a:defRPr>
            </a:lvl7pPr>
            <a:lvl8pPr marL="1371600" algn="l" rtl="0" eaLnBrk="0" fontAlgn="base" hangingPunct="0">
              <a:spcBef>
                <a:spcPct val="0"/>
              </a:spcBef>
              <a:spcAft>
                <a:spcPct val="0"/>
              </a:spcAft>
              <a:defRPr sz="2000" b="1">
                <a:solidFill>
                  <a:schemeClr val="tx2"/>
                </a:solidFill>
                <a:latin typeface="Arial" charset="0"/>
              </a:defRPr>
            </a:lvl8pPr>
            <a:lvl9pPr marL="1828800" algn="l" rtl="0" eaLnBrk="0" fontAlgn="base" hangingPunct="0">
              <a:spcBef>
                <a:spcPct val="0"/>
              </a:spcBef>
              <a:spcAft>
                <a:spcPct val="0"/>
              </a:spcAft>
              <a:defRPr sz="2000" b="1">
                <a:solidFill>
                  <a:schemeClr val="tx2"/>
                </a:solidFill>
                <a:latin typeface="Arial"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p>
        </p:txBody>
      </p:sp>
      <p:sp>
        <p:nvSpPr>
          <p:cNvPr id="23" name="Text Box 16"/>
          <p:cNvSpPr txBox="1">
            <a:spLocks noChangeArrowheads="1"/>
          </p:cNvSpPr>
          <p:nvPr userDrawn="1"/>
        </p:nvSpPr>
        <p:spPr bwMode="auto">
          <a:xfrm>
            <a:off x="3498724" y="4379263"/>
            <a:ext cx="3722814"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Birgit Bogumil   </a:t>
            </a:r>
          </a:p>
          <a:p>
            <a:pPr algn="l"/>
            <a:endParaRPr lang="de-DE" sz="1200" b="0" dirty="0">
              <a:solidFill>
                <a:srgbClr val="000000"/>
              </a:solidFill>
              <a:latin typeface="DB Office"/>
            </a:endParaRPr>
          </a:p>
          <a:p>
            <a:pPr algn="l"/>
            <a:r>
              <a:rPr lang="de-DE" sz="1200" b="0" dirty="0">
                <a:solidFill>
                  <a:srgbClr val="000000"/>
                </a:solidFill>
                <a:latin typeface="DB Office"/>
              </a:rPr>
              <a:t>Head </a:t>
            </a:r>
            <a:r>
              <a:rPr lang="de-DE" sz="1200" b="0" dirty="0" err="1">
                <a:solidFill>
                  <a:srgbClr val="000000"/>
                </a:solidFill>
                <a:latin typeface="DB Office"/>
              </a:rPr>
              <a:t>of</a:t>
            </a:r>
            <a:r>
              <a:rPr lang="de-DE" sz="1200" b="0" dirty="0">
                <a:solidFill>
                  <a:srgbClr val="000000"/>
                </a:solidFill>
                <a:latin typeface="DB Office"/>
              </a:rPr>
              <a:t> Special Projects</a:t>
            </a:r>
          </a:p>
          <a:p>
            <a:pPr algn="l"/>
            <a:r>
              <a:rPr lang="de-DE" sz="1200" b="0" dirty="0">
                <a:solidFill>
                  <a:srgbClr val="000000"/>
                </a:solidFill>
                <a:latin typeface="DB Office"/>
              </a:rPr>
              <a:t>E-Solutions &amp; IT Management </a:t>
            </a:r>
          </a:p>
          <a:p>
            <a:pPr algn="l"/>
            <a:r>
              <a:rPr lang="de-DE" sz="1200" b="0" dirty="0">
                <a:solidFill>
                  <a:srgbClr val="000000"/>
                </a:solidFill>
                <a:latin typeface="DB Office"/>
              </a:rPr>
              <a:t>Corporate Customer &amp; Enterprise Integration </a:t>
            </a:r>
          </a:p>
          <a:p>
            <a:pPr algn="l"/>
            <a:endParaRPr lang="de-DE" sz="1200" b="0" dirty="0">
              <a:solidFill>
                <a:srgbClr val="000000"/>
              </a:solidFill>
              <a:latin typeface="DB Office"/>
            </a:endParaRPr>
          </a:p>
        </p:txBody>
      </p:sp>
      <p:sp>
        <p:nvSpPr>
          <p:cNvPr id="24" name="Rectangle 17"/>
          <p:cNvSpPr>
            <a:spLocks noChangeArrowheads="1"/>
          </p:cNvSpPr>
          <p:nvPr userDrawn="1"/>
        </p:nvSpPr>
        <p:spPr bwMode="auto">
          <a:xfrm>
            <a:off x="7145535" y="4731688"/>
            <a:ext cx="2631878" cy="175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8781-8568</a:t>
            </a:r>
          </a:p>
          <a:p>
            <a:pPr algn="l">
              <a:tabLst>
                <a:tab pos="441325" algn="l"/>
              </a:tabLst>
              <a:defRPr/>
            </a:pPr>
            <a:r>
              <a:rPr lang="de-DE" sz="1200" dirty="0">
                <a:solidFill>
                  <a:srgbClr val="000000"/>
                </a:solidFill>
                <a:latin typeface="DB Office"/>
              </a:rPr>
              <a:t>Mobile: +49 170 922 6014  </a:t>
            </a:r>
          </a:p>
          <a:p>
            <a:pPr algn="l">
              <a:tabLst>
                <a:tab pos="441325" algn="l"/>
              </a:tabLst>
            </a:pPr>
            <a:r>
              <a:rPr lang="de-DE" sz="1200" dirty="0">
                <a:solidFill>
                  <a:srgbClr val="000000"/>
                </a:solidFill>
                <a:latin typeface="DB Office"/>
              </a:rPr>
              <a:t>Fax: +49 201 8781-8228</a:t>
            </a:r>
          </a:p>
          <a:p>
            <a:pPr algn="l">
              <a:tabLst>
                <a:tab pos="441325" algn="l"/>
              </a:tabLst>
            </a:pPr>
            <a:r>
              <a:rPr lang="de-DE" sz="1200" dirty="0">
                <a:solidFill>
                  <a:srgbClr val="000000"/>
                </a:solidFill>
                <a:latin typeface="DB Office"/>
              </a:rPr>
              <a:t>birgit.bogumil@dbschenker.com </a:t>
            </a: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Schenker AG</a:t>
            </a:r>
          </a:p>
          <a:p>
            <a:pPr algn="l">
              <a:tabLst>
                <a:tab pos="441325" algn="l"/>
              </a:tabLst>
            </a:pPr>
            <a:r>
              <a:rPr lang="de-DE" sz="1200" dirty="0">
                <a:solidFill>
                  <a:srgbClr val="000000"/>
                </a:solidFill>
                <a:latin typeface="DB Office"/>
              </a:rPr>
              <a:t>Alfredstr. 150-154</a:t>
            </a:r>
          </a:p>
          <a:p>
            <a:pPr algn="l">
              <a:tabLst>
                <a:tab pos="441325" algn="l"/>
              </a:tabLst>
            </a:pPr>
            <a:r>
              <a:rPr lang="de-DE" sz="1200" dirty="0">
                <a:solidFill>
                  <a:srgbClr val="000000"/>
                </a:solidFill>
                <a:latin typeface="DB Office"/>
              </a:rPr>
              <a:t>45131 Essen </a:t>
            </a:r>
          </a:p>
          <a:p>
            <a:pPr algn="l">
              <a:tabLst>
                <a:tab pos="441325" algn="l"/>
              </a:tabLst>
            </a:pPr>
            <a:r>
              <a:rPr lang="de-DE" sz="1200" dirty="0">
                <a:solidFill>
                  <a:srgbClr val="000000"/>
                </a:solidFill>
                <a:latin typeface="DB Office"/>
              </a:rPr>
              <a:t>www.dbschenker.com </a:t>
            </a:r>
          </a:p>
        </p:txBody>
      </p:sp>
    </p:spTree>
    <p:extLst>
      <p:ext uri="{BB962C8B-B14F-4D97-AF65-F5344CB8AC3E}">
        <p14:creationId xmlns:p14="http://schemas.microsoft.com/office/powerpoint/2010/main" val="27357503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Endslide MM_Neu">
    <p:spTree>
      <p:nvGrpSpPr>
        <p:cNvPr id="1" name=""/>
        <p:cNvGrpSpPr/>
        <p:nvPr/>
      </p:nvGrpSpPr>
      <p:grpSpPr>
        <a:xfrm>
          <a:off x="0" y="0"/>
          <a:ext cx="0" cy="0"/>
          <a:chOff x="0" y="0"/>
          <a:chExt cx="0" cy="0"/>
        </a:xfrm>
      </p:grpSpPr>
      <p:pic>
        <p:nvPicPr>
          <p:cNvPr id="28725" name="Picture 1077" descr="DB-SCHENKER_rgb_M"/>
          <p:cNvPicPr>
            <a:picLocks noChangeAspect="1" noChangeArrowheads="1"/>
          </p:cNvPicPr>
          <p:nvPr userDrawn="1">
            <p:custDataLst>
              <p:tags r:id="rId1"/>
            </p:custDataLst>
          </p:nvPr>
        </p:nvPicPr>
        <p:blipFill>
          <a:blip r:embed="rId3"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51"/>
          <p:cNvGrpSpPr>
            <a:grpSpLocks/>
          </p:cNvGrpSpPr>
          <p:nvPr userDrawn="1"/>
        </p:nvGrpSpPr>
        <p:grpSpPr bwMode="auto">
          <a:xfrm>
            <a:off x="0" y="3014663"/>
            <a:ext cx="9906000" cy="287337"/>
            <a:chOff x="0" y="324"/>
            <a:chExt cx="6240" cy="181"/>
          </a:xfrm>
        </p:grpSpPr>
        <p:sp>
          <p:nvSpPr>
            <p:cNvPr id="7" name="Rectangle 1052"/>
            <p:cNvSpPr>
              <a:spLocks noChangeArrowheads="1"/>
            </p:cNvSpPr>
            <p:nvPr/>
          </p:nvSpPr>
          <p:spPr bwMode="auto">
            <a:xfrm>
              <a:off x="0" y="324"/>
              <a:ext cx="6240" cy="91"/>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sp>
          <p:nvSpPr>
            <p:cNvPr id="8" name="Rectangle 1053"/>
            <p:cNvSpPr>
              <a:spLocks noChangeArrowheads="1"/>
            </p:cNvSpPr>
            <p:nvPr/>
          </p:nvSpPr>
          <p:spPr bwMode="auto">
            <a:xfrm>
              <a:off x="0" y="324"/>
              <a:ext cx="2122" cy="181"/>
            </a:xfrm>
            <a:prstGeom prst="rect">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a:solidFill>
                  <a:srgbClr val="000000"/>
                </a:solidFill>
                <a:latin typeface="DB Office" pitchFamily="34" charset="0"/>
              </a:endParaRPr>
            </a:p>
          </p:txBody>
        </p:sp>
      </p:grpSp>
      <p:grpSp>
        <p:nvGrpSpPr>
          <p:cNvPr id="9" name="Gruppieren 8"/>
          <p:cNvGrpSpPr/>
          <p:nvPr userDrawn="1"/>
        </p:nvGrpSpPr>
        <p:grpSpPr>
          <a:xfrm>
            <a:off x="-12519" y="1268099"/>
            <a:ext cx="9921962" cy="1749600"/>
            <a:chOff x="-12519" y="1125224"/>
            <a:chExt cx="9921962" cy="1749600"/>
          </a:xfrm>
        </p:grpSpPr>
        <p:pic>
          <p:nvPicPr>
            <p:cNvPr id="10" name="Grafik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2519" y="1125224"/>
              <a:ext cx="1980000" cy="1749600"/>
            </a:xfrm>
            <a:prstGeom prst="rect">
              <a:avLst/>
            </a:prstGeom>
          </p:spPr>
        </p:pic>
        <p:pic>
          <p:nvPicPr>
            <p:cNvPr id="11" name="Grafik 1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61922" y="1125224"/>
              <a:ext cx="1987200" cy="1749600"/>
            </a:xfrm>
            <a:prstGeom prst="rect">
              <a:avLst/>
            </a:prstGeom>
          </p:spPr>
        </p:pic>
        <p:pic>
          <p:nvPicPr>
            <p:cNvPr id="12" name="Grafik 11"/>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3953392" y="1125224"/>
              <a:ext cx="1980000" cy="1749600"/>
            </a:xfrm>
            <a:prstGeom prst="rect">
              <a:avLst/>
            </a:prstGeom>
          </p:spPr>
        </p:pic>
        <p:pic>
          <p:nvPicPr>
            <p:cNvPr id="13" name="Grafik 12"/>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7922243" y="1125224"/>
              <a:ext cx="1987200" cy="1749600"/>
            </a:xfrm>
            <a:prstGeom prst="rect">
              <a:avLst/>
            </a:prstGeom>
          </p:spPr>
        </p:pic>
        <p:pic>
          <p:nvPicPr>
            <p:cNvPr id="14" name="Grafik 13"/>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5932810" y="1125224"/>
              <a:ext cx="2016000" cy="1749600"/>
            </a:xfrm>
            <a:prstGeom prst="rect">
              <a:avLst/>
            </a:prstGeom>
          </p:spPr>
        </p:pic>
      </p:grpSp>
      <p:sp>
        <p:nvSpPr>
          <p:cNvPr id="15" name="Textfeld 14"/>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p>
        </p:txBody>
      </p:sp>
      <p:sp>
        <p:nvSpPr>
          <p:cNvPr id="18" name="Rectangle 2"/>
          <p:cNvSpPr txBox="1">
            <a:spLocks noChangeArrowheads="1"/>
          </p:cNvSpPr>
          <p:nvPr userDrawn="1"/>
        </p:nvSpPr>
        <p:spPr bwMode="auto">
          <a:xfrm>
            <a:off x="200025" y="500063"/>
            <a:ext cx="7092950" cy="302156"/>
          </a:xfrm>
          <a:prstGeom prst="rect">
            <a:avLst/>
          </a:prstGeom>
          <a:noFill/>
          <a:ln>
            <a:noFill/>
          </a:ln>
          <a:effec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2000" b="1">
                <a:solidFill>
                  <a:schemeClr val="tx2"/>
                </a:solidFill>
                <a:latin typeface="DB Office" pitchFamily="34" charset="0"/>
                <a:ea typeface="+mj-ea"/>
                <a:cs typeface="+mj-cs"/>
              </a:defRPr>
            </a:lvl1pPr>
            <a:lvl2pPr algn="l" rtl="0" eaLnBrk="0" fontAlgn="base" hangingPunct="0">
              <a:spcBef>
                <a:spcPct val="0"/>
              </a:spcBef>
              <a:spcAft>
                <a:spcPct val="0"/>
              </a:spcAft>
              <a:defRPr sz="2000" b="1">
                <a:solidFill>
                  <a:schemeClr val="tx2"/>
                </a:solidFill>
                <a:latin typeface="Arial" charset="0"/>
              </a:defRPr>
            </a:lvl2pPr>
            <a:lvl3pPr algn="l" rtl="0" eaLnBrk="0" fontAlgn="base" hangingPunct="0">
              <a:spcBef>
                <a:spcPct val="0"/>
              </a:spcBef>
              <a:spcAft>
                <a:spcPct val="0"/>
              </a:spcAft>
              <a:defRPr sz="2000" b="1">
                <a:solidFill>
                  <a:schemeClr val="tx2"/>
                </a:solidFill>
                <a:latin typeface="Arial" charset="0"/>
              </a:defRPr>
            </a:lvl3pPr>
            <a:lvl4pPr algn="l" rtl="0" eaLnBrk="0" fontAlgn="base" hangingPunct="0">
              <a:spcBef>
                <a:spcPct val="0"/>
              </a:spcBef>
              <a:spcAft>
                <a:spcPct val="0"/>
              </a:spcAft>
              <a:defRPr sz="2000" b="1">
                <a:solidFill>
                  <a:schemeClr val="tx2"/>
                </a:solidFill>
                <a:latin typeface="Arial" charset="0"/>
              </a:defRPr>
            </a:lvl4pPr>
            <a:lvl5pPr algn="l" rtl="0" eaLnBrk="0" fontAlgn="base" hangingPunct="0">
              <a:spcBef>
                <a:spcPct val="0"/>
              </a:spcBef>
              <a:spcAft>
                <a:spcPct val="0"/>
              </a:spcAft>
              <a:defRPr sz="2000" b="1">
                <a:solidFill>
                  <a:schemeClr val="tx2"/>
                </a:solidFill>
                <a:latin typeface="Arial" charset="0"/>
              </a:defRPr>
            </a:lvl5pPr>
            <a:lvl6pPr marL="457200" algn="l" rtl="0" eaLnBrk="0" fontAlgn="base" hangingPunct="0">
              <a:spcBef>
                <a:spcPct val="0"/>
              </a:spcBef>
              <a:spcAft>
                <a:spcPct val="0"/>
              </a:spcAft>
              <a:defRPr sz="2000" b="1">
                <a:solidFill>
                  <a:schemeClr val="tx2"/>
                </a:solidFill>
                <a:latin typeface="Arial" charset="0"/>
              </a:defRPr>
            </a:lvl6pPr>
            <a:lvl7pPr marL="914400" algn="l" rtl="0" eaLnBrk="0" fontAlgn="base" hangingPunct="0">
              <a:spcBef>
                <a:spcPct val="0"/>
              </a:spcBef>
              <a:spcAft>
                <a:spcPct val="0"/>
              </a:spcAft>
              <a:defRPr sz="2000" b="1">
                <a:solidFill>
                  <a:schemeClr val="tx2"/>
                </a:solidFill>
                <a:latin typeface="Arial" charset="0"/>
              </a:defRPr>
            </a:lvl7pPr>
            <a:lvl8pPr marL="1371600" algn="l" rtl="0" eaLnBrk="0" fontAlgn="base" hangingPunct="0">
              <a:spcBef>
                <a:spcPct val="0"/>
              </a:spcBef>
              <a:spcAft>
                <a:spcPct val="0"/>
              </a:spcAft>
              <a:defRPr sz="2000" b="1">
                <a:solidFill>
                  <a:schemeClr val="tx2"/>
                </a:solidFill>
                <a:latin typeface="Arial" charset="0"/>
              </a:defRPr>
            </a:lvl8pPr>
            <a:lvl9pPr marL="1828800" algn="l" rtl="0" eaLnBrk="0" fontAlgn="base" hangingPunct="0">
              <a:spcBef>
                <a:spcPct val="0"/>
              </a:spcBef>
              <a:spcAft>
                <a:spcPct val="0"/>
              </a:spcAft>
              <a:defRPr sz="2000" b="1">
                <a:solidFill>
                  <a:schemeClr val="tx2"/>
                </a:solidFill>
                <a:latin typeface="Arial" charset="0"/>
              </a:defRPr>
            </a:lvl9pPr>
          </a:lstStyle>
          <a:p>
            <a:r>
              <a:rPr lang="de-DE" dirty="0" err="1">
                <a:solidFill>
                  <a:srgbClr val="000000"/>
                </a:solidFill>
                <a:latin typeface="DB Office"/>
              </a:rPr>
              <a:t>Any</a:t>
            </a:r>
            <a:r>
              <a:rPr lang="de-DE" dirty="0">
                <a:solidFill>
                  <a:srgbClr val="000000"/>
                </a:solidFill>
                <a:latin typeface="DB Office"/>
              </a:rPr>
              <a:t> </a:t>
            </a:r>
            <a:r>
              <a:rPr lang="de-DE" dirty="0" err="1">
                <a:solidFill>
                  <a:srgbClr val="000000"/>
                </a:solidFill>
                <a:latin typeface="DB Office"/>
              </a:rPr>
              <a:t>Questions</a:t>
            </a:r>
            <a:r>
              <a:rPr lang="de-DE" dirty="0">
                <a:solidFill>
                  <a:srgbClr val="000000"/>
                </a:solidFill>
                <a:latin typeface="DB Office"/>
              </a:rPr>
              <a:t>? </a:t>
            </a:r>
          </a:p>
        </p:txBody>
      </p:sp>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77480" y="4025715"/>
            <a:ext cx="2319335" cy="247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feld 21"/>
          <p:cNvSpPr txBox="1"/>
          <p:nvPr userDrawn="1"/>
        </p:nvSpPr>
        <p:spPr>
          <a:xfrm>
            <a:off x="2370728" y="3429000"/>
            <a:ext cx="5279009" cy="523220"/>
          </a:xfrm>
          <a:prstGeom prst="rect">
            <a:avLst/>
          </a:prstGeom>
          <a:noFill/>
        </p:spPr>
        <p:txBody>
          <a:bodyPr wrap="none" rtlCol="0">
            <a:spAutoFit/>
          </a:bodyPr>
          <a:lstStyle/>
          <a:p>
            <a:pPr algn="l"/>
            <a:r>
              <a:rPr lang="de-DE" sz="2800" b="1" dirty="0" err="1">
                <a:solidFill>
                  <a:srgbClr val="000000"/>
                </a:solidFill>
                <a:latin typeface="DB Office"/>
              </a:rPr>
              <a:t>Thank</a:t>
            </a:r>
            <a:r>
              <a:rPr lang="de-DE" sz="2800" b="1" dirty="0">
                <a:solidFill>
                  <a:srgbClr val="000000"/>
                </a:solidFill>
                <a:latin typeface="DB Office"/>
              </a:rPr>
              <a:t> </a:t>
            </a:r>
            <a:r>
              <a:rPr lang="de-DE" sz="2800" b="1" dirty="0" err="1">
                <a:solidFill>
                  <a:srgbClr val="000000"/>
                </a:solidFill>
                <a:latin typeface="DB Office"/>
              </a:rPr>
              <a:t>you</a:t>
            </a:r>
            <a:r>
              <a:rPr lang="de-DE" sz="2800" b="1" dirty="0">
                <a:solidFill>
                  <a:srgbClr val="000000"/>
                </a:solidFill>
                <a:latin typeface="DB Office"/>
              </a:rPr>
              <a:t> </a:t>
            </a:r>
            <a:r>
              <a:rPr lang="de-DE" sz="2800" b="1" dirty="0" err="1">
                <a:solidFill>
                  <a:srgbClr val="000000"/>
                </a:solidFill>
                <a:latin typeface="DB Office"/>
              </a:rPr>
              <a:t>for</a:t>
            </a:r>
            <a:r>
              <a:rPr lang="de-DE" sz="2800" b="1" dirty="0">
                <a:solidFill>
                  <a:srgbClr val="000000"/>
                </a:solidFill>
                <a:latin typeface="DB Office"/>
              </a:rPr>
              <a:t> </a:t>
            </a:r>
            <a:r>
              <a:rPr lang="de-DE" sz="2800" b="1" dirty="0" err="1">
                <a:solidFill>
                  <a:srgbClr val="000000"/>
                </a:solidFill>
                <a:latin typeface="DB Office"/>
              </a:rPr>
              <a:t>your</a:t>
            </a:r>
            <a:r>
              <a:rPr lang="de-DE" sz="2800" b="1" dirty="0">
                <a:solidFill>
                  <a:srgbClr val="000000"/>
                </a:solidFill>
                <a:latin typeface="DB Office"/>
              </a:rPr>
              <a:t> </a:t>
            </a:r>
            <a:r>
              <a:rPr lang="de-DE" sz="2800" b="1" dirty="0" err="1">
                <a:solidFill>
                  <a:srgbClr val="000000"/>
                </a:solidFill>
                <a:latin typeface="DB Office"/>
              </a:rPr>
              <a:t>attention</a:t>
            </a:r>
            <a:r>
              <a:rPr lang="de-DE" sz="2800" b="1" dirty="0">
                <a:solidFill>
                  <a:srgbClr val="000000"/>
                </a:solidFill>
                <a:latin typeface="DB Office"/>
              </a:rPr>
              <a:t>! </a:t>
            </a:r>
          </a:p>
        </p:txBody>
      </p:sp>
      <p:sp>
        <p:nvSpPr>
          <p:cNvPr id="23" name="Text Box 16"/>
          <p:cNvSpPr txBox="1">
            <a:spLocks noChangeArrowheads="1"/>
          </p:cNvSpPr>
          <p:nvPr userDrawn="1"/>
        </p:nvSpPr>
        <p:spPr bwMode="auto">
          <a:xfrm>
            <a:off x="3498724" y="4379263"/>
            <a:ext cx="3722814"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defRPr sz="1400" b="1">
                <a:solidFill>
                  <a:schemeClr val="tx1"/>
                </a:solidFill>
                <a:latin typeface="DB Office" pitchFamily="34" charset="0"/>
              </a:defRPr>
            </a:lvl1pPr>
            <a:lvl2pPr marL="742950" indent="-285750">
              <a:defRPr sz="1400" b="1">
                <a:solidFill>
                  <a:schemeClr val="tx1"/>
                </a:solidFill>
                <a:latin typeface="DB Office" pitchFamily="34" charset="0"/>
              </a:defRPr>
            </a:lvl2pPr>
            <a:lvl3pPr marL="1143000" indent="-228600">
              <a:defRPr sz="1400" b="1">
                <a:solidFill>
                  <a:schemeClr val="tx1"/>
                </a:solidFill>
                <a:latin typeface="DB Office" pitchFamily="34" charset="0"/>
              </a:defRPr>
            </a:lvl3pPr>
            <a:lvl4pPr marL="1600200" indent="-228600">
              <a:defRPr sz="1400" b="1">
                <a:solidFill>
                  <a:schemeClr val="tx1"/>
                </a:solidFill>
                <a:latin typeface="DB Office" pitchFamily="34" charset="0"/>
              </a:defRPr>
            </a:lvl4pPr>
            <a:lvl5pPr marL="2057400" indent="-228600">
              <a:defRPr sz="1400" b="1">
                <a:solidFill>
                  <a:schemeClr val="tx1"/>
                </a:solidFill>
                <a:latin typeface="DB Office" pitchFamily="34" charset="0"/>
              </a:defRPr>
            </a:lvl5pPr>
            <a:lvl6pPr marL="2514600" indent="-228600" algn="ctr" eaLnBrk="0" fontAlgn="base" hangingPunct="0">
              <a:spcBef>
                <a:spcPct val="0"/>
              </a:spcBef>
              <a:spcAft>
                <a:spcPct val="0"/>
              </a:spcAft>
              <a:defRPr sz="1400" b="1">
                <a:solidFill>
                  <a:schemeClr val="tx1"/>
                </a:solidFill>
                <a:latin typeface="DB Office" pitchFamily="34" charset="0"/>
              </a:defRPr>
            </a:lvl6pPr>
            <a:lvl7pPr marL="2971800" indent="-228600" algn="ctr" eaLnBrk="0" fontAlgn="base" hangingPunct="0">
              <a:spcBef>
                <a:spcPct val="0"/>
              </a:spcBef>
              <a:spcAft>
                <a:spcPct val="0"/>
              </a:spcAft>
              <a:defRPr sz="1400" b="1">
                <a:solidFill>
                  <a:schemeClr val="tx1"/>
                </a:solidFill>
                <a:latin typeface="DB Office" pitchFamily="34" charset="0"/>
              </a:defRPr>
            </a:lvl7pPr>
            <a:lvl8pPr marL="3429000" indent="-228600" algn="ctr" eaLnBrk="0" fontAlgn="base" hangingPunct="0">
              <a:spcBef>
                <a:spcPct val="0"/>
              </a:spcBef>
              <a:spcAft>
                <a:spcPct val="0"/>
              </a:spcAft>
              <a:defRPr sz="1400" b="1">
                <a:solidFill>
                  <a:schemeClr val="tx1"/>
                </a:solidFill>
                <a:latin typeface="DB Office" pitchFamily="34" charset="0"/>
              </a:defRPr>
            </a:lvl8pPr>
            <a:lvl9pPr marL="3886200" indent="-228600" algn="ctr" eaLnBrk="0" fontAlgn="base" hangingPunct="0">
              <a:spcBef>
                <a:spcPct val="0"/>
              </a:spcBef>
              <a:spcAft>
                <a:spcPct val="0"/>
              </a:spcAft>
              <a:defRPr sz="1400" b="1">
                <a:solidFill>
                  <a:schemeClr val="tx1"/>
                </a:solidFill>
                <a:latin typeface="DB Office" pitchFamily="34" charset="0"/>
              </a:defRPr>
            </a:lvl9pPr>
          </a:lstStyle>
          <a:p>
            <a:pPr algn="l"/>
            <a:r>
              <a:rPr lang="de-DE" sz="1200" dirty="0">
                <a:solidFill>
                  <a:srgbClr val="000000"/>
                </a:solidFill>
                <a:latin typeface="DB Office"/>
              </a:rPr>
              <a:t>Markus </a:t>
            </a:r>
            <a:r>
              <a:rPr lang="de-DE" sz="1200" dirty="0" err="1">
                <a:solidFill>
                  <a:srgbClr val="000000"/>
                </a:solidFill>
                <a:latin typeface="DB Office"/>
              </a:rPr>
              <a:t>Melms</a:t>
            </a:r>
            <a:r>
              <a:rPr lang="de-DE" sz="1200" dirty="0">
                <a:solidFill>
                  <a:srgbClr val="000000"/>
                </a:solidFill>
                <a:latin typeface="DB Office"/>
              </a:rPr>
              <a:t>    </a:t>
            </a:r>
          </a:p>
          <a:p>
            <a:pPr algn="l"/>
            <a:endParaRPr lang="de-DE" sz="1200" b="0" dirty="0">
              <a:solidFill>
                <a:srgbClr val="000000"/>
              </a:solidFill>
              <a:latin typeface="DB Office"/>
            </a:endParaRPr>
          </a:p>
          <a:p>
            <a:pPr algn="l"/>
            <a:r>
              <a:rPr lang="de-DE" sz="1200" b="0" dirty="0">
                <a:solidFill>
                  <a:srgbClr val="000000"/>
                </a:solidFill>
                <a:latin typeface="DB Office"/>
              </a:rPr>
              <a:t>Project Manager </a:t>
            </a:r>
          </a:p>
          <a:p>
            <a:pPr algn="l"/>
            <a:r>
              <a:rPr lang="de-DE" sz="1200" b="0" dirty="0">
                <a:solidFill>
                  <a:srgbClr val="000000"/>
                </a:solidFill>
                <a:latin typeface="DB Office"/>
              </a:rPr>
              <a:t>E-Solutions &amp; IT Management </a:t>
            </a:r>
          </a:p>
          <a:p>
            <a:pPr algn="l"/>
            <a:r>
              <a:rPr lang="de-DE" sz="1200" b="0" dirty="0">
                <a:solidFill>
                  <a:srgbClr val="000000"/>
                </a:solidFill>
                <a:latin typeface="DB Office"/>
              </a:rPr>
              <a:t>Corporate Customer &amp; Enterprise Integration </a:t>
            </a:r>
          </a:p>
          <a:p>
            <a:pPr algn="l"/>
            <a:endParaRPr lang="de-DE" sz="1200" b="0" dirty="0">
              <a:solidFill>
                <a:srgbClr val="000000"/>
              </a:solidFill>
              <a:latin typeface="DB Office"/>
            </a:endParaRPr>
          </a:p>
        </p:txBody>
      </p:sp>
      <p:sp>
        <p:nvSpPr>
          <p:cNvPr id="24" name="Rectangle 17"/>
          <p:cNvSpPr>
            <a:spLocks noChangeArrowheads="1"/>
          </p:cNvSpPr>
          <p:nvPr userDrawn="1"/>
        </p:nvSpPr>
        <p:spPr bwMode="auto">
          <a:xfrm>
            <a:off x="6802635" y="4731688"/>
            <a:ext cx="2974778" cy="175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p>
            <a:pPr algn="l">
              <a:tabLst>
                <a:tab pos="441325" algn="l"/>
              </a:tabLst>
            </a:pPr>
            <a:r>
              <a:rPr lang="de-DE" sz="1200" dirty="0">
                <a:solidFill>
                  <a:srgbClr val="000000"/>
                </a:solidFill>
                <a:latin typeface="DB Office"/>
              </a:rPr>
              <a:t>Phone: +49 201 8781-8107</a:t>
            </a:r>
          </a:p>
          <a:p>
            <a:pPr algn="l">
              <a:tabLst>
                <a:tab pos="441325" algn="l"/>
              </a:tabLst>
              <a:defRPr/>
            </a:pPr>
            <a:r>
              <a:rPr lang="de-DE" sz="1200" dirty="0">
                <a:solidFill>
                  <a:srgbClr val="000000"/>
                </a:solidFill>
                <a:latin typeface="DB Office"/>
              </a:rPr>
              <a:t>Mobile: +49 151 651 66627  </a:t>
            </a:r>
          </a:p>
          <a:p>
            <a:pPr algn="l">
              <a:tabLst>
                <a:tab pos="441325" algn="l"/>
              </a:tabLst>
            </a:pPr>
            <a:r>
              <a:rPr lang="de-DE" sz="1200" dirty="0">
                <a:solidFill>
                  <a:srgbClr val="000000"/>
                </a:solidFill>
                <a:latin typeface="DB Office"/>
              </a:rPr>
              <a:t>Fax: +49 201 8781-8228</a:t>
            </a:r>
          </a:p>
          <a:p>
            <a:pPr algn="l">
              <a:tabLst>
                <a:tab pos="441325" algn="l"/>
              </a:tabLst>
            </a:pPr>
            <a:r>
              <a:rPr lang="de-DE" sz="1200" dirty="0">
                <a:solidFill>
                  <a:srgbClr val="000000"/>
                </a:solidFill>
                <a:latin typeface="DB Office"/>
              </a:rPr>
              <a:t>markus.melms.extern@dbschenker.com </a:t>
            </a:r>
          </a:p>
          <a:p>
            <a:pPr algn="l">
              <a:tabLst>
                <a:tab pos="441325" algn="l"/>
              </a:tabLst>
            </a:pPr>
            <a:endParaRPr lang="de-DE" sz="1200" dirty="0">
              <a:solidFill>
                <a:srgbClr val="000000"/>
              </a:solidFill>
              <a:latin typeface="DB Office"/>
            </a:endParaRPr>
          </a:p>
          <a:p>
            <a:pPr algn="l">
              <a:tabLst>
                <a:tab pos="441325" algn="l"/>
              </a:tabLst>
            </a:pPr>
            <a:r>
              <a:rPr lang="de-DE" sz="1200" dirty="0">
                <a:solidFill>
                  <a:srgbClr val="000000"/>
                </a:solidFill>
                <a:latin typeface="DB Office"/>
              </a:rPr>
              <a:t>On behalf </a:t>
            </a:r>
            <a:r>
              <a:rPr lang="de-DE" sz="1200" dirty="0" err="1">
                <a:solidFill>
                  <a:srgbClr val="000000"/>
                </a:solidFill>
                <a:latin typeface="DB Office"/>
              </a:rPr>
              <a:t>of</a:t>
            </a:r>
            <a:r>
              <a:rPr lang="de-DE" sz="1200" dirty="0">
                <a:solidFill>
                  <a:srgbClr val="000000"/>
                </a:solidFill>
                <a:latin typeface="DB Office"/>
              </a:rPr>
              <a:t> Schenker AG</a:t>
            </a:r>
          </a:p>
          <a:p>
            <a:pPr algn="l">
              <a:tabLst>
                <a:tab pos="441325" algn="l"/>
              </a:tabLst>
            </a:pPr>
            <a:r>
              <a:rPr lang="de-DE" sz="1200" dirty="0">
                <a:solidFill>
                  <a:srgbClr val="000000"/>
                </a:solidFill>
                <a:latin typeface="DB Office"/>
              </a:rPr>
              <a:t>Alfredstr. 150-154</a:t>
            </a:r>
          </a:p>
          <a:p>
            <a:pPr algn="l">
              <a:tabLst>
                <a:tab pos="441325" algn="l"/>
              </a:tabLst>
            </a:pPr>
            <a:r>
              <a:rPr lang="de-DE" sz="1200" dirty="0">
                <a:solidFill>
                  <a:srgbClr val="000000"/>
                </a:solidFill>
                <a:latin typeface="DB Office"/>
              </a:rPr>
              <a:t>45131 Essen </a:t>
            </a:r>
          </a:p>
          <a:p>
            <a:pPr algn="l">
              <a:tabLst>
                <a:tab pos="441325" algn="l"/>
              </a:tabLst>
            </a:pPr>
            <a:r>
              <a:rPr lang="de-DE" sz="1200" dirty="0">
                <a:solidFill>
                  <a:srgbClr val="000000"/>
                </a:solidFill>
                <a:latin typeface="DB Office"/>
              </a:rPr>
              <a:t>www.dbschenker.com </a:t>
            </a:r>
          </a:p>
        </p:txBody>
      </p:sp>
    </p:spTree>
    <p:extLst>
      <p:ext uri="{BB962C8B-B14F-4D97-AF65-F5344CB8AC3E}">
        <p14:creationId xmlns:p14="http://schemas.microsoft.com/office/powerpoint/2010/main" val="28973542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p:nvPr>
        </p:nvSpPr>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Foliennummernplatzhalter 3"/>
          <p:cNvSpPr>
            <a:spLocks noGrp="1"/>
          </p:cNvSpPr>
          <p:nvPr>
            <p:ph type="sldNum" sz="quarter" idx="10"/>
          </p:nvPr>
        </p:nvSpPr>
        <p:spPr/>
        <p:txBody>
          <a:bodyPr/>
          <a:lstStyle>
            <a:lvl1pPr>
              <a:defRPr>
                <a:latin typeface="DB Office" pitchFamily="34" charset="0"/>
              </a:defRPr>
            </a:lvl1pPr>
          </a:lstStyle>
          <a:p>
            <a:fld id="{E5685BC4-D040-4D83-92FE-61768DB7A4BE}" type="slidenum">
              <a:rPr lang="de-DE" smtClean="0">
                <a:solidFill>
                  <a:srgbClr val="000000"/>
                </a:solidFill>
              </a:rPr>
              <a:pPr/>
              <a:t>‹#›</a:t>
            </a:fld>
            <a:endParaRPr lang="de-DE" dirty="0">
              <a:solidFill>
                <a:srgbClr val="000000"/>
              </a:solidFill>
            </a:endParaRPr>
          </a:p>
        </p:txBody>
      </p:sp>
      <p:sp>
        <p:nvSpPr>
          <p:cNvPr id="6"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Tree>
    <p:extLst>
      <p:ext uri="{BB962C8B-B14F-4D97-AF65-F5344CB8AC3E}">
        <p14:creationId xmlns:p14="http://schemas.microsoft.com/office/powerpoint/2010/main" val="18378251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5 Points_neutral">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21" name="Rechteck 20"/>
          <p:cNvSpPr/>
          <p:nvPr userDrawn="1"/>
        </p:nvSpPr>
        <p:spPr bwMode="auto">
          <a:xfrm>
            <a:off x="828000" y="3573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23" name="Rechteck 22"/>
          <p:cNvSpPr/>
          <p:nvPr userDrawn="1"/>
        </p:nvSpPr>
        <p:spPr bwMode="auto">
          <a:xfrm>
            <a:off x="828000" y="28485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48500"/>
            <a:ext cx="5932800" cy="576000"/>
          </a:xfrm>
          <a:ln>
            <a:solidFill>
              <a:schemeClr val="bg2"/>
            </a:solidFill>
          </a:ln>
        </p:spPr>
        <p:txBody>
          <a:bodyPr lIns="72000" anchor="ctr"/>
          <a:lstStyle>
            <a:lvl1pPr marL="180000">
              <a:defRPr b="1"/>
            </a:lvl1pPr>
          </a:lstStyle>
          <a:p>
            <a:pPr lvl="0"/>
            <a:endParaRPr lang="de-DE" dirty="0"/>
          </a:p>
        </p:txBody>
      </p:sp>
      <p:sp>
        <p:nvSpPr>
          <p:cNvPr id="24" name="Rechteck 23"/>
          <p:cNvSpPr/>
          <p:nvPr userDrawn="1"/>
        </p:nvSpPr>
        <p:spPr bwMode="auto">
          <a:xfrm>
            <a:off x="828000" y="2124000"/>
            <a:ext cx="5932800" cy="57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5" name="Textplatzhalter 11"/>
          <p:cNvSpPr>
            <a:spLocks noGrp="1"/>
          </p:cNvSpPr>
          <p:nvPr>
            <p:ph type="body" sz="quarter" idx="21"/>
          </p:nvPr>
        </p:nvSpPr>
        <p:spPr>
          <a:xfrm>
            <a:off x="828000" y="2124000"/>
            <a:ext cx="5932800" cy="576000"/>
          </a:xfrm>
          <a:noFill/>
          <a:ln>
            <a:solidFill>
              <a:schemeClr val="bg2"/>
            </a:solidFill>
          </a:ln>
        </p:spPr>
        <p:txBody>
          <a:bodyPr lIns="72000" anchor="ctr"/>
          <a:lstStyle>
            <a:lvl1pPr marL="180000">
              <a:defRPr b="1"/>
            </a:lvl1pPr>
          </a:lstStyle>
          <a:p>
            <a:pPr lvl="0"/>
            <a:endParaRPr lang="de-DE" dirty="0"/>
          </a:p>
        </p:txBody>
      </p:sp>
      <p:sp>
        <p:nvSpPr>
          <p:cNvPr id="15" name="Rechteck 14"/>
          <p:cNvSpPr/>
          <p:nvPr userDrawn="1"/>
        </p:nvSpPr>
        <p:spPr bwMode="auto">
          <a:xfrm>
            <a:off x="828000" y="502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1" name="Rechteck 30"/>
          <p:cNvSpPr/>
          <p:nvPr userDrawn="1"/>
        </p:nvSpPr>
        <p:spPr bwMode="auto">
          <a:xfrm>
            <a:off x="828000" y="42975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2" name="Textplatzhalter 11"/>
          <p:cNvSpPr>
            <a:spLocks noGrp="1"/>
          </p:cNvSpPr>
          <p:nvPr>
            <p:ph type="body" sz="quarter" idx="22"/>
          </p:nvPr>
        </p:nvSpPr>
        <p:spPr>
          <a:xfrm>
            <a:off x="828000" y="3573000"/>
            <a:ext cx="5932800" cy="576000"/>
          </a:xfrm>
          <a:ln>
            <a:solidFill>
              <a:schemeClr val="bg2"/>
            </a:solidFill>
          </a:ln>
        </p:spPr>
        <p:txBody>
          <a:bodyPr lIns="72000" anchor="ctr"/>
          <a:lstStyle>
            <a:lvl1pPr marL="180000">
              <a:defRPr b="1"/>
            </a:lvl1pPr>
          </a:lstStyle>
          <a:p>
            <a:pPr lvl="0"/>
            <a:endParaRPr lang="de-DE" dirty="0"/>
          </a:p>
        </p:txBody>
      </p:sp>
      <p:sp>
        <p:nvSpPr>
          <p:cNvPr id="33" name="Textplatzhalter 11"/>
          <p:cNvSpPr>
            <a:spLocks noGrp="1"/>
          </p:cNvSpPr>
          <p:nvPr>
            <p:ph type="body" sz="quarter" idx="23"/>
          </p:nvPr>
        </p:nvSpPr>
        <p:spPr>
          <a:xfrm>
            <a:off x="828000" y="5022000"/>
            <a:ext cx="5932800" cy="576000"/>
          </a:xfrm>
          <a:ln>
            <a:solidFill>
              <a:schemeClr val="bg2"/>
            </a:solidFill>
          </a:ln>
        </p:spPr>
        <p:txBody>
          <a:bodyPr lIns="72000" anchor="ctr"/>
          <a:lstStyle>
            <a:lvl1pPr marL="180000">
              <a:defRPr b="1"/>
            </a:lvl1pPr>
          </a:lstStyle>
          <a:p>
            <a:pPr lvl="0"/>
            <a:endParaRPr lang="de-DE" dirty="0"/>
          </a:p>
        </p:txBody>
      </p:sp>
      <p:sp>
        <p:nvSpPr>
          <p:cNvPr id="34" name="Textplatzhalter 11"/>
          <p:cNvSpPr>
            <a:spLocks noGrp="1"/>
          </p:cNvSpPr>
          <p:nvPr>
            <p:ph type="body" sz="quarter" idx="24"/>
          </p:nvPr>
        </p:nvSpPr>
        <p:spPr>
          <a:xfrm>
            <a:off x="828000" y="4297500"/>
            <a:ext cx="5932800" cy="576000"/>
          </a:xfrm>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21381609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5 Points_ Topic 1">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15" name="Rechteck 14"/>
          <p:cNvSpPr/>
          <p:nvPr userDrawn="1"/>
        </p:nvSpPr>
        <p:spPr bwMode="auto">
          <a:xfrm>
            <a:off x="828000" y="502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2" name="Textplatzhalter 11"/>
          <p:cNvSpPr>
            <a:spLocks noGrp="1"/>
          </p:cNvSpPr>
          <p:nvPr>
            <p:ph type="body" sz="quarter" idx="12"/>
          </p:nvPr>
        </p:nvSpPr>
        <p:spPr>
          <a:xfrm>
            <a:off x="828000" y="5022000"/>
            <a:ext cx="5932800" cy="576000"/>
          </a:xfrm>
          <a:solidFill>
            <a:schemeClr val="bg1"/>
          </a:solidFill>
          <a:ln>
            <a:solidFill>
              <a:schemeClr val="bg2"/>
            </a:solidFill>
          </a:ln>
        </p:spPr>
        <p:txBody>
          <a:bodyPr lIns="72000" anchor="ctr"/>
          <a:lstStyle>
            <a:lvl1pPr marL="180000">
              <a:defRPr b="1"/>
            </a:lvl1pPr>
          </a:lstStyle>
          <a:p>
            <a:pPr lvl="0"/>
            <a:endParaRPr lang="de-DE" dirty="0"/>
          </a:p>
        </p:txBody>
      </p:sp>
      <p:sp>
        <p:nvSpPr>
          <p:cNvPr id="14" name="Rechteck 13"/>
          <p:cNvSpPr/>
          <p:nvPr userDrawn="1"/>
        </p:nvSpPr>
        <p:spPr bwMode="auto">
          <a:xfrm>
            <a:off x="828000" y="42975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23" name="Rechteck 22"/>
          <p:cNvSpPr/>
          <p:nvPr userDrawn="1"/>
        </p:nvSpPr>
        <p:spPr bwMode="auto">
          <a:xfrm>
            <a:off x="828000" y="28485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48500"/>
            <a:ext cx="5932800" cy="576000"/>
          </a:xfrm>
          <a:ln>
            <a:solidFill>
              <a:schemeClr val="bg2"/>
            </a:solidFill>
          </a:ln>
        </p:spPr>
        <p:txBody>
          <a:bodyPr lIns="72000" anchor="ctr"/>
          <a:lstStyle>
            <a:lvl1pPr marL="180000">
              <a:defRPr b="1"/>
            </a:lvl1pPr>
          </a:lstStyle>
          <a:p>
            <a:pPr lvl="0"/>
            <a:endParaRPr lang="de-DE" dirty="0"/>
          </a:p>
        </p:txBody>
      </p:sp>
      <p:sp>
        <p:nvSpPr>
          <p:cNvPr id="24" name="Rechteck 23"/>
          <p:cNvSpPr/>
          <p:nvPr userDrawn="1"/>
        </p:nvSpPr>
        <p:spPr bwMode="auto">
          <a:xfrm>
            <a:off x="828000" y="2124000"/>
            <a:ext cx="5932800" cy="57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5" name="Textplatzhalter 11"/>
          <p:cNvSpPr>
            <a:spLocks noGrp="1"/>
          </p:cNvSpPr>
          <p:nvPr>
            <p:ph type="body" sz="quarter" idx="21"/>
          </p:nvPr>
        </p:nvSpPr>
        <p:spPr>
          <a:xfrm>
            <a:off x="828000" y="21240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21" name="Rechteck 20"/>
          <p:cNvSpPr/>
          <p:nvPr userDrawn="1"/>
        </p:nvSpPr>
        <p:spPr bwMode="auto">
          <a:xfrm>
            <a:off x="828000" y="3573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6" name="Textplatzhalter 11"/>
          <p:cNvSpPr>
            <a:spLocks noGrp="1"/>
          </p:cNvSpPr>
          <p:nvPr>
            <p:ph type="body" sz="quarter" idx="22"/>
          </p:nvPr>
        </p:nvSpPr>
        <p:spPr>
          <a:xfrm>
            <a:off x="828000" y="3573000"/>
            <a:ext cx="5932800" cy="576000"/>
          </a:xfrm>
          <a:ln>
            <a:solidFill>
              <a:schemeClr val="bg2"/>
            </a:solidFill>
          </a:ln>
        </p:spPr>
        <p:txBody>
          <a:bodyPr lIns="72000" anchor="ctr"/>
          <a:lstStyle>
            <a:lvl1pPr marL="180000">
              <a:defRPr b="1"/>
            </a:lvl1pPr>
          </a:lstStyle>
          <a:p>
            <a:pPr lvl="0"/>
            <a:endParaRPr lang="de-DE" dirty="0"/>
          </a:p>
        </p:txBody>
      </p:sp>
      <p:sp>
        <p:nvSpPr>
          <p:cNvPr id="18" name="Textplatzhalter 11"/>
          <p:cNvSpPr>
            <a:spLocks noGrp="1"/>
          </p:cNvSpPr>
          <p:nvPr>
            <p:ph type="body" sz="quarter" idx="23"/>
          </p:nvPr>
        </p:nvSpPr>
        <p:spPr>
          <a:xfrm>
            <a:off x="828000" y="4297500"/>
            <a:ext cx="5932800" cy="576000"/>
          </a:xfrm>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16617496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5 Points_Topic 2">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15" name="Rechteck 14"/>
          <p:cNvSpPr/>
          <p:nvPr userDrawn="1"/>
        </p:nvSpPr>
        <p:spPr bwMode="auto">
          <a:xfrm>
            <a:off x="828000" y="502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2" name="Textplatzhalter 11"/>
          <p:cNvSpPr>
            <a:spLocks noGrp="1"/>
          </p:cNvSpPr>
          <p:nvPr>
            <p:ph type="body" sz="quarter" idx="12"/>
          </p:nvPr>
        </p:nvSpPr>
        <p:spPr>
          <a:xfrm>
            <a:off x="828000" y="5022000"/>
            <a:ext cx="5932800" cy="576000"/>
          </a:xfrm>
          <a:solidFill>
            <a:schemeClr val="bg1"/>
          </a:solidFill>
          <a:ln>
            <a:solidFill>
              <a:schemeClr val="bg2"/>
            </a:solidFill>
          </a:ln>
        </p:spPr>
        <p:txBody>
          <a:bodyPr lIns="72000" anchor="ctr"/>
          <a:lstStyle>
            <a:lvl1pPr marL="180000">
              <a:defRPr b="1"/>
            </a:lvl1pPr>
          </a:lstStyle>
          <a:p>
            <a:pPr lvl="0"/>
            <a:endParaRPr lang="de-DE" dirty="0"/>
          </a:p>
        </p:txBody>
      </p:sp>
      <p:sp>
        <p:nvSpPr>
          <p:cNvPr id="14" name="Rechteck 13"/>
          <p:cNvSpPr/>
          <p:nvPr userDrawn="1"/>
        </p:nvSpPr>
        <p:spPr bwMode="auto">
          <a:xfrm>
            <a:off x="828000" y="42975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1" name="Rechteck 20"/>
          <p:cNvSpPr/>
          <p:nvPr userDrawn="1"/>
        </p:nvSpPr>
        <p:spPr bwMode="auto">
          <a:xfrm>
            <a:off x="828000" y="3573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9" name="Textplatzhalter 11"/>
          <p:cNvSpPr>
            <a:spLocks noGrp="1"/>
          </p:cNvSpPr>
          <p:nvPr>
            <p:ph type="body" sz="quarter" idx="19"/>
          </p:nvPr>
        </p:nvSpPr>
        <p:spPr>
          <a:xfrm>
            <a:off x="828000" y="3573000"/>
            <a:ext cx="5932800" cy="576000"/>
          </a:xfrm>
          <a:ln>
            <a:solidFill>
              <a:schemeClr val="bg2"/>
            </a:solidFill>
          </a:ln>
        </p:spPr>
        <p:txBody>
          <a:bodyPr lIns="72000" anchor="ctr"/>
          <a:lstStyle>
            <a:lvl1pPr marL="180000">
              <a:defRPr b="1"/>
            </a:lvl1pPr>
          </a:lstStyle>
          <a:p>
            <a:pPr lvl="0"/>
            <a:endParaRPr lang="de-DE" dirty="0"/>
          </a:p>
        </p:txBody>
      </p:sp>
      <p:sp>
        <p:nvSpPr>
          <p:cNvPr id="13" name="Textplatzhalter 11"/>
          <p:cNvSpPr>
            <a:spLocks noGrp="1"/>
          </p:cNvSpPr>
          <p:nvPr>
            <p:ph type="body" sz="quarter" idx="13"/>
          </p:nvPr>
        </p:nvSpPr>
        <p:spPr>
          <a:xfrm>
            <a:off x="828000" y="4297500"/>
            <a:ext cx="5932800" cy="576000"/>
          </a:xfrm>
          <a:ln>
            <a:solidFill>
              <a:schemeClr val="bg2"/>
            </a:solidFill>
          </a:ln>
        </p:spPr>
        <p:txBody>
          <a:bodyPr lIns="72000" anchor="ctr"/>
          <a:lstStyle>
            <a:lvl1pPr marL="180000">
              <a:defRPr b="1"/>
            </a:lvl1pPr>
          </a:lstStyle>
          <a:p>
            <a:pPr lvl="0"/>
            <a:endParaRPr lang="de-DE" dirty="0"/>
          </a:p>
        </p:txBody>
      </p:sp>
      <p:sp>
        <p:nvSpPr>
          <p:cNvPr id="23" name="Rechteck 22"/>
          <p:cNvSpPr/>
          <p:nvPr userDrawn="1"/>
        </p:nvSpPr>
        <p:spPr bwMode="auto">
          <a:xfrm>
            <a:off x="828000" y="28485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485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24" name="Rechteck 23"/>
          <p:cNvSpPr/>
          <p:nvPr userDrawn="1"/>
        </p:nvSpPr>
        <p:spPr bwMode="auto">
          <a:xfrm>
            <a:off x="828000" y="2124000"/>
            <a:ext cx="5932800" cy="57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5" name="Textplatzhalter 11"/>
          <p:cNvSpPr>
            <a:spLocks noGrp="1"/>
          </p:cNvSpPr>
          <p:nvPr>
            <p:ph type="body" sz="quarter" idx="21"/>
          </p:nvPr>
        </p:nvSpPr>
        <p:spPr>
          <a:xfrm>
            <a:off x="828000" y="2124000"/>
            <a:ext cx="5932800" cy="57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771351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5 Points_ Topic 3">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15" name="Rechteck 14"/>
          <p:cNvSpPr/>
          <p:nvPr userDrawn="1"/>
        </p:nvSpPr>
        <p:spPr bwMode="auto">
          <a:xfrm>
            <a:off x="828000" y="502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2" name="Textplatzhalter 11"/>
          <p:cNvSpPr>
            <a:spLocks noGrp="1"/>
          </p:cNvSpPr>
          <p:nvPr>
            <p:ph type="body" sz="quarter" idx="12"/>
          </p:nvPr>
        </p:nvSpPr>
        <p:spPr>
          <a:xfrm>
            <a:off x="828000" y="5022000"/>
            <a:ext cx="5932800" cy="576000"/>
          </a:xfrm>
          <a:solidFill>
            <a:schemeClr val="bg1"/>
          </a:solidFill>
          <a:ln>
            <a:solidFill>
              <a:schemeClr val="bg2"/>
            </a:solidFill>
          </a:ln>
        </p:spPr>
        <p:txBody>
          <a:bodyPr lIns="72000" anchor="ctr"/>
          <a:lstStyle>
            <a:lvl1pPr marL="180000">
              <a:defRPr b="1"/>
            </a:lvl1pPr>
          </a:lstStyle>
          <a:p>
            <a:pPr lvl="0"/>
            <a:endParaRPr lang="de-DE" dirty="0"/>
          </a:p>
        </p:txBody>
      </p:sp>
      <p:sp>
        <p:nvSpPr>
          <p:cNvPr id="14" name="Rechteck 13"/>
          <p:cNvSpPr/>
          <p:nvPr userDrawn="1"/>
        </p:nvSpPr>
        <p:spPr bwMode="auto">
          <a:xfrm>
            <a:off x="828000" y="42975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1" name="Rechteck 20"/>
          <p:cNvSpPr/>
          <p:nvPr userDrawn="1"/>
        </p:nvSpPr>
        <p:spPr bwMode="auto">
          <a:xfrm>
            <a:off x="828000" y="3573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9" name="Textplatzhalter 11"/>
          <p:cNvSpPr>
            <a:spLocks noGrp="1"/>
          </p:cNvSpPr>
          <p:nvPr>
            <p:ph type="body" sz="quarter" idx="19"/>
          </p:nvPr>
        </p:nvSpPr>
        <p:spPr>
          <a:xfrm>
            <a:off x="828000" y="35730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13" name="Textplatzhalter 11"/>
          <p:cNvSpPr>
            <a:spLocks noGrp="1"/>
          </p:cNvSpPr>
          <p:nvPr>
            <p:ph type="body" sz="quarter" idx="13"/>
          </p:nvPr>
        </p:nvSpPr>
        <p:spPr>
          <a:xfrm>
            <a:off x="828000" y="4297500"/>
            <a:ext cx="5932800" cy="576000"/>
          </a:xfrm>
          <a:ln>
            <a:solidFill>
              <a:schemeClr val="bg2"/>
            </a:solidFill>
          </a:ln>
        </p:spPr>
        <p:txBody>
          <a:bodyPr lIns="72000" anchor="ctr"/>
          <a:lstStyle>
            <a:lvl1pPr marL="180000">
              <a:defRPr b="1"/>
            </a:lvl1pPr>
          </a:lstStyle>
          <a:p>
            <a:pPr lvl="0"/>
            <a:endParaRPr lang="de-DE" dirty="0"/>
          </a:p>
        </p:txBody>
      </p:sp>
      <p:sp>
        <p:nvSpPr>
          <p:cNvPr id="23" name="Rechteck 22"/>
          <p:cNvSpPr/>
          <p:nvPr userDrawn="1"/>
        </p:nvSpPr>
        <p:spPr bwMode="auto">
          <a:xfrm>
            <a:off x="828000" y="28485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48500"/>
            <a:ext cx="5932800" cy="576000"/>
          </a:xfrm>
          <a:ln>
            <a:solidFill>
              <a:schemeClr val="bg2"/>
            </a:solidFill>
          </a:ln>
        </p:spPr>
        <p:txBody>
          <a:bodyPr lIns="72000" anchor="ctr"/>
          <a:lstStyle>
            <a:lvl1pPr marL="180000">
              <a:defRPr b="1"/>
            </a:lvl1pPr>
          </a:lstStyle>
          <a:p>
            <a:pPr lvl="0"/>
            <a:endParaRPr lang="de-DE" dirty="0"/>
          </a:p>
        </p:txBody>
      </p:sp>
      <p:sp>
        <p:nvSpPr>
          <p:cNvPr id="24" name="Rechteck 23"/>
          <p:cNvSpPr/>
          <p:nvPr userDrawn="1"/>
        </p:nvSpPr>
        <p:spPr bwMode="auto">
          <a:xfrm>
            <a:off x="828000" y="2124000"/>
            <a:ext cx="5932800" cy="57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5" name="Textplatzhalter 11"/>
          <p:cNvSpPr>
            <a:spLocks noGrp="1"/>
          </p:cNvSpPr>
          <p:nvPr>
            <p:ph type="body" sz="quarter" idx="21"/>
          </p:nvPr>
        </p:nvSpPr>
        <p:spPr>
          <a:xfrm>
            <a:off x="828000" y="2124000"/>
            <a:ext cx="5932800" cy="57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38468277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5 Points_ Topic 4">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15" name="Rechteck 14"/>
          <p:cNvSpPr/>
          <p:nvPr userDrawn="1"/>
        </p:nvSpPr>
        <p:spPr bwMode="auto">
          <a:xfrm>
            <a:off x="828000" y="502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4" name="Rechteck 13"/>
          <p:cNvSpPr/>
          <p:nvPr userDrawn="1"/>
        </p:nvSpPr>
        <p:spPr bwMode="auto">
          <a:xfrm>
            <a:off x="828000" y="42975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1" name="Rechteck 20"/>
          <p:cNvSpPr/>
          <p:nvPr userDrawn="1"/>
        </p:nvSpPr>
        <p:spPr bwMode="auto">
          <a:xfrm>
            <a:off x="828000" y="3573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9" name="Textplatzhalter 11"/>
          <p:cNvSpPr>
            <a:spLocks noGrp="1"/>
          </p:cNvSpPr>
          <p:nvPr>
            <p:ph type="body" sz="quarter" idx="19"/>
          </p:nvPr>
        </p:nvSpPr>
        <p:spPr>
          <a:xfrm>
            <a:off x="828000" y="3573000"/>
            <a:ext cx="5932800" cy="576000"/>
          </a:xfrm>
          <a:noFill/>
          <a:ln>
            <a:solidFill>
              <a:schemeClr val="bg2"/>
            </a:solidFill>
          </a:ln>
        </p:spPr>
        <p:txBody>
          <a:bodyPr lIns="72000" anchor="ctr"/>
          <a:lstStyle>
            <a:lvl1pPr marL="180000">
              <a:defRPr b="1"/>
            </a:lvl1pPr>
          </a:lstStyle>
          <a:p>
            <a:pPr lvl="0"/>
            <a:endParaRPr lang="de-DE" dirty="0"/>
          </a:p>
        </p:txBody>
      </p:sp>
      <p:sp>
        <p:nvSpPr>
          <p:cNvPr id="13" name="Textplatzhalter 11"/>
          <p:cNvSpPr>
            <a:spLocks noGrp="1"/>
          </p:cNvSpPr>
          <p:nvPr>
            <p:ph type="body" sz="quarter" idx="13"/>
          </p:nvPr>
        </p:nvSpPr>
        <p:spPr>
          <a:xfrm>
            <a:off x="828000" y="42975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23" name="Rechteck 22"/>
          <p:cNvSpPr/>
          <p:nvPr userDrawn="1"/>
        </p:nvSpPr>
        <p:spPr bwMode="auto">
          <a:xfrm>
            <a:off x="828000" y="28485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48500"/>
            <a:ext cx="5932800" cy="576000"/>
          </a:xfrm>
          <a:ln>
            <a:solidFill>
              <a:schemeClr val="bg2"/>
            </a:solidFill>
          </a:ln>
        </p:spPr>
        <p:txBody>
          <a:bodyPr lIns="72000" anchor="ctr"/>
          <a:lstStyle>
            <a:lvl1pPr marL="180000">
              <a:defRPr b="1"/>
            </a:lvl1pPr>
          </a:lstStyle>
          <a:p>
            <a:pPr lvl="0"/>
            <a:endParaRPr lang="de-DE" dirty="0"/>
          </a:p>
        </p:txBody>
      </p:sp>
      <p:sp>
        <p:nvSpPr>
          <p:cNvPr id="24" name="Rechteck 23"/>
          <p:cNvSpPr/>
          <p:nvPr userDrawn="1"/>
        </p:nvSpPr>
        <p:spPr bwMode="auto">
          <a:xfrm>
            <a:off x="828000" y="2124000"/>
            <a:ext cx="5932800" cy="57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5" name="Textplatzhalter 11"/>
          <p:cNvSpPr>
            <a:spLocks noGrp="1"/>
          </p:cNvSpPr>
          <p:nvPr>
            <p:ph type="body" sz="quarter" idx="21"/>
          </p:nvPr>
        </p:nvSpPr>
        <p:spPr>
          <a:xfrm>
            <a:off x="828000" y="2124000"/>
            <a:ext cx="5932800" cy="576000"/>
          </a:xfrm>
          <a:noFill/>
          <a:ln>
            <a:solidFill>
              <a:schemeClr val="bg2"/>
            </a:solidFill>
          </a:ln>
        </p:spPr>
        <p:txBody>
          <a:bodyPr lIns="72000" anchor="ctr"/>
          <a:lstStyle>
            <a:lvl1pPr marL="180000">
              <a:defRPr b="1"/>
            </a:lvl1pPr>
          </a:lstStyle>
          <a:p>
            <a:pPr lvl="0"/>
            <a:endParaRPr lang="de-DE" dirty="0"/>
          </a:p>
        </p:txBody>
      </p:sp>
      <p:sp>
        <p:nvSpPr>
          <p:cNvPr id="16" name="Textplatzhalter 11"/>
          <p:cNvSpPr>
            <a:spLocks noGrp="1"/>
          </p:cNvSpPr>
          <p:nvPr>
            <p:ph type="body" sz="quarter" idx="22"/>
          </p:nvPr>
        </p:nvSpPr>
        <p:spPr>
          <a:xfrm>
            <a:off x="828000" y="5022000"/>
            <a:ext cx="5932800" cy="57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3782953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5 Points_ Topic 5">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15" name="Rechteck 14"/>
          <p:cNvSpPr/>
          <p:nvPr userDrawn="1"/>
        </p:nvSpPr>
        <p:spPr bwMode="auto">
          <a:xfrm>
            <a:off x="828000" y="502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2" name="Textplatzhalter 11"/>
          <p:cNvSpPr>
            <a:spLocks noGrp="1"/>
          </p:cNvSpPr>
          <p:nvPr>
            <p:ph type="body" sz="quarter" idx="12"/>
          </p:nvPr>
        </p:nvSpPr>
        <p:spPr>
          <a:xfrm>
            <a:off x="828000" y="50220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14" name="Rechteck 13"/>
          <p:cNvSpPr/>
          <p:nvPr userDrawn="1"/>
        </p:nvSpPr>
        <p:spPr bwMode="auto">
          <a:xfrm>
            <a:off x="828000" y="42975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3" name="Textplatzhalter 11"/>
          <p:cNvSpPr>
            <a:spLocks noGrp="1"/>
          </p:cNvSpPr>
          <p:nvPr>
            <p:ph type="body" sz="quarter" idx="13"/>
          </p:nvPr>
        </p:nvSpPr>
        <p:spPr>
          <a:xfrm>
            <a:off x="828000" y="4297500"/>
            <a:ext cx="5932800" cy="576000"/>
          </a:xfrm>
          <a:ln>
            <a:solidFill>
              <a:schemeClr val="bg2"/>
            </a:solidFill>
          </a:ln>
        </p:spPr>
        <p:txBody>
          <a:bodyPr lIns="72000" anchor="ctr"/>
          <a:lstStyle>
            <a:lvl1pPr marL="180000">
              <a:defRPr b="1"/>
            </a:lvl1pPr>
          </a:lstStyle>
          <a:p>
            <a:pPr lvl="0"/>
            <a:endParaRPr lang="de-DE" dirty="0"/>
          </a:p>
        </p:txBody>
      </p:sp>
      <p:sp>
        <p:nvSpPr>
          <p:cNvPr id="23" name="Rechteck 22"/>
          <p:cNvSpPr/>
          <p:nvPr userDrawn="1"/>
        </p:nvSpPr>
        <p:spPr bwMode="auto">
          <a:xfrm>
            <a:off x="828000" y="28485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48500"/>
            <a:ext cx="5932800" cy="576000"/>
          </a:xfrm>
          <a:ln>
            <a:solidFill>
              <a:schemeClr val="bg2"/>
            </a:solidFill>
          </a:ln>
        </p:spPr>
        <p:txBody>
          <a:bodyPr lIns="72000" anchor="ctr"/>
          <a:lstStyle>
            <a:lvl1pPr marL="180000">
              <a:defRPr b="1"/>
            </a:lvl1pPr>
          </a:lstStyle>
          <a:p>
            <a:pPr lvl="0"/>
            <a:endParaRPr lang="de-DE" dirty="0"/>
          </a:p>
        </p:txBody>
      </p:sp>
      <p:sp>
        <p:nvSpPr>
          <p:cNvPr id="24" name="Rechteck 23"/>
          <p:cNvSpPr/>
          <p:nvPr userDrawn="1"/>
        </p:nvSpPr>
        <p:spPr bwMode="auto">
          <a:xfrm>
            <a:off x="828000" y="2124000"/>
            <a:ext cx="5932800" cy="57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5" name="Textplatzhalter 11"/>
          <p:cNvSpPr>
            <a:spLocks noGrp="1"/>
          </p:cNvSpPr>
          <p:nvPr>
            <p:ph type="body" sz="quarter" idx="21"/>
          </p:nvPr>
        </p:nvSpPr>
        <p:spPr>
          <a:xfrm>
            <a:off x="828000" y="2124000"/>
            <a:ext cx="5932800" cy="576000"/>
          </a:xfrm>
          <a:noFill/>
          <a:ln>
            <a:solidFill>
              <a:schemeClr val="bg2"/>
            </a:solidFill>
          </a:ln>
        </p:spPr>
        <p:txBody>
          <a:bodyPr lIns="72000" anchor="ctr"/>
          <a:lstStyle>
            <a:lvl1pPr marL="180000">
              <a:defRPr b="1"/>
            </a:lvl1pPr>
          </a:lstStyle>
          <a:p>
            <a:pPr lvl="0"/>
            <a:endParaRPr lang="de-DE" dirty="0"/>
          </a:p>
        </p:txBody>
      </p:sp>
      <p:sp>
        <p:nvSpPr>
          <p:cNvPr id="21" name="Rechteck 20"/>
          <p:cNvSpPr/>
          <p:nvPr userDrawn="1"/>
        </p:nvSpPr>
        <p:spPr bwMode="auto">
          <a:xfrm>
            <a:off x="828000" y="3573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9" name="Textplatzhalter 11"/>
          <p:cNvSpPr>
            <a:spLocks noGrp="1"/>
          </p:cNvSpPr>
          <p:nvPr>
            <p:ph type="body" sz="quarter" idx="19"/>
          </p:nvPr>
        </p:nvSpPr>
        <p:spPr>
          <a:xfrm>
            <a:off x="828000" y="3573000"/>
            <a:ext cx="5932800" cy="576000"/>
          </a:xfrm>
          <a:solidFill>
            <a:schemeClr val="bg1"/>
          </a:solid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8863563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4 Points neutral">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14" name="Rechteck 13"/>
          <p:cNvSpPr/>
          <p:nvPr userDrawn="1"/>
        </p:nvSpPr>
        <p:spPr bwMode="auto">
          <a:xfrm>
            <a:off x="828000" y="430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1" name="Rechteck 20"/>
          <p:cNvSpPr/>
          <p:nvPr userDrawn="1"/>
        </p:nvSpPr>
        <p:spPr bwMode="auto">
          <a:xfrm>
            <a:off x="828000" y="3576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22" name="Textplatzhalter 11"/>
          <p:cNvSpPr>
            <a:spLocks noGrp="1"/>
          </p:cNvSpPr>
          <p:nvPr>
            <p:ph type="body" sz="quarter" idx="17"/>
          </p:nvPr>
        </p:nvSpPr>
        <p:spPr>
          <a:xfrm>
            <a:off x="828000" y="2124000"/>
            <a:ext cx="5932800" cy="576000"/>
          </a:xfrm>
          <a:noFill/>
          <a:ln>
            <a:solidFill>
              <a:schemeClr val="bg2"/>
            </a:solidFill>
          </a:ln>
        </p:spPr>
        <p:txBody>
          <a:bodyPr lIns="72000" anchor="ctr"/>
          <a:lstStyle>
            <a:lvl1pPr marL="180000">
              <a:defRPr b="1"/>
            </a:lvl1pPr>
          </a:lstStyle>
          <a:p>
            <a:pPr lvl="0"/>
            <a:endParaRPr lang="de-DE" dirty="0"/>
          </a:p>
        </p:txBody>
      </p:sp>
      <p:sp>
        <p:nvSpPr>
          <p:cNvPr id="11"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9" name="Textplatzhalter 11"/>
          <p:cNvSpPr>
            <a:spLocks noGrp="1"/>
          </p:cNvSpPr>
          <p:nvPr>
            <p:ph type="body" sz="quarter" idx="19"/>
          </p:nvPr>
        </p:nvSpPr>
        <p:spPr>
          <a:xfrm>
            <a:off x="828000" y="3576000"/>
            <a:ext cx="5932800" cy="576000"/>
          </a:xfrm>
          <a:noFill/>
          <a:ln>
            <a:solidFill>
              <a:schemeClr val="bg2"/>
            </a:solidFill>
          </a:ln>
        </p:spPr>
        <p:txBody>
          <a:bodyPr lIns="72000" anchor="ctr"/>
          <a:lstStyle>
            <a:lvl1pPr marL="180000">
              <a:defRPr b="1"/>
            </a:lvl1pPr>
          </a:lstStyle>
          <a:p>
            <a:pPr lvl="0"/>
            <a:endParaRPr lang="de-DE" dirty="0"/>
          </a:p>
        </p:txBody>
      </p:sp>
      <p:sp>
        <p:nvSpPr>
          <p:cNvPr id="13" name="Textplatzhalter 11"/>
          <p:cNvSpPr>
            <a:spLocks noGrp="1"/>
          </p:cNvSpPr>
          <p:nvPr>
            <p:ph type="body" sz="quarter" idx="13"/>
          </p:nvPr>
        </p:nvSpPr>
        <p:spPr>
          <a:xfrm>
            <a:off x="828000" y="4302000"/>
            <a:ext cx="5932800" cy="576000"/>
          </a:xfrm>
          <a:noFill/>
          <a:ln>
            <a:solidFill>
              <a:schemeClr val="bg2"/>
            </a:solidFill>
          </a:ln>
        </p:spPr>
        <p:txBody>
          <a:bodyPr lIns="72000" anchor="ctr"/>
          <a:lstStyle>
            <a:lvl1pPr marL="180000">
              <a:defRPr b="1"/>
            </a:lvl1pPr>
          </a:lstStyle>
          <a:p>
            <a:pPr lvl="0"/>
            <a:endParaRPr lang="de-DE" dirty="0"/>
          </a:p>
        </p:txBody>
      </p:sp>
      <p:sp>
        <p:nvSpPr>
          <p:cNvPr id="23" name="Rechteck 22"/>
          <p:cNvSpPr/>
          <p:nvPr userDrawn="1"/>
        </p:nvSpPr>
        <p:spPr bwMode="auto">
          <a:xfrm>
            <a:off x="828000" y="2850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50000"/>
            <a:ext cx="5932800" cy="57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11197597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4 Points_ Topic 1l">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14" name="Rechteck 13"/>
          <p:cNvSpPr/>
          <p:nvPr userDrawn="1"/>
        </p:nvSpPr>
        <p:spPr bwMode="auto">
          <a:xfrm>
            <a:off x="828000" y="430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1" name="Rechteck 20"/>
          <p:cNvSpPr/>
          <p:nvPr userDrawn="1"/>
        </p:nvSpPr>
        <p:spPr bwMode="auto">
          <a:xfrm>
            <a:off x="828000" y="3576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22" name="Textplatzhalter 11"/>
          <p:cNvSpPr>
            <a:spLocks noGrp="1"/>
          </p:cNvSpPr>
          <p:nvPr>
            <p:ph type="body" sz="quarter" idx="17"/>
          </p:nvPr>
        </p:nvSpPr>
        <p:spPr>
          <a:xfrm>
            <a:off x="828000" y="21240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11"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9" name="Textplatzhalter 11"/>
          <p:cNvSpPr>
            <a:spLocks noGrp="1"/>
          </p:cNvSpPr>
          <p:nvPr>
            <p:ph type="body" sz="quarter" idx="19"/>
          </p:nvPr>
        </p:nvSpPr>
        <p:spPr>
          <a:xfrm>
            <a:off x="828000" y="3576000"/>
            <a:ext cx="5932800" cy="576000"/>
          </a:xfrm>
          <a:noFill/>
          <a:ln>
            <a:solidFill>
              <a:schemeClr val="bg2"/>
            </a:solidFill>
          </a:ln>
        </p:spPr>
        <p:txBody>
          <a:bodyPr lIns="72000" anchor="ctr"/>
          <a:lstStyle>
            <a:lvl1pPr marL="180000">
              <a:defRPr b="1"/>
            </a:lvl1pPr>
          </a:lstStyle>
          <a:p>
            <a:pPr lvl="0"/>
            <a:endParaRPr lang="de-DE" dirty="0"/>
          </a:p>
        </p:txBody>
      </p:sp>
      <p:sp>
        <p:nvSpPr>
          <p:cNvPr id="13" name="Textplatzhalter 11"/>
          <p:cNvSpPr>
            <a:spLocks noGrp="1"/>
          </p:cNvSpPr>
          <p:nvPr>
            <p:ph type="body" sz="quarter" idx="13"/>
          </p:nvPr>
        </p:nvSpPr>
        <p:spPr>
          <a:xfrm>
            <a:off x="828000" y="4302000"/>
            <a:ext cx="5932800" cy="576000"/>
          </a:xfrm>
          <a:noFill/>
          <a:ln>
            <a:solidFill>
              <a:schemeClr val="bg2"/>
            </a:solidFill>
          </a:ln>
        </p:spPr>
        <p:txBody>
          <a:bodyPr lIns="72000" anchor="ctr"/>
          <a:lstStyle>
            <a:lvl1pPr marL="180000">
              <a:defRPr b="1"/>
            </a:lvl1pPr>
          </a:lstStyle>
          <a:p>
            <a:pPr lvl="0"/>
            <a:endParaRPr lang="de-DE" dirty="0"/>
          </a:p>
        </p:txBody>
      </p:sp>
      <p:sp>
        <p:nvSpPr>
          <p:cNvPr id="23" name="Rechteck 22"/>
          <p:cNvSpPr/>
          <p:nvPr userDrawn="1"/>
        </p:nvSpPr>
        <p:spPr bwMode="auto">
          <a:xfrm>
            <a:off x="828000" y="2850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50000"/>
            <a:ext cx="5932800" cy="57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2759950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4 Points_Topic 2">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14" name="Rechteck 13"/>
          <p:cNvSpPr/>
          <p:nvPr userDrawn="1"/>
        </p:nvSpPr>
        <p:spPr bwMode="auto">
          <a:xfrm>
            <a:off x="828000" y="430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1" name="Rechteck 20"/>
          <p:cNvSpPr/>
          <p:nvPr userDrawn="1"/>
        </p:nvSpPr>
        <p:spPr bwMode="auto">
          <a:xfrm>
            <a:off x="828000" y="3576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22" name="Textplatzhalter 11"/>
          <p:cNvSpPr>
            <a:spLocks noGrp="1"/>
          </p:cNvSpPr>
          <p:nvPr>
            <p:ph type="body" sz="quarter" idx="17"/>
          </p:nvPr>
        </p:nvSpPr>
        <p:spPr>
          <a:xfrm>
            <a:off x="828000" y="2124000"/>
            <a:ext cx="5932800" cy="576000"/>
          </a:xfrm>
          <a:noFill/>
          <a:ln>
            <a:solidFill>
              <a:schemeClr val="bg2"/>
            </a:solidFill>
          </a:ln>
        </p:spPr>
        <p:txBody>
          <a:bodyPr lIns="72000" anchor="ctr"/>
          <a:lstStyle>
            <a:lvl1pPr marL="180000">
              <a:defRPr b="1"/>
            </a:lvl1pPr>
          </a:lstStyle>
          <a:p>
            <a:pPr lvl="0"/>
            <a:endParaRPr lang="de-DE" dirty="0"/>
          </a:p>
        </p:txBody>
      </p:sp>
      <p:sp>
        <p:nvSpPr>
          <p:cNvPr id="11"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9" name="Textplatzhalter 11"/>
          <p:cNvSpPr>
            <a:spLocks noGrp="1"/>
          </p:cNvSpPr>
          <p:nvPr>
            <p:ph type="body" sz="quarter" idx="19"/>
          </p:nvPr>
        </p:nvSpPr>
        <p:spPr>
          <a:xfrm>
            <a:off x="828000" y="3576000"/>
            <a:ext cx="5932800" cy="576000"/>
          </a:xfrm>
          <a:noFill/>
          <a:ln>
            <a:solidFill>
              <a:schemeClr val="bg2"/>
            </a:solidFill>
          </a:ln>
        </p:spPr>
        <p:txBody>
          <a:bodyPr lIns="72000" anchor="ctr"/>
          <a:lstStyle>
            <a:lvl1pPr marL="180000">
              <a:defRPr b="1"/>
            </a:lvl1pPr>
          </a:lstStyle>
          <a:p>
            <a:pPr lvl="0"/>
            <a:endParaRPr lang="de-DE" dirty="0"/>
          </a:p>
        </p:txBody>
      </p:sp>
      <p:sp>
        <p:nvSpPr>
          <p:cNvPr id="13" name="Textplatzhalter 11"/>
          <p:cNvSpPr>
            <a:spLocks noGrp="1"/>
          </p:cNvSpPr>
          <p:nvPr>
            <p:ph type="body" sz="quarter" idx="13"/>
          </p:nvPr>
        </p:nvSpPr>
        <p:spPr>
          <a:xfrm>
            <a:off x="828000" y="4302000"/>
            <a:ext cx="5932800" cy="576000"/>
          </a:xfrm>
          <a:noFill/>
          <a:ln>
            <a:solidFill>
              <a:schemeClr val="bg2"/>
            </a:solidFill>
          </a:ln>
        </p:spPr>
        <p:txBody>
          <a:bodyPr lIns="72000" anchor="ctr"/>
          <a:lstStyle>
            <a:lvl1pPr marL="180000">
              <a:defRPr b="1"/>
            </a:lvl1pPr>
          </a:lstStyle>
          <a:p>
            <a:pPr lvl="0"/>
            <a:endParaRPr lang="de-DE" dirty="0"/>
          </a:p>
        </p:txBody>
      </p:sp>
      <p:sp>
        <p:nvSpPr>
          <p:cNvPr id="23" name="Rechteck 22"/>
          <p:cNvSpPr/>
          <p:nvPr userDrawn="1"/>
        </p:nvSpPr>
        <p:spPr bwMode="auto">
          <a:xfrm>
            <a:off x="828000" y="2850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500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9395379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4 Points_ Topic 3l">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14" name="Rechteck 13"/>
          <p:cNvSpPr/>
          <p:nvPr userDrawn="1"/>
        </p:nvSpPr>
        <p:spPr bwMode="auto">
          <a:xfrm>
            <a:off x="828000" y="430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1" name="Rechteck 20"/>
          <p:cNvSpPr/>
          <p:nvPr userDrawn="1"/>
        </p:nvSpPr>
        <p:spPr bwMode="auto">
          <a:xfrm>
            <a:off x="828000" y="3576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22" name="Textplatzhalter 11"/>
          <p:cNvSpPr>
            <a:spLocks noGrp="1"/>
          </p:cNvSpPr>
          <p:nvPr>
            <p:ph type="body" sz="quarter" idx="17"/>
          </p:nvPr>
        </p:nvSpPr>
        <p:spPr>
          <a:xfrm>
            <a:off x="828000" y="2124000"/>
            <a:ext cx="5932800" cy="576000"/>
          </a:xfrm>
          <a:noFill/>
          <a:ln>
            <a:solidFill>
              <a:schemeClr val="bg2"/>
            </a:solidFill>
          </a:ln>
        </p:spPr>
        <p:txBody>
          <a:bodyPr lIns="72000" anchor="ctr"/>
          <a:lstStyle>
            <a:lvl1pPr marL="180000">
              <a:defRPr b="1"/>
            </a:lvl1pPr>
          </a:lstStyle>
          <a:p>
            <a:pPr lvl="0"/>
            <a:endParaRPr lang="de-DE" dirty="0"/>
          </a:p>
        </p:txBody>
      </p:sp>
      <p:sp>
        <p:nvSpPr>
          <p:cNvPr id="11"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9" name="Textplatzhalter 11"/>
          <p:cNvSpPr>
            <a:spLocks noGrp="1"/>
          </p:cNvSpPr>
          <p:nvPr>
            <p:ph type="body" sz="quarter" idx="19"/>
          </p:nvPr>
        </p:nvSpPr>
        <p:spPr>
          <a:xfrm>
            <a:off x="828000" y="35760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23" name="Rechteck 22"/>
          <p:cNvSpPr/>
          <p:nvPr userDrawn="1"/>
        </p:nvSpPr>
        <p:spPr bwMode="auto">
          <a:xfrm>
            <a:off x="828000" y="2850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50000"/>
            <a:ext cx="5932800" cy="576000"/>
          </a:xfrm>
          <a:noFill/>
          <a:ln>
            <a:solidFill>
              <a:schemeClr val="bg2"/>
            </a:solidFill>
          </a:ln>
        </p:spPr>
        <p:txBody>
          <a:bodyPr lIns="72000" anchor="ctr"/>
          <a:lstStyle>
            <a:lvl1pPr marL="180000">
              <a:defRPr b="1"/>
            </a:lvl1pPr>
          </a:lstStyle>
          <a:p>
            <a:pPr lvl="0"/>
            <a:endParaRPr lang="de-DE" dirty="0"/>
          </a:p>
        </p:txBody>
      </p:sp>
      <p:sp>
        <p:nvSpPr>
          <p:cNvPr id="15" name="Textplatzhalter 11"/>
          <p:cNvSpPr>
            <a:spLocks noGrp="1"/>
          </p:cNvSpPr>
          <p:nvPr>
            <p:ph type="body" sz="quarter" idx="21"/>
          </p:nvPr>
        </p:nvSpPr>
        <p:spPr>
          <a:xfrm>
            <a:off x="828000" y="4302000"/>
            <a:ext cx="5932800" cy="57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1071081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4 Points_Topic 4">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14" name="Rechteck 13"/>
          <p:cNvSpPr/>
          <p:nvPr userDrawn="1"/>
        </p:nvSpPr>
        <p:spPr bwMode="auto">
          <a:xfrm>
            <a:off x="828000" y="430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1" name="Rechteck 20"/>
          <p:cNvSpPr/>
          <p:nvPr userDrawn="1"/>
        </p:nvSpPr>
        <p:spPr bwMode="auto">
          <a:xfrm>
            <a:off x="828000" y="3576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22" name="Textplatzhalter 11"/>
          <p:cNvSpPr>
            <a:spLocks noGrp="1"/>
          </p:cNvSpPr>
          <p:nvPr>
            <p:ph type="body" sz="quarter" idx="17"/>
          </p:nvPr>
        </p:nvSpPr>
        <p:spPr>
          <a:xfrm>
            <a:off x="828000" y="2124000"/>
            <a:ext cx="5932800" cy="576000"/>
          </a:xfrm>
          <a:noFill/>
          <a:ln>
            <a:solidFill>
              <a:schemeClr val="bg2"/>
            </a:solidFill>
          </a:ln>
        </p:spPr>
        <p:txBody>
          <a:bodyPr lIns="72000" anchor="ctr"/>
          <a:lstStyle>
            <a:lvl1pPr marL="180000">
              <a:defRPr b="1"/>
            </a:lvl1pPr>
          </a:lstStyle>
          <a:p>
            <a:pPr lvl="0"/>
            <a:endParaRPr lang="de-DE" dirty="0"/>
          </a:p>
        </p:txBody>
      </p:sp>
      <p:sp>
        <p:nvSpPr>
          <p:cNvPr id="11"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9" name="Textplatzhalter 11"/>
          <p:cNvSpPr>
            <a:spLocks noGrp="1"/>
          </p:cNvSpPr>
          <p:nvPr>
            <p:ph type="body" sz="quarter" idx="19"/>
          </p:nvPr>
        </p:nvSpPr>
        <p:spPr>
          <a:xfrm>
            <a:off x="828000" y="3576000"/>
            <a:ext cx="5932800" cy="576000"/>
          </a:xfrm>
          <a:noFill/>
          <a:ln>
            <a:solidFill>
              <a:schemeClr val="bg2"/>
            </a:solidFill>
          </a:ln>
        </p:spPr>
        <p:txBody>
          <a:bodyPr lIns="72000" anchor="ctr"/>
          <a:lstStyle>
            <a:lvl1pPr marL="180000">
              <a:defRPr b="1"/>
            </a:lvl1pPr>
          </a:lstStyle>
          <a:p>
            <a:pPr lvl="0"/>
            <a:endParaRPr lang="de-DE" dirty="0"/>
          </a:p>
        </p:txBody>
      </p:sp>
      <p:sp>
        <p:nvSpPr>
          <p:cNvPr id="13" name="Textplatzhalter 11"/>
          <p:cNvSpPr>
            <a:spLocks noGrp="1"/>
          </p:cNvSpPr>
          <p:nvPr>
            <p:ph type="body" sz="quarter" idx="13"/>
          </p:nvPr>
        </p:nvSpPr>
        <p:spPr>
          <a:xfrm>
            <a:off x="828000" y="43020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23" name="Rechteck 22"/>
          <p:cNvSpPr/>
          <p:nvPr userDrawn="1"/>
        </p:nvSpPr>
        <p:spPr bwMode="auto">
          <a:xfrm>
            <a:off x="828000" y="2850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50000"/>
            <a:ext cx="5932800" cy="57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29860031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3 Points_neutral ">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21" name="Rechteck 20"/>
          <p:cNvSpPr/>
          <p:nvPr userDrawn="1"/>
        </p:nvSpPr>
        <p:spPr bwMode="auto">
          <a:xfrm>
            <a:off x="828000" y="3582000"/>
            <a:ext cx="5932800" cy="576000"/>
          </a:xfrm>
          <a:prstGeom prst="rect">
            <a:avLst/>
          </a:prstGeom>
          <a:solidFill>
            <a:schemeClr val="bg1"/>
          </a:solidFill>
          <a:ln>
            <a:solidFill>
              <a:schemeClr val="bg2"/>
            </a:solid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22" name="Textplatzhalter 11"/>
          <p:cNvSpPr>
            <a:spLocks noGrp="1"/>
          </p:cNvSpPr>
          <p:nvPr>
            <p:ph type="body" sz="quarter" idx="17"/>
          </p:nvPr>
        </p:nvSpPr>
        <p:spPr>
          <a:xfrm>
            <a:off x="828000" y="2124000"/>
            <a:ext cx="5932800" cy="576000"/>
          </a:xfrm>
          <a:ln>
            <a:solidFill>
              <a:schemeClr val="bg2"/>
            </a:solidFill>
          </a:ln>
        </p:spPr>
        <p:txBody>
          <a:bodyPr lIns="72000" anchor="ctr"/>
          <a:lstStyle>
            <a:lvl1pPr marL="180000">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19" name="Textplatzhalter 11"/>
          <p:cNvSpPr>
            <a:spLocks noGrp="1"/>
          </p:cNvSpPr>
          <p:nvPr>
            <p:ph type="body" sz="quarter" idx="19"/>
          </p:nvPr>
        </p:nvSpPr>
        <p:spPr>
          <a:xfrm>
            <a:off x="828000" y="3582000"/>
            <a:ext cx="5932800" cy="576000"/>
          </a:xfrm>
          <a:ln>
            <a:solidFill>
              <a:schemeClr val="bg2"/>
            </a:solidFill>
          </a:ln>
        </p:spPr>
        <p:txBody>
          <a:bodyPr lIns="72000" anchor="ctr"/>
          <a:lstStyle>
            <a:lvl1pPr marL="180000">
              <a:defRPr b="1"/>
            </a:lvl1pPr>
          </a:lstStyle>
          <a:p>
            <a:pPr lvl="0"/>
            <a:endParaRPr lang="de-DE" dirty="0"/>
          </a:p>
        </p:txBody>
      </p:sp>
      <p:sp>
        <p:nvSpPr>
          <p:cNvPr id="23" name="Rechteck 22"/>
          <p:cNvSpPr/>
          <p:nvPr userDrawn="1"/>
        </p:nvSpPr>
        <p:spPr bwMode="auto">
          <a:xfrm>
            <a:off x="828000" y="2853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53000"/>
            <a:ext cx="5932800" cy="576000"/>
          </a:xfrm>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34360514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3 Points_Topic 1 ">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21" name="Rechteck 20"/>
          <p:cNvSpPr/>
          <p:nvPr userDrawn="1"/>
        </p:nvSpPr>
        <p:spPr bwMode="auto">
          <a:xfrm>
            <a:off x="828000" y="3582000"/>
            <a:ext cx="5932800" cy="576000"/>
          </a:xfrm>
          <a:prstGeom prst="rect">
            <a:avLst/>
          </a:prstGeom>
          <a:solidFill>
            <a:schemeClr val="bg1"/>
          </a:solidFill>
          <a:ln>
            <a:solidFill>
              <a:schemeClr val="bg2"/>
            </a:solid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22" name="Textplatzhalter 11"/>
          <p:cNvSpPr>
            <a:spLocks noGrp="1"/>
          </p:cNvSpPr>
          <p:nvPr>
            <p:ph type="body" sz="quarter" idx="17"/>
          </p:nvPr>
        </p:nvSpPr>
        <p:spPr>
          <a:xfrm>
            <a:off x="828000" y="21240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19" name="Textplatzhalter 11"/>
          <p:cNvSpPr>
            <a:spLocks noGrp="1"/>
          </p:cNvSpPr>
          <p:nvPr>
            <p:ph type="body" sz="quarter" idx="19"/>
          </p:nvPr>
        </p:nvSpPr>
        <p:spPr>
          <a:xfrm>
            <a:off x="828000" y="3582000"/>
            <a:ext cx="5932800" cy="576000"/>
          </a:xfrm>
          <a:ln>
            <a:solidFill>
              <a:schemeClr val="bg2"/>
            </a:solidFill>
          </a:ln>
        </p:spPr>
        <p:txBody>
          <a:bodyPr lIns="72000" anchor="ctr"/>
          <a:lstStyle>
            <a:lvl1pPr marL="180000">
              <a:defRPr b="1"/>
            </a:lvl1pPr>
          </a:lstStyle>
          <a:p>
            <a:pPr lvl="0"/>
            <a:endParaRPr lang="de-DE" dirty="0"/>
          </a:p>
        </p:txBody>
      </p:sp>
      <p:sp>
        <p:nvSpPr>
          <p:cNvPr id="23" name="Rechteck 22"/>
          <p:cNvSpPr/>
          <p:nvPr userDrawn="1"/>
        </p:nvSpPr>
        <p:spPr bwMode="auto">
          <a:xfrm>
            <a:off x="828000" y="2853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53000"/>
            <a:ext cx="5932800" cy="576000"/>
          </a:xfrm>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4564034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3 Points_Topic 2 l ">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21" name="Rechteck 20"/>
          <p:cNvSpPr/>
          <p:nvPr userDrawn="1"/>
        </p:nvSpPr>
        <p:spPr bwMode="auto">
          <a:xfrm>
            <a:off x="828000" y="3582000"/>
            <a:ext cx="5932800" cy="576000"/>
          </a:xfrm>
          <a:prstGeom prst="rect">
            <a:avLst/>
          </a:prstGeom>
          <a:solidFill>
            <a:schemeClr val="bg1"/>
          </a:solidFill>
          <a:ln>
            <a:solidFill>
              <a:schemeClr val="bg2"/>
            </a:solid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22" name="Textplatzhalter 11"/>
          <p:cNvSpPr>
            <a:spLocks noGrp="1"/>
          </p:cNvSpPr>
          <p:nvPr>
            <p:ph type="body" sz="quarter" idx="17"/>
          </p:nvPr>
        </p:nvSpPr>
        <p:spPr>
          <a:xfrm>
            <a:off x="828000" y="2124000"/>
            <a:ext cx="5932800" cy="576000"/>
          </a:xfrm>
          <a:ln>
            <a:solidFill>
              <a:schemeClr val="bg2"/>
            </a:solidFill>
          </a:ln>
        </p:spPr>
        <p:txBody>
          <a:bodyPr lIns="72000" anchor="ctr"/>
          <a:lstStyle>
            <a:lvl1pPr marL="180000">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19" name="Textplatzhalter 11"/>
          <p:cNvSpPr>
            <a:spLocks noGrp="1"/>
          </p:cNvSpPr>
          <p:nvPr>
            <p:ph type="body" sz="quarter" idx="19"/>
          </p:nvPr>
        </p:nvSpPr>
        <p:spPr>
          <a:xfrm>
            <a:off x="828000" y="3582000"/>
            <a:ext cx="5932800" cy="576000"/>
          </a:xfrm>
          <a:ln>
            <a:solidFill>
              <a:schemeClr val="bg2"/>
            </a:solidFill>
          </a:ln>
        </p:spPr>
        <p:txBody>
          <a:bodyPr lIns="72000" anchor="ctr"/>
          <a:lstStyle>
            <a:lvl1pPr marL="180000">
              <a:defRPr b="1"/>
            </a:lvl1pPr>
          </a:lstStyle>
          <a:p>
            <a:pPr lvl="0"/>
            <a:endParaRPr lang="de-DE" dirty="0"/>
          </a:p>
        </p:txBody>
      </p:sp>
      <p:sp>
        <p:nvSpPr>
          <p:cNvPr id="23" name="Rechteck 22"/>
          <p:cNvSpPr/>
          <p:nvPr userDrawn="1"/>
        </p:nvSpPr>
        <p:spPr bwMode="auto">
          <a:xfrm>
            <a:off x="828000" y="2853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530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717195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genda 3 Points_Topic 3l ">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21" name="Rechteck 20"/>
          <p:cNvSpPr/>
          <p:nvPr userDrawn="1"/>
        </p:nvSpPr>
        <p:spPr bwMode="auto">
          <a:xfrm>
            <a:off x="828000" y="3582000"/>
            <a:ext cx="5932800" cy="576000"/>
          </a:xfrm>
          <a:prstGeom prst="rect">
            <a:avLst/>
          </a:prstGeom>
          <a:solidFill>
            <a:schemeClr val="bg1"/>
          </a:solidFill>
          <a:ln>
            <a:solidFill>
              <a:schemeClr val="bg2"/>
            </a:solid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22" name="Textplatzhalter 11"/>
          <p:cNvSpPr>
            <a:spLocks noGrp="1"/>
          </p:cNvSpPr>
          <p:nvPr>
            <p:ph type="body" sz="quarter" idx="17"/>
          </p:nvPr>
        </p:nvSpPr>
        <p:spPr>
          <a:xfrm>
            <a:off x="828000" y="2124000"/>
            <a:ext cx="5932800" cy="576000"/>
          </a:xfrm>
          <a:ln>
            <a:solidFill>
              <a:schemeClr val="bg2"/>
            </a:solidFill>
          </a:ln>
        </p:spPr>
        <p:txBody>
          <a:bodyPr lIns="72000" anchor="ctr"/>
          <a:lstStyle>
            <a:lvl1pPr marL="180000">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19" name="Textplatzhalter 11"/>
          <p:cNvSpPr>
            <a:spLocks noGrp="1"/>
          </p:cNvSpPr>
          <p:nvPr>
            <p:ph type="body" sz="quarter" idx="19"/>
          </p:nvPr>
        </p:nvSpPr>
        <p:spPr>
          <a:xfrm>
            <a:off x="828000" y="35820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23" name="Rechteck 22"/>
          <p:cNvSpPr/>
          <p:nvPr userDrawn="1"/>
        </p:nvSpPr>
        <p:spPr bwMode="auto">
          <a:xfrm>
            <a:off x="828000" y="2853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53000"/>
            <a:ext cx="5932800" cy="57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26256070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enda 2 Points_neutral ">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22" name="Textplatzhalter 11"/>
          <p:cNvSpPr>
            <a:spLocks noGrp="1"/>
          </p:cNvSpPr>
          <p:nvPr>
            <p:ph type="body" sz="quarter" idx="17"/>
          </p:nvPr>
        </p:nvSpPr>
        <p:spPr>
          <a:xfrm>
            <a:off x="828000" y="2124000"/>
            <a:ext cx="5932800" cy="576000"/>
          </a:xfrm>
          <a:ln>
            <a:solidFill>
              <a:schemeClr val="bg2"/>
            </a:solidFill>
          </a:ln>
        </p:spPr>
        <p:txBody>
          <a:bodyPr lIns="72000" anchor="ctr"/>
          <a:lstStyle>
            <a:lvl1pPr marL="180000">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23" name="Rechteck 22"/>
          <p:cNvSpPr/>
          <p:nvPr userDrawn="1"/>
        </p:nvSpPr>
        <p:spPr bwMode="auto">
          <a:xfrm>
            <a:off x="828000" y="286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62000"/>
            <a:ext cx="5932800" cy="57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22257883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2 Points_Topic 1">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22" name="Textplatzhalter 11"/>
          <p:cNvSpPr>
            <a:spLocks noGrp="1"/>
          </p:cNvSpPr>
          <p:nvPr>
            <p:ph type="body" sz="quarter" idx="17"/>
          </p:nvPr>
        </p:nvSpPr>
        <p:spPr>
          <a:xfrm>
            <a:off x="828000" y="21240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23" name="Rechteck 22"/>
          <p:cNvSpPr/>
          <p:nvPr userDrawn="1"/>
        </p:nvSpPr>
        <p:spPr bwMode="auto">
          <a:xfrm>
            <a:off x="828000" y="286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53000"/>
            <a:ext cx="5932800" cy="57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7355354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2 Points_Topic 2">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pPr algn="ctr"/>
            <a:endParaRPr lang="en-US" sz="1400" i="0" dirty="0">
              <a:latin typeface="DB Office" pitchFamily="34" charset="0"/>
              <a:cs typeface="Arial" charset="0"/>
            </a:endParaRPr>
          </a:p>
        </p:txBody>
      </p:sp>
      <p:sp>
        <p:nvSpPr>
          <p:cNvPr id="17" name="Rechteck 16"/>
          <p:cNvSpPr/>
          <p:nvPr userDrawn="1"/>
        </p:nvSpPr>
        <p:spPr bwMode="auto">
          <a:xfrm>
            <a:off x="828000" y="2124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22" name="Textplatzhalter 11"/>
          <p:cNvSpPr>
            <a:spLocks noGrp="1"/>
          </p:cNvSpPr>
          <p:nvPr>
            <p:ph type="body" sz="quarter" idx="17"/>
          </p:nvPr>
        </p:nvSpPr>
        <p:spPr>
          <a:xfrm>
            <a:off x="828000" y="2124000"/>
            <a:ext cx="5932800" cy="576000"/>
          </a:xfrm>
          <a:ln>
            <a:solidFill>
              <a:schemeClr val="bg2"/>
            </a:solidFill>
          </a:ln>
        </p:spPr>
        <p:txBody>
          <a:bodyPr lIns="72000" anchor="ctr"/>
          <a:lstStyle>
            <a:lvl1pPr marL="180000">
              <a:defRPr b="1"/>
            </a:lvl1pPr>
          </a:lstStyle>
          <a:p>
            <a:pPr lvl="0"/>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23" name="Rechteck 22"/>
          <p:cNvSpPr/>
          <p:nvPr userDrawn="1"/>
        </p:nvSpPr>
        <p:spPr bwMode="auto">
          <a:xfrm>
            <a:off x="828000" y="2862000"/>
            <a:ext cx="5932800" cy="57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charset="0"/>
            </a:endParaRPr>
          </a:p>
        </p:txBody>
      </p:sp>
      <p:sp>
        <p:nvSpPr>
          <p:cNvPr id="20" name="Textplatzhalter 11"/>
          <p:cNvSpPr>
            <a:spLocks noGrp="1"/>
          </p:cNvSpPr>
          <p:nvPr>
            <p:ph type="body" sz="quarter" idx="20"/>
          </p:nvPr>
        </p:nvSpPr>
        <p:spPr>
          <a:xfrm>
            <a:off x="828000" y="2853000"/>
            <a:ext cx="5932800" cy="576000"/>
          </a:xfrm>
          <a:solidFill>
            <a:schemeClr val="accent5"/>
          </a:solid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3289335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_Neutral">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endParaRPr lang="en-US" sz="1400" dirty="0">
              <a:solidFill>
                <a:srgbClr val="000000"/>
              </a:solidFill>
              <a:latin typeface="DB Office" pitchFamily="34" charset="0"/>
              <a:cs typeface="Arial"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noFill/>
          <a:ln>
            <a:solidFill>
              <a:schemeClr val="bg2"/>
            </a:solidFill>
          </a:ln>
        </p:spPr>
        <p:txBody>
          <a:bodyPr lIns="72000" anchor="ctr"/>
          <a:lstStyle>
            <a:lvl1pPr marL="180000">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80000">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80000">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80000">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80000">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80000">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80000">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80000">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537949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endParaRPr lang="en-US" sz="1400" dirty="0">
              <a:solidFill>
                <a:srgbClr val="000000"/>
              </a:solidFill>
              <a:latin typeface="DB Office" pitchFamily="34" charset="0"/>
              <a:cs typeface="Arial"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noFill/>
          <a:ln>
            <a:solidFill>
              <a:schemeClr val="bg2"/>
            </a:solidFill>
          </a:ln>
        </p:spPr>
        <p:txBody>
          <a:bodyPr lIns="72000" anchor="ctr"/>
          <a:lstStyle>
            <a:lvl1pPr marL="180000">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80000">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80000">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80000">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80000">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80000">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80000">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16149793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endParaRPr lang="en-US" sz="1400" dirty="0">
              <a:solidFill>
                <a:srgbClr val="000000"/>
              </a:solidFill>
              <a:latin typeface="DB Office" pitchFamily="34" charset="0"/>
              <a:cs typeface="Arial"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noFill/>
          <a:ln>
            <a:solidFill>
              <a:schemeClr val="bg2"/>
            </a:solidFill>
          </a:ln>
        </p:spPr>
        <p:txBody>
          <a:bodyPr lIns="72000" anchor="ctr"/>
          <a:lstStyle>
            <a:lvl1pPr marL="180000">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80000">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80000">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80000">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80000">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80000">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80000">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12146815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endParaRPr lang="en-US" sz="1400" dirty="0">
              <a:solidFill>
                <a:srgbClr val="000000"/>
              </a:solidFill>
              <a:latin typeface="DB Office" pitchFamily="34" charset="0"/>
              <a:cs typeface="Arial"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80000">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80000">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80000">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80000">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80000">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80000">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80000">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18097109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endParaRPr lang="en-US" sz="1400" dirty="0">
              <a:solidFill>
                <a:srgbClr val="000000"/>
              </a:solidFill>
              <a:latin typeface="DB Office" pitchFamily="34" charset="0"/>
              <a:cs typeface="Arial"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80000">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80000">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80000">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80000">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80000">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80000">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35296077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5">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endParaRPr lang="en-US" sz="1400" dirty="0">
              <a:solidFill>
                <a:srgbClr val="000000"/>
              </a:solidFill>
              <a:latin typeface="DB Office" pitchFamily="34" charset="0"/>
              <a:cs typeface="Arial"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80000">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80000">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noFill/>
          <a:ln>
            <a:solidFill>
              <a:schemeClr val="bg2"/>
            </a:solidFill>
          </a:ln>
        </p:spPr>
        <p:txBody>
          <a:bodyPr lIns="72000" anchor="ctr"/>
          <a:lstStyle>
            <a:lvl1pPr marL="180000">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80000">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80000">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80000">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23420759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6">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endParaRPr lang="en-US" sz="1400" dirty="0">
              <a:solidFill>
                <a:srgbClr val="000000"/>
              </a:solidFill>
              <a:latin typeface="DB Office" pitchFamily="34" charset="0"/>
              <a:cs typeface="Arial"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80000">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80000">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noFill/>
          <a:ln>
            <a:solidFill>
              <a:schemeClr val="bg2"/>
            </a:solidFill>
          </a:ln>
        </p:spPr>
        <p:txBody>
          <a:bodyPr lIns="72000" anchor="ctr"/>
          <a:lstStyle>
            <a:lvl1pPr marL="180000">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noFill/>
          <a:ln>
            <a:solidFill>
              <a:schemeClr val="bg2"/>
            </a:solidFill>
          </a:ln>
        </p:spPr>
        <p:txBody>
          <a:bodyPr lIns="72000" anchor="ctr"/>
          <a:lstStyle>
            <a:lvl1pPr marL="180000">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80000">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80000">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9776553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7">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endParaRPr lang="en-US" sz="1400" dirty="0">
              <a:solidFill>
                <a:srgbClr val="000000"/>
              </a:solidFill>
              <a:latin typeface="DB Office" pitchFamily="34" charset="0"/>
              <a:cs typeface="Arial"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80000">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80000">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80000">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80000">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80000">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80000">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408153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genda 8">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endParaRPr lang="en-US" sz="1400" dirty="0">
              <a:solidFill>
                <a:srgbClr val="000000"/>
              </a:solidFill>
              <a:latin typeface="DB Office" pitchFamily="34" charset="0"/>
              <a:cs typeface="Arial"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noFill/>
          <a:ln>
            <a:solidFill>
              <a:schemeClr val="bg2"/>
            </a:solidFill>
          </a:ln>
        </p:spPr>
        <p:txBody>
          <a:bodyPr lIns="72000" anchor="ctr"/>
          <a:lstStyle>
            <a:lvl1pPr marL="180000">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80000">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ln>
            <a:solidFill>
              <a:schemeClr val="bg2"/>
            </a:solidFill>
          </a:ln>
        </p:spPr>
        <p:txBody>
          <a:bodyPr lIns="72000" anchor="ctr"/>
          <a:lstStyle>
            <a:lvl1pPr marL="180000">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80000">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80000">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80000">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80000">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80000">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solidFill>
            <a:schemeClr val="accent5"/>
          </a:solid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28633574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9">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a:xfrm>
            <a:off x="3990975" y="6692900"/>
            <a:ext cx="1905000" cy="93663"/>
          </a:xfrm>
        </p:spPr>
        <p:txBody>
          <a:bodyPr/>
          <a:lstStyle>
            <a:lvl1pPr>
              <a:defRPr>
                <a:latin typeface="DB Office" pitchFamily="34" charset="0"/>
              </a:defRPr>
            </a:lvl1pPr>
          </a:lstStyle>
          <a:p>
            <a:pPr>
              <a:defRPr/>
            </a:pPr>
            <a:fld id="{8FCD0415-9DE9-479C-B705-9CCDC294208E}" type="slidenum">
              <a:rPr lang="de-DE" smtClean="0"/>
              <a:pPr>
                <a:defRPr/>
              </a:pPr>
              <a:t>‹#›</a:t>
            </a:fld>
            <a:endParaRPr lang="de-DE" dirty="0"/>
          </a:p>
        </p:txBody>
      </p:sp>
      <p:sp>
        <p:nvSpPr>
          <p:cNvPr id="11" name="Rectangle 2"/>
          <p:cNvSpPr>
            <a:spLocks noGrp="1" noChangeArrowheads="1"/>
          </p:cNvSpPr>
          <p:nvPr>
            <p:ph type="title" hasCustomPrompt="1"/>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lvl1pPr>
              <a:defRPr baseline="0"/>
            </a:lvl1pPr>
          </a:lstStyle>
          <a:p>
            <a:pPr lvl="0"/>
            <a:r>
              <a:rPr lang="de-DE" dirty="0"/>
              <a:t>Headline 1</a:t>
            </a:r>
            <a:br>
              <a:rPr lang="de-DE" dirty="0"/>
            </a:br>
            <a:r>
              <a:rPr lang="de-DE" dirty="0"/>
              <a:t>Headline 2 </a:t>
            </a:r>
          </a:p>
        </p:txBody>
      </p:sp>
      <p:sp>
        <p:nvSpPr>
          <p:cNvPr id="9" name="Rectangle 2"/>
          <p:cNvSpPr>
            <a:spLocks noChangeArrowheads="1"/>
          </p:cNvSpPr>
          <p:nvPr userDrawn="1"/>
        </p:nvSpPr>
        <p:spPr bwMode="auto">
          <a:xfrm rot="10800000">
            <a:off x="200026" y="1984725"/>
            <a:ext cx="972000" cy="3816000"/>
          </a:xfrm>
          <a:prstGeom prst="rect">
            <a:avLst/>
          </a:prstGeom>
          <a:solidFill>
            <a:schemeClr val="bg2"/>
          </a:solidFill>
          <a:ln w="12700" algn="ctr">
            <a:solidFill>
              <a:srgbClr val="878C96"/>
            </a:solidFill>
            <a:miter lim="800000"/>
            <a:headEnd/>
            <a:tailEnd/>
          </a:ln>
        </p:spPr>
        <p:txBody>
          <a:bodyPr rot="10800000" lIns="72000" tIns="72000" rIns="72000" bIns="72000" anchor="ctr"/>
          <a:lstStyle/>
          <a:p>
            <a:endParaRPr lang="en-US" sz="1400" dirty="0">
              <a:solidFill>
                <a:srgbClr val="000000"/>
              </a:solidFill>
              <a:latin typeface="DB Office" pitchFamily="34" charset="0"/>
              <a:cs typeface="Arial" charset="0"/>
            </a:endParaRPr>
          </a:p>
        </p:txBody>
      </p:sp>
      <p:sp>
        <p:nvSpPr>
          <p:cNvPr id="10" name="Rechteck 9"/>
          <p:cNvSpPr/>
          <p:nvPr userDrawn="1"/>
        </p:nvSpPr>
        <p:spPr bwMode="auto">
          <a:xfrm>
            <a:off x="828000" y="2981026"/>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2" name="Rechteck 11"/>
          <p:cNvSpPr/>
          <p:nvPr userDrawn="1"/>
        </p:nvSpPr>
        <p:spPr bwMode="auto">
          <a:xfrm>
            <a:off x="828001" y="2124000"/>
            <a:ext cx="5932800" cy="396000"/>
          </a:xfrm>
          <a:prstGeom prst="rect">
            <a:avLst/>
          </a:prstGeom>
          <a:no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3" name="Rechteck 12"/>
          <p:cNvSpPr/>
          <p:nvPr userDrawn="1"/>
        </p:nvSpPr>
        <p:spPr bwMode="auto">
          <a:xfrm>
            <a:off x="828000" y="2047800"/>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4" name="Textplatzhalter 11"/>
          <p:cNvSpPr>
            <a:spLocks noGrp="1"/>
          </p:cNvSpPr>
          <p:nvPr>
            <p:ph type="body" sz="quarter" idx="21"/>
          </p:nvPr>
        </p:nvSpPr>
        <p:spPr>
          <a:xfrm>
            <a:off x="828000" y="2981026"/>
            <a:ext cx="8640000" cy="396000"/>
          </a:xfrm>
          <a:noFill/>
          <a:ln>
            <a:solidFill>
              <a:schemeClr val="bg2"/>
            </a:solidFill>
          </a:ln>
        </p:spPr>
        <p:txBody>
          <a:bodyPr lIns="72000" anchor="ctr"/>
          <a:lstStyle>
            <a:lvl1pPr marL="180000">
              <a:defRPr b="1"/>
            </a:lvl1pPr>
          </a:lstStyle>
          <a:p>
            <a:pPr lvl="0"/>
            <a:endParaRPr lang="de-DE" dirty="0"/>
          </a:p>
        </p:txBody>
      </p:sp>
      <p:sp>
        <p:nvSpPr>
          <p:cNvPr id="15" name="Rechteck 14"/>
          <p:cNvSpPr/>
          <p:nvPr userDrawn="1"/>
        </p:nvSpPr>
        <p:spPr bwMode="auto">
          <a:xfrm>
            <a:off x="828000" y="534870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16" name="Textplatzhalter 11"/>
          <p:cNvSpPr>
            <a:spLocks noGrp="1"/>
          </p:cNvSpPr>
          <p:nvPr>
            <p:ph type="body" sz="quarter" idx="22"/>
          </p:nvPr>
        </p:nvSpPr>
        <p:spPr>
          <a:xfrm>
            <a:off x="828000" y="2047800"/>
            <a:ext cx="8640000" cy="396000"/>
          </a:xfrm>
          <a:ln>
            <a:solidFill>
              <a:schemeClr val="bg2"/>
            </a:solidFill>
          </a:ln>
        </p:spPr>
        <p:txBody>
          <a:bodyPr lIns="72000" anchor="ctr"/>
          <a:lstStyle>
            <a:lvl1pPr marL="180000">
              <a:defRPr b="1"/>
            </a:lvl1pPr>
          </a:lstStyle>
          <a:p>
            <a:pPr lvl="0"/>
            <a:endParaRPr lang="de-DE" dirty="0"/>
          </a:p>
        </p:txBody>
      </p:sp>
      <p:sp>
        <p:nvSpPr>
          <p:cNvPr id="18" name="Textplatzhalter 11"/>
          <p:cNvSpPr>
            <a:spLocks noGrp="1"/>
          </p:cNvSpPr>
          <p:nvPr>
            <p:ph type="body" sz="quarter" idx="24"/>
          </p:nvPr>
        </p:nvSpPr>
        <p:spPr>
          <a:xfrm>
            <a:off x="828000" y="5348703"/>
            <a:ext cx="8640000" cy="396000"/>
          </a:xfrm>
          <a:solidFill>
            <a:schemeClr val="accent5"/>
          </a:solidFill>
          <a:ln>
            <a:solidFill>
              <a:schemeClr val="bg2"/>
            </a:solidFill>
          </a:ln>
        </p:spPr>
        <p:txBody>
          <a:bodyPr lIns="72000" anchor="ctr"/>
          <a:lstStyle>
            <a:lvl1pPr marL="180000">
              <a:defRPr b="1"/>
            </a:lvl1pPr>
          </a:lstStyle>
          <a:p>
            <a:pPr lvl="0"/>
            <a:endParaRPr lang="de-DE" dirty="0"/>
          </a:p>
        </p:txBody>
      </p:sp>
      <p:sp>
        <p:nvSpPr>
          <p:cNvPr id="19" name="Rechteck 18"/>
          <p:cNvSpPr/>
          <p:nvPr userDrawn="1"/>
        </p:nvSpPr>
        <p:spPr bwMode="auto">
          <a:xfrm>
            <a:off x="828000" y="2514413"/>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1" name="Rechteck 20"/>
          <p:cNvSpPr/>
          <p:nvPr userDrawn="1"/>
        </p:nvSpPr>
        <p:spPr bwMode="auto">
          <a:xfrm>
            <a:off x="1496616" y="3447639"/>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4" name="Rechteck 23"/>
          <p:cNvSpPr/>
          <p:nvPr userDrawn="1"/>
        </p:nvSpPr>
        <p:spPr bwMode="auto">
          <a:xfrm>
            <a:off x="1496616" y="3806252"/>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5" name="Rechteck 24"/>
          <p:cNvSpPr/>
          <p:nvPr userDrawn="1"/>
        </p:nvSpPr>
        <p:spPr bwMode="auto">
          <a:xfrm>
            <a:off x="1496616" y="4164865"/>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6" name="Rechteck 25"/>
          <p:cNvSpPr/>
          <p:nvPr userDrawn="1"/>
        </p:nvSpPr>
        <p:spPr bwMode="auto">
          <a:xfrm>
            <a:off x="1496616" y="4523478"/>
            <a:ext cx="6840000" cy="288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27" name="Textplatzhalter 11"/>
          <p:cNvSpPr>
            <a:spLocks noGrp="1"/>
          </p:cNvSpPr>
          <p:nvPr>
            <p:ph type="body" sz="quarter" idx="25"/>
          </p:nvPr>
        </p:nvSpPr>
        <p:spPr>
          <a:xfrm>
            <a:off x="1496616" y="3447639"/>
            <a:ext cx="6840000" cy="288000"/>
          </a:xfrm>
          <a:ln>
            <a:solidFill>
              <a:schemeClr val="bg2"/>
            </a:solidFill>
          </a:ln>
        </p:spPr>
        <p:txBody>
          <a:bodyPr lIns="72000" anchor="ctr"/>
          <a:lstStyle>
            <a:lvl1pPr marL="180000">
              <a:defRPr b="1"/>
            </a:lvl1pPr>
          </a:lstStyle>
          <a:p>
            <a:pPr lvl="0"/>
            <a:endParaRPr lang="de-DE" dirty="0"/>
          </a:p>
        </p:txBody>
      </p:sp>
      <p:sp>
        <p:nvSpPr>
          <p:cNvPr id="28" name="Textplatzhalter 11"/>
          <p:cNvSpPr>
            <a:spLocks noGrp="1"/>
          </p:cNvSpPr>
          <p:nvPr>
            <p:ph type="body" sz="quarter" idx="26"/>
          </p:nvPr>
        </p:nvSpPr>
        <p:spPr>
          <a:xfrm>
            <a:off x="1496616" y="3806252"/>
            <a:ext cx="6840000" cy="288000"/>
          </a:xfrm>
          <a:ln>
            <a:solidFill>
              <a:schemeClr val="bg2"/>
            </a:solidFill>
          </a:ln>
        </p:spPr>
        <p:txBody>
          <a:bodyPr lIns="72000" anchor="ctr"/>
          <a:lstStyle>
            <a:lvl1pPr marL="180000">
              <a:defRPr b="1"/>
            </a:lvl1pPr>
          </a:lstStyle>
          <a:p>
            <a:pPr lvl="0"/>
            <a:endParaRPr lang="de-DE" dirty="0"/>
          </a:p>
        </p:txBody>
      </p:sp>
      <p:sp>
        <p:nvSpPr>
          <p:cNvPr id="29" name="Textplatzhalter 11"/>
          <p:cNvSpPr>
            <a:spLocks noGrp="1"/>
          </p:cNvSpPr>
          <p:nvPr>
            <p:ph type="body" sz="quarter" idx="27"/>
          </p:nvPr>
        </p:nvSpPr>
        <p:spPr>
          <a:xfrm>
            <a:off x="1496616" y="4164865"/>
            <a:ext cx="6840000" cy="288000"/>
          </a:xfrm>
          <a:ln>
            <a:solidFill>
              <a:schemeClr val="bg2"/>
            </a:solidFill>
          </a:ln>
        </p:spPr>
        <p:txBody>
          <a:bodyPr lIns="72000" anchor="ctr"/>
          <a:lstStyle>
            <a:lvl1pPr marL="180000">
              <a:defRPr b="1"/>
            </a:lvl1pPr>
          </a:lstStyle>
          <a:p>
            <a:pPr lvl="0"/>
            <a:endParaRPr lang="de-DE" dirty="0"/>
          </a:p>
        </p:txBody>
      </p:sp>
      <p:sp>
        <p:nvSpPr>
          <p:cNvPr id="30" name="Textplatzhalter 11"/>
          <p:cNvSpPr>
            <a:spLocks noGrp="1"/>
          </p:cNvSpPr>
          <p:nvPr>
            <p:ph type="body" sz="quarter" idx="28"/>
          </p:nvPr>
        </p:nvSpPr>
        <p:spPr>
          <a:xfrm>
            <a:off x="1496616" y="4523478"/>
            <a:ext cx="6840000" cy="288000"/>
          </a:xfrm>
          <a:ln>
            <a:solidFill>
              <a:schemeClr val="bg2"/>
            </a:solidFill>
          </a:ln>
        </p:spPr>
        <p:txBody>
          <a:bodyPr lIns="72000" anchor="ctr"/>
          <a:lstStyle>
            <a:lvl1pPr marL="180000">
              <a:defRPr b="1"/>
            </a:lvl1pPr>
          </a:lstStyle>
          <a:p>
            <a:pPr lvl="0"/>
            <a:endParaRPr lang="de-DE" dirty="0"/>
          </a:p>
        </p:txBody>
      </p:sp>
      <p:sp>
        <p:nvSpPr>
          <p:cNvPr id="31" name="Textplatzhalter 11"/>
          <p:cNvSpPr>
            <a:spLocks noGrp="1"/>
          </p:cNvSpPr>
          <p:nvPr>
            <p:ph type="body" sz="quarter" idx="29"/>
          </p:nvPr>
        </p:nvSpPr>
        <p:spPr>
          <a:xfrm>
            <a:off x="828000" y="2514413"/>
            <a:ext cx="8640000" cy="396000"/>
          </a:xfrm>
          <a:ln>
            <a:solidFill>
              <a:schemeClr val="bg2"/>
            </a:solidFill>
          </a:ln>
        </p:spPr>
        <p:txBody>
          <a:bodyPr lIns="72000" anchor="ctr"/>
          <a:lstStyle>
            <a:lvl1pPr marL="180000">
              <a:defRPr b="1"/>
            </a:lvl1pPr>
          </a:lstStyle>
          <a:p>
            <a:pPr lvl="0"/>
            <a:endParaRPr lang="de-DE" dirty="0"/>
          </a:p>
        </p:txBody>
      </p:sp>
      <p:sp>
        <p:nvSpPr>
          <p:cNvPr id="32" name="Rechteck 31"/>
          <p:cNvSpPr/>
          <p:nvPr userDrawn="1"/>
        </p:nvSpPr>
        <p:spPr bwMode="auto">
          <a:xfrm>
            <a:off x="828000" y="4882091"/>
            <a:ext cx="8640000" cy="396000"/>
          </a:xfrm>
          <a:prstGeom prst="rect">
            <a:avLst/>
          </a:prstGeom>
          <a:solidFill>
            <a:schemeClr val="bg1"/>
          </a:solidFill>
          <a:ln>
            <a:noFill/>
          </a:ln>
          <a:effectLst/>
        </p:spPr>
        <p:txBody>
          <a:bodyPr vert="horz" wrap="none" lIns="90000" tIns="46800" rIns="90000" bIns="46800" numCol="1" rtlCol="0" anchor="ctr" anchorCtr="0" compatLnSpc="1">
            <a:prstTxWarp prst="textNoShape">
              <a:avLst/>
            </a:prstTxWarp>
          </a:bodyPr>
          <a:lstStyle/>
          <a:p>
            <a:endParaRPr lang="de-DE">
              <a:solidFill>
                <a:srgbClr val="000000"/>
              </a:solidFill>
            </a:endParaRPr>
          </a:p>
        </p:txBody>
      </p:sp>
      <p:sp>
        <p:nvSpPr>
          <p:cNvPr id="33" name="Textplatzhalter 11"/>
          <p:cNvSpPr>
            <a:spLocks noGrp="1"/>
          </p:cNvSpPr>
          <p:nvPr>
            <p:ph type="body" sz="quarter" idx="30"/>
          </p:nvPr>
        </p:nvSpPr>
        <p:spPr>
          <a:xfrm>
            <a:off x="828000" y="4882091"/>
            <a:ext cx="8640000" cy="396000"/>
          </a:xfrm>
          <a:noFill/>
          <a:ln>
            <a:solidFill>
              <a:schemeClr val="bg2"/>
            </a:solidFill>
          </a:ln>
        </p:spPr>
        <p:txBody>
          <a:bodyPr lIns="72000" anchor="ctr"/>
          <a:lstStyle>
            <a:lvl1pPr marL="180000">
              <a:defRPr b="1"/>
            </a:lvl1pPr>
          </a:lstStyle>
          <a:p>
            <a:pPr lvl="0"/>
            <a:endParaRPr lang="de-DE" dirty="0"/>
          </a:p>
        </p:txBody>
      </p:sp>
    </p:spTree>
    <p:extLst>
      <p:ext uri="{BB962C8B-B14F-4D97-AF65-F5344CB8AC3E}">
        <p14:creationId xmlns:p14="http://schemas.microsoft.com/office/powerpoint/2010/main" val="34336681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 Topics">
    <p:spTree>
      <p:nvGrpSpPr>
        <p:cNvPr id="1" name=""/>
        <p:cNvGrpSpPr/>
        <p:nvPr/>
      </p:nvGrpSpPr>
      <p:grpSpPr>
        <a:xfrm>
          <a:off x="0" y="0"/>
          <a:ext cx="0" cy="0"/>
          <a:chOff x="0" y="0"/>
          <a:chExt cx="0" cy="0"/>
        </a:xfrm>
      </p:grpSpPr>
      <p:sp>
        <p:nvSpPr>
          <p:cNvPr id="4" name="Rectangle 17"/>
          <p:cNvSpPr>
            <a:spLocks noGrp="1" noChangeArrowheads="1"/>
          </p:cNvSpPr>
          <p:nvPr>
            <p:ph type="sldNum" sz="quarter" idx="10"/>
          </p:nvPr>
        </p:nvSpPr>
        <p:spPr>
          <a:ln/>
        </p:spPr>
        <p:txBody>
          <a:bodyPr/>
          <a:lstStyle>
            <a:lvl1pPr>
              <a:defRPr>
                <a:latin typeface="DB Office" pitchFamily="34" charset="0"/>
              </a:defRPr>
            </a:lvl1pPr>
          </a:lstStyle>
          <a:p>
            <a:pPr>
              <a:defRPr/>
            </a:pPr>
            <a:fld id="{32E0B5BB-B465-4A53-BD8E-672FD4A25165}" type="slidenum">
              <a:rPr lang="de-DE" smtClean="0"/>
              <a:pPr>
                <a:defRPr/>
              </a:pPr>
              <a:t>‹#›</a:t>
            </a:fld>
            <a:endParaRPr lang="de-DE"/>
          </a:p>
        </p:txBody>
      </p:sp>
      <p:sp>
        <p:nvSpPr>
          <p:cNvPr id="6" name="Line 10"/>
          <p:cNvSpPr>
            <a:spLocks noChangeShapeType="1"/>
          </p:cNvSpPr>
          <p:nvPr userDrawn="1"/>
        </p:nvSpPr>
        <p:spPr bwMode="auto">
          <a:xfrm>
            <a:off x="2300288" y="1622395"/>
            <a:ext cx="0" cy="48022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de-DE"/>
          </a:p>
        </p:txBody>
      </p:sp>
      <p:sp>
        <p:nvSpPr>
          <p:cNvPr id="8"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5" name="Textplatzhalter 12"/>
          <p:cNvSpPr>
            <a:spLocks noGrp="1"/>
          </p:cNvSpPr>
          <p:nvPr>
            <p:ph type="body" sz="quarter" idx="12"/>
          </p:nvPr>
        </p:nvSpPr>
        <p:spPr>
          <a:xfrm>
            <a:off x="2432720" y="1631920"/>
            <a:ext cx="7131600" cy="4827600"/>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6" name="Textplatzhalter 11"/>
          <p:cNvSpPr>
            <a:spLocks noGrp="1"/>
          </p:cNvSpPr>
          <p:nvPr>
            <p:ph type="body" sz="quarter" idx="13" hasCustomPrompt="1"/>
          </p:nvPr>
        </p:nvSpPr>
        <p:spPr>
          <a:xfrm>
            <a:off x="200472" y="1631920"/>
            <a:ext cx="1951200" cy="648000"/>
          </a:xfrm>
          <a:solidFill>
            <a:schemeClr val="bg2"/>
          </a:solidFill>
          <a:ln>
            <a:solidFill>
              <a:schemeClr val="bg2"/>
            </a:solidFill>
          </a:ln>
        </p:spPr>
        <p:txBody>
          <a:bodyPr lIns="72000" anchor="ctr"/>
          <a:lstStyle>
            <a:lvl1pPr algn="ctr">
              <a:defRPr b="1" baseline="0">
                <a:solidFill>
                  <a:schemeClr val="bg1"/>
                </a:solidFill>
              </a:defRPr>
            </a:lvl1pPr>
          </a:lstStyle>
          <a:p>
            <a:pPr lvl="0"/>
            <a:r>
              <a:rPr lang="de-DE" dirty="0"/>
              <a:t>Topic</a:t>
            </a:r>
          </a:p>
        </p:txBody>
      </p:sp>
      <p:sp>
        <p:nvSpPr>
          <p:cNvPr id="17" name="Textplatzhalter 11"/>
          <p:cNvSpPr>
            <a:spLocks noGrp="1"/>
          </p:cNvSpPr>
          <p:nvPr>
            <p:ph type="body" sz="quarter" idx="14" hasCustomPrompt="1"/>
          </p:nvPr>
        </p:nvSpPr>
        <p:spPr>
          <a:xfrm>
            <a:off x="200472" y="3358552"/>
            <a:ext cx="1951200" cy="648000"/>
          </a:xfrm>
          <a:solidFill>
            <a:schemeClr val="bg2"/>
          </a:solidFill>
          <a:ln>
            <a:solidFill>
              <a:schemeClr val="bg2"/>
            </a:solidFill>
          </a:ln>
        </p:spPr>
        <p:txBody>
          <a:bodyPr lIns="72000" anchor="ctr"/>
          <a:lstStyle>
            <a:lvl1pPr algn="ctr">
              <a:defRPr b="1" baseline="0">
                <a:solidFill>
                  <a:schemeClr val="bg1"/>
                </a:solidFill>
              </a:defRPr>
            </a:lvl1pPr>
          </a:lstStyle>
          <a:p>
            <a:pPr lvl="0"/>
            <a:r>
              <a:rPr lang="de-DE" dirty="0"/>
              <a:t>Topic</a:t>
            </a:r>
          </a:p>
        </p:txBody>
      </p:sp>
      <p:sp>
        <p:nvSpPr>
          <p:cNvPr id="18" name="Textplatzhalter 11"/>
          <p:cNvSpPr>
            <a:spLocks noGrp="1"/>
          </p:cNvSpPr>
          <p:nvPr>
            <p:ph type="body" sz="quarter" idx="15" hasCustomPrompt="1"/>
          </p:nvPr>
        </p:nvSpPr>
        <p:spPr>
          <a:xfrm>
            <a:off x="200472" y="5085184"/>
            <a:ext cx="1951200" cy="648000"/>
          </a:xfrm>
          <a:solidFill>
            <a:schemeClr val="bg2"/>
          </a:solidFill>
          <a:ln>
            <a:solidFill>
              <a:schemeClr val="bg2"/>
            </a:solidFill>
          </a:ln>
        </p:spPr>
        <p:txBody>
          <a:bodyPr lIns="72000" anchor="ctr"/>
          <a:lstStyle>
            <a:lvl1pPr algn="ctr">
              <a:defRPr b="1" baseline="0">
                <a:solidFill>
                  <a:schemeClr val="bg1"/>
                </a:solidFill>
              </a:defRPr>
            </a:lvl1pPr>
          </a:lstStyle>
          <a:p>
            <a:pPr lvl="0"/>
            <a:r>
              <a:rPr lang="de-DE" dirty="0"/>
              <a:t>Topic</a:t>
            </a:r>
          </a:p>
        </p:txBody>
      </p:sp>
    </p:spTree>
    <p:extLst>
      <p:ext uri="{BB962C8B-B14F-4D97-AF65-F5344CB8AC3E}">
        <p14:creationId xmlns:p14="http://schemas.microsoft.com/office/powerpoint/2010/main" val="30286661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Topics">
    <p:spTree>
      <p:nvGrpSpPr>
        <p:cNvPr id="1" name=""/>
        <p:cNvGrpSpPr/>
        <p:nvPr/>
      </p:nvGrpSpPr>
      <p:grpSpPr>
        <a:xfrm>
          <a:off x="0" y="0"/>
          <a:ext cx="0" cy="0"/>
          <a:chOff x="0" y="0"/>
          <a:chExt cx="0" cy="0"/>
        </a:xfrm>
      </p:grpSpPr>
      <p:sp>
        <p:nvSpPr>
          <p:cNvPr id="4" name="Rectangle 17"/>
          <p:cNvSpPr>
            <a:spLocks noGrp="1" noChangeArrowheads="1"/>
          </p:cNvSpPr>
          <p:nvPr>
            <p:ph type="sldNum" sz="quarter" idx="10"/>
          </p:nvPr>
        </p:nvSpPr>
        <p:spPr>
          <a:ln/>
        </p:spPr>
        <p:txBody>
          <a:bodyPr/>
          <a:lstStyle>
            <a:lvl1pPr>
              <a:defRPr>
                <a:latin typeface="DB Office" pitchFamily="34" charset="0"/>
              </a:defRPr>
            </a:lvl1pPr>
          </a:lstStyle>
          <a:p>
            <a:pPr>
              <a:defRPr/>
            </a:pPr>
            <a:fld id="{32E0B5BB-B465-4A53-BD8E-672FD4A25165}" type="slidenum">
              <a:rPr lang="de-DE" smtClean="0"/>
              <a:pPr>
                <a:defRPr/>
              </a:pPr>
              <a:t>‹#›</a:t>
            </a:fld>
            <a:endParaRPr lang="de-DE"/>
          </a:p>
        </p:txBody>
      </p:sp>
      <p:sp>
        <p:nvSpPr>
          <p:cNvPr id="6" name="Line 10"/>
          <p:cNvSpPr>
            <a:spLocks noChangeShapeType="1"/>
          </p:cNvSpPr>
          <p:nvPr userDrawn="1"/>
        </p:nvSpPr>
        <p:spPr bwMode="auto">
          <a:xfrm>
            <a:off x="2300288" y="1622395"/>
            <a:ext cx="0" cy="48022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de-DE"/>
          </a:p>
        </p:txBody>
      </p:sp>
      <p:sp>
        <p:nvSpPr>
          <p:cNvPr id="8"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0" name="Textplatzhalter 12"/>
          <p:cNvSpPr>
            <a:spLocks noGrp="1"/>
          </p:cNvSpPr>
          <p:nvPr>
            <p:ph type="body" sz="quarter" idx="12"/>
          </p:nvPr>
        </p:nvSpPr>
        <p:spPr>
          <a:xfrm>
            <a:off x="2432720" y="1631920"/>
            <a:ext cx="7131600" cy="4827600"/>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4" name="Textplatzhalter 11"/>
          <p:cNvSpPr>
            <a:spLocks noGrp="1"/>
          </p:cNvSpPr>
          <p:nvPr>
            <p:ph type="body" sz="quarter" idx="13" hasCustomPrompt="1"/>
          </p:nvPr>
        </p:nvSpPr>
        <p:spPr>
          <a:xfrm>
            <a:off x="200472" y="1631920"/>
            <a:ext cx="1951200" cy="648000"/>
          </a:xfrm>
          <a:solidFill>
            <a:schemeClr val="bg2"/>
          </a:solidFill>
          <a:ln>
            <a:solidFill>
              <a:schemeClr val="bg2"/>
            </a:solidFill>
          </a:ln>
        </p:spPr>
        <p:txBody>
          <a:bodyPr lIns="72000" anchor="ctr"/>
          <a:lstStyle>
            <a:lvl1pPr algn="ctr">
              <a:defRPr b="1" baseline="0">
                <a:solidFill>
                  <a:schemeClr val="bg1"/>
                </a:solidFill>
              </a:defRPr>
            </a:lvl1pPr>
          </a:lstStyle>
          <a:p>
            <a:pPr lvl="0"/>
            <a:r>
              <a:rPr lang="de-DE" dirty="0"/>
              <a:t>Topic</a:t>
            </a:r>
          </a:p>
        </p:txBody>
      </p:sp>
      <p:sp>
        <p:nvSpPr>
          <p:cNvPr id="15" name="Textplatzhalter 11"/>
          <p:cNvSpPr>
            <a:spLocks noGrp="1"/>
          </p:cNvSpPr>
          <p:nvPr>
            <p:ph type="body" sz="quarter" idx="14" hasCustomPrompt="1"/>
          </p:nvPr>
        </p:nvSpPr>
        <p:spPr>
          <a:xfrm>
            <a:off x="200472" y="3358552"/>
            <a:ext cx="1951200" cy="648000"/>
          </a:xfrm>
          <a:solidFill>
            <a:schemeClr val="bg2"/>
          </a:solidFill>
          <a:ln>
            <a:solidFill>
              <a:schemeClr val="bg2"/>
            </a:solidFill>
          </a:ln>
        </p:spPr>
        <p:txBody>
          <a:bodyPr lIns="72000" anchor="ctr"/>
          <a:lstStyle>
            <a:lvl1pPr algn="ctr">
              <a:defRPr b="1" baseline="0">
                <a:solidFill>
                  <a:schemeClr val="bg1"/>
                </a:solidFill>
              </a:defRPr>
            </a:lvl1pPr>
          </a:lstStyle>
          <a:p>
            <a:pPr lvl="0"/>
            <a:r>
              <a:rPr lang="de-DE" dirty="0"/>
              <a:t>Topic</a:t>
            </a:r>
          </a:p>
        </p:txBody>
      </p:sp>
    </p:spTree>
    <p:extLst>
      <p:ext uri="{BB962C8B-B14F-4D97-AF65-F5344CB8AC3E}">
        <p14:creationId xmlns:p14="http://schemas.microsoft.com/office/powerpoint/2010/main" val="42650116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 Topic">
    <p:spTree>
      <p:nvGrpSpPr>
        <p:cNvPr id="1" name=""/>
        <p:cNvGrpSpPr/>
        <p:nvPr/>
      </p:nvGrpSpPr>
      <p:grpSpPr>
        <a:xfrm>
          <a:off x="0" y="0"/>
          <a:ext cx="0" cy="0"/>
          <a:chOff x="0" y="0"/>
          <a:chExt cx="0" cy="0"/>
        </a:xfrm>
      </p:grpSpPr>
      <p:sp>
        <p:nvSpPr>
          <p:cNvPr id="2" name="Rechteck 1"/>
          <p:cNvSpPr/>
          <p:nvPr userDrawn="1"/>
        </p:nvSpPr>
        <p:spPr bwMode="auto">
          <a:xfrm>
            <a:off x="195263" y="1631920"/>
            <a:ext cx="1951200" cy="648000"/>
          </a:xfrm>
          <a:prstGeom prst="rect">
            <a:avLst/>
          </a:prstGeom>
          <a:solidFill>
            <a:schemeClr val="bg2"/>
          </a:solidFill>
          <a:ln w="12700" cap="flat" cmpd="sng" algn="ctr">
            <a:solidFill>
              <a:schemeClr val="bg2"/>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1600" b="0" i="0" u="none" strike="noStrike" cap="none" normalizeH="0" baseline="0">
              <a:ln>
                <a:noFill/>
              </a:ln>
              <a:solidFill>
                <a:schemeClr val="tx1"/>
              </a:solidFill>
              <a:effectLst/>
              <a:latin typeface="DB Office" pitchFamily="34" charset="0"/>
            </a:endParaRPr>
          </a:p>
        </p:txBody>
      </p:sp>
      <p:sp>
        <p:nvSpPr>
          <p:cNvPr id="4" name="Rectangle 17"/>
          <p:cNvSpPr>
            <a:spLocks noGrp="1" noChangeArrowheads="1"/>
          </p:cNvSpPr>
          <p:nvPr>
            <p:ph type="sldNum" sz="quarter" idx="10"/>
          </p:nvPr>
        </p:nvSpPr>
        <p:spPr>
          <a:ln/>
        </p:spPr>
        <p:txBody>
          <a:bodyPr/>
          <a:lstStyle>
            <a:lvl1pPr>
              <a:defRPr>
                <a:latin typeface="DB Office" pitchFamily="34" charset="0"/>
              </a:defRPr>
            </a:lvl1pPr>
          </a:lstStyle>
          <a:p>
            <a:pPr>
              <a:defRPr/>
            </a:pPr>
            <a:fld id="{32E0B5BB-B465-4A53-BD8E-672FD4A25165}" type="slidenum">
              <a:rPr lang="de-DE" smtClean="0"/>
              <a:pPr>
                <a:defRPr/>
              </a:pPr>
              <a:t>‹#›</a:t>
            </a:fld>
            <a:endParaRPr lang="de-DE"/>
          </a:p>
        </p:txBody>
      </p:sp>
      <p:sp>
        <p:nvSpPr>
          <p:cNvPr id="6" name="Line 10"/>
          <p:cNvSpPr>
            <a:spLocks noChangeShapeType="1"/>
          </p:cNvSpPr>
          <p:nvPr userDrawn="1"/>
        </p:nvSpPr>
        <p:spPr bwMode="auto">
          <a:xfrm>
            <a:off x="2300288" y="1622395"/>
            <a:ext cx="0" cy="48022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de-DE"/>
          </a:p>
        </p:txBody>
      </p:sp>
      <p:sp>
        <p:nvSpPr>
          <p:cNvPr id="8"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0" name="Textplatzhalter 12"/>
          <p:cNvSpPr>
            <a:spLocks noGrp="1"/>
          </p:cNvSpPr>
          <p:nvPr>
            <p:ph type="body" sz="quarter" idx="12"/>
          </p:nvPr>
        </p:nvSpPr>
        <p:spPr>
          <a:xfrm>
            <a:off x="2432720" y="1631920"/>
            <a:ext cx="7131600" cy="4827600"/>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extplatzhalter 9"/>
          <p:cNvSpPr>
            <a:spLocks noGrp="1"/>
          </p:cNvSpPr>
          <p:nvPr>
            <p:ph type="body" sz="quarter" idx="11" hasCustomPrompt="1"/>
          </p:nvPr>
        </p:nvSpPr>
        <p:spPr>
          <a:xfrm>
            <a:off x="195263" y="1631920"/>
            <a:ext cx="1951200" cy="648000"/>
          </a:xfrm>
        </p:spPr>
        <p:txBody>
          <a:bodyPr anchor="ctr"/>
          <a:lstStyle>
            <a:lvl1pPr algn="ctr">
              <a:defRPr b="1">
                <a:solidFill>
                  <a:schemeClr val="bg1"/>
                </a:solidFill>
              </a:defRPr>
            </a:lvl1pPr>
          </a:lstStyle>
          <a:p>
            <a:pPr lvl="0"/>
            <a:r>
              <a:rPr lang="de-DE" dirty="0"/>
              <a:t>Topic 1</a:t>
            </a:r>
          </a:p>
        </p:txBody>
      </p:sp>
    </p:spTree>
    <p:extLst>
      <p:ext uri="{BB962C8B-B14F-4D97-AF65-F5344CB8AC3E}">
        <p14:creationId xmlns:p14="http://schemas.microsoft.com/office/powerpoint/2010/main" val="30689362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 Topic 2 Boxes">
    <p:spTree>
      <p:nvGrpSpPr>
        <p:cNvPr id="1" name=""/>
        <p:cNvGrpSpPr/>
        <p:nvPr/>
      </p:nvGrpSpPr>
      <p:grpSpPr>
        <a:xfrm>
          <a:off x="0" y="0"/>
          <a:ext cx="0" cy="0"/>
          <a:chOff x="0" y="0"/>
          <a:chExt cx="0" cy="0"/>
        </a:xfrm>
      </p:grpSpPr>
      <p:sp>
        <p:nvSpPr>
          <p:cNvPr id="4" name="Rectangle 17"/>
          <p:cNvSpPr>
            <a:spLocks noGrp="1" noChangeArrowheads="1"/>
          </p:cNvSpPr>
          <p:nvPr>
            <p:ph type="sldNum" sz="quarter" idx="10"/>
          </p:nvPr>
        </p:nvSpPr>
        <p:spPr>
          <a:ln/>
        </p:spPr>
        <p:txBody>
          <a:bodyPr/>
          <a:lstStyle>
            <a:lvl1pPr>
              <a:defRPr>
                <a:latin typeface="DB Office" pitchFamily="34" charset="0"/>
              </a:defRPr>
            </a:lvl1pPr>
          </a:lstStyle>
          <a:p>
            <a:pPr>
              <a:defRPr/>
            </a:pPr>
            <a:fld id="{32E0B5BB-B465-4A53-BD8E-672FD4A25165}" type="slidenum">
              <a:rPr lang="de-DE" smtClean="0"/>
              <a:pPr>
                <a:defRPr/>
              </a:pPr>
              <a:t>‹#›</a:t>
            </a:fld>
            <a:endParaRPr lang="de-DE"/>
          </a:p>
        </p:txBody>
      </p:sp>
      <p:sp>
        <p:nvSpPr>
          <p:cNvPr id="6" name="Line 10"/>
          <p:cNvSpPr>
            <a:spLocks noChangeShapeType="1"/>
          </p:cNvSpPr>
          <p:nvPr userDrawn="1"/>
        </p:nvSpPr>
        <p:spPr bwMode="auto">
          <a:xfrm>
            <a:off x="2300288" y="1622395"/>
            <a:ext cx="0" cy="48022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de-DE"/>
          </a:p>
        </p:txBody>
      </p:sp>
      <p:sp>
        <p:nvSpPr>
          <p:cNvPr id="8"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0" name="Textplatzhalter 12"/>
          <p:cNvSpPr>
            <a:spLocks noGrp="1"/>
          </p:cNvSpPr>
          <p:nvPr>
            <p:ph type="body" sz="quarter" idx="12"/>
          </p:nvPr>
        </p:nvSpPr>
        <p:spPr>
          <a:xfrm>
            <a:off x="2432720" y="1631920"/>
            <a:ext cx="7131600" cy="4827600"/>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Rechteck 8"/>
          <p:cNvSpPr/>
          <p:nvPr userDrawn="1"/>
        </p:nvSpPr>
        <p:spPr bwMode="auto">
          <a:xfrm>
            <a:off x="195263" y="1631920"/>
            <a:ext cx="1951200" cy="648000"/>
          </a:xfrm>
          <a:prstGeom prst="rect">
            <a:avLst/>
          </a:prstGeom>
          <a:solidFill>
            <a:schemeClr val="bg2"/>
          </a:solidFill>
          <a:ln w="12700" cap="flat" cmpd="sng" algn="ctr">
            <a:solidFill>
              <a:schemeClr val="bg2"/>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1600" b="0" i="0" u="none" strike="noStrike" cap="none" normalizeH="0" baseline="0">
              <a:ln>
                <a:noFill/>
              </a:ln>
              <a:solidFill>
                <a:schemeClr val="tx1"/>
              </a:solidFill>
              <a:effectLst/>
              <a:latin typeface="DB Office" pitchFamily="34" charset="0"/>
            </a:endParaRPr>
          </a:p>
        </p:txBody>
      </p:sp>
    </p:spTree>
    <p:extLst>
      <p:ext uri="{BB962C8B-B14F-4D97-AF65-F5344CB8AC3E}">
        <p14:creationId xmlns:p14="http://schemas.microsoft.com/office/powerpoint/2010/main" val="2090222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 Topic 1 Box">
    <p:spTree>
      <p:nvGrpSpPr>
        <p:cNvPr id="1" name=""/>
        <p:cNvGrpSpPr/>
        <p:nvPr/>
      </p:nvGrpSpPr>
      <p:grpSpPr>
        <a:xfrm>
          <a:off x="0" y="0"/>
          <a:ext cx="0" cy="0"/>
          <a:chOff x="0" y="0"/>
          <a:chExt cx="0" cy="0"/>
        </a:xfrm>
      </p:grpSpPr>
      <p:sp>
        <p:nvSpPr>
          <p:cNvPr id="4" name="Rectangle 17"/>
          <p:cNvSpPr>
            <a:spLocks noGrp="1" noChangeArrowheads="1"/>
          </p:cNvSpPr>
          <p:nvPr>
            <p:ph type="sldNum" sz="quarter" idx="10"/>
          </p:nvPr>
        </p:nvSpPr>
        <p:spPr>
          <a:ln/>
        </p:spPr>
        <p:txBody>
          <a:bodyPr/>
          <a:lstStyle>
            <a:lvl1pPr>
              <a:defRPr>
                <a:latin typeface="DB Office" pitchFamily="34" charset="0"/>
              </a:defRPr>
            </a:lvl1pPr>
          </a:lstStyle>
          <a:p>
            <a:pPr>
              <a:defRPr/>
            </a:pPr>
            <a:fld id="{32E0B5BB-B465-4A53-BD8E-672FD4A25165}" type="slidenum">
              <a:rPr lang="de-DE" smtClean="0"/>
              <a:pPr>
                <a:defRPr/>
              </a:pPr>
              <a:t>‹#›</a:t>
            </a:fld>
            <a:endParaRPr lang="de-DE"/>
          </a:p>
        </p:txBody>
      </p:sp>
      <p:sp>
        <p:nvSpPr>
          <p:cNvPr id="6" name="Line 10"/>
          <p:cNvSpPr>
            <a:spLocks noChangeShapeType="1"/>
          </p:cNvSpPr>
          <p:nvPr userDrawn="1"/>
        </p:nvSpPr>
        <p:spPr bwMode="auto">
          <a:xfrm>
            <a:off x="2300288" y="1622395"/>
            <a:ext cx="0" cy="48022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de-DE"/>
          </a:p>
        </p:txBody>
      </p:sp>
      <p:sp>
        <p:nvSpPr>
          <p:cNvPr id="8"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10" name="Textplatzhalter 12"/>
          <p:cNvSpPr>
            <a:spLocks noGrp="1"/>
          </p:cNvSpPr>
          <p:nvPr>
            <p:ph type="body" sz="quarter" idx="12"/>
          </p:nvPr>
        </p:nvSpPr>
        <p:spPr>
          <a:xfrm>
            <a:off x="2432720" y="1631920"/>
            <a:ext cx="7131600" cy="4827600"/>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Rechteck 8"/>
          <p:cNvSpPr/>
          <p:nvPr userDrawn="1"/>
        </p:nvSpPr>
        <p:spPr bwMode="auto">
          <a:xfrm>
            <a:off x="195263" y="1631920"/>
            <a:ext cx="1951200" cy="648000"/>
          </a:xfrm>
          <a:prstGeom prst="rect">
            <a:avLst/>
          </a:prstGeom>
          <a:solidFill>
            <a:schemeClr val="bg2"/>
          </a:solidFill>
          <a:ln w="12700" cap="flat" cmpd="sng" algn="ctr">
            <a:solidFill>
              <a:schemeClr val="bg2"/>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1600" b="0" i="0" u="none" strike="noStrike" cap="none" normalizeH="0" baseline="0">
              <a:ln>
                <a:noFill/>
              </a:ln>
              <a:solidFill>
                <a:schemeClr val="tx1"/>
              </a:solidFill>
              <a:effectLst/>
              <a:latin typeface="DB Office" pitchFamily="34" charset="0"/>
            </a:endParaRPr>
          </a:p>
        </p:txBody>
      </p:sp>
    </p:spTree>
    <p:extLst>
      <p:ext uri="{BB962C8B-B14F-4D97-AF65-F5344CB8AC3E}">
        <p14:creationId xmlns:p14="http://schemas.microsoft.com/office/powerpoint/2010/main" val="9951539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isting">
    <p:spTree>
      <p:nvGrpSpPr>
        <p:cNvPr id="1" name=""/>
        <p:cNvGrpSpPr/>
        <p:nvPr/>
      </p:nvGrpSpPr>
      <p:grpSpPr>
        <a:xfrm>
          <a:off x="0" y="0"/>
          <a:ext cx="0" cy="0"/>
          <a:chOff x="0" y="0"/>
          <a:chExt cx="0" cy="0"/>
        </a:xfrm>
      </p:grpSpPr>
      <p:sp>
        <p:nvSpPr>
          <p:cNvPr id="4" name="Rectangle 17"/>
          <p:cNvSpPr>
            <a:spLocks noGrp="1" noChangeArrowheads="1"/>
          </p:cNvSpPr>
          <p:nvPr>
            <p:ph type="sldNum" sz="quarter" idx="10"/>
          </p:nvPr>
        </p:nvSpPr>
        <p:spPr>
          <a:ln/>
        </p:spPr>
        <p:txBody>
          <a:bodyPr/>
          <a:lstStyle>
            <a:lvl1pPr>
              <a:defRPr>
                <a:latin typeface="DB Office" pitchFamily="34" charset="0"/>
              </a:defRPr>
            </a:lvl1pPr>
          </a:lstStyle>
          <a:p>
            <a:pPr>
              <a:defRPr/>
            </a:pPr>
            <a:fld id="{32E0B5BB-B465-4A53-BD8E-672FD4A25165}" type="slidenum">
              <a:rPr lang="de-DE" smtClean="0"/>
              <a:pPr>
                <a:defRPr/>
              </a:pPr>
              <a:t>‹#›</a:t>
            </a:fld>
            <a:endParaRPr lang="de-DE"/>
          </a:p>
        </p:txBody>
      </p:sp>
      <p:sp>
        <p:nvSpPr>
          <p:cNvPr id="8"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sp>
        <p:nvSpPr>
          <p:cNvPr id="5" name="Inhaltsplatzhalter 2"/>
          <p:cNvSpPr>
            <a:spLocks noGrp="1"/>
          </p:cNvSpPr>
          <p:nvPr>
            <p:ph idx="1"/>
          </p:nvPr>
        </p:nvSpPr>
        <p:spPr>
          <a:xfrm>
            <a:off x="200025" y="1557338"/>
            <a:ext cx="9505950" cy="4897437"/>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3560605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body" idx="1"/>
          </p:nvPr>
        </p:nvSpPr>
        <p:spPr bwMode="auto">
          <a:xfrm>
            <a:off x="200025" y="1557338"/>
            <a:ext cx="9505950"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de-DE" dirty="0"/>
              <a:t>Klicken Sie, um die Formate des Vorlagentextes zu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089" name="Rectangle 17"/>
          <p:cNvSpPr>
            <a:spLocks noGrp="1" noChangeArrowheads="1"/>
          </p:cNvSpPr>
          <p:nvPr>
            <p:ph type="sldNum" sz="quarter" idx="4"/>
          </p:nvPr>
        </p:nvSpPr>
        <p:spPr bwMode="auto">
          <a:xfrm>
            <a:off x="4000500" y="6692900"/>
            <a:ext cx="1905000" cy="9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bodyPr>
          <a:lstStyle>
            <a:lvl1pPr>
              <a:defRPr sz="900"/>
            </a:lvl1pPr>
          </a:lstStyle>
          <a:p>
            <a:fld id="{775CC551-11A1-4996-9818-EF2E6E972248}" type="slidenum">
              <a:rPr lang="de-DE">
                <a:solidFill>
                  <a:srgbClr val="000000"/>
                </a:solidFill>
                <a:latin typeface="DB Office" pitchFamily="34" charset="0"/>
              </a:rPr>
              <a:pPr/>
              <a:t>‹#›</a:t>
            </a:fld>
            <a:endParaRPr lang="de-DE" dirty="0">
              <a:solidFill>
                <a:srgbClr val="000000"/>
              </a:solidFill>
              <a:latin typeface="DB Office" pitchFamily="34" charset="0"/>
            </a:endParaRPr>
          </a:p>
        </p:txBody>
      </p:sp>
      <p:grpSp>
        <p:nvGrpSpPr>
          <p:cNvPr id="3126" name="Group 54"/>
          <p:cNvGrpSpPr>
            <a:grpSpLocks/>
          </p:cNvGrpSpPr>
          <p:nvPr/>
        </p:nvGrpSpPr>
        <p:grpSpPr bwMode="auto">
          <a:xfrm>
            <a:off x="0" y="1123950"/>
            <a:ext cx="9906000" cy="287338"/>
            <a:chOff x="0" y="708"/>
            <a:chExt cx="6240" cy="181"/>
          </a:xfrm>
        </p:grpSpPr>
        <p:sp>
          <p:nvSpPr>
            <p:cNvPr id="3127" name="Rectangle 55"/>
            <p:cNvSpPr>
              <a:spLocks noChangeArrowheads="1"/>
            </p:cNvSpPr>
            <p:nvPr/>
          </p:nvSpPr>
          <p:spPr bwMode="auto">
            <a:xfrm>
              <a:off x="0" y="708"/>
              <a:ext cx="6240" cy="91"/>
            </a:xfrm>
            <a:prstGeom prst="rect">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dirty="0">
                <a:solidFill>
                  <a:srgbClr val="000000"/>
                </a:solidFill>
                <a:latin typeface="DB Office" pitchFamily="34" charset="0"/>
              </a:endParaRPr>
            </a:p>
          </p:txBody>
        </p:sp>
        <p:sp>
          <p:nvSpPr>
            <p:cNvPr id="3128" name="Rectangle 56"/>
            <p:cNvSpPr>
              <a:spLocks noChangeArrowheads="1"/>
            </p:cNvSpPr>
            <p:nvPr/>
          </p:nvSpPr>
          <p:spPr bwMode="auto">
            <a:xfrm>
              <a:off x="0" y="708"/>
              <a:ext cx="2122" cy="181"/>
            </a:xfrm>
            <a:prstGeom prst="rect">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600" dirty="0">
                <a:solidFill>
                  <a:srgbClr val="000000"/>
                </a:solidFill>
                <a:latin typeface="DB Office" pitchFamily="34" charset="0"/>
              </a:endParaRPr>
            </a:p>
          </p:txBody>
        </p:sp>
      </p:grpSp>
      <p:pic>
        <p:nvPicPr>
          <p:cNvPr id="3135" name="Picture 63" descr="DB-SCHENKER_rgb_M"/>
          <p:cNvPicPr>
            <a:picLocks noChangeAspect="1" noChangeArrowheads="1"/>
          </p:cNvPicPr>
          <p:nvPr userDrawn="1">
            <p:custDataLst>
              <p:tags r:id="rId45"/>
            </p:custDataLst>
          </p:nvPr>
        </p:nvPicPr>
        <p:blipFill>
          <a:blip r:embed="rId46" cstate="print">
            <a:extLst>
              <a:ext uri="{28A0092B-C50C-407E-A947-70E740481C1C}">
                <a14:useLocalDpi xmlns:a14="http://schemas.microsoft.com/office/drawing/2010/main" val="0"/>
              </a:ext>
            </a:extLst>
          </a:blip>
          <a:srcRect l="-3641" t="-47281" r="-8994" b="-16318"/>
          <a:stretch>
            <a:fillRect/>
          </a:stretch>
        </p:blipFill>
        <p:spPr bwMode="auto">
          <a:xfrm>
            <a:off x="7400925" y="0"/>
            <a:ext cx="2505075" cy="620713"/>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25"/>
          <p:cNvSpPr txBox="1">
            <a:spLocks noChangeArrowheads="1"/>
          </p:cNvSpPr>
          <p:nvPr userDrawn="1"/>
        </p:nvSpPr>
        <p:spPr bwMode="auto">
          <a:xfrm>
            <a:off x="128588" y="6610618"/>
            <a:ext cx="3536546" cy="230832"/>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200" b="1" i="1">
                <a:solidFill>
                  <a:schemeClr val="tx1"/>
                </a:solidFill>
                <a:latin typeface="Arial" charset="0"/>
              </a:defRPr>
            </a:lvl1pPr>
            <a:lvl2pPr marL="742950" indent="-285750">
              <a:defRPr sz="1200" b="1" i="1">
                <a:solidFill>
                  <a:schemeClr val="tx1"/>
                </a:solidFill>
                <a:latin typeface="Arial" charset="0"/>
              </a:defRPr>
            </a:lvl2pPr>
            <a:lvl3pPr marL="1143000" indent="-228600">
              <a:defRPr sz="1200" b="1" i="1">
                <a:solidFill>
                  <a:schemeClr val="tx1"/>
                </a:solidFill>
                <a:latin typeface="Arial" charset="0"/>
              </a:defRPr>
            </a:lvl3pPr>
            <a:lvl4pPr marL="1600200" indent="-228600">
              <a:defRPr sz="1200" b="1" i="1">
                <a:solidFill>
                  <a:schemeClr val="tx1"/>
                </a:solidFill>
                <a:latin typeface="Arial" charset="0"/>
              </a:defRPr>
            </a:lvl4pPr>
            <a:lvl5pPr marL="2057400" indent="-228600">
              <a:defRPr sz="1200" b="1" i="1">
                <a:solidFill>
                  <a:schemeClr val="tx1"/>
                </a:solidFill>
                <a:latin typeface="Arial" charset="0"/>
              </a:defRPr>
            </a:lvl5pPr>
            <a:lvl6pPr marL="2514600" indent="-228600" eaLnBrk="0" fontAlgn="base" hangingPunct="0">
              <a:spcBef>
                <a:spcPct val="0"/>
              </a:spcBef>
              <a:spcAft>
                <a:spcPct val="0"/>
              </a:spcAft>
              <a:defRPr sz="1200" b="1" i="1">
                <a:solidFill>
                  <a:schemeClr val="tx1"/>
                </a:solidFill>
                <a:latin typeface="Arial" charset="0"/>
              </a:defRPr>
            </a:lvl6pPr>
            <a:lvl7pPr marL="2971800" indent="-228600" eaLnBrk="0" fontAlgn="base" hangingPunct="0">
              <a:spcBef>
                <a:spcPct val="0"/>
              </a:spcBef>
              <a:spcAft>
                <a:spcPct val="0"/>
              </a:spcAft>
              <a:defRPr sz="1200" b="1" i="1">
                <a:solidFill>
                  <a:schemeClr val="tx1"/>
                </a:solidFill>
                <a:latin typeface="Arial" charset="0"/>
              </a:defRPr>
            </a:lvl7pPr>
            <a:lvl8pPr marL="3429000" indent="-228600" eaLnBrk="0" fontAlgn="base" hangingPunct="0">
              <a:spcBef>
                <a:spcPct val="0"/>
              </a:spcBef>
              <a:spcAft>
                <a:spcPct val="0"/>
              </a:spcAft>
              <a:defRPr sz="1200" b="1" i="1">
                <a:solidFill>
                  <a:schemeClr val="tx1"/>
                </a:solidFill>
                <a:latin typeface="Arial" charset="0"/>
              </a:defRPr>
            </a:lvl8pPr>
            <a:lvl9pPr marL="3886200" indent="-228600" eaLnBrk="0" fontAlgn="base" hangingPunct="0">
              <a:spcBef>
                <a:spcPct val="0"/>
              </a:spcBef>
              <a:spcAft>
                <a:spcPct val="0"/>
              </a:spcAft>
              <a:defRPr sz="1200" b="1" i="1">
                <a:solidFill>
                  <a:schemeClr val="tx1"/>
                </a:solidFill>
                <a:latin typeface="Arial" charset="0"/>
              </a:defRPr>
            </a:lvl9pPr>
          </a:lstStyle>
          <a:p>
            <a:pPr algn="l">
              <a:defRPr/>
            </a:pPr>
            <a:r>
              <a:rPr lang="de-DE" sz="900" b="0" i="0" dirty="0">
                <a:solidFill>
                  <a:srgbClr val="000000"/>
                </a:solidFill>
                <a:latin typeface="+mn-lt"/>
              </a:rPr>
              <a:t>Schenker AG l Richard</a:t>
            </a:r>
            <a:r>
              <a:rPr lang="de-DE" sz="900" b="0" i="0" baseline="0" dirty="0">
                <a:solidFill>
                  <a:srgbClr val="000000"/>
                </a:solidFill>
                <a:latin typeface="+mn-lt"/>
              </a:rPr>
              <a:t> Schulz </a:t>
            </a:r>
            <a:r>
              <a:rPr lang="de-DE" sz="900" b="0" i="0" dirty="0">
                <a:solidFill>
                  <a:srgbClr val="000000"/>
                </a:solidFill>
                <a:latin typeface="+mn-lt"/>
              </a:rPr>
              <a:t>l 01 - 2015| Basic XML-Knowledge</a:t>
            </a:r>
          </a:p>
        </p:txBody>
      </p:sp>
      <p:sp>
        <p:nvSpPr>
          <p:cNvPr id="11" name="Textfeld 10"/>
          <p:cNvSpPr txBox="1"/>
          <p:nvPr userDrawn="1"/>
        </p:nvSpPr>
        <p:spPr>
          <a:xfrm>
            <a:off x="95250" y="208718"/>
            <a:ext cx="4575291" cy="338554"/>
          </a:xfrm>
          <a:prstGeom prst="rect">
            <a:avLst/>
          </a:prstGeom>
          <a:noFill/>
        </p:spPr>
        <p:txBody>
          <a:bodyPr wrap="none" rtlCol="0">
            <a:spAutoFit/>
          </a:bodyPr>
          <a:lstStyle/>
          <a:p>
            <a:pPr algn="l"/>
            <a:r>
              <a:rPr lang="de-DE" sz="1600" b="1" dirty="0">
                <a:solidFill>
                  <a:srgbClr val="878C96"/>
                </a:solidFill>
                <a:latin typeface="DB Office"/>
              </a:rPr>
              <a:t>Corporate Customer &amp; Enterprise Integration</a:t>
            </a:r>
          </a:p>
        </p:txBody>
      </p:sp>
      <p:sp>
        <p:nvSpPr>
          <p:cNvPr id="20" name="Rectangle 2"/>
          <p:cNvSpPr>
            <a:spLocks noGrp="1" noChangeArrowheads="1"/>
          </p:cNvSpPr>
          <p:nvPr>
            <p:ph type="title"/>
          </p:nvPr>
        </p:nvSpPr>
        <p:spPr bwMode="auto">
          <a:xfrm>
            <a:off x="200025" y="500063"/>
            <a:ext cx="95043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736000" bIns="0" numCol="1" anchor="t" anchorCtr="0" compatLnSpc="1">
            <a:prstTxWarp prst="textNoShape">
              <a:avLst/>
            </a:prstTxWarp>
          </a:bodyPr>
          <a:lstStyle/>
          <a:p>
            <a:pPr lvl="0"/>
            <a:r>
              <a:rPr lang="de-DE" dirty="0"/>
              <a:t>Klicken Sie, um das Titelformat zu bearbeiten</a:t>
            </a:r>
          </a:p>
        </p:txBody>
      </p:sp>
      <p:pic>
        <p:nvPicPr>
          <p:cNvPr id="12" name="Grafik 11"/>
          <p:cNvPicPr preferRelativeResize="0">
            <a:picLocks noChangeAspect="1"/>
          </p:cNvPicPr>
          <p:nvPr userDrawn="1"/>
        </p:nvPicPr>
        <p:blipFill>
          <a:blip r:embed="rId47">
            <a:extLst>
              <a:ext uri="{28A0092B-C50C-407E-A947-70E740481C1C}">
                <a14:useLocalDpi xmlns:a14="http://schemas.microsoft.com/office/drawing/2010/main" val="0"/>
              </a:ext>
            </a:extLst>
          </a:blip>
          <a:stretch>
            <a:fillRect/>
          </a:stretch>
        </p:blipFill>
        <p:spPr>
          <a:xfrm>
            <a:off x="8567117" y="647701"/>
            <a:ext cx="1130455" cy="407296"/>
          </a:xfrm>
          <a:prstGeom prst="rect">
            <a:avLst/>
          </a:prstGeom>
        </p:spPr>
      </p:pic>
    </p:spTree>
    <p:extLst>
      <p:ext uri="{BB962C8B-B14F-4D97-AF65-F5344CB8AC3E}">
        <p14:creationId xmlns:p14="http://schemas.microsoft.com/office/powerpoint/2010/main" val="1189498780"/>
      </p:ext>
    </p:extLst>
  </p:cSld>
  <p:clrMap bg1="lt1" tx1="dk1" bg2="lt2" tx2="dk2" accent1="accent1" accent2="accent2" accent3="accent3" accent4="accent4" accent5="accent5" accent6="accent6" hlink="hlink" folHlink="folHlink"/>
  <p:sldLayoutIdLst>
    <p:sldLayoutId id="2147483686" r:id="rId1"/>
    <p:sldLayoutId id="2147483838" r:id="rId2"/>
    <p:sldLayoutId id="2147483839" r:id="rId3"/>
    <p:sldLayoutId id="2147483841" r:id="rId4"/>
    <p:sldLayoutId id="2147483842" r:id="rId5"/>
    <p:sldLayoutId id="2147483843" r:id="rId6"/>
    <p:sldLayoutId id="2147483840" r:id="rId7"/>
    <p:sldLayoutId id="2147483844" r:id="rId8"/>
    <p:sldLayoutId id="2147483687" r:id="rId9"/>
    <p:sldLayoutId id="2147483784" r:id="rId10"/>
    <p:sldLayoutId id="2147483825" r:id="rId11"/>
    <p:sldLayoutId id="2147483826" r:id="rId12"/>
    <p:sldLayoutId id="2147483827" r:id="rId13"/>
    <p:sldLayoutId id="2147483828" r:id="rId14"/>
    <p:sldLayoutId id="2147483829" r:id="rId15"/>
    <p:sldLayoutId id="2147483804" r:id="rId16"/>
    <p:sldLayoutId id="2147483805" r:id="rId17"/>
    <p:sldLayoutId id="2147483806" r:id="rId18"/>
    <p:sldLayoutId id="2147483807" r:id="rId19"/>
    <p:sldLayoutId id="2147483808" r:id="rId20"/>
    <p:sldLayoutId id="2147483803" r:id="rId21"/>
    <p:sldLayoutId id="2147483809" r:id="rId22"/>
    <p:sldLayoutId id="2147483810" r:id="rId23"/>
    <p:sldLayoutId id="2147483811" r:id="rId24"/>
    <p:sldLayoutId id="2147483822" r:id="rId25"/>
    <p:sldLayoutId id="2147483823" r:id="rId26"/>
    <p:sldLayoutId id="2147483824" r:id="rId27"/>
    <p:sldLayoutId id="2147483845" r:id="rId28"/>
    <p:sldLayoutId id="2147483846" r:id="rId29"/>
    <p:sldLayoutId id="2147483847" r:id="rId30"/>
    <p:sldLayoutId id="2147483848" r:id="rId31"/>
    <p:sldLayoutId id="2147483853" r:id="rId32"/>
    <p:sldLayoutId id="2147483854" r:id="rId33"/>
    <p:sldLayoutId id="2147483855" r:id="rId34"/>
    <p:sldLayoutId id="2147483849" r:id="rId35"/>
    <p:sldLayoutId id="2147483850" r:id="rId36"/>
    <p:sldLayoutId id="2147483851" r:id="rId37"/>
    <p:sldLayoutId id="2147483701" r:id="rId38"/>
    <p:sldLayoutId id="2147483815" r:id="rId39"/>
    <p:sldLayoutId id="2147483819" r:id="rId40"/>
    <p:sldLayoutId id="2147483820" r:id="rId41"/>
    <p:sldLayoutId id="2147483821" r:id="rId42"/>
    <p:sldLayoutId id="2147483800" r:id="rId43"/>
  </p:sldLayoutIdLst>
  <mc:AlternateContent xmlns:mc="http://schemas.openxmlformats.org/markup-compatibility/2006" xmlns:p14="http://schemas.microsoft.com/office/powerpoint/2010/main">
    <mc:Choice Requires="p14">
      <p:transition p14:dur="10"/>
    </mc:Choice>
    <mc:Fallback xmlns="">
      <p:transition/>
    </mc:Fallback>
  </mc:AlternateContent>
  <p:hf hdr="0" dt="0"/>
  <p:txStyles>
    <p:titleStyle>
      <a:lvl1pPr algn="l" rtl="0" eaLnBrk="0" fontAlgn="base" hangingPunct="0">
        <a:spcBef>
          <a:spcPct val="0"/>
        </a:spcBef>
        <a:spcAft>
          <a:spcPct val="0"/>
        </a:spcAft>
        <a:defRPr sz="2000" b="1" baseline="0">
          <a:solidFill>
            <a:schemeClr val="tx2"/>
          </a:solidFill>
          <a:latin typeface="+mj-lt"/>
          <a:ea typeface="+mj-ea"/>
          <a:cs typeface="+mj-cs"/>
        </a:defRPr>
      </a:lvl1pPr>
      <a:lvl2pPr algn="l" rtl="0" eaLnBrk="0" fontAlgn="base" hangingPunct="0">
        <a:spcBef>
          <a:spcPct val="0"/>
        </a:spcBef>
        <a:spcAft>
          <a:spcPct val="0"/>
        </a:spcAft>
        <a:defRPr sz="2000" b="1">
          <a:solidFill>
            <a:schemeClr val="tx2"/>
          </a:solidFill>
          <a:latin typeface="DB Office" pitchFamily="34" charset="0"/>
        </a:defRPr>
      </a:lvl2pPr>
      <a:lvl3pPr algn="l" rtl="0" eaLnBrk="0" fontAlgn="base" hangingPunct="0">
        <a:spcBef>
          <a:spcPct val="0"/>
        </a:spcBef>
        <a:spcAft>
          <a:spcPct val="0"/>
        </a:spcAft>
        <a:defRPr sz="2000" b="1">
          <a:solidFill>
            <a:schemeClr val="tx2"/>
          </a:solidFill>
          <a:latin typeface="DB Office" pitchFamily="34" charset="0"/>
        </a:defRPr>
      </a:lvl3pPr>
      <a:lvl4pPr algn="l" rtl="0" eaLnBrk="0" fontAlgn="base" hangingPunct="0">
        <a:spcBef>
          <a:spcPct val="0"/>
        </a:spcBef>
        <a:spcAft>
          <a:spcPct val="0"/>
        </a:spcAft>
        <a:defRPr sz="2000" b="1">
          <a:solidFill>
            <a:schemeClr val="tx2"/>
          </a:solidFill>
          <a:latin typeface="DB Office" pitchFamily="34" charset="0"/>
        </a:defRPr>
      </a:lvl4pPr>
      <a:lvl5pPr algn="l" rtl="0" eaLnBrk="0" fontAlgn="base" hangingPunct="0">
        <a:spcBef>
          <a:spcPct val="0"/>
        </a:spcBef>
        <a:spcAft>
          <a:spcPct val="0"/>
        </a:spcAft>
        <a:defRPr sz="2000" b="1">
          <a:solidFill>
            <a:schemeClr val="tx2"/>
          </a:solidFill>
          <a:latin typeface="DB Office" pitchFamily="34" charset="0"/>
        </a:defRPr>
      </a:lvl5pPr>
      <a:lvl6pPr marL="457200" algn="l" rtl="0" eaLnBrk="0" fontAlgn="base" hangingPunct="0">
        <a:spcBef>
          <a:spcPct val="0"/>
        </a:spcBef>
        <a:spcAft>
          <a:spcPct val="0"/>
        </a:spcAft>
        <a:defRPr sz="2000" b="1">
          <a:solidFill>
            <a:schemeClr val="tx2"/>
          </a:solidFill>
          <a:latin typeface="DB Office" pitchFamily="34" charset="0"/>
        </a:defRPr>
      </a:lvl6pPr>
      <a:lvl7pPr marL="914400" algn="l" rtl="0" eaLnBrk="0" fontAlgn="base" hangingPunct="0">
        <a:spcBef>
          <a:spcPct val="0"/>
        </a:spcBef>
        <a:spcAft>
          <a:spcPct val="0"/>
        </a:spcAft>
        <a:defRPr sz="2000" b="1">
          <a:solidFill>
            <a:schemeClr val="tx2"/>
          </a:solidFill>
          <a:latin typeface="DB Office" pitchFamily="34" charset="0"/>
        </a:defRPr>
      </a:lvl7pPr>
      <a:lvl8pPr marL="1371600" algn="l" rtl="0" eaLnBrk="0" fontAlgn="base" hangingPunct="0">
        <a:spcBef>
          <a:spcPct val="0"/>
        </a:spcBef>
        <a:spcAft>
          <a:spcPct val="0"/>
        </a:spcAft>
        <a:defRPr sz="2000" b="1">
          <a:solidFill>
            <a:schemeClr val="tx2"/>
          </a:solidFill>
          <a:latin typeface="DB Office" pitchFamily="34" charset="0"/>
        </a:defRPr>
      </a:lvl8pPr>
      <a:lvl9pPr marL="1828800" algn="l" rtl="0" eaLnBrk="0" fontAlgn="base" hangingPunct="0">
        <a:spcBef>
          <a:spcPct val="0"/>
        </a:spcBef>
        <a:spcAft>
          <a:spcPct val="0"/>
        </a:spcAft>
        <a:defRPr sz="2000" b="1">
          <a:solidFill>
            <a:schemeClr val="tx2"/>
          </a:solidFill>
          <a:latin typeface="DB Office" pitchFamily="34" charset="0"/>
        </a:defRPr>
      </a:lvl9pPr>
    </p:titleStyle>
    <p:bodyStyle>
      <a:lvl1pPr algn="l" rtl="0" eaLnBrk="0" fontAlgn="base" hangingPunct="0">
        <a:spcBef>
          <a:spcPct val="0"/>
        </a:spcBef>
        <a:spcAft>
          <a:spcPct val="0"/>
        </a:spcAft>
        <a:defRPr sz="1600">
          <a:solidFill>
            <a:schemeClr val="tx1"/>
          </a:solidFill>
          <a:latin typeface="+mn-lt"/>
          <a:ea typeface="+mn-ea"/>
          <a:cs typeface="+mn-cs"/>
        </a:defRPr>
      </a:lvl1pPr>
      <a:lvl2pPr marL="185738" indent="-184150" algn="l" rtl="0" eaLnBrk="0" fontAlgn="base" hangingPunct="0">
        <a:spcBef>
          <a:spcPct val="0"/>
        </a:spcBef>
        <a:spcAft>
          <a:spcPct val="0"/>
        </a:spcAft>
        <a:buClr>
          <a:srgbClr val="FF0000"/>
        </a:buClr>
        <a:buSzPct val="85000"/>
        <a:buFont typeface="Wingdings"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513" indent="-184150" algn="l" rtl="0" eaLnBrk="0" fontAlgn="base" hangingPunct="0">
        <a:spcBef>
          <a:spcPct val="0"/>
        </a:spcBef>
        <a:spcAft>
          <a:spcPct val="0"/>
        </a:spcAft>
        <a:buClr>
          <a:srgbClr val="FF0000"/>
        </a:buClr>
        <a:buFont typeface="Wingdings" pitchFamily="2" charset="2"/>
        <a:buChar char="§"/>
        <a:defRPr sz="1600">
          <a:solidFill>
            <a:schemeClr val="tx1"/>
          </a:solidFill>
          <a:latin typeface="+mn-lt"/>
        </a:defRPr>
      </a:lvl4pPr>
      <a:lvl5pPr marL="728663" indent="-182563" algn="l" rtl="0" eaLnBrk="0" fontAlgn="base" hangingPunct="0">
        <a:spcBef>
          <a:spcPct val="0"/>
        </a:spcBef>
        <a:spcAft>
          <a:spcPct val="0"/>
        </a:spcAft>
        <a:buClr>
          <a:srgbClr val="FF0000"/>
        </a:buClr>
        <a:buChar char="–"/>
        <a:defRPr sz="1600">
          <a:solidFill>
            <a:schemeClr val="tx1"/>
          </a:solidFill>
          <a:latin typeface="+mn-lt"/>
        </a:defRPr>
      </a:lvl5pPr>
      <a:lvl6pPr marL="1185863" indent="-182563" algn="l" rtl="0" eaLnBrk="0" fontAlgn="base" hangingPunct="0">
        <a:spcBef>
          <a:spcPct val="0"/>
        </a:spcBef>
        <a:spcAft>
          <a:spcPct val="0"/>
        </a:spcAft>
        <a:buClr>
          <a:srgbClr val="FF0000"/>
        </a:buClr>
        <a:buChar char="–"/>
        <a:defRPr sz="1600">
          <a:solidFill>
            <a:schemeClr val="tx1"/>
          </a:solidFill>
          <a:latin typeface="+mn-lt"/>
        </a:defRPr>
      </a:lvl6pPr>
      <a:lvl7pPr marL="1643063" indent="-182563" algn="l" rtl="0" eaLnBrk="0" fontAlgn="base" hangingPunct="0">
        <a:spcBef>
          <a:spcPct val="0"/>
        </a:spcBef>
        <a:spcAft>
          <a:spcPct val="0"/>
        </a:spcAft>
        <a:buClr>
          <a:srgbClr val="FF0000"/>
        </a:buClr>
        <a:buChar char="–"/>
        <a:defRPr sz="1600">
          <a:solidFill>
            <a:schemeClr val="tx1"/>
          </a:solidFill>
          <a:latin typeface="+mn-lt"/>
        </a:defRPr>
      </a:lvl7pPr>
      <a:lvl8pPr marL="2100263" indent="-182563" algn="l" rtl="0" eaLnBrk="0" fontAlgn="base" hangingPunct="0">
        <a:spcBef>
          <a:spcPct val="0"/>
        </a:spcBef>
        <a:spcAft>
          <a:spcPct val="0"/>
        </a:spcAft>
        <a:buClr>
          <a:srgbClr val="FF0000"/>
        </a:buClr>
        <a:buChar char="–"/>
        <a:defRPr sz="1600">
          <a:solidFill>
            <a:schemeClr val="tx1"/>
          </a:solidFill>
          <a:latin typeface="+mn-lt"/>
        </a:defRPr>
      </a:lvl8pPr>
      <a:lvl9pPr marL="2557463" indent="-182563" algn="l" rtl="0" eaLnBrk="0" fontAlgn="base" hangingPunct="0">
        <a:spcBef>
          <a:spcPct val="0"/>
        </a:spcBef>
        <a:spcAft>
          <a:spcPct val="0"/>
        </a:spcAft>
        <a:buClr>
          <a:srgbClr val="FF0000"/>
        </a:buClr>
        <a:buChar char="–"/>
        <a:defRPr sz="16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0"/>
          </p:nvPr>
        </p:nvSpPr>
        <p:spPr>
          <a:xfrm>
            <a:off x="210450" y="4081463"/>
            <a:ext cx="9648000" cy="576000"/>
          </a:xfrm>
        </p:spPr>
        <p:txBody>
          <a:bodyPr/>
          <a:lstStyle/>
          <a:p>
            <a:r>
              <a:rPr lang="en-US" dirty="0"/>
              <a:t>XSL-Basic knowledge</a:t>
            </a:r>
            <a:endParaRPr lang="en-US" noProof="0" dirty="0">
              <a:latin typeface="+mj-lt"/>
            </a:endParaRPr>
          </a:p>
        </p:txBody>
      </p:sp>
      <p:sp>
        <p:nvSpPr>
          <p:cNvPr id="3" name="FirmaBox"/>
          <p:cNvSpPr txBox="1">
            <a:spLocks noChangeArrowheads="1"/>
          </p:cNvSpPr>
          <p:nvPr>
            <p:custDataLst>
              <p:tags r:id="rId1"/>
            </p:custDataLst>
          </p:nvPr>
        </p:nvSpPr>
        <p:spPr bwMode="auto">
          <a:xfrm>
            <a:off x="6537325" y="5589588"/>
            <a:ext cx="3368675" cy="2159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18000" rIns="0" bIns="0"/>
          <a:lstStyle/>
          <a:p>
            <a:pPr algn="l"/>
            <a:r>
              <a:rPr lang="en-US" sz="1200" dirty="0">
                <a:solidFill>
                  <a:srgbClr val="000000"/>
                </a:solidFill>
                <a:latin typeface="DB Office" pitchFamily="34" charset="0"/>
              </a:rPr>
              <a:t>Name </a:t>
            </a:r>
            <a:r>
              <a:rPr lang="en-US" sz="1200" dirty="0">
                <a:solidFill>
                  <a:srgbClr val="000000"/>
                </a:solidFill>
                <a:latin typeface="+mn-lt"/>
              </a:rPr>
              <a:t>Referent</a:t>
            </a:r>
            <a:r>
              <a:rPr lang="en-US" sz="1200" dirty="0">
                <a:solidFill>
                  <a:srgbClr val="000000"/>
                </a:solidFill>
                <a:latin typeface="DB Office" pitchFamily="34" charset="0"/>
              </a:rPr>
              <a:t> </a:t>
            </a:r>
          </a:p>
        </p:txBody>
      </p:sp>
      <p:sp>
        <p:nvSpPr>
          <p:cNvPr id="4" name="Referentbox"/>
          <p:cNvSpPr txBox="1">
            <a:spLocks noChangeArrowheads="1"/>
          </p:cNvSpPr>
          <p:nvPr>
            <p:custDataLst>
              <p:tags r:id="rId2"/>
            </p:custDataLst>
          </p:nvPr>
        </p:nvSpPr>
        <p:spPr bwMode="auto">
          <a:xfrm>
            <a:off x="6537325" y="5876925"/>
            <a:ext cx="3367088" cy="2159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18000" rIns="0" bIns="0"/>
          <a:lstStyle/>
          <a:p>
            <a:pPr algn="l"/>
            <a:r>
              <a:rPr lang="en-US" sz="1200" dirty="0">
                <a:solidFill>
                  <a:srgbClr val="000000"/>
                </a:solidFill>
                <a:latin typeface="DB Office" pitchFamily="34" charset="0"/>
              </a:rPr>
              <a:t>Title/ </a:t>
            </a:r>
            <a:r>
              <a:rPr lang="en-US" sz="1200" dirty="0">
                <a:solidFill>
                  <a:srgbClr val="000000"/>
                </a:solidFill>
                <a:latin typeface="+mn-lt"/>
              </a:rPr>
              <a:t>Function</a:t>
            </a:r>
            <a:r>
              <a:rPr lang="en-US" sz="1200" dirty="0">
                <a:solidFill>
                  <a:srgbClr val="000000"/>
                </a:solidFill>
                <a:latin typeface="DB Office" pitchFamily="34" charset="0"/>
              </a:rPr>
              <a:t> </a:t>
            </a:r>
          </a:p>
        </p:txBody>
      </p:sp>
      <p:sp>
        <p:nvSpPr>
          <p:cNvPr id="5" name="Line 5"/>
          <p:cNvSpPr>
            <a:spLocks noChangeShapeType="1"/>
          </p:cNvSpPr>
          <p:nvPr>
            <p:custDataLst>
              <p:tags r:id="rId3"/>
            </p:custDataLst>
          </p:nvPr>
        </p:nvSpPr>
        <p:spPr bwMode="auto">
          <a:xfrm>
            <a:off x="6537325" y="5561013"/>
            <a:ext cx="336867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sz="1600" dirty="0">
              <a:solidFill>
                <a:srgbClr val="000000"/>
              </a:solidFill>
              <a:latin typeface="DB Office" pitchFamily="34" charset="0"/>
            </a:endParaRPr>
          </a:p>
        </p:txBody>
      </p:sp>
      <p:sp>
        <p:nvSpPr>
          <p:cNvPr id="6" name="Line 6"/>
          <p:cNvSpPr>
            <a:spLocks noChangeShapeType="1"/>
          </p:cNvSpPr>
          <p:nvPr>
            <p:custDataLst>
              <p:tags r:id="rId4"/>
            </p:custDataLst>
          </p:nvPr>
        </p:nvSpPr>
        <p:spPr bwMode="auto">
          <a:xfrm>
            <a:off x="6537325" y="5849938"/>
            <a:ext cx="336867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sz="1600" dirty="0">
              <a:solidFill>
                <a:srgbClr val="000000"/>
              </a:solidFill>
              <a:latin typeface="DB Office" pitchFamily="34" charset="0"/>
            </a:endParaRPr>
          </a:p>
        </p:txBody>
      </p:sp>
      <p:sp>
        <p:nvSpPr>
          <p:cNvPr id="7" name="Line 7"/>
          <p:cNvSpPr>
            <a:spLocks noChangeShapeType="1"/>
          </p:cNvSpPr>
          <p:nvPr>
            <p:custDataLst>
              <p:tags r:id="rId5"/>
            </p:custDataLst>
          </p:nvPr>
        </p:nvSpPr>
        <p:spPr bwMode="auto">
          <a:xfrm>
            <a:off x="6537325" y="6137275"/>
            <a:ext cx="336867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sz="1600" dirty="0">
              <a:solidFill>
                <a:srgbClr val="000000"/>
              </a:solidFill>
              <a:latin typeface="DB Office" pitchFamily="34" charset="0"/>
            </a:endParaRPr>
          </a:p>
        </p:txBody>
      </p:sp>
      <p:sp>
        <p:nvSpPr>
          <p:cNvPr id="8" name="Line 8"/>
          <p:cNvSpPr>
            <a:spLocks noChangeShapeType="1"/>
          </p:cNvSpPr>
          <p:nvPr>
            <p:custDataLst>
              <p:tags r:id="rId6"/>
            </p:custDataLst>
          </p:nvPr>
        </p:nvSpPr>
        <p:spPr bwMode="auto">
          <a:xfrm>
            <a:off x="6537325" y="6426200"/>
            <a:ext cx="336867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sz="1600" dirty="0">
              <a:solidFill>
                <a:srgbClr val="000000"/>
              </a:solidFill>
              <a:latin typeface="DB Office" pitchFamily="34" charset="0"/>
            </a:endParaRPr>
          </a:p>
        </p:txBody>
      </p:sp>
      <p:sp>
        <p:nvSpPr>
          <p:cNvPr id="9" name="Referentbox"/>
          <p:cNvSpPr txBox="1">
            <a:spLocks noChangeArrowheads="1"/>
          </p:cNvSpPr>
          <p:nvPr>
            <p:custDataLst>
              <p:tags r:id="rId7"/>
            </p:custDataLst>
          </p:nvPr>
        </p:nvSpPr>
        <p:spPr bwMode="auto">
          <a:xfrm>
            <a:off x="6537220" y="6165510"/>
            <a:ext cx="3367088" cy="2159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18000" rIns="0" bIns="0"/>
          <a:lstStyle/>
          <a:p>
            <a:pPr algn="l"/>
            <a:r>
              <a:rPr lang="en-US" sz="1200" dirty="0">
                <a:solidFill>
                  <a:srgbClr val="000000"/>
                </a:solidFill>
                <a:latin typeface="+mn-lt"/>
              </a:rPr>
              <a:t>Corporate Customer &amp; Enterprise Integration</a:t>
            </a:r>
          </a:p>
        </p:txBody>
      </p:sp>
      <p:sp>
        <p:nvSpPr>
          <p:cNvPr id="10" name="Referentbox"/>
          <p:cNvSpPr txBox="1">
            <a:spLocks noChangeArrowheads="1"/>
          </p:cNvSpPr>
          <p:nvPr>
            <p:custDataLst>
              <p:tags r:id="rId8"/>
            </p:custDataLst>
          </p:nvPr>
        </p:nvSpPr>
        <p:spPr bwMode="auto">
          <a:xfrm>
            <a:off x="6537220" y="6453550"/>
            <a:ext cx="3367088" cy="2159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18000" rIns="0" bIns="0"/>
          <a:lstStyle/>
          <a:p>
            <a:pPr algn="l"/>
            <a:r>
              <a:rPr lang="en-US" sz="1200" dirty="0">
                <a:solidFill>
                  <a:srgbClr val="000000"/>
                </a:solidFill>
                <a:latin typeface="+mn-lt"/>
              </a:rPr>
              <a:t>Date </a:t>
            </a:r>
          </a:p>
        </p:txBody>
      </p:sp>
    </p:spTree>
    <p:extLst>
      <p:ext uri="{BB962C8B-B14F-4D97-AF65-F5344CB8AC3E}">
        <p14:creationId xmlns:p14="http://schemas.microsoft.com/office/powerpoint/2010/main" val="4203217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p:cNvSpPr>
            <a:spLocks noGrp="1"/>
          </p:cNvSpPr>
          <p:nvPr>
            <p:ph type="sldNum" sz="quarter" idx="10"/>
          </p:nvPr>
        </p:nvSpPr>
        <p:spPr/>
        <p:txBody>
          <a:bodyPr/>
          <a:lstStyle/>
          <a:p>
            <a:pPr>
              <a:defRPr/>
            </a:pPr>
            <a:fld id="{8FCD0415-9DE9-479C-B705-9CCDC294208E}" type="slidenum">
              <a:rPr lang="de-DE" smtClean="0"/>
              <a:pPr>
                <a:defRPr/>
              </a:pPr>
              <a:t>2</a:t>
            </a:fld>
            <a:endParaRPr lang="de-DE" dirty="0"/>
          </a:p>
        </p:txBody>
      </p:sp>
      <p:sp>
        <p:nvSpPr>
          <p:cNvPr id="5" name="Titel 4"/>
          <p:cNvSpPr>
            <a:spLocks noGrp="1"/>
          </p:cNvSpPr>
          <p:nvPr>
            <p:ph type="title"/>
          </p:nvPr>
        </p:nvSpPr>
        <p:spPr/>
        <p:txBody>
          <a:bodyPr/>
          <a:lstStyle/>
          <a:p>
            <a:r>
              <a:rPr lang="en-US" noProof="0" dirty="0" err="1"/>
              <a:t>XSl</a:t>
            </a:r>
            <a:r>
              <a:rPr lang="en-US" noProof="0" dirty="0"/>
              <a:t>-Basic knowledge</a:t>
            </a:r>
          </a:p>
        </p:txBody>
      </p:sp>
      <p:sp>
        <p:nvSpPr>
          <p:cNvPr id="28" name="Textplatzhalter 27"/>
          <p:cNvSpPr>
            <a:spLocks noGrp="1"/>
          </p:cNvSpPr>
          <p:nvPr>
            <p:ph type="body" sz="quarter" idx="20"/>
          </p:nvPr>
        </p:nvSpPr>
        <p:spPr/>
        <p:txBody>
          <a:bodyPr/>
          <a:lstStyle/>
          <a:p>
            <a:r>
              <a:rPr lang="de-DE" dirty="0"/>
              <a:t>Structur</a:t>
            </a:r>
            <a:r>
              <a:rPr lang="en-US" altLang="zh-CN" dirty="0"/>
              <a:t>e</a:t>
            </a:r>
            <a:endParaRPr lang="en-US" noProof="0" dirty="0"/>
          </a:p>
        </p:txBody>
      </p:sp>
      <p:sp>
        <p:nvSpPr>
          <p:cNvPr id="29" name="Textplatzhalter 28"/>
          <p:cNvSpPr>
            <a:spLocks noGrp="1"/>
          </p:cNvSpPr>
          <p:nvPr>
            <p:ph type="body" sz="quarter" idx="21"/>
          </p:nvPr>
        </p:nvSpPr>
        <p:spPr/>
        <p:txBody>
          <a:bodyPr/>
          <a:lstStyle/>
          <a:p>
            <a:r>
              <a:rPr lang="en-US" noProof="0" dirty="0"/>
              <a:t>What is XSL </a:t>
            </a:r>
          </a:p>
        </p:txBody>
      </p:sp>
      <p:sp>
        <p:nvSpPr>
          <p:cNvPr id="30" name="Textplatzhalter 29"/>
          <p:cNvSpPr>
            <a:spLocks noGrp="1"/>
          </p:cNvSpPr>
          <p:nvPr>
            <p:ph type="body" sz="quarter" idx="22"/>
          </p:nvPr>
        </p:nvSpPr>
        <p:spPr/>
        <p:txBody>
          <a:bodyPr/>
          <a:lstStyle/>
          <a:p>
            <a:r>
              <a:rPr lang="de-DE" dirty="0"/>
              <a:t>Processing </a:t>
            </a:r>
            <a:r>
              <a:rPr lang="de-DE" dirty="0" err="1"/>
              <a:t>of</a:t>
            </a:r>
            <a:r>
              <a:rPr lang="de-DE" dirty="0"/>
              <a:t> XML</a:t>
            </a:r>
          </a:p>
        </p:txBody>
      </p:sp>
      <p:sp>
        <p:nvSpPr>
          <p:cNvPr id="32" name="Textplatzhalter 31"/>
          <p:cNvSpPr>
            <a:spLocks noGrp="1"/>
          </p:cNvSpPr>
          <p:nvPr>
            <p:ph type="body" sz="quarter" idx="24"/>
          </p:nvPr>
        </p:nvSpPr>
        <p:spPr/>
        <p:txBody>
          <a:bodyPr/>
          <a:lstStyle/>
          <a:p>
            <a:r>
              <a:rPr lang="de-DE" dirty="0"/>
              <a:t>Schemas</a:t>
            </a:r>
          </a:p>
        </p:txBody>
      </p:sp>
      <p:sp>
        <p:nvSpPr>
          <p:cNvPr id="9" name="Textplatzhalter 31"/>
          <p:cNvSpPr>
            <a:spLocks noGrp="1"/>
          </p:cNvSpPr>
          <p:nvPr>
            <p:ph type="body" sz="quarter" idx="24"/>
          </p:nvPr>
        </p:nvSpPr>
        <p:spPr>
          <a:xfrm>
            <a:off x="820400" y="5013176"/>
            <a:ext cx="5932800" cy="576000"/>
          </a:xfrm>
        </p:spPr>
        <p:txBody>
          <a:bodyPr/>
          <a:lstStyle/>
          <a:p>
            <a:r>
              <a:rPr lang="de-DE" dirty="0"/>
              <a:t>Infrastruktur</a:t>
            </a:r>
          </a:p>
        </p:txBody>
      </p:sp>
    </p:spTree>
    <p:extLst>
      <p:ext uri="{BB962C8B-B14F-4D97-AF65-F5344CB8AC3E}">
        <p14:creationId xmlns:p14="http://schemas.microsoft.com/office/powerpoint/2010/main" val="39737666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p:txBody>
          <a:bodyPr/>
          <a:lstStyle/>
          <a:p>
            <a:pPr>
              <a:lnSpc>
                <a:spcPct val="150000"/>
              </a:lnSpc>
            </a:pPr>
            <a:r>
              <a:rPr lang="en-US" sz="1800" b="1" dirty="0"/>
              <a:t>Motivation &amp; History</a:t>
            </a:r>
            <a:endParaRPr lang="de-DE" sz="1800" b="1" dirty="0"/>
          </a:p>
          <a:p>
            <a:pPr marL="285750" indent="-285750">
              <a:lnSpc>
                <a:spcPct val="150000"/>
              </a:lnSpc>
              <a:buFontTx/>
              <a:buChar char="-"/>
            </a:pPr>
            <a:r>
              <a:rPr lang="en-US" dirty="0"/>
              <a:t>XSL stands for </a:t>
            </a:r>
            <a:r>
              <a:rPr lang="en-US" dirty="0" err="1"/>
              <a:t>E</a:t>
            </a:r>
            <a:r>
              <a:rPr lang="en-US" b="1" dirty="0" err="1"/>
              <a:t>X</a:t>
            </a:r>
            <a:r>
              <a:rPr lang="en-US" dirty="0" err="1"/>
              <a:t>tensible</a:t>
            </a:r>
            <a:r>
              <a:rPr lang="en-US" dirty="0"/>
              <a:t> </a:t>
            </a:r>
            <a:r>
              <a:rPr lang="en-US" b="1" dirty="0" err="1"/>
              <a:t>S</a:t>
            </a:r>
            <a:r>
              <a:rPr lang="en-US" dirty="0" err="1"/>
              <a:t>tylesheet</a:t>
            </a:r>
            <a:r>
              <a:rPr lang="en-US" dirty="0"/>
              <a:t> </a:t>
            </a:r>
            <a:r>
              <a:rPr lang="en-US" b="1" dirty="0"/>
              <a:t>L</a:t>
            </a:r>
            <a:r>
              <a:rPr lang="en-US" dirty="0"/>
              <a:t>anguage.</a:t>
            </a:r>
          </a:p>
          <a:p>
            <a:pPr marL="285750" indent="-285750">
              <a:lnSpc>
                <a:spcPct val="150000"/>
              </a:lnSpc>
              <a:buFontTx/>
              <a:buChar char="-"/>
            </a:pPr>
            <a:r>
              <a:rPr lang="en-US" dirty="0"/>
              <a:t>need for an XML-based </a:t>
            </a:r>
            <a:r>
              <a:rPr lang="en-US" dirty="0" err="1"/>
              <a:t>Stylesheet</a:t>
            </a:r>
            <a:r>
              <a:rPr lang="en-US" dirty="0"/>
              <a:t> Language</a:t>
            </a:r>
          </a:p>
          <a:p>
            <a:pPr marL="471488" lvl="1" indent="-285750">
              <a:lnSpc>
                <a:spcPct val="150000"/>
              </a:lnSpc>
              <a:buFontTx/>
              <a:buChar char="-"/>
            </a:pPr>
            <a:r>
              <a:rPr lang="de-DE" dirty="0"/>
              <a:t>CSS </a:t>
            </a:r>
            <a:r>
              <a:rPr lang="de-DE" dirty="0" err="1"/>
              <a:t>for</a:t>
            </a:r>
            <a:r>
              <a:rPr lang="de-DE" dirty="0"/>
              <a:t> </a:t>
            </a:r>
            <a:r>
              <a:rPr lang="de-DE" dirty="0" err="1"/>
              <a:t>html</a:t>
            </a:r>
            <a:endParaRPr lang="de-DE" dirty="0"/>
          </a:p>
          <a:p>
            <a:pPr marL="471488" lvl="1" indent="-285750">
              <a:lnSpc>
                <a:spcPct val="150000"/>
              </a:lnSpc>
              <a:buFontTx/>
              <a:buChar char="-"/>
            </a:pPr>
            <a:r>
              <a:rPr lang="de-DE" dirty="0"/>
              <a:t>XSL </a:t>
            </a:r>
            <a:r>
              <a:rPr lang="de-DE" dirty="0" err="1"/>
              <a:t>for</a:t>
            </a:r>
            <a:r>
              <a:rPr lang="de-DE" dirty="0"/>
              <a:t> XML</a:t>
            </a:r>
          </a:p>
          <a:p>
            <a:pPr marL="285750" indent="-285750">
              <a:lnSpc>
                <a:spcPct val="150000"/>
              </a:lnSpc>
              <a:buFontTx/>
              <a:buChar char="-"/>
            </a:pPr>
            <a:r>
              <a:rPr lang="en-US" dirty="0"/>
              <a:t>XSL describes how the XML document should be displayed</a:t>
            </a:r>
          </a:p>
          <a:p>
            <a:pPr marL="285750" indent="-285750">
              <a:lnSpc>
                <a:spcPct val="150000"/>
              </a:lnSpc>
              <a:buFontTx/>
              <a:buChar char="-"/>
            </a:pPr>
            <a:r>
              <a:rPr lang="en-US" dirty="0"/>
              <a:t>parts:</a:t>
            </a:r>
          </a:p>
          <a:p>
            <a:pPr marL="471488" lvl="1" indent="-285750">
              <a:lnSpc>
                <a:spcPct val="150000"/>
              </a:lnSpc>
              <a:buFontTx/>
              <a:buChar char="-"/>
            </a:pPr>
            <a:r>
              <a:rPr lang="de-DE" dirty="0" err="1"/>
              <a:t>XPath</a:t>
            </a:r>
            <a:r>
              <a:rPr lang="de-DE" dirty="0"/>
              <a:t> - a </a:t>
            </a:r>
            <a:r>
              <a:rPr lang="de-DE" dirty="0" err="1"/>
              <a:t>language</a:t>
            </a:r>
            <a:r>
              <a:rPr lang="de-DE" dirty="0"/>
              <a:t> </a:t>
            </a:r>
            <a:r>
              <a:rPr lang="de-DE" dirty="0" err="1"/>
              <a:t>for</a:t>
            </a:r>
            <a:r>
              <a:rPr lang="de-DE" dirty="0"/>
              <a:t> </a:t>
            </a:r>
            <a:r>
              <a:rPr lang="de-DE" dirty="0" err="1"/>
              <a:t>navigating</a:t>
            </a:r>
            <a:r>
              <a:rPr lang="de-DE" dirty="0"/>
              <a:t> in XML </a:t>
            </a:r>
            <a:r>
              <a:rPr lang="de-DE" dirty="0" err="1"/>
              <a:t>documents</a:t>
            </a:r>
            <a:endParaRPr lang="de-DE" dirty="0"/>
          </a:p>
          <a:p>
            <a:pPr marL="471488" lvl="1" indent="-285750">
              <a:lnSpc>
                <a:spcPct val="150000"/>
              </a:lnSpc>
              <a:buFontTx/>
              <a:buChar char="-"/>
            </a:pPr>
            <a:r>
              <a:rPr lang="de-DE" dirty="0"/>
              <a:t>XSLT - a </a:t>
            </a:r>
            <a:r>
              <a:rPr lang="de-DE" dirty="0" err="1"/>
              <a:t>language</a:t>
            </a:r>
            <a:r>
              <a:rPr lang="de-DE" dirty="0"/>
              <a:t> </a:t>
            </a:r>
            <a:r>
              <a:rPr lang="de-DE" dirty="0" err="1"/>
              <a:t>for</a:t>
            </a:r>
            <a:r>
              <a:rPr lang="de-DE" dirty="0"/>
              <a:t> </a:t>
            </a:r>
            <a:r>
              <a:rPr lang="de-DE" dirty="0" err="1"/>
              <a:t>transforming</a:t>
            </a:r>
            <a:r>
              <a:rPr lang="de-DE" dirty="0"/>
              <a:t> XML </a:t>
            </a:r>
            <a:r>
              <a:rPr lang="de-DE" dirty="0" err="1"/>
              <a:t>documents</a:t>
            </a:r>
            <a:endParaRPr lang="de-DE" dirty="0"/>
          </a:p>
          <a:p>
            <a:pPr marL="471488" lvl="1" indent="-285750">
              <a:lnSpc>
                <a:spcPct val="150000"/>
              </a:lnSpc>
              <a:buFontTx/>
              <a:buChar char="-"/>
            </a:pPr>
            <a:r>
              <a:rPr lang="de-DE" dirty="0"/>
              <a:t>XSL-FO - a </a:t>
            </a:r>
            <a:r>
              <a:rPr lang="de-DE" dirty="0" err="1"/>
              <a:t>language</a:t>
            </a:r>
            <a:r>
              <a:rPr lang="de-DE" dirty="0"/>
              <a:t> </a:t>
            </a:r>
            <a:r>
              <a:rPr lang="de-DE" dirty="0" err="1"/>
              <a:t>for</a:t>
            </a:r>
            <a:r>
              <a:rPr lang="de-DE" dirty="0"/>
              <a:t> </a:t>
            </a:r>
            <a:r>
              <a:rPr lang="de-DE" dirty="0" err="1"/>
              <a:t>formatting</a:t>
            </a:r>
            <a:r>
              <a:rPr lang="de-DE" dirty="0"/>
              <a:t> XML </a:t>
            </a:r>
            <a:r>
              <a:rPr lang="de-DE" dirty="0" err="1"/>
              <a:t>documents</a:t>
            </a:r>
            <a:endParaRPr lang="de-DE" dirty="0"/>
          </a:p>
          <a:p>
            <a:pPr>
              <a:lnSpc>
                <a:spcPct val="150000"/>
              </a:lnSpc>
            </a:pPr>
            <a:endParaRPr lang="de-DE" dirty="0"/>
          </a:p>
          <a:p>
            <a:endParaRPr lang="de-DE" dirty="0"/>
          </a:p>
          <a:p>
            <a:endParaRPr lang="en-US"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3</a:t>
            </a:fld>
            <a:endParaRPr lang="de-DE" dirty="0"/>
          </a:p>
        </p:txBody>
      </p:sp>
      <p:sp>
        <p:nvSpPr>
          <p:cNvPr id="5" name="Titel 4"/>
          <p:cNvSpPr>
            <a:spLocks noGrp="1"/>
          </p:cNvSpPr>
          <p:nvPr>
            <p:ph type="title"/>
          </p:nvPr>
        </p:nvSpPr>
        <p:spPr/>
        <p:txBody>
          <a:bodyPr/>
          <a:lstStyle/>
          <a:p>
            <a:r>
              <a:rPr lang="en-US" noProof="0" dirty="0"/>
              <a:t>What is XSL	</a:t>
            </a:r>
            <a:br>
              <a:rPr lang="en-US" noProof="0" dirty="0"/>
            </a:br>
            <a:endParaRPr lang="en-US" noProof="0" dirty="0"/>
          </a:p>
        </p:txBody>
      </p:sp>
    </p:spTree>
    <p:extLst>
      <p:ext uri="{BB962C8B-B14F-4D97-AF65-F5344CB8AC3E}">
        <p14:creationId xmlns:p14="http://schemas.microsoft.com/office/powerpoint/2010/main" val="3388349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de-DE" sz="2000" b="1" dirty="0" err="1"/>
              <a:t>Overview</a:t>
            </a:r>
            <a:endParaRPr lang="en-US" sz="1800" b="1" dirty="0"/>
          </a:p>
          <a:p>
            <a:pPr marL="285750" indent="-285750">
              <a:lnSpc>
                <a:spcPct val="200000"/>
              </a:lnSpc>
              <a:buFontTx/>
              <a:buChar char="-"/>
            </a:pPr>
            <a:r>
              <a:rPr lang="en-US" sz="1800" dirty="0"/>
              <a:t>XSLT </a:t>
            </a:r>
          </a:p>
          <a:p>
            <a:pPr marL="471488" lvl="1" indent="-285750">
              <a:lnSpc>
                <a:spcPct val="200000"/>
              </a:lnSpc>
              <a:buFontTx/>
              <a:buChar char="-"/>
            </a:pPr>
            <a:r>
              <a:rPr lang="en-US" sz="1800" dirty="0"/>
              <a:t>is used to transform an XML document into another XML document</a:t>
            </a:r>
          </a:p>
          <a:p>
            <a:pPr marL="471488" lvl="1" indent="-285750">
              <a:lnSpc>
                <a:spcPct val="200000"/>
              </a:lnSpc>
              <a:buFontTx/>
              <a:buChar char="-"/>
            </a:pPr>
            <a:r>
              <a:rPr lang="en-US" sz="1800" dirty="0"/>
              <a:t>describe the transformation process</a:t>
            </a:r>
            <a:r>
              <a:rPr lang="en-US" sz="1800" b="1" dirty="0">
                <a:sym typeface="Wingdings" panose="05000000000000000000" pitchFamily="2" charset="2"/>
              </a:rPr>
              <a:t> </a:t>
            </a:r>
            <a:r>
              <a:rPr lang="en-US" sz="1800" b="1" dirty="0"/>
              <a:t>XSLT transforms an XML source-tree into an XML result-tree</a:t>
            </a:r>
          </a:p>
          <a:p>
            <a:pPr marL="471488" lvl="1" indent="-285750">
              <a:lnSpc>
                <a:spcPct val="200000"/>
              </a:lnSpc>
              <a:buFontTx/>
              <a:buChar char="-"/>
            </a:pPr>
            <a:r>
              <a:rPr lang="en-US" sz="1800" dirty="0"/>
              <a:t>add/remove elements and attributes </a:t>
            </a:r>
          </a:p>
          <a:p>
            <a:pPr marL="471488" lvl="1" indent="-285750">
              <a:lnSpc>
                <a:spcPct val="200000"/>
              </a:lnSpc>
              <a:buFontTx/>
              <a:buChar char="-"/>
            </a:pPr>
            <a:r>
              <a:rPr lang="en-US" sz="1800" dirty="0"/>
              <a:t>rearrange and sort elements </a:t>
            </a:r>
          </a:p>
          <a:p>
            <a:pPr marL="471488" lvl="1" indent="-285750">
              <a:lnSpc>
                <a:spcPct val="200000"/>
              </a:lnSpc>
              <a:buFontTx/>
              <a:buChar char="-"/>
            </a:pPr>
            <a:r>
              <a:rPr lang="en-US" sz="1800" dirty="0"/>
              <a:t>perform tests and make decisions</a:t>
            </a:r>
          </a:p>
          <a:p>
            <a:pPr marL="285750" indent="-285750">
              <a:buFontTx/>
              <a:buChar char="-"/>
            </a:pPr>
            <a:endParaRPr lang="en-US" sz="1800" dirty="0"/>
          </a:p>
          <a:p>
            <a:pPr marL="471488" lvl="1" indent="-285750">
              <a:buFontTx/>
              <a:buChar char="-"/>
            </a:pPr>
            <a:endParaRPr lang="de-DE" i="1" dirty="0"/>
          </a:p>
          <a:p>
            <a:pPr marL="471488"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4</a:t>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spTree>
    <p:extLst>
      <p:ext uri="{BB962C8B-B14F-4D97-AF65-F5344CB8AC3E}">
        <p14:creationId xmlns:p14="http://schemas.microsoft.com/office/powerpoint/2010/main" val="1442536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p:txBody>
          <a:bodyPr/>
          <a:lstStyle/>
          <a:p>
            <a:r>
              <a:rPr lang="de-DE" sz="2000" b="1" dirty="0" err="1"/>
              <a:t>Overview</a:t>
            </a:r>
            <a:endParaRPr lang="en-US"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5</a:t>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0792" y="1916833"/>
            <a:ext cx="4557364" cy="40378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462101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557339"/>
            <a:ext cx="4752975" cy="3023790"/>
          </a:xfrm>
        </p:spPr>
        <p:txBody>
          <a:bodyPr/>
          <a:lstStyle/>
          <a:p>
            <a:pPr>
              <a:lnSpc>
                <a:spcPct val="150000"/>
              </a:lnSpc>
            </a:pPr>
            <a:r>
              <a:rPr lang="en-US" sz="1800" b="1" dirty="0"/>
              <a:t>XSL vs. XQuery</a:t>
            </a:r>
            <a:endParaRPr lang="de-DE" dirty="0"/>
          </a:p>
          <a:p>
            <a:endParaRPr lang="de-DE" dirty="0"/>
          </a:p>
          <a:p>
            <a:endParaRPr lang="en-US"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6</a:t>
            </a:fld>
            <a:endParaRPr lang="de-DE" dirty="0"/>
          </a:p>
        </p:txBody>
      </p:sp>
      <p:sp>
        <p:nvSpPr>
          <p:cNvPr id="5" name="Titel 4"/>
          <p:cNvSpPr>
            <a:spLocks noGrp="1"/>
          </p:cNvSpPr>
          <p:nvPr>
            <p:ph type="title"/>
          </p:nvPr>
        </p:nvSpPr>
        <p:spPr/>
        <p:txBody>
          <a:bodyPr/>
          <a:lstStyle/>
          <a:p>
            <a:r>
              <a:rPr lang="en-US" noProof="0" dirty="0"/>
              <a:t>What is XSL	</a:t>
            </a:r>
            <a:br>
              <a:rPr lang="en-US" noProof="0" dirty="0"/>
            </a:br>
            <a:endParaRPr lang="en-US" noProof="0" dirty="0"/>
          </a:p>
        </p:txBody>
      </p:sp>
      <p:sp>
        <p:nvSpPr>
          <p:cNvPr id="6" name="Textplatzhalter 15"/>
          <p:cNvSpPr txBox="1">
            <a:spLocks/>
          </p:cNvSpPr>
          <p:nvPr/>
        </p:nvSpPr>
        <p:spPr bwMode="auto">
          <a:xfrm>
            <a:off x="4808984" y="1916832"/>
            <a:ext cx="4752975"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1600">
                <a:solidFill>
                  <a:schemeClr val="tx1"/>
                </a:solidFill>
                <a:latin typeface="+mn-lt"/>
                <a:ea typeface="+mn-ea"/>
                <a:cs typeface="+mn-cs"/>
              </a:defRPr>
            </a:lvl1pPr>
            <a:lvl2pPr marL="185738" indent="-184150" algn="l" rtl="0" eaLnBrk="0" fontAlgn="base" hangingPunct="0">
              <a:spcBef>
                <a:spcPct val="0"/>
              </a:spcBef>
              <a:spcAft>
                <a:spcPct val="0"/>
              </a:spcAft>
              <a:buClr>
                <a:srgbClr val="FF0000"/>
              </a:buClr>
              <a:buSzPct val="85000"/>
              <a:buFont typeface="Wingdings"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513" indent="-184150" algn="l" rtl="0" eaLnBrk="0" fontAlgn="base" hangingPunct="0">
              <a:spcBef>
                <a:spcPct val="0"/>
              </a:spcBef>
              <a:spcAft>
                <a:spcPct val="0"/>
              </a:spcAft>
              <a:buClr>
                <a:srgbClr val="FF0000"/>
              </a:buClr>
              <a:buFont typeface="Wingdings" pitchFamily="2" charset="2"/>
              <a:buChar char="§"/>
              <a:defRPr sz="1600">
                <a:solidFill>
                  <a:schemeClr val="tx1"/>
                </a:solidFill>
                <a:latin typeface="+mn-lt"/>
              </a:defRPr>
            </a:lvl4pPr>
            <a:lvl5pPr marL="728663" indent="-182563" algn="l" rtl="0" eaLnBrk="0" fontAlgn="base" hangingPunct="0">
              <a:spcBef>
                <a:spcPct val="0"/>
              </a:spcBef>
              <a:spcAft>
                <a:spcPct val="0"/>
              </a:spcAft>
              <a:buClr>
                <a:srgbClr val="FF0000"/>
              </a:buClr>
              <a:buChar char="–"/>
              <a:defRPr sz="1600">
                <a:solidFill>
                  <a:schemeClr val="tx1"/>
                </a:solidFill>
                <a:latin typeface="+mn-lt"/>
              </a:defRPr>
            </a:lvl5pPr>
            <a:lvl6pPr marL="1185863" indent="-182563" algn="l" rtl="0" eaLnBrk="0" fontAlgn="base" hangingPunct="0">
              <a:spcBef>
                <a:spcPct val="0"/>
              </a:spcBef>
              <a:spcAft>
                <a:spcPct val="0"/>
              </a:spcAft>
              <a:buClr>
                <a:srgbClr val="FF0000"/>
              </a:buClr>
              <a:buChar char="–"/>
              <a:defRPr sz="1600">
                <a:solidFill>
                  <a:schemeClr val="tx1"/>
                </a:solidFill>
                <a:latin typeface="+mn-lt"/>
              </a:defRPr>
            </a:lvl6pPr>
            <a:lvl7pPr marL="1643063" indent="-182563" algn="l" rtl="0" eaLnBrk="0" fontAlgn="base" hangingPunct="0">
              <a:spcBef>
                <a:spcPct val="0"/>
              </a:spcBef>
              <a:spcAft>
                <a:spcPct val="0"/>
              </a:spcAft>
              <a:buClr>
                <a:srgbClr val="FF0000"/>
              </a:buClr>
              <a:buChar char="–"/>
              <a:defRPr sz="1600">
                <a:solidFill>
                  <a:schemeClr val="tx1"/>
                </a:solidFill>
                <a:latin typeface="+mn-lt"/>
              </a:defRPr>
            </a:lvl7pPr>
            <a:lvl8pPr marL="2100263" indent="-182563" algn="l" rtl="0" eaLnBrk="0" fontAlgn="base" hangingPunct="0">
              <a:spcBef>
                <a:spcPct val="0"/>
              </a:spcBef>
              <a:spcAft>
                <a:spcPct val="0"/>
              </a:spcAft>
              <a:buClr>
                <a:srgbClr val="FF0000"/>
              </a:buClr>
              <a:buChar char="–"/>
              <a:defRPr sz="1600">
                <a:solidFill>
                  <a:schemeClr val="tx1"/>
                </a:solidFill>
                <a:latin typeface="+mn-lt"/>
              </a:defRPr>
            </a:lvl8pPr>
            <a:lvl9pPr marL="2557463" indent="-182563" algn="l" rtl="0" eaLnBrk="0" fontAlgn="base" hangingPunct="0">
              <a:spcBef>
                <a:spcPct val="0"/>
              </a:spcBef>
              <a:spcAft>
                <a:spcPct val="0"/>
              </a:spcAft>
              <a:buClr>
                <a:srgbClr val="FF0000"/>
              </a:buClr>
              <a:buChar char="–"/>
              <a:defRPr sz="1600">
                <a:solidFill>
                  <a:schemeClr val="tx1"/>
                </a:solidFill>
                <a:latin typeface="+mn-lt"/>
              </a:defRPr>
            </a:lvl9pPr>
          </a:lstStyle>
          <a:p>
            <a:r>
              <a:rPr lang="en-US" sz="1200" dirty="0"/>
              <a:t>“While XQuery </a:t>
            </a:r>
            <a:r>
              <a:rPr lang="en-US" sz="1200" i="1" dirty="0"/>
              <a:t>can</a:t>
            </a:r>
            <a:r>
              <a:rPr lang="en-US" sz="1200" dirty="0"/>
              <a:t> be used for simple transformations, it lacks the power and </a:t>
            </a:r>
            <a:r>
              <a:rPr lang="en-US" sz="1200" dirty="0" err="1"/>
              <a:t>sofistication</a:t>
            </a:r>
            <a:r>
              <a:rPr lang="en-US" sz="1200" dirty="0"/>
              <a:t> of XSLT (especially templates and the &lt;</a:t>
            </a:r>
            <a:r>
              <a:rPr lang="en-US" sz="1200" dirty="0" err="1"/>
              <a:t>xsl:apply-templates</a:t>
            </a:r>
            <a:r>
              <a:rPr lang="en-US" sz="1200" dirty="0"/>
              <a:t>&gt; instruction).</a:t>
            </a:r>
            <a:br>
              <a:rPr lang="en-US" sz="1200" dirty="0"/>
            </a:br>
            <a:endParaRPr lang="en-US" sz="1200" dirty="0"/>
          </a:p>
          <a:p>
            <a:r>
              <a:rPr lang="en-US" sz="1200" dirty="0"/>
              <a:t>XSLT is a language that was especially designed to process tree structures. It is still best at doing this.</a:t>
            </a:r>
            <a:br>
              <a:rPr lang="en-US" sz="1200" dirty="0"/>
            </a:br>
            <a:endParaRPr lang="en-US" sz="1200" dirty="0"/>
          </a:p>
          <a:p>
            <a:r>
              <a:rPr lang="en-US" sz="1200" dirty="0"/>
              <a:t>In cases when accessing an XML database it would be a good decision to use (the efficiency of) XQuery to extract the necessary XML nodes and then do the transformation with XSLT from here on. …</a:t>
            </a:r>
          </a:p>
        </p:txBody>
      </p:sp>
      <p:sp>
        <p:nvSpPr>
          <p:cNvPr id="7" name="Textplatzhalter 15"/>
          <p:cNvSpPr txBox="1">
            <a:spLocks/>
          </p:cNvSpPr>
          <p:nvPr/>
        </p:nvSpPr>
        <p:spPr bwMode="auto">
          <a:xfrm>
            <a:off x="416496" y="2060848"/>
            <a:ext cx="5040560"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1600">
                <a:solidFill>
                  <a:schemeClr val="tx1"/>
                </a:solidFill>
                <a:latin typeface="+mn-lt"/>
                <a:ea typeface="+mn-ea"/>
                <a:cs typeface="+mn-cs"/>
              </a:defRPr>
            </a:lvl1pPr>
            <a:lvl2pPr marL="185738" indent="-184150" algn="l" rtl="0" eaLnBrk="0" fontAlgn="base" hangingPunct="0">
              <a:spcBef>
                <a:spcPct val="0"/>
              </a:spcBef>
              <a:spcAft>
                <a:spcPct val="0"/>
              </a:spcAft>
              <a:buClr>
                <a:srgbClr val="FF0000"/>
              </a:buClr>
              <a:buSzPct val="85000"/>
              <a:buFont typeface="Wingdings"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513" indent="-184150" algn="l" rtl="0" eaLnBrk="0" fontAlgn="base" hangingPunct="0">
              <a:spcBef>
                <a:spcPct val="0"/>
              </a:spcBef>
              <a:spcAft>
                <a:spcPct val="0"/>
              </a:spcAft>
              <a:buClr>
                <a:srgbClr val="FF0000"/>
              </a:buClr>
              <a:buFont typeface="Wingdings" pitchFamily="2" charset="2"/>
              <a:buChar char="§"/>
              <a:defRPr sz="1600">
                <a:solidFill>
                  <a:schemeClr val="tx1"/>
                </a:solidFill>
                <a:latin typeface="+mn-lt"/>
              </a:defRPr>
            </a:lvl4pPr>
            <a:lvl5pPr marL="728663" indent="-182563" algn="l" rtl="0" eaLnBrk="0" fontAlgn="base" hangingPunct="0">
              <a:spcBef>
                <a:spcPct val="0"/>
              </a:spcBef>
              <a:spcAft>
                <a:spcPct val="0"/>
              </a:spcAft>
              <a:buClr>
                <a:srgbClr val="FF0000"/>
              </a:buClr>
              <a:buChar char="–"/>
              <a:defRPr sz="1600">
                <a:solidFill>
                  <a:schemeClr val="tx1"/>
                </a:solidFill>
                <a:latin typeface="+mn-lt"/>
              </a:defRPr>
            </a:lvl5pPr>
            <a:lvl6pPr marL="1185863" indent="-182563" algn="l" rtl="0" eaLnBrk="0" fontAlgn="base" hangingPunct="0">
              <a:spcBef>
                <a:spcPct val="0"/>
              </a:spcBef>
              <a:spcAft>
                <a:spcPct val="0"/>
              </a:spcAft>
              <a:buClr>
                <a:srgbClr val="FF0000"/>
              </a:buClr>
              <a:buChar char="–"/>
              <a:defRPr sz="1600">
                <a:solidFill>
                  <a:schemeClr val="tx1"/>
                </a:solidFill>
                <a:latin typeface="+mn-lt"/>
              </a:defRPr>
            </a:lvl6pPr>
            <a:lvl7pPr marL="1643063" indent="-182563" algn="l" rtl="0" eaLnBrk="0" fontAlgn="base" hangingPunct="0">
              <a:spcBef>
                <a:spcPct val="0"/>
              </a:spcBef>
              <a:spcAft>
                <a:spcPct val="0"/>
              </a:spcAft>
              <a:buClr>
                <a:srgbClr val="FF0000"/>
              </a:buClr>
              <a:buChar char="–"/>
              <a:defRPr sz="1600">
                <a:solidFill>
                  <a:schemeClr val="tx1"/>
                </a:solidFill>
                <a:latin typeface="+mn-lt"/>
              </a:defRPr>
            </a:lvl7pPr>
            <a:lvl8pPr marL="2100263" indent="-182563" algn="l" rtl="0" eaLnBrk="0" fontAlgn="base" hangingPunct="0">
              <a:spcBef>
                <a:spcPct val="0"/>
              </a:spcBef>
              <a:spcAft>
                <a:spcPct val="0"/>
              </a:spcAft>
              <a:buClr>
                <a:srgbClr val="FF0000"/>
              </a:buClr>
              <a:buChar char="–"/>
              <a:defRPr sz="1600">
                <a:solidFill>
                  <a:schemeClr val="tx1"/>
                </a:solidFill>
                <a:latin typeface="+mn-lt"/>
              </a:defRPr>
            </a:lvl8pPr>
            <a:lvl9pPr marL="2557463" indent="-182563" algn="l" rtl="0" eaLnBrk="0" fontAlgn="base" hangingPunct="0">
              <a:spcBef>
                <a:spcPct val="0"/>
              </a:spcBef>
              <a:spcAft>
                <a:spcPct val="0"/>
              </a:spcAft>
              <a:buClr>
                <a:srgbClr val="FF0000"/>
              </a:buClr>
              <a:buChar char="–"/>
              <a:defRPr sz="1600">
                <a:solidFill>
                  <a:schemeClr val="tx1"/>
                </a:solidFill>
                <a:latin typeface="+mn-lt"/>
              </a:defRPr>
            </a:lvl9pPr>
          </a:lstStyle>
          <a:p>
            <a:pPr>
              <a:lnSpc>
                <a:spcPct val="150000"/>
              </a:lnSpc>
            </a:pPr>
            <a:r>
              <a:rPr lang="en-US" kern="0" dirty="0"/>
              <a:t>“XSLT was designed to transform </a:t>
            </a:r>
            <a:br>
              <a:rPr lang="en-US" kern="0" dirty="0"/>
            </a:br>
            <a:r>
              <a:rPr lang="en-US" kern="0" dirty="0"/>
              <a:t>documents for publishing…”</a:t>
            </a:r>
          </a:p>
        </p:txBody>
      </p:sp>
      <p:sp>
        <p:nvSpPr>
          <p:cNvPr id="8" name="Textplatzhalter 15"/>
          <p:cNvSpPr txBox="1">
            <a:spLocks/>
          </p:cNvSpPr>
          <p:nvPr/>
        </p:nvSpPr>
        <p:spPr bwMode="auto">
          <a:xfrm>
            <a:off x="4953000" y="4299942"/>
            <a:ext cx="4752975"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1600">
                <a:solidFill>
                  <a:schemeClr val="tx1"/>
                </a:solidFill>
                <a:latin typeface="+mn-lt"/>
                <a:ea typeface="+mn-ea"/>
                <a:cs typeface="+mn-cs"/>
              </a:defRPr>
            </a:lvl1pPr>
            <a:lvl2pPr marL="185738" indent="-184150" algn="l" rtl="0" eaLnBrk="0" fontAlgn="base" hangingPunct="0">
              <a:spcBef>
                <a:spcPct val="0"/>
              </a:spcBef>
              <a:spcAft>
                <a:spcPct val="0"/>
              </a:spcAft>
              <a:buClr>
                <a:srgbClr val="FF0000"/>
              </a:buClr>
              <a:buSzPct val="85000"/>
              <a:buFont typeface="Wingdings"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513" indent="-184150" algn="l" rtl="0" eaLnBrk="0" fontAlgn="base" hangingPunct="0">
              <a:spcBef>
                <a:spcPct val="0"/>
              </a:spcBef>
              <a:spcAft>
                <a:spcPct val="0"/>
              </a:spcAft>
              <a:buClr>
                <a:srgbClr val="FF0000"/>
              </a:buClr>
              <a:buFont typeface="Wingdings" pitchFamily="2" charset="2"/>
              <a:buChar char="§"/>
              <a:defRPr sz="1600">
                <a:solidFill>
                  <a:schemeClr val="tx1"/>
                </a:solidFill>
                <a:latin typeface="+mn-lt"/>
              </a:defRPr>
            </a:lvl4pPr>
            <a:lvl5pPr marL="728663" indent="-182563" algn="l" rtl="0" eaLnBrk="0" fontAlgn="base" hangingPunct="0">
              <a:spcBef>
                <a:spcPct val="0"/>
              </a:spcBef>
              <a:spcAft>
                <a:spcPct val="0"/>
              </a:spcAft>
              <a:buClr>
                <a:srgbClr val="FF0000"/>
              </a:buClr>
              <a:buChar char="–"/>
              <a:defRPr sz="1600">
                <a:solidFill>
                  <a:schemeClr val="tx1"/>
                </a:solidFill>
                <a:latin typeface="+mn-lt"/>
              </a:defRPr>
            </a:lvl5pPr>
            <a:lvl6pPr marL="1185863" indent="-182563" algn="l" rtl="0" eaLnBrk="0" fontAlgn="base" hangingPunct="0">
              <a:spcBef>
                <a:spcPct val="0"/>
              </a:spcBef>
              <a:spcAft>
                <a:spcPct val="0"/>
              </a:spcAft>
              <a:buClr>
                <a:srgbClr val="FF0000"/>
              </a:buClr>
              <a:buChar char="–"/>
              <a:defRPr sz="1600">
                <a:solidFill>
                  <a:schemeClr val="tx1"/>
                </a:solidFill>
                <a:latin typeface="+mn-lt"/>
              </a:defRPr>
            </a:lvl6pPr>
            <a:lvl7pPr marL="1643063" indent="-182563" algn="l" rtl="0" eaLnBrk="0" fontAlgn="base" hangingPunct="0">
              <a:spcBef>
                <a:spcPct val="0"/>
              </a:spcBef>
              <a:spcAft>
                <a:spcPct val="0"/>
              </a:spcAft>
              <a:buClr>
                <a:srgbClr val="FF0000"/>
              </a:buClr>
              <a:buChar char="–"/>
              <a:defRPr sz="1600">
                <a:solidFill>
                  <a:schemeClr val="tx1"/>
                </a:solidFill>
                <a:latin typeface="+mn-lt"/>
              </a:defRPr>
            </a:lvl7pPr>
            <a:lvl8pPr marL="2100263" indent="-182563" algn="l" rtl="0" eaLnBrk="0" fontAlgn="base" hangingPunct="0">
              <a:spcBef>
                <a:spcPct val="0"/>
              </a:spcBef>
              <a:spcAft>
                <a:spcPct val="0"/>
              </a:spcAft>
              <a:buClr>
                <a:srgbClr val="FF0000"/>
              </a:buClr>
              <a:buChar char="–"/>
              <a:defRPr sz="1600">
                <a:solidFill>
                  <a:schemeClr val="tx1"/>
                </a:solidFill>
                <a:latin typeface="+mn-lt"/>
              </a:defRPr>
            </a:lvl8pPr>
            <a:lvl9pPr marL="2557463" indent="-182563" algn="l" rtl="0" eaLnBrk="0" fontAlgn="base" hangingPunct="0">
              <a:spcBef>
                <a:spcPct val="0"/>
              </a:spcBef>
              <a:spcAft>
                <a:spcPct val="0"/>
              </a:spcAft>
              <a:buClr>
                <a:srgbClr val="FF0000"/>
              </a:buClr>
              <a:buChar char="–"/>
              <a:defRPr sz="1600">
                <a:solidFill>
                  <a:schemeClr val="tx1"/>
                </a:solidFill>
                <a:latin typeface="+mn-lt"/>
              </a:defRPr>
            </a:lvl9pPr>
          </a:lstStyle>
          <a:p>
            <a:pPr>
              <a:lnSpc>
                <a:spcPct val="150000"/>
              </a:lnSpc>
            </a:pPr>
            <a:r>
              <a:rPr lang="en-US" sz="1200" dirty="0"/>
              <a:t>“…there is a high degree of overlap in the functionality of the two languages. They share many common concepts, such as the underlying data model, and they both include the whole of XPath 2.0 as a sublanguage, together with its extensive repertoire of data types and the associated function library.”</a:t>
            </a:r>
          </a:p>
        </p:txBody>
      </p:sp>
      <p:sp>
        <p:nvSpPr>
          <p:cNvPr id="9" name="Textplatzhalter 15"/>
          <p:cNvSpPr txBox="1">
            <a:spLocks/>
          </p:cNvSpPr>
          <p:nvPr/>
        </p:nvSpPr>
        <p:spPr bwMode="auto">
          <a:xfrm>
            <a:off x="200025" y="3861048"/>
            <a:ext cx="4752975"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1600">
                <a:solidFill>
                  <a:schemeClr val="tx1"/>
                </a:solidFill>
                <a:latin typeface="+mn-lt"/>
                <a:ea typeface="+mn-ea"/>
                <a:cs typeface="+mn-cs"/>
              </a:defRPr>
            </a:lvl1pPr>
            <a:lvl2pPr marL="185738" indent="-184150" algn="l" rtl="0" eaLnBrk="0" fontAlgn="base" hangingPunct="0">
              <a:spcBef>
                <a:spcPct val="0"/>
              </a:spcBef>
              <a:spcAft>
                <a:spcPct val="0"/>
              </a:spcAft>
              <a:buClr>
                <a:srgbClr val="FF0000"/>
              </a:buClr>
              <a:buSzPct val="85000"/>
              <a:buFont typeface="Wingdings"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513" indent="-184150" algn="l" rtl="0" eaLnBrk="0" fontAlgn="base" hangingPunct="0">
              <a:spcBef>
                <a:spcPct val="0"/>
              </a:spcBef>
              <a:spcAft>
                <a:spcPct val="0"/>
              </a:spcAft>
              <a:buClr>
                <a:srgbClr val="FF0000"/>
              </a:buClr>
              <a:buFont typeface="Wingdings" pitchFamily="2" charset="2"/>
              <a:buChar char="§"/>
              <a:defRPr sz="1600">
                <a:solidFill>
                  <a:schemeClr val="tx1"/>
                </a:solidFill>
                <a:latin typeface="+mn-lt"/>
              </a:defRPr>
            </a:lvl4pPr>
            <a:lvl5pPr marL="728663" indent="-182563" algn="l" rtl="0" eaLnBrk="0" fontAlgn="base" hangingPunct="0">
              <a:spcBef>
                <a:spcPct val="0"/>
              </a:spcBef>
              <a:spcAft>
                <a:spcPct val="0"/>
              </a:spcAft>
              <a:buClr>
                <a:srgbClr val="FF0000"/>
              </a:buClr>
              <a:buChar char="–"/>
              <a:defRPr sz="1600">
                <a:solidFill>
                  <a:schemeClr val="tx1"/>
                </a:solidFill>
                <a:latin typeface="+mn-lt"/>
              </a:defRPr>
            </a:lvl5pPr>
            <a:lvl6pPr marL="1185863" indent="-182563" algn="l" rtl="0" eaLnBrk="0" fontAlgn="base" hangingPunct="0">
              <a:spcBef>
                <a:spcPct val="0"/>
              </a:spcBef>
              <a:spcAft>
                <a:spcPct val="0"/>
              </a:spcAft>
              <a:buClr>
                <a:srgbClr val="FF0000"/>
              </a:buClr>
              <a:buChar char="–"/>
              <a:defRPr sz="1600">
                <a:solidFill>
                  <a:schemeClr val="tx1"/>
                </a:solidFill>
                <a:latin typeface="+mn-lt"/>
              </a:defRPr>
            </a:lvl6pPr>
            <a:lvl7pPr marL="1643063" indent="-182563" algn="l" rtl="0" eaLnBrk="0" fontAlgn="base" hangingPunct="0">
              <a:spcBef>
                <a:spcPct val="0"/>
              </a:spcBef>
              <a:spcAft>
                <a:spcPct val="0"/>
              </a:spcAft>
              <a:buClr>
                <a:srgbClr val="FF0000"/>
              </a:buClr>
              <a:buChar char="–"/>
              <a:defRPr sz="1600">
                <a:solidFill>
                  <a:schemeClr val="tx1"/>
                </a:solidFill>
                <a:latin typeface="+mn-lt"/>
              </a:defRPr>
            </a:lvl7pPr>
            <a:lvl8pPr marL="2100263" indent="-182563" algn="l" rtl="0" eaLnBrk="0" fontAlgn="base" hangingPunct="0">
              <a:spcBef>
                <a:spcPct val="0"/>
              </a:spcBef>
              <a:spcAft>
                <a:spcPct val="0"/>
              </a:spcAft>
              <a:buClr>
                <a:srgbClr val="FF0000"/>
              </a:buClr>
              <a:buChar char="–"/>
              <a:defRPr sz="1600">
                <a:solidFill>
                  <a:schemeClr val="tx1"/>
                </a:solidFill>
                <a:latin typeface="+mn-lt"/>
              </a:defRPr>
            </a:lvl8pPr>
            <a:lvl9pPr marL="2557463" indent="-182563" algn="l" rtl="0" eaLnBrk="0" fontAlgn="base" hangingPunct="0">
              <a:spcBef>
                <a:spcPct val="0"/>
              </a:spcBef>
              <a:spcAft>
                <a:spcPct val="0"/>
              </a:spcAft>
              <a:buClr>
                <a:srgbClr val="FF0000"/>
              </a:buClr>
              <a:buChar char="–"/>
              <a:defRPr sz="1600">
                <a:solidFill>
                  <a:schemeClr val="tx1"/>
                </a:solidFill>
                <a:latin typeface="+mn-lt"/>
              </a:defRPr>
            </a:lvl9pPr>
          </a:lstStyle>
          <a:p>
            <a:r>
              <a:rPr lang="en-US" sz="1200" dirty="0"/>
              <a:t>“XSLT has a “processing engine” that automatically goes through the document tree and applies templates as it finds nodes; with XQuery the programmer has to direct the process. […]</a:t>
            </a:r>
          </a:p>
          <a:p>
            <a:endParaRPr lang="en-US" sz="1200" dirty="0"/>
          </a:p>
          <a:p>
            <a:r>
              <a:rPr lang="en-US" sz="1200" dirty="0"/>
              <a:t>XSLT is to XQuery as JavaScript is to Java. XSLT is </a:t>
            </a:r>
            <a:r>
              <a:rPr lang="en-US" sz="1200" dirty="0" err="1"/>
              <a:t>untyped</a:t>
            </a:r>
            <a:r>
              <a:rPr lang="en-US" sz="1200" dirty="0"/>
              <a:t>; conversions between nodes and strings and numbers are handled pretty much transparently. XQuery is a typed language which uses the types defined by XML Schema. XQuery will complain when it gets input that isn't of the appropriate type.” </a:t>
            </a:r>
          </a:p>
        </p:txBody>
      </p:sp>
    </p:spTree>
    <p:extLst>
      <p:ext uri="{BB962C8B-B14F-4D97-AF65-F5344CB8AC3E}">
        <p14:creationId xmlns:p14="http://schemas.microsoft.com/office/powerpoint/2010/main" val="16197302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Structure of a </a:t>
            </a:r>
            <a:r>
              <a:rPr lang="en-US" sz="1800" b="1" dirty="0" err="1"/>
              <a:t>xsl</a:t>
            </a:r>
            <a:r>
              <a:rPr lang="en-US" sz="1800" b="1" dirty="0"/>
              <a:t>-template file</a:t>
            </a:r>
            <a:br>
              <a:rPr lang="en-US" sz="1800" b="1" dirty="0"/>
            </a:br>
            <a:endParaRPr lang="en-US" sz="1800" b="1" dirty="0"/>
          </a:p>
          <a:p>
            <a:r>
              <a:rPr lang="de-DE" sz="1800" dirty="0" err="1"/>
              <a:t>Xslt</a:t>
            </a:r>
            <a:r>
              <a:rPr lang="de-DE" sz="1800" dirty="0"/>
              <a:t>-files </a:t>
            </a:r>
            <a:r>
              <a:rPr lang="de-DE" sz="1800" dirty="0" err="1"/>
              <a:t>itself</a:t>
            </a:r>
            <a:r>
              <a:rPr lang="de-DE" sz="1800" dirty="0"/>
              <a:t> </a:t>
            </a:r>
            <a:r>
              <a:rPr lang="de-DE" sz="1800" dirty="0" err="1"/>
              <a:t>are</a:t>
            </a:r>
            <a:r>
              <a:rPr lang="de-DE" sz="1800" dirty="0"/>
              <a:t> valid XML-files</a:t>
            </a:r>
            <a:endParaRPr lang="en-US" sz="1800" dirty="0"/>
          </a:p>
          <a:p>
            <a:endParaRPr lang="en-US" sz="1800"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xml</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encoding</a:t>
            </a:r>
            <a:r>
              <a:rPr lang="de-DE" dirty="0">
                <a:latin typeface="CordiaUPC" panose="020B0304020202020204" pitchFamily="34" charset="-34"/>
                <a:cs typeface="CordiaUPC" panose="020B0304020202020204" pitchFamily="34" charset="-34"/>
              </a:rPr>
              <a:t>="UTF-8"?&gt;</a:t>
            </a:r>
          </a:p>
          <a:p>
            <a:pPr lvl="1" indent="0">
              <a:buNone/>
            </a:pPr>
            <a:r>
              <a:rPr lang="de-DE" dirty="0">
                <a:latin typeface="CordiaUPC" panose="020B0304020202020204" pitchFamily="34" charset="-34"/>
                <a:cs typeface="CordiaUPC" panose="020B0304020202020204" pitchFamily="34" charset="-34"/>
              </a:rPr>
              <a:t>&lt;xsl:stylesheet   version="1.0„ xmlns:xsl="http://www.w3.org/1999/XSL/Transform"&gt;</a:t>
            </a:r>
          </a:p>
          <a:p>
            <a:pPr lvl="1" indent="0">
              <a:buNone/>
            </a:pPr>
            <a:r>
              <a:rPr lang="en-US" dirty="0">
                <a:latin typeface="CordiaUPC" panose="020B0304020202020204" pitchFamily="34" charset="-34"/>
                <a:cs typeface="CordiaUPC" panose="020B0304020202020204" pitchFamily="34" charset="-34"/>
              </a:rPr>
              <a:t>&lt;</a:t>
            </a:r>
            <a:r>
              <a:rPr lang="en-US" dirty="0" err="1">
                <a:latin typeface="CordiaUPC" panose="020B0304020202020204" pitchFamily="34" charset="-34"/>
                <a:cs typeface="CordiaUPC" panose="020B0304020202020204" pitchFamily="34" charset="-34"/>
              </a:rPr>
              <a:t>xsl:output</a:t>
            </a:r>
            <a:r>
              <a:rPr lang="en-US" dirty="0">
                <a:latin typeface="CordiaUPC" panose="020B0304020202020204" pitchFamily="34" charset="-34"/>
                <a:cs typeface="CordiaUPC" panose="020B0304020202020204" pitchFamily="34" charset="-34"/>
              </a:rPr>
              <a:t> method="xml" version="1.0" encoding="UTF-8" indent="yes"/&gt;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match</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	…</a:t>
            </a: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&gt;</a:t>
            </a:r>
          </a:p>
          <a:p>
            <a:pPr marL="471488"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7</a:t>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spTree>
    <p:extLst>
      <p:ext uri="{BB962C8B-B14F-4D97-AF65-F5344CB8AC3E}">
        <p14:creationId xmlns:p14="http://schemas.microsoft.com/office/powerpoint/2010/main" val="4269779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Structure of a </a:t>
            </a:r>
            <a:r>
              <a:rPr lang="en-US" sz="1800" b="1" dirty="0" err="1"/>
              <a:t>xsl</a:t>
            </a:r>
            <a:r>
              <a:rPr lang="en-US" sz="1800" b="1" dirty="0"/>
              <a:t>-template file</a:t>
            </a: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xml</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encoding</a:t>
            </a:r>
            <a:r>
              <a:rPr lang="de-DE" dirty="0">
                <a:latin typeface="CordiaUPC" panose="020B0304020202020204" pitchFamily="34" charset="-34"/>
                <a:cs typeface="CordiaUPC" panose="020B0304020202020204" pitchFamily="34" charset="-34"/>
              </a:rPr>
              <a:t>="UTF-8"?&gt;</a:t>
            </a:r>
          </a:p>
          <a:p>
            <a:pPr lvl="1" indent="0">
              <a:buNone/>
            </a:pPr>
            <a:r>
              <a:rPr lang="de-DE" dirty="0">
                <a:latin typeface="CordiaUPC" panose="020B0304020202020204" pitchFamily="34" charset="-34"/>
                <a:cs typeface="CordiaUPC" panose="020B0304020202020204" pitchFamily="34" charset="-34"/>
              </a:rPr>
              <a:t>&lt;xsl:stylesheet   version="1.0„ xmlns:xsl="http://www.w3.org/1999/XSL/Transform"&gt;</a:t>
            </a:r>
          </a:p>
          <a:p>
            <a:pPr lvl="1" indent="0">
              <a:buNone/>
            </a:pPr>
            <a:r>
              <a:rPr lang="en-US" dirty="0">
                <a:latin typeface="CordiaUPC" panose="020B0304020202020204" pitchFamily="34" charset="-34"/>
                <a:cs typeface="CordiaUPC" panose="020B0304020202020204" pitchFamily="34" charset="-34"/>
              </a:rPr>
              <a:t>&lt;</a:t>
            </a:r>
            <a:r>
              <a:rPr lang="en-US" dirty="0" err="1">
                <a:latin typeface="CordiaUPC" panose="020B0304020202020204" pitchFamily="34" charset="-34"/>
                <a:cs typeface="CordiaUPC" panose="020B0304020202020204" pitchFamily="34" charset="-34"/>
              </a:rPr>
              <a:t>xsl:output</a:t>
            </a:r>
            <a:r>
              <a:rPr lang="en-US" dirty="0">
                <a:latin typeface="CordiaUPC" panose="020B0304020202020204" pitchFamily="34" charset="-34"/>
                <a:cs typeface="CordiaUPC" panose="020B0304020202020204" pitchFamily="34" charset="-34"/>
              </a:rPr>
              <a:t> method="xml" version="1.0" encoding="UTF-8" indent="yes"/&gt;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match</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	…</a:t>
            </a: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&gt;</a:t>
            </a:r>
          </a:p>
          <a:p>
            <a:pPr marL="471488"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8</a:t>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sp>
        <p:nvSpPr>
          <p:cNvPr id="11" name="Textfeld 10"/>
          <p:cNvSpPr txBox="1"/>
          <p:nvPr/>
        </p:nvSpPr>
        <p:spPr>
          <a:xfrm>
            <a:off x="6033120" y="3284984"/>
            <a:ext cx="2199769" cy="400110"/>
          </a:xfrm>
          <a:prstGeom prst="rect">
            <a:avLst/>
          </a:prstGeom>
          <a:noFill/>
          <a:ln>
            <a:noFill/>
          </a:ln>
          <a:effectLst>
            <a:outerShdw blurRad="50800" dist="38100" dir="2700000" algn="tl" rotWithShape="0">
              <a:prstClr val="black">
                <a:alpha val="40000"/>
              </a:prstClr>
            </a:outerShdw>
          </a:effectLst>
        </p:spPr>
        <p:txBody>
          <a:bodyPr wrap="none" rtlCol="0">
            <a:spAutoFit/>
          </a:bodyPr>
          <a:lstStyle/>
          <a:p>
            <a:r>
              <a:rPr lang="en-US" dirty="0"/>
              <a:t>XSL is a valid xml</a:t>
            </a:r>
          </a:p>
        </p:txBody>
      </p:sp>
      <p:sp>
        <p:nvSpPr>
          <p:cNvPr id="13" name="Textfeld 12"/>
          <p:cNvSpPr txBox="1"/>
          <p:nvPr/>
        </p:nvSpPr>
        <p:spPr>
          <a:xfrm>
            <a:off x="433404" y="1995736"/>
            <a:ext cx="2935419" cy="400110"/>
          </a:xfrm>
          <a:prstGeom prst="rect">
            <a:avLst/>
          </a:prstGeom>
          <a:noFill/>
          <a:ln>
            <a:noFill/>
          </a:ln>
          <a:effectLst>
            <a:outerShdw blurRad="50800" dist="38100" dir="2700000" algn="tl" rotWithShape="0">
              <a:prstClr val="black">
                <a:alpha val="40000"/>
              </a:prstClr>
            </a:outerShdw>
          </a:effectLst>
        </p:spPr>
        <p:txBody>
          <a:bodyPr wrap="none" rtlCol="0">
            <a:spAutoFit/>
          </a:bodyPr>
          <a:lstStyle/>
          <a:p>
            <a:r>
              <a:rPr lang="en-US" dirty="0" err="1"/>
              <a:t>XSL:stylesheet</a:t>
            </a:r>
            <a:r>
              <a:rPr lang="en-US" dirty="0"/>
              <a:t> element</a:t>
            </a:r>
          </a:p>
        </p:txBody>
      </p:sp>
      <p:sp>
        <p:nvSpPr>
          <p:cNvPr id="14" name="Textfeld 13"/>
          <p:cNvSpPr txBox="1"/>
          <p:nvPr/>
        </p:nvSpPr>
        <p:spPr>
          <a:xfrm>
            <a:off x="3564534" y="1995736"/>
            <a:ext cx="3155158" cy="400110"/>
          </a:xfrm>
          <a:prstGeom prst="rect">
            <a:avLst/>
          </a:prstGeom>
          <a:noFill/>
          <a:ln>
            <a:noFill/>
          </a:ln>
          <a:effectLst>
            <a:outerShdw blurRad="50800" dist="38100" dir="2700000" algn="tl" rotWithShape="0">
              <a:prstClr val="black">
                <a:alpha val="40000"/>
              </a:prstClr>
            </a:outerShdw>
          </a:effectLst>
        </p:spPr>
        <p:txBody>
          <a:bodyPr wrap="none" rtlCol="0">
            <a:spAutoFit/>
          </a:bodyPr>
          <a:lstStyle/>
          <a:p>
            <a:r>
              <a:rPr lang="en-US" dirty="0"/>
              <a:t>Namespace XSL declared</a:t>
            </a:r>
          </a:p>
        </p:txBody>
      </p:sp>
      <p:sp>
        <p:nvSpPr>
          <p:cNvPr id="15" name="Textfeld 14"/>
          <p:cNvSpPr txBox="1"/>
          <p:nvPr/>
        </p:nvSpPr>
        <p:spPr>
          <a:xfrm>
            <a:off x="1208584" y="4725144"/>
            <a:ext cx="1794081" cy="400110"/>
          </a:xfrm>
          <a:prstGeom prst="rect">
            <a:avLst/>
          </a:prstGeom>
          <a:noFill/>
          <a:ln>
            <a:noFill/>
          </a:ln>
          <a:effectLst>
            <a:outerShdw blurRad="50800" dist="38100" dir="2700000" algn="tl" rotWithShape="0">
              <a:prstClr val="black">
                <a:alpha val="40000"/>
              </a:prstClr>
            </a:outerShdw>
          </a:effectLst>
        </p:spPr>
        <p:txBody>
          <a:bodyPr wrap="none" rtlCol="0">
            <a:spAutoFit/>
          </a:bodyPr>
          <a:lstStyle/>
          <a:p>
            <a:r>
              <a:rPr lang="en-US" dirty="0"/>
              <a:t>Main template</a:t>
            </a:r>
          </a:p>
        </p:txBody>
      </p:sp>
      <p:sp>
        <p:nvSpPr>
          <p:cNvPr id="12" name="Geschweifte Klammer rechts 11"/>
          <p:cNvSpPr/>
          <p:nvPr/>
        </p:nvSpPr>
        <p:spPr bwMode="auto">
          <a:xfrm>
            <a:off x="5426520" y="2492896"/>
            <a:ext cx="390576" cy="1984286"/>
          </a:xfrm>
          <a:prstGeom prst="rightBrace">
            <a:avLst/>
          </a:prstGeom>
          <a:noFill/>
          <a:ln w="12700" cap="flat" cmpd="sng" algn="ctr">
            <a:solidFill>
              <a:schemeClr val="tx1"/>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DB Office" pitchFamily="34" charset="0"/>
            </a:endParaRPr>
          </a:p>
        </p:txBody>
      </p:sp>
      <p:cxnSp>
        <p:nvCxnSpPr>
          <p:cNvPr id="18" name="Gerade Verbindung mit Pfeil 17"/>
          <p:cNvCxnSpPr>
            <a:stCxn id="15" idx="0"/>
          </p:cNvCxnSpPr>
          <p:nvPr/>
        </p:nvCxnSpPr>
        <p:spPr bwMode="auto">
          <a:xfrm flipH="1" flipV="1">
            <a:off x="1208584" y="3685094"/>
            <a:ext cx="897041" cy="1040050"/>
          </a:xfrm>
          <a:prstGeom prst="straightConnector1">
            <a:avLst/>
          </a:prstGeom>
          <a:solidFill>
            <a:schemeClr val="accent1"/>
          </a:solidFill>
          <a:ln w="127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Gerade Verbindung mit Pfeil 19"/>
          <p:cNvCxnSpPr/>
          <p:nvPr/>
        </p:nvCxnSpPr>
        <p:spPr bwMode="auto">
          <a:xfrm flipH="1">
            <a:off x="1208584" y="2395846"/>
            <a:ext cx="432048" cy="601106"/>
          </a:xfrm>
          <a:prstGeom prst="straightConnector1">
            <a:avLst/>
          </a:prstGeom>
          <a:solidFill>
            <a:schemeClr val="accent1"/>
          </a:solidFill>
          <a:ln w="127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Gerade Verbindung mit Pfeil 21"/>
          <p:cNvCxnSpPr/>
          <p:nvPr/>
        </p:nvCxnSpPr>
        <p:spPr bwMode="auto">
          <a:xfrm flipH="1">
            <a:off x="2576736" y="2395846"/>
            <a:ext cx="1368152" cy="601106"/>
          </a:xfrm>
          <a:prstGeom prst="straightConnector1">
            <a:avLst/>
          </a:prstGeom>
          <a:solidFill>
            <a:schemeClr val="accent1"/>
          </a:solidFill>
          <a:ln w="127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feld 13">
            <a:extLst>
              <a:ext uri="{FF2B5EF4-FFF2-40B4-BE49-F238E27FC236}">
                <a16:creationId xmlns:a16="http://schemas.microsoft.com/office/drawing/2014/main" id="{340E322A-EFD4-4E59-ABB6-04DBA7706CA0}"/>
              </a:ext>
            </a:extLst>
          </p:cNvPr>
          <p:cNvSpPr txBox="1"/>
          <p:nvPr/>
        </p:nvSpPr>
        <p:spPr>
          <a:xfrm>
            <a:off x="2513555" y="4060485"/>
            <a:ext cx="2973892" cy="400110"/>
          </a:xfrm>
          <a:prstGeom prst="rect">
            <a:avLst/>
          </a:prstGeom>
          <a:noFill/>
          <a:ln>
            <a:noFill/>
          </a:ln>
          <a:effectLst>
            <a:outerShdw blurRad="50800" dist="38100" dir="2700000" algn="tl" rotWithShape="0">
              <a:prstClr val="black">
                <a:alpha val="40000"/>
              </a:prstClr>
            </a:outerShdw>
          </a:effectLst>
        </p:spPr>
        <p:txBody>
          <a:bodyPr wrap="none" rtlCol="0">
            <a:spAutoFit/>
          </a:bodyPr>
          <a:lstStyle/>
          <a:p>
            <a:r>
              <a:rPr lang="en-US" altLang="zh-CN" dirty="0"/>
              <a:t>Define the out file format</a:t>
            </a:r>
            <a:endParaRPr lang="en-US" dirty="0"/>
          </a:p>
        </p:txBody>
      </p:sp>
      <p:cxnSp>
        <p:nvCxnSpPr>
          <p:cNvPr id="19" name="Gerade Verbindung mit Pfeil 21">
            <a:extLst>
              <a:ext uri="{FF2B5EF4-FFF2-40B4-BE49-F238E27FC236}">
                <a16:creationId xmlns:a16="http://schemas.microsoft.com/office/drawing/2014/main" id="{3778D656-2A1E-4CC5-9969-B836825EB9F2}"/>
              </a:ext>
            </a:extLst>
          </p:cNvPr>
          <p:cNvCxnSpPr/>
          <p:nvPr/>
        </p:nvCxnSpPr>
        <p:spPr bwMode="auto">
          <a:xfrm flipH="1" flipV="1">
            <a:off x="2538078" y="3397062"/>
            <a:ext cx="1190787" cy="762980"/>
          </a:xfrm>
          <a:prstGeom prst="straightConnector1">
            <a:avLst/>
          </a:prstGeom>
          <a:solidFill>
            <a:schemeClr val="accent1"/>
          </a:solidFill>
          <a:ln w="127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8137406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Structure of a </a:t>
            </a:r>
            <a:r>
              <a:rPr lang="en-US" sz="1800" b="1" dirty="0" err="1"/>
              <a:t>xsl</a:t>
            </a:r>
            <a:r>
              <a:rPr lang="en-US" sz="1800" b="1" dirty="0"/>
              <a:t>-template file</a:t>
            </a: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xml</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encoding</a:t>
            </a:r>
            <a:r>
              <a:rPr lang="de-DE" dirty="0">
                <a:latin typeface="CordiaUPC" panose="020B0304020202020204" pitchFamily="34" charset="-34"/>
                <a:cs typeface="CordiaUPC" panose="020B0304020202020204" pitchFamily="34" charset="-34"/>
              </a:rPr>
              <a:t>="UTF-8"?&gt;</a:t>
            </a:r>
          </a:p>
          <a:p>
            <a:pPr lvl="1" indent="0">
              <a:buNone/>
            </a:pPr>
            <a:r>
              <a:rPr lang="de-DE" dirty="0">
                <a:latin typeface="CordiaUPC" panose="020B0304020202020204" pitchFamily="34" charset="-34"/>
                <a:cs typeface="CordiaUPC" panose="020B0304020202020204" pitchFamily="34" charset="-34"/>
              </a:rPr>
              <a:t>&lt;xsl:stylesheet   version="1.0„ xmlns:xsl="http://www.w3.org/1999/XSL/Transform"&gt;</a:t>
            </a:r>
          </a:p>
          <a:p>
            <a:pPr lvl="1" indent="0">
              <a:buNone/>
            </a:pPr>
            <a:r>
              <a:rPr lang="en-US" dirty="0">
                <a:latin typeface="CordiaUPC" panose="020B0304020202020204" pitchFamily="34" charset="-34"/>
                <a:cs typeface="CordiaUPC" panose="020B0304020202020204" pitchFamily="34" charset="-34"/>
              </a:rPr>
              <a:t>&lt;</a:t>
            </a:r>
            <a:r>
              <a:rPr lang="en-US" dirty="0" err="1">
                <a:latin typeface="CordiaUPC" panose="020B0304020202020204" pitchFamily="34" charset="-34"/>
                <a:cs typeface="CordiaUPC" panose="020B0304020202020204" pitchFamily="34" charset="-34"/>
              </a:rPr>
              <a:t>xsl:output</a:t>
            </a:r>
            <a:r>
              <a:rPr lang="en-US" dirty="0">
                <a:latin typeface="CordiaUPC" panose="020B0304020202020204" pitchFamily="34" charset="-34"/>
                <a:cs typeface="CordiaUPC" panose="020B0304020202020204" pitchFamily="34" charset="-34"/>
              </a:rPr>
              <a:t> method="xml" version="1.0" encoding="UTF-8" indent="yes"/&gt;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match</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	…</a:t>
            </a: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&gt;</a:t>
            </a:r>
          </a:p>
          <a:p>
            <a:pPr marL="471488"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9</a:t>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sp>
        <p:nvSpPr>
          <p:cNvPr id="11" name="Textfeld 10"/>
          <p:cNvSpPr txBox="1"/>
          <p:nvPr/>
        </p:nvSpPr>
        <p:spPr>
          <a:xfrm>
            <a:off x="5813666" y="2506561"/>
            <a:ext cx="3315331" cy="2246769"/>
          </a:xfrm>
          <a:prstGeom prst="rect">
            <a:avLst/>
          </a:prstGeom>
          <a:noFill/>
          <a:ln>
            <a:noFill/>
          </a:ln>
          <a:effectLst>
            <a:outerShdw blurRad="50800" dist="38100" dir="2700000" algn="tl" rotWithShape="0">
              <a:prstClr val="black">
                <a:alpha val="40000"/>
              </a:prstClr>
            </a:outerShdw>
          </a:effectLst>
        </p:spPr>
        <p:txBody>
          <a:bodyPr wrap="none" rtlCol="0">
            <a:spAutoFit/>
          </a:bodyPr>
          <a:lstStyle/>
          <a:p>
            <a:pPr algn="l"/>
            <a:r>
              <a:rPr lang="en-US" dirty="0" err="1">
                <a:latin typeface="CordiaUPC" panose="020B0304020202020204" pitchFamily="34" charset="-34"/>
                <a:cs typeface="CordiaUPC" panose="020B0304020202020204" pitchFamily="34" charset="-34"/>
              </a:rPr>
              <a:t>xsl:output</a:t>
            </a:r>
            <a:r>
              <a:rPr lang="en-US" dirty="0">
                <a:latin typeface="CordiaUPC" panose="020B0304020202020204" pitchFamily="34" charset="-34"/>
                <a:cs typeface="CordiaUPC" panose="020B0304020202020204" pitchFamily="34" charset="-34"/>
              </a:rPr>
              <a:t> element</a:t>
            </a:r>
          </a:p>
          <a:p>
            <a:pPr algn="l"/>
            <a:r>
              <a:rPr lang="en-US" dirty="0">
                <a:latin typeface="CordiaUPC" panose="020B0304020202020204" pitchFamily="34" charset="-34"/>
                <a:cs typeface="CordiaUPC" panose="020B0304020202020204" pitchFamily="34" charset="-34"/>
              </a:rPr>
              <a:t>Method: set the out type(</a:t>
            </a:r>
            <a:r>
              <a:rPr lang="en-US" dirty="0" err="1">
                <a:latin typeface="CordiaUPC" panose="020B0304020202020204" pitchFamily="34" charset="-34"/>
                <a:cs typeface="CordiaUPC" panose="020B0304020202020204" pitchFamily="34" charset="-34"/>
              </a:rPr>
              <a:t>xml,html,text</a:t>
            </a:r>
            <a:r>
              <a:rPr lang="en-US" dirty="0">
                <a:latin typeface="CordiaUPC" panose="020B0304020202020204" pitchFamily="34" charset="-34"/>
                <a:cs typeface="CordiaUPC" panose="020B0304020202020204" pitchFamily="34" charset="-34"/>
              </a:rPr>
              <a:t>)</a:t>
            </a:r>
          </a:p>
          <a:p>
            <a:pPr algn="l"/>
            <a:r>
              <a:rPr lang="en-US" dirty="0">
                <a:latin typeface="CordiaUPC" panose="020B0304020202020204" pitchFamily="34" charset="-34"/>
                <a:cs typeface="CordiaUPC" panose="020B0304020202020204" pitchFamily="34" charset="-34"/>
              </a:rPr>
              <a:t>Version: setup the out version</a:t>
            </a:r>
          </a:p>
          <a:p>
            <a:pPr algn="l"/>
            <a:r>
              <a:rPr lang="en-US" dirty="0">
                <a:latin typeface="CordiaUPC" panose="020B0304020202020204" pitchFamily="34" charset="-34"/>
                <a:cs typeface="CordiaUPC" panose="020B0304020202020204" pitchFamily="34" charset="-34"/>
              </a:rPr>
              <a:t>Encoding: setup the out encoding</a:t>
            </a:r>
          </a:p>
          <a:p>
            <a:pPr algn="l"/>
            <a:r>
              <a:rPr lang="en-US" dirty="0">
                <a:latin typeface="CordiaUPC" panose="020B0304020202020204" pitchFamily="34" charset="-34"/>
                <a:cs typeface="CordiaUPC" panose="020B0304020202020204" pitchFamily="34" charset="-34"/>
              </a:rPr>
              <a:t>Indent: set the out style, should be yes/no</a:t>
            </a:r>
          </a:p>
          <a:p>
            <a:pPr algn="l"/>
            <a:r>
              <a:rPr lang="en-US" dirty="0">
                <a:latin typeface="CordiaUPC" panose="020B0304020202020204" pitchFamily="34" charset="-34"/>
                <a:cs typeface="CordiaUPC" panose="020B0304020202020204" pitchFamily="34" charset="-34"/>
              </a:rPr>
              <a:t>Omit-xml-declaration: </a:t>
            </a:r>
          </a:p>
          <a:p>
            <a:pPr algn="l"/>
            <a:r>
              <a:rPr lang="en-US" dirty="0">
                <a:latin typeface="CordiaUPC" panose="020B0304020202020204" pitchFamily="34" charset="-34"/>
                <a:cs typeface="CordiaUPC" panose="020B0304020202020204" pitchFamily="34" charset="-34"/>
              </a:rPr>
              <a:t>display or hide the &lt;?xml…?&gt; declaration</a:t>
            </a:r>
            <a:endParaRPr lang="en-US" dirty="0"/>
          </a:p>
        </p:txBody>
      </p:sp>
      <p:cxnSp>
        <p:nvCxnSpPr>
          <p:cNvPr id="21" name="Gerade Verbindung mit Pfeil 21">
            <a:extLst>
              <a:ext uri="{FF2B5EF4-FFF2-40B4-BE49-F238E27FC236}">
                <a16:creationId xmlns:a16="http://schemas.microsoft.com/office/drawing/2014/main" id="{94B5A431-B13D-4C25-B235-82574E516908}"/>
              </a:ext>
            </a:extLst>
          </p:cNvPr>
          <p:cNvCxnSpPr/>
          <p:nvPr/>
        </p:nvCxnSpPr>
        <p:spPr bwMode="auto">
          <a:xfrm>
            <a:off x="1784648" y="3429000"/>
            <a:ext cx="4120852" cy="576064"/>
          </a:xfrm>
          <a:prstGeom prst="straightConnector1">
            <a:avLst/>
          </a:prstGeom>
          <a:solidFill>
            <a:schemeClr val="accent1"/>
          </a:solidFill>
          <a:ln w="127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834014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Structure of a </a:t>
            </a:r>
            <a:r>
              <a:rPr lang="en-US" sz="1800" b="1" dirty="0" err="1"/>
              <a:t>xsl</a:t>
            </a:r>
            <a:r>
              <a:rPr lang="en-US" sz="1800" b="1" dirty="0"/>
              <a:t>-template file</a:t>
            </a: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xml</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encoding</a:t>
            </a:r>
            <a:r>
              <a:rPr lang="de-DE" dirty="0">
                <a:latin typeface="CordiaUPC" panose="020B0304020202020204" pitchFamily="34" charset="-34"/>
                <a:cs typeface="CordiaUPC" panose="020B0304020202020204" pitchFamily="34" charset="-34"/>
              </a:rPr>
              <a:t>="UTF-8"?&gt;</a:t>
            </a:r>
          </a:p>
          <a:p>
            <a:pPr lvl="1" indent="0">
              <a:buNone/>
            </a:pPr>
            <a:r>
              <a:rPr lang="de-DE" dirty="0">
                <a:latin typeface="CordiaUPC" panose="020B0304020202020204" pitchFamily="34" charset="-34"/>
                <a:cs typeface="CordiaUPC" panose="020B0304020202020204" pitchFamily="34" charset="-34"/>
              </a:rPr>
              <a:t>&lt;xsl:stylesheet   version="1.0„ xmlns:xsl="http://www.w3.org/1999/XSL/Transform"&gt;</a:t>
            </a:r>
          </a:p>
          <a:p>
            <a:pPr lvl="1" indent="0">
              <a:buNone/>
            </a:pPr>
            <a:r>
              <a:rPr lang="en-US" dirty="0">
                <a:latin typeface="CordiaUPC" panose="020B0304020202020204" pitchFamily="34" charset="-34"/>
                <a:cs typeface="CordiaUPC" panose="020B0304020202020204" pitchFamily="34" charset="-34"/>
              </a:rPr>
              <a:t>&lt;</a:t>
            </a:r>
            <a:r>
              <a:rPr lang="en-US" dirty="0" err="1">
                <a:latin typeface="CordiaUPC" panose="020B0304020202020204" pitchFamily="34" charset="-34"/>
                <a:cs typeface="CordiaUPC" panose="020B0304020202020204" pitchFamily="34" charset="-34"/>
              </a:rPr>
              <a:t>xsl:output</a:t>
            </a:r>
            <a:r>
              <a:rPr lang="en-US" dirty="0">
                <a:latin typeface="CordiaUPC" panose="020B0304020202020204" pitchFamily="34" charset="-34"/>
                <a:cs typeface="CordiaUPC" panose="020B0304020202020204" pitchFamily="34" charset="-34"/>
              </a:rPr>
              <a:t> method="xml" version="1.0" encoding="UTF-8" indent="yes"/&gt;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&lt;xsl:template match="/"&gt;</a:t>
            </a:r>
          </a:p>
          <a:p>
            <a:pPr lvl="1" indent="0">
              <a:buNone/>
            </a:pPr>
            <a:r>
              <a:rPr lang="de-DE" dirty="0">
                <a:latin typeface="CordiaUPC" panose="020B0304020202020204" pitchFamily="34" charset="-34"/>
                <a:cs typeface="CordiaUPC" panose="020B0304020202020204" pitchFamily="34" charset="-34"/>
              </a:rPr>
              <a:t>	…</a:t>
            </a: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&gt;</a:t>
            </a:r>
          </a:p>
          <a:p>
            <a:pPr lvl="1" indent="0">
              <a:buNone/>
            </a:pPr>
            <a:endParaRPr lang="de-DE" dirty="0">
              <a:latin typeface="CordiaUPC" panose="020B0304020202020204" pitchFamily="34" charset="-34"/>
              <a:cs typeface="CordiaUPC" panose="020B0304020202020204" pitchFamily="34" charset="-34"/>
            </a:endParaRPr>
          </a:p>
          <a:p>
            <a:pPr marL="471488" lvl="1" indent="-285750">
              <a:buFont typeface="Wingdings"/>
              <a:buChar char="è"/>
            </a:pPr>
            <a:r>
              <a:rPr lang="de-DE" dirty="0" err="1">
                <a:sym typeface="Wingdings" panose="05000000000000000000" pitchFamily="2" charset="2"/>
              </a:rPr>
              <a:t>Selects</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root</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XML-</a:t>
            </a:r>
            <a:r>
              <a:rPr lang="de-DE" dirty="0" err="1">
                <a:sym typeface="Wingdings" panose="05000000000000000000" pitchFamily="2" charset="2"/>
              </a:rPr>
              <a:t>Document</a:t>
            </a:r>
            <a:r>
              <a:rPr lang="de-DE" dirty="0">
                <a:sym typeface="Wingdings" panose="05000000000000000000" pitchFamily="2" charset="2"/>
              </a:rPr>
              <a:t> </a:t>
            </a:r>
          </a:p>
          <a:p>
            <a:pPr marL="471488" lvl="1" indent="-285750">
              <a:buFont typeface="Wingdings"/>
              <a:buChar char="è"/>
            </a:pPr>
            <a:endParaRPr lang="de-DE" dirty="0">
              <a:sym typeface="Wingdings" panose="05000000000000000000" pitchFamily="2" charset="2"/>
            </a:endParaRPr>
          </a:p>
          <a:p>
            <a:pPr marL="471488" lvl="1" indent="-285750">
              <a:buFont typeface="Wingdings"/>
              <a:buChar char="è"/>
            </a:pPr>
            <a:r>
              <a:rPr lang="de-DE" dirty="0">
                <a:sym typeface="Wingdings" panose="05000000000000000000" pitchFamily="2" charset="2"/>
              </a:rPr>
              <a:t>The </a:t>
            </a:r>
            <a:r>
              <a:rPr lang="de-DE" dirty="0" err="1">
                <a:sym typeface="Wingdings" panose="05000000000000000000" pitchFamily="2" charset="2"/>
              </a:rPr>
              <a:t>skeleton</a:t>
            </a:r>
            <a:r>
              <a:rPr lang="de-DE" dirty="0">
                <a:sym typeface="Wingdings" panose="05000000000000000000" pitchFamily="2" charset="2"/>
              </a:rPr>
              <a:t>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result</a:t>
            </a:r>
            <a:r>
              <a:rPr lang="de-DE" dirty="0">
                <a:sym typeface="Wingdings" panose="05000000000000000000" pitchFamily="2" charset="2"/>
              </a:rPr>
              <a:t> XML </a:t>
            </a:r>
            <a:r>
              <a:rPr lang="de-DE" dirty="0" err="1">
                <a:sym typeface="Wingdings" panose="05000000000000000000" pitchFamily="2" charset="2"/>
              </a:rPr>
              <a:t>is</a:t>
            </a:r>
            <a:r>
              <a:rPr lang="de-DE" dirty="0">
                <a:sym typeface="Wingdings" panose="05000000000000000000" pitchFamily="2" charset="2"/>
              </a:rPr>
              <a:t> in </a:t>
            </a:r>
            <a:r>
              <a:rPr lang="de-DE" dirty="0" err="1">
                <a:sym typeface="Wingdings" panose="05000000000000000000" pitchFamily="2" charset="2"/>
              </a:rPr>
              <a:t>this</a:t>
            </a:r>
            <a:r>
              <a:rPr lang="de-DE" dirty="0">
                <a:sym typeface="Wingdings" panose="05000000000000000000" pitchFamily="2" charset="2"/>
              </a:rPr>
              <a:t> </a:t>
            </a:r>
            <a:r>
              <a:rPr lang="de-DE" dirty="0" err="1">
                <a:sym typeface="Wingdings" panose="05000000000000000000" pitchFamily="2" charset="2"/>
              </a:rPr>
              <a:t>template</a:t>
            </a:r>
            <a:endParaRPr lang="de-DE" dirty="0">
              <a:sym typeface="Wingdings" panose="05000000000000000000" pitchFamily="2" charset="2"/>
            </a:endParaRPr>
          </a:p>
          <a:p>
            <a:pPr lvl="1" indent="0">
              <a:buNone/>
            </a:pPr>
            <a:endParaRPr lang="de-DE" dirty="0">
              <a:latin typeface="CordiaUPC" panose="020B0304020202020204" pitchFamily="34" charset="-34"/>
              <a:cs typeface="CordiaUPC" panose="020B0304020202020204" pitchFamily="34" charset="-34"/>
            </a:endParaRPr>
          </a:p>
          <a:p>
            <a:pPr marL="471488"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10</a:t>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sp>
        <p:nvSpPr>
          <p:cNvPr id="15" name="Textfeld 14"/>
          <p:cNvSpPr txBox="1"/>
          <p:nvPr/>
        </p:nvSpPr>
        <p:spPr>
          <a:xfrm>
            <a:off x="2216696" y="3673044"/>
            <a:ext cx="1794081" cy="400110"/>
          </a:xfrm>
          <a:prstGeom prst="rect">
            <a:avLst/>
          </a:prstGeom>
          <a:noFill/>
          <a:ln>
            <a:noFill/>
          </a:ln>
          <a:effectLst>
            <a:outerShdw blurRad="50800" dist="38100" dir="2700000" algn="tl" rotWithShape="0">
              <a:prstClr val="black">
                <a:alpha val="40000"/>
              </a:prstClr>
            </a:outerShdw>
          </a:effectLst>
        </p:spPr>
        <p:txBody>
          <a:bodyPr wrap="none" rtlCol="0">
            <a:spAutoFit/>
          </a:bodyPr>
          <a:lstStyle/>
          <a:p>
            <a:r>
              <a:rPr lang="en-US" dirty="0"/>
              <a:t>Main template</a:t>
            </a:r>
          </a:p>
        </p:txBody>
      </p:sp>
      <p:cxnSp>
        <p:nvCxnSpPr>
          <p:cNvPr id="18" name="Gerade Verbindung mit Pfeil 17"/>
          <p:cNvCxnSpPr/>
          <p:nvPr/>
        </p:nvCxnSpPr>
        <p:spPr bwMode="auto">
          <a:xfrm flipH="1" flipV="1">
            <a:off x="1568624" y="3673044"/>
            <a:ext cx="648073" cy="188004"/>
          </a:xfrm>
          <a:prstGeom prst="straightConnector1">
            <a:avLst/>
          </a:prstGeom>
          <a:solidFill>
            <a:schemeClr val="accent1"/>
          </a:solidFill>
          <a:ln w="127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777983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Structure of a </a:t>
            </a:r>
            <a:r>
              <a:rPr lang="en-US" sz="1800" b="1" dirty="0" err="1"/>
              <a:t>xsl</a:t>
            </a:r>
            <a:r>
              <a:rPr lang="en-US" sz="1800" b="1" dirty="0"/>
              <a:t>-template file</a:t>
            </a: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xml</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encoding</a:t>
            </a:r>
            <a:r>
              <a:rPr lang="de-DE" dirty="0">
                <a:latin typeface="CordiaUPC" panose="020B0304020202020204" pitchFamily="34" charset="-34"/>
                <a:cs typeface="CordiaUPC" panose="020B0304020202020204" pitchFamily="34" charset="-34"/>
              </a:rPr>
              <a:t>="UTF-8"?&gt;</a:t>
            </a:r>
          </a:p>
          <a:p>
            <a:pPr lvl="1" indent="0">
              <a:buNone/>
            </a:pPr>
            <a:r>
              <a:rPr lang="de-DE" dirty="0">
                <a:latin typeface="CordiaUPC" panose="020B0304020202020204" pitchFamily="34" charset="-34"/>
                <a:cs typeface="CordiaUPC" panose="020B0304020202020204" pitchFamily="34" charset="-34"/>
              </a:rPr>
              <a:t>&lt;xsl:stylesheet   version="1.0„ xmlns:xsl="http://www.w3.org/1999/XSL/Transform"&gt;</a:t>
            </a:r>
          </a:p>
          <a:p>
            <a:pPr lvl="1" indent="0">
              <a:buNone/>
            </a:pPr>
            <a:r>
              <a:rPr lang="en-US" dirty="0">
                <a:latin typeface="CordiaUPC" panose="020B0304020202020204" pitchFamily="34" charset="-34"/>
                <a:cs typeface="CordiaUPC" panose="020B0304020202020204" pitchFamily="34" charset="-34"/>
              </a:rPr>
              <a:t>&lt;</a:t>
            </a:r>
            <a:r>
              <a:rPr lang="en-US" dirty="0" err="1">
                <a:latin typeface="CordiaUPC" panose="020B0304020202020204" pitchFamily="34" charset="-34"/>
                <a:cs typeface="CordiaUPC" panose="020B0304020202020204" pitchFamily="34" charset="-34"/>
              </a:rPr>
              <a:t>xsl:output</a:t>
            </a:r>
            <a:r>
              <a:rPr lang="en-US" dirty="0">
                <a:latin typeface="CordiaUPC" panose="020B0304020202020204" pitchFamily="34" charset="-34"/>
                <a:cs typeface="CordiaUPC" panose="020B0304020202020204" pitchFamily="34" charset="-34"/>
              </a:rPr>
              <a:t> method="xml" version="1.0" encoding="UTF-8" indent="yes"/&gt;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match</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persons</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a:t>
            </a:r>
            <a:r>
              <a:rPr lang="de-DE" dirty="0">
                <a:latin typeface="CordiaUPC" panose="020B0304020202020204" pitchFamily="34" charset="-34"/>
                <a:cs typeface="CordiaUPC" panose="020B0304020202020204" pitchFamily="34" charset="-34"/>
              </a:rPr>
              <a:t>&gt;     </a:t>
            </a: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persons</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&gt;</a:t>
            </a:r>
          </a:p>
          <a:p>
            <a:pPr lvl="1" indent="0">
              <a:buNone/>
            </a:pPr>
            <a:endParaRPr lang="de-DE" dirty="0">
              <a:latin typeface="CordiaUPC" panose="020B0304020202020204" pitchFamily="34" charset="-34"/>
              <a:cs typeface="CordiaUPC" panose="020B0304020202020204" pitchFamily="34" charset="-34"/>
            </a:endParaRPr>
          </a:p>
          <a:p>
            <a:pPr marL="471488" lvl="1" indent="-285750">
              <a:buFont typeface="Wingdings"/>
              <a:buChar char="è"/>
            </a:pPr>
            <a:r>
              <a:rPr lang="de-DE" dirty="0" err="1">
                <a:sym typeface="Wingdings" panose="05000000000000000000" pitchFamily="2" charset="2"/>
              </a:rPr>
              <a:t>Selects</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root</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XML-</a:t>
            </a:r>
            <a:r>
              <a:rPr lang="de-DE" dirty="0" err="1">
                <a:sym typeface="Wingdings" panose="05000000000000000000" pitchFamily="2" charset="2"/>
              </a:rPr>
              <a:t>Document</a:t>
            </a:r>
            <a:r>
              <a:rPr lang="de-DE" dirty="0">
                <a:sym typeface="Wingdings" panose="05000000000000000000" pitchFamily="2" charset="2"/>
              </a:rPr>
              <a:t> </a:t>
            </a:r>
          </a:p>
          <a:p>
            <a:pPr marL="471488" lvl="1" indent="-285750">
              <a:buFont typeface="Wingdings"/>
              <a:buChar char="è"/>
            </a:pPr>
            <a:endParaRPr lang="de-DE" dirty="0">
              <a:sym typeface="Wingdings" panose="05000000000000000000" pitchFamily="2" charset="2"/>
            </a:endParaRPr>
          </a:p>
          <a:p>
            <a:pPr marL="471488" lvl="1" indent="-285750">
              <a:buFont typeface="Wingdings"/>
              <a:buChar char="è"/>
            </a:pPr>
            <a:r>
              <a:rPr lang="de-DE" dirty="0">
                <a:sym typeface="Wingdings" panose="05000000000000000000" pitchFamily="2" charset="2"/>
              </a:rPr>
              <a:t>The </a:t>
            </a:r>
            <a:r>
              <a:rPr lang="de-DE" dirty="0" err="1">
                <a:sym typeface="Wingdings" panose="05000000000000000000" pitchFamily="2" charset="2"/>
              </a:rPr>
              <a:t>skeleton</a:t>
            </a:r>
            <a:r>
              <a:rPr lang="de-DE" dirty="0">
                <a:sym typeface="Wingdings" panose="05000000000000000000" pitchFamily="2" charset="2"/>
              </a:rPr>
              <a:t>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result</a:t>
            </a:r>
            <a:r>
              <a:rPr lang="de-DE" dirty="0">
                <a:sym typeface="Wingdings" panose="05000000000000000000" pitchFamily="2" charset="2"/>
              </a:rPr>
              <a:t> XML </a:t>
            </a:r>
            <a:r>
              <a:rPr lang="de-DE" dirty="0" err="1">
                <a:sym typeface="Wingdings" panose="05000000000000000000" pitchFamily="2" charset="2"/>
              </a:rPr>
              <a:t>is</a:t>
            </a:r>
            <a:r>
              <a:rPr lang="de-DE" dirty="0">
                <a:sym typeface="Wingdings" panose="05000000000000000000" pitchFamily="2" charset="2"/>
              </a:rPr>
              <a:t> in </a:t>
            </a:r>
            <a:r>
              <a:rPr lang="de-DE" dirty="0" err="1">
                <a:sym typeface="Wingdings" panose="05000000000000000000" pitchFamily="2" charset="2"/>
              </a:rPr>
              <a:t>this</a:t>
            </a:r>
            <a:r>
              <a:rPr lang="de-DE" dirty="0">
                <a:sym typeface="Wingdings" panose="05000000000000000000" pitchFamily="2" charset="2"/>
              </a:rPr>
              <a:t> </a:t>
            </a:r>
            <a:r>
              <a:rPr lang="de-DE" dirty="0" err="1">
                <a:sym typeface="Wingdings" panose="05000000000000000000" pitchFamily="2" charset="2"/>
              </a:rPr>
              <a:t>template</a:t>
            </a:r>
            <a:endParaRPr lang="de-DE" dirty="0">
              <a:sym typeface="Wingdings" panose="05000000000000000000" pitchFamily="2" charset="2"/>
            </a:endParaRPr>
          </a:p>
          <a:p>
            <a:pPr lvl="1" indent="0">
              <a:buNone/>
            </a:pPr>
            <a:endParaRPr lang="de-DE" dirty="0">
              <a:latin typeface="CordiaUPC" panose="020B0304020202020204" pitchFamily="34" charset="-34"/>
              <a:cs typeface="CordiaUPC" panose="020B0304020202020204" pitchFamily="34" charset="-34"/>
            </a:endParaRPr>
          </a:p>
          <a:p>
            <a:pPr marL="471488"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11</a:t>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spTree>
    <p:extLst>
      <p:ext uri="{BB962C8B-B14F-4D97-AF65-F5344CB8AC3E}">
        <p14:creationId xmlns:p14="http://schemas.microsoft.com/office/powerpoint/2010/main" val="1997577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Structure of a </a:t>
            </a:r>
            <a:r>
              <a:rPr lang="en-US" sz="1800" b="1" dirty="0" err="1"/>
              <a:t>xsl</a:t>
            </a:r>
            <a:r>
              <a:rPr lang="en-US" sz="1800" b="1" dirty="0"/>
              <a:t>-template file</a:t>
            </a: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endParaRPr lang="en-US" sz="1800"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xml</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encoding</a:t>
            </a:r>
            <a:r>
              <a:rPr lang="de-DE" dirty="0">
                <a:latin typeface="CordiaUPC" panose="020B0304020202020204" pitchFamily="34" charset="-34"/>
                <a:cs typeface="CordiaUPC" panose="020B0304020202020204" pitchFamily="34" charset="-34"/>
              </a:rPr>
              <a:t>="UTF-8"?&gt;</a:t>
            </a: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version</a:t>
            </a:r>
            <a:r>
              <a:rPr lang="de-DE" dirty="0">
                <a:latin typeface="CordiaUPC" panose="020B0304020202020204" pitchFamily="34" charset="-34"/>
                <a:cs typeface="CordiaUPC" panose="020B0304020202020204" pitchFamily="34" charset="-34"/>
              </a:rPr>
              <a:t>="1.0„ </a:t>
            </a:r>
            <a:r>
              <a:rPr lang="de-DE" dirty="0" err="1">
                <a:latin typeface="CordiaUPC" panose="020B0304020202020204" pitchFamily="34" charset="-34"/>
                <a:cs typeface="CordiaUPC" panose="020B0304020202020204" pitchFamily="34" charset="-34"/>
              </a:rPr>
              <a:t>xmlns:xsl</a:t>
            </a:r>
            <a:r>
              <a:rPr lang="de-DE" dirty="0">
                <a:latin typeface="CordiaUPC" panose="020B0304020202020204" pitchFamily="34" charset="-34"/>
                <a:cs typeface="CordiaUPC" panose="020B0304020202020204" pitchFamily="34" charset="-34"/>
              </a:rPr>
              <a:t>="http://www.w3.org/1999/XSL/Transform"&gt;</a:t>
            </a:r>
          </a:p>
          <a:p>
            <a:pPr lvl="1" indent="0">
              <a:buNone/>
            </a:pPr>
            <a:r>
              <a:rPr lang="en-US" dirty="0">
                <a:latin typeface="CordiaUPC" panose="020B0304020202020204" pitchFamily="34" charset="-34"/>
                <a:cs typeface="CordiaUPC" panose="020B0304020202020204" pitchFamily="34" charset="-34"/>
              </a:rPr>
              <a:t>&lt;</a:t>
            </a:r>
            <a:r>
              <a:rPr lang="en-US" dirty="0" err="1">
                <a:latin typeface="CordiaUPC" panose="020B0304020202020204" pitchFamily="34" charset="-34"/>
                <a:cs typeface="CordiaUPC" panose="020B0304020202020204" pitchFamily="34" charset="-34"/>
              </a:rPr>
              <a:t>xsl:output</a:t>
            </a:r>
            <a:r>
              <a:rPr lang="en-US" dirty="0">
                <a:latin typeface="CordiaUPC" panose="020B0304020202020204" pitchFamily="34" charset="-34"/>
                <a:cs typeface="CordiaUPC" panose="020B0304020202020204" pitchFamily="34" charset="-34"/>
              </a:rPr>
              <a:t> method="xml" version="1.0" encoding="UTF-8" indent="yes"/&gt;</a:t>
            </a:r>
            <a:endParaRPr lang="de-DE" dirty="0">
              <a:latin typeface="CordiaUPC" panose="020B0304020202020204" pitchFamily="34" charset="-34"/>
              <a:cs typeface="CordiaUPC" panose="020B0304020202020204" pitchFamily="34" charset="-34"/>
            </a:endParaRPr>
          </a:p>
          <a:p>
            <a:pPr lvl="1" indent="0">
              <a:buNone/>
            </a:pPr>
            <a:r>
              <a:rPr lang="de-DE" dirty="0">
                <a:latin typeface="CordiaUPC" panose="020B0304020202020204" pitchFamily="34" charset="-34"/>
                <a:cs typeface="CordiaUPC" panose="020B0304020202020204" pitchFamily="34" charset="-34"/>
              </a:rPr>
              <a:t>&lt;xsl:template match="/"&gt;</a:t>
            </a: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persons</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a:t>
            </a:r>
            <a:r>
              <a:rPr lang="de-DE" dirty="0">
                <a:latin typeface="CordiaUPC" panose="020B0304020202020204" pitchFamily="34" charset="-34"/>
                <a:cs typeface="CordiaUPC" panose="020B0304020202020204" pitchFamily="34" charset="-34"/>
              </a:rPr>
              <a:t>&gt;     </a:t>
            </a: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persons</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xsl:template</a:t>
            </a:r>
            <a:r>
              <a:rPr lang="de-DE" dirty="0">
                <a:latin typeface="CordiaUPC" panose="020B0304020202020204" pitchFamily="34" charset="-34"/>
                <a:cs typeface="CordiaUPC" panose="020B0304020202020204" pitchFamily="34" charset="-34"/>
              </a:rPr>
              <a:t>&gt;</a:t>
            </a:r>
          </a:p>
          <a:p>
            <a:pPr lvl="1"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xsl:stylesheet</a:t>
            </a:r>
            <a:r>
              <a:rPr lang="de-DE" dirty="0">
                <a:latin typeface="CordiaUPC" panose="020B0304020202020204" pitchFamily="34" charset="-34"/>
                <a:cs typeface="CordiaUPC" panose="020B0304020202020204" pitchFamily="34" charset="-34"/>
              </a:rPr>
              <a:t>&gt;</a:t>
            </a:r>
          </a:p>
          <a:p>
            <a:pPr lvl="1" indent="0">
              <a:buNone/>
            </a:pPr>
            <a:endParaRPr lang="de-DE" dirty="0">
              <a:latin typeface="CordiaUPC" panose="020B0304020202020204" pitchFamily="34" charset="-34"/>
              <a:cs typeface="CordiaUPC" panose="020B0304020202020204" pitchFamily="34" charset="-34"/>
            </a:endParaRPr>
          </a:p>
          <a:p>
            <a:pPr marL="471488" lvl="1" indent="-285750">
              <a:buFont typeface="Wingdings"/>
              <a:buChar char="è"/>
            </a:pPr>
            <a:r>
              <a:rPr lang="de-DE" dirty="0" err="1">
                <a:sym typeface="Wingdings" panose="05000000000000000000" pitchFamily="2" charset="2"/>
              </a:rPr>
              <a:t>Selects</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root</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XML-</a:t>
            </a:r>
            <a:r>
              <a:rPr lang="de-DE" dirty="0" err="1">
                <a:sym typeface="Wingdings" panose="05000000000000000000" pitchFamily="2" charset="2"/>
              </a:rPr>
              <a:t>Document</a:t>
            </a:r>
            <a:r>
              <a:rPr lang="de-DE" dirty="0">
                <a:sym typeface="Wingdings" panose="05000000000000000000" pitchFamily="2" charset="2"/>
              </a:rPr>
              <a:t> </a:t>
            </a:r>
          </a:p>
          <a:p>
            <a:pPr marL="471488" lvl="1" indent="-285750">
              <a:buFont typeface="Wingdings"/>
              <a:buChar char="è"/>
            </a:pPr>
            <a:endParaRPr lang="de-DE" dirty="0">
              <a:sym typeface="Wingdings" panose="05000000000000000000" pitchFamily="2" charset="2"/>
            </a:endParaRPr>
          </a:p>
          <a:p>
            <a:pPr marL="471488" lvl="1" indent="-285750">
              <a:buFont typeface="Wingdings"/>
              <a:buChar char="è"/>
            </a:pPr>
            <a:r>
              <a:rPr lang="de-DE" dirty="0">
                <a:sym typeface="Wingdings" panose="05000000000000000000" pitchFamily="2" charset="2"/>
              </a:rPr>
              <a:t>The </a:t>
            </a:r>
            <a:r>
              <a:rPr lang="de-DE" dirty="0" err="1">
                <a:sym typeface="Wingdings" panose="05000000000000000000" pitchFamily="2" charset="2"/>
              </a:rPr>
              <a:t>skeleton</a:t>
            </a:r>
            <a:r>
              <a:rPr lang="de-DE" dirty="0">
                <a:sym typeface="Wingdings" panose="05000000000000000000" pitchFamily="2" charset="2"/>
              </a:rPr>
              <a:t>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result</a:t>
            </a:r>
            <a:r>
              <a:rPr lang="de-DE" dirty="0">
                <a:sym typeface="Wingdings" panose="05000000000000000000" pitchFamily="2" charset="2"/>
              </a:rPr>
              <a:t> XML </a:t>
            </a:r>
            <a:r>
              <a:rPr lang="de-DE" dirty="0" err="1">
                <a:sym typeface="Wingdings" panose="05000000000000000000" pitchFamily="2" charset="2"/>
              </a:rPr>
              <a:t>is</a:t>
            </a:r>
            <a:r>
              <a:rPr lang="de-DE" dirty="0">
                <a:sym typeface="Wingdings" panose="05000000000000000000" pitchFamily="2" charset="2"/>
              </a:rPr>
              <a:t> in </a:t>
            </a:r>
            <a:r>
              <a:rPr lang="de-DE" dirty="0" err="1">
                <a:sym typeface="Wingdings" panose="05000000000000000000" pitchFamily="2" charset="2"/>
              </a:rPr>
              <a:t>this</a:t>
            </a:r>
            <a:r>
              <a:rPr lang="de-DE" dirty="0">
                <a:sym typeface="Wingdings" panose="05000000000000000000" pitchFamily="2" charset="2"/>
              </a:rPr>
              <a:t> </a:t>
            </a:r>
            <a:r>
              <a:rPr lang="de-DE" dirty="0" err="1">
                <a:sym typeface="Wingdings" panose="05000000000000000000" pitchFamily="2" charset="2"/>
              </a:rPr>
              <a:t>template</a:t>
            </a:r>
            <a:endParaRPr lang="de-DE" dirty="0">
              <a:sym typeface="Wingdings" panose="05000000000000000000" pitchFamily="2" charset="2"/>
            </a:endParaRPr>
          </a:p>
          <a:p>
            <a:pPr lvl="1" indent="0">
              <a:buNone/>
            </a:pPr>
            <a:endParaRPr lang="de-DE" dirty="0">
              <a:latin typeface="CordiaUPC" panose="020B0304020202020204" pitchFamily="34" charset="-34"/>
              <a:cs typeface="CordiaUPC" panose="020B0304020202020204" pitchFamily="34" charset="-34"/>
            </a:endParaRPr>
          </a:p>
          <a:p>
            <a:pPr marL="471488"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12</a:t>
            </a:fld>
            <a:endParaRPr lang="de-DE"/>
          </a:p>
        </p:txBody>
      </p:sp>
      <p:sp>
        <p:nvSpPr>
          <p:cNvPr id="5" name="Titel 4"/>
          <p:cNvSpPr>
            <a:spLocks noGrp="1"/>
          </p:cNvSpPr>
          <p:nvPr>
            <p:ph type="title"/>
          </p:nvPr>
        </p:nvSpPr>
        <p:spPr/>
        <p:txBody>
          <a:bodyPr/>
          <a:lstStyle/>
          <a:p>
            <a:r>
              <a:rPr lang="en-US" noProof="0" dirty="0"/>
              <a:t>Structure</a:t>
            </a:r>
            <a:br>
              <a:rPr lang="en-US" noProof="0" dirty="0"/>
            </a:br>
            <a:endParaRPr lang="en-US" noProof="0" dirty="0"/>
          </a:p>
        </p:txBody>
      </p:sp>
      <p:sp>
        <p:nvSpPr>
          <p:cNvPr id="6" name="Textplatzhalter 15"/>
          <p:cNvSpPr txBox="1">
            <a:spLocks/>
          </p:cNvSpPr>
          <p:nvPr/>
        </p:nvSpPr>
        <p:spPr bwMode="auto">
          <a:xfrm>
            <a:off x="6393160" y="2428379"/>
            <a:ext cx="2808312" cy="3016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1600">
                <a:solidFill>
                  <a:schemeClr val="tx1"/>
                </a:solidFill>
                <a:latin typeface="+mn-lt"/>
                <a:ea typeface="+mn-ea"/>
                <a:cs typeface="+mn-cs"/>
              </a:defRPr>
            </a:lvl1pPr>
            <a:lvl2pPr marL="185738" indent="-184150" algn="l" rtl="0" eaLnBrk="0" fontAlgn="base" hangingPunct="0">
              <a:spcBef>
                <a:spcPct val="0"/>
              </a:spcBef>
              <a:spcAft>
                <a:spcPct val="0"/>
              </a:spcAft>
              <a:buClr>
                <a:srgbClr val="FF0000"/>
              </a:buClr>
              <a:buSzPct val="85000"/>
              <a:buFont typeface="Wingdings"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513" indent="-184150" algn="l" rtl="0" eaLnBrk="0" fontAlgn="base" hangingPunct="0">
              <a:spcBef>
                <a:spcPct val="0"/>
              </a:spcBef>
              <a:spcAft>
                <a:spcPct val="0"/>
              </a:spcAft>
              <a:buClr>
                <a:srgbClr val="FF0000"/>
              </a:buClr>
              <a:buFont typeface="Wingdings" pitchFamily="2" charset="2"/>
              <a:buChar char="§"/>
              <a:defRPr sz="1600">
                <a:solidFill>
                  <a:schemeClr val="tx1"/>
                </a:solidFill>
                <a:latin typeface="+mn-lt"/>
              </a:defRPr>
            </a:lvl4pPr>
            <a:lvl5pPr marL="728663" indent="-182563" algn="l" rtl="0" eaLnBrk="0" fontAlgn="base" hangingPunct="0">
              <a:spcBef>
                <a:spcPct val="0"/>
              </a:spcBef>
              <a:spcAft>
                <a:spcPct val="0"/>
              </a:spcAft>
              <a:buClr>
                <a:srgbClr val="FF0000"/>
              </a:buClr>
              <a:buChar char="–"/>
              <a:defRPr sz="1600">
                <a:solidFill>
                  <a:schemeClr val="tx1"/>
                </a:solidFill>
                <a:latin typeface="+mn-lt"/>
              </a:defRPr>
            </a:lvl5pPr>
            <a:lvl6pPr marL="1185863" indent="-182563" algn="l" rtl="0" eaLnBrk="0" fontAlgn="base" hangingPunct="0">
              <a:spcBef>
                <a:spcPct val="0"/>
              </a:spcBef>
              <a:spcAft>
                <a:spcPct val="0"/>
              </a:spcAft>
              <a:buClr>
                <a:srgbClr val="FF0000"/>
              </a:buClr>
              <a:buChar char="–"/>
              <a:defRPr sz="1600">
                <a:solidFill>
                  <a:schemeClr val="tx1"/>
                </a:solidFill>
                <a:latin typeface="+mn-lt"/>
              </a:defRPr>
            </a:lvl6pPr>
            <a:lvl7pPr marL="1643063" indent="-182563" algn="l" rtl="0" eaLnBrk="0" fontAlgn="base" hangingPunct="0">
              <a:spcBef>
                <a:spcPct val="0"/>
              </a:spcBef>
              <a:spcAft>
                <a:spcPct val="0"/>
              </a:spcAft>
              <a:buClr>
                <a:srgbClr val="FF0000"/>
              </a:buClr>
              <a:buChar char="–"/>
              <a:defRPr sz="1600">
                <a:solidFill>
                  <a:schemeClr val="tx1"/>
                </a:solidFill>
                <a:latin typeface="+mn-lt"/>
              </a:defRPr>
            </a:lvl7pPr>
            <a:lvl8pPr marL="2100263" indent="-182563" algn="l" rtl="0" eaLnBrk="0" fontAlgn="base" hangingPunct="0">
              <a:spcBef>
                <a:spcPct val="0"/>
              </a:spcBef>
              <a:spcAft>
                <a:spcPct val="0"/>
              </a:spcAft>
              <a:buClr>
                <a:srgbClr val="FF0000"/>
              </a:buClr>
              <a:buChar char="–"/>
              <a:defRPr sz="1600">
                <a:solidFill>
                  <a:schemeClr val="tx1"/>
                </a:solidFill>
                <a:latin typeface="+mn-lt"/>
              </a:defRPr>
            </a:lvl8pPr>
            <a:lvl9pPr marL="2557463" indent="-182563" algn="l" rtl="0" eaLnBrk="0" fontAlgn="base" hangingPunct="0">
              <a:spcBef>
                <a:spcPct val="0"/>
              </a:spcBef>
              <a:spcAft>
                <a:spcPct val="0"/>
              </a:spcAft>
              <a:buClr>
                <a:srgbClr val="FF0000"/>
              </a:buClr>
              <a:buChar char="–"/>
              <a:defRPr sz="1600">
                <a:solidFill>
                  <a:schemeClr val="tx1"/>
                </a:solidFill>
                <a:latin typeface="+mn-lt"/>
              </a:defRPr>
            </a:lvl9pPr>
          </a:lstStyle>
          <a:p>
            <a:endParaRPr lang="en-US" sz="1800" kern="0" dirty="0">
              <a:latin typeface="CordiaUPC" panose="020B0304020202020204" pitchFamily="34" charset="-34"/>
              <a:cs typeface="CordiaUPC" panose="020B0304020202020204" pitchFamily="34" charset="-34"/>
            </a:endParaRPr>
          </a:p>
          <a:p>
            <a:endParaRPr lang="en-US" sz="1800" kern="0" dirty="0">
              <a:latin typeface="CordiaUPC" panose="020B0304020202020204" pitchFamily="34" charset="-34"/>
              <a:cs typeface="CordiaUPC" panose="020B0304020202020204" pitchFamily="34" charset="-34"/>
            </a:endParaRPr>
          </a:p>
          <a:p>
            <a:endParaRPr lang="en-US" sz="1800" kern="0" dirty="0">
              <a:latin typeface="CordiaUPC" panose="020B0304020202020204" pitchFamily="34" charset="-34"/>
              <a:cs typeface="CordiaUPC" panose="020B0304020202020204" pitchFamily="34" charset="-34"/>
            </a:endParaRPr>
          </a:p>
          <a:p>
            <a:pPr lvl="1" indent="0">
              <a:buFont typeface="Wingdings" pitchFamily="2" charset="2"/>
              <a:buNone/>
            </a:pPr>
            <a:r>
              <a:rPr lang="de-DE" kern="0" dirty="0">
                <a:latin typeface="CordiaUPC" panose="020B0304020202020204" pitchFamily="34" charset="-34"/>
                <a:cs typeface="CordiaUPC" panose="020B0304020202020204" pitchFamily="34" charset="-34"/>
              </a:rPr>
              <a:t>&lt;?</a:t>
            </a:r>
            <a:r>
              <a:rPr lang="de-DE" kern="0" dirty="0" err="1">
                <a:latin typeface="CordiaUPC" panose="020B0304020202020204" pitchFamily="34" charset="-34"/>
                <a:cs typeface="CordiaUPC" panose="020B0304020202020204" pitchFamily="34" charset="-34"/>
              </a:rPr>
              <a:t>xml</a:t>
            </a:r>
            <a:r>
              <a:rPr lang="de-DE" kern="0" dirty="0">
                <a:latin typeface="CordiaUPC" panose="020B0304020202020204" pitchFamily="34" charset="-34"/>
                <a:cs typeface="CordiaUPC" panose="020B0304020202020204" pitchFamily="34" charset="-34"/>
              </a:rPr>
              <a:t> </a:t>
            </a:r>
            <a:r>
              <a:rPr lang="de-DE" kern="0" dirty="0" err="1">
                <a:latin typeface="CordiaUPC" panose="020B0304020202020204" pitchFamily="34" charset="-34"/>
                <a:cs typeface="CordiaUPC" panose="020B0304020202020204" pitchFamily="34" charset="-34"/>
              </a:rPr>
              <a:t>version</a:t>
            </a:r>
            <a:r>
              <a:rPr lang="de-DE" kern="0" dirty="0">
                <a:latin typeface="CordiaUPC" panose="020B0304020202020204" pitchFamily="34" charset="-34"/>
                <a:cs typeface="CordiaUPC" panose="020B0304020202020204" pitchFamily="34" charset="-34"/>
              </a:rPr>
              <a:t>="1.0" </a:t>
            </a:r>
            <a:r>
              <a:rPr lang="de-DE" kern="0" dirty="0" err="1">
                <a:latin typeface="CordiaUPC" panose="020B0304020202020204" pitchFamily="34" charset="-34"/>
                <a:cs typeface="CordiaUPC" panose="020B0304020202020204" pitchFamily="34" charset="-34"/>
              </a:rPr>
              <a:t>encoding</a:t>
            </a:r>
            <a:r>
              <a:rPr lang="de-DE" kern="0" dirty="0">
                <a:latin typeface="CordiaUPC" panose="020B0304020202020204" pitchFamily="34" charset="-34"/>
                <a:cs typeface="CordiaUPC" panose="020B0304020202020204" pitchFamily="34" charset="-34"/>
              </a:rPr>
              <a:t>="UTF-8"?&gt;</a:t>
            </a:r>
          </a:p>
          <a:p>
            <a:pPr lvl="1" indent="0">
              <a:buFont typeface="Wingdings" pitchFamily="2" charset="2"/>
              <a:buNone/>
            </a:pPr>
            <a:r>
              <a:rPr lang="de-DE" kern="0" dirty="0">
                <a:latin typeface="CordiaUPC" panose="020B0304020202020204" pitchFamily="34" charset="-34"/>
                <a:cs typeface="CordiaUPC" panose="020B0304020202020204" pitchFamily="34" charset="-34"/>
              </a:rPr>
              <a:t>&lt;</a:t>
            </a:r>
            <a:r>
              <a:rPr lang="de-DE" kern="0" dirty="0" err="1">
                <a:latin typeface="CordiaUPC" panose="020B0304020202020204" pitchFamily="34" charset="-34"/>
                <a:cs typeface="CordiaUPC" panose="020B0304020202020204" pitchFamily="34" charset="-34"/>
              </a:rPr>
              <a:t>persons</a:t>
            </a:r>
            <a:r>
              <a:rPr lang="de-DE" kern="0" dirty="0">
                <a:latin typeface="CordiaUPC" panose="020B0304020202020204" pitchFamily="34" charset="-34"/>
                <a:cs typeface="CordiaUPC" panose="020B0304020202020204" pitchFamily="34" charset="-34"/>
              </a:rPr>
              <a:t>&gt;</a:t>
            </a:r>
          </a:p>
          <a:p>
            <a:pPr lvl="1" indent="0">
              <a:buFont typeface="Wingdings" pitchFamily="2" charset="2"/>
              <a:buNone/>
            </a:pPr>
            <a:r>
              <a:rPr lang="de-DE" kern="0" dirty="0">
                <a:latin typeface="CordiaUPC" panose="020B0304020202020204" pitchFamily="34" charset="-34"/>
                <a:cs typeface="CordiaUPC" panose="020B0304020202020204" pitchFamily="34" charset="-34"/>
              </a:rPr>
              <a:t>      &lt;</a:t>
            </a:r>
            <a:r>
              <a:rPr lang="de-DE" kern="0" dirty="0" err="1">
                <a:latin typeface="CordiaUPC" panose="020B0304020202020204" pitchFamily="34" charset="-34"/>
                <a:cs typeface="CordiaUPC" panose="020B0304020202020204" pitchFamily="34" charset="-34"/>
              </a:rPr>
              <a:t>person</a:t>
            </a:r>
            <a:r>
              <a:rPr lang="de-DE" kern="0" dirty="0">
                <a:latin typeface="CordiaUPC" panose="020B0304020202020204" pitchFamily="34" charset="-34"/>
                <a:cs typeface="CordiaUPC" panose="020B0304020202020204" pitchFamily="34" charset="-34"/>
              </a:rPr>
              <a:t>&gt;     </a:t>
            </a:r>
          </a:p>
          <a:p>
            <a:pPr lvl="1" indent="0">
              <a:buFont typeface="Wingdings" pitchFamily="2" charset="2"/>
              <a:buNone/>
            </a:pPr>
            <a:r>
              <a:rPr lang="de-DE" kern="0" dirty="0">
                <a:latin typeface="CordiaUPC" panose="020B0304020202020204" pitchFamily="34" charset="-34"/>
                <a:cs typeface="CordiaUPC" panose="020B0304020202020204" pitchFamily="34" charset="-34"/>
              </a:rPr>
              <a:t>      &lt;/</a:t>
            </a:r>
            <a:r>
              <a:rPr lang="de-DE" kern="0" dirty="0" err="1">
                <a:latin typeface="CordiaUPC" panose="020B0304020202020204" pitchFamily="34" charset="-34"/>
                <a:cs typeface="CordiaUPC" panose="020B0304020202020204" pitchFamily="34" charset="-34"/>
              </a:rPr>
              <a:t>person</a:t>
            </a:r>
            <a:r>
              <a:rPr lang="de-DE" kern="0" dirty="0">
                <a:latin typeface="CordiaUPC" panose="020B0304020202020204" pitchFamily="34" charset="-34"/>
                <a:cs typeface="CordiaUPC" panose="020B0304020202020204" pitchFamily="34" charset="-34"/>
              </a:rPr>
              <a:t>&gt;</a:t>
            </a:r>
          </a:p>
          <a:p>
            <a:pPr lvl="1" indent="0">
              <a:buFont typeface="Wingdings" pitchFamily="2" charset="2"/>
              <a:buNone/>
            </a:pPr>
            <a:r>
              <a:rPr lang="de-DE" kern="0" dirty="0">
                <a:latin typeface="CordiaUPC" panose="020B0304020202020204" pitchFamily="34" charset="-34"/>
                <a:cs typeface="CordiaUPC" panose="020B0304020202020204" pitchFamily="34" charset="-34"/>
              </a:rPr>
              <a:t> &lt;/</a:t>
            </a:r>
            <a:r>
              <a:rPr lang="de-DE" kern="0" dirty="0" err="1">
                <a:latin typeface="CordiaUPC" panose="020B0304020202020204" pitchFamily="34" charset="-34"/>
                <a:cs typeface="CordiaUPC" panose="020B0304020202020204" pitchFamily="34" charset="-34"/>
              </a:rPr>
              <a:t>persons</a:t>
            </a:r>
            <a:r>
              <a:rPr lang="de-DE" kern="0" dirty="0">
                <a:latin typeface="CordiaUPC" panose="020B0304020202020204" pitchFamily="34" charset="-34"/>
                <a:cs typeface="CordiaUPC" panose="020B0304020202020204" pitchFamily="34" charset="-34"/>
              </a:rPr>
              <a:t>&gt;</a:t>
            </a:r>
          </a:p>
          <a:p>
            <a:pPr marL="471488" lvl="1" indent="-285750">
              <a:buFontTx/>
              <a:buChar char="-"/>
            </a:pPr>
            <a:endParaRPr lang="de-DE" i="1" kern="0" dirty="0"/>
          </a:p>
          <a:p>
            <a:endParaRPr lang="de-DE" kern="0" dirty="0"/>
          </a:p>
        </p:txBody>
      </p:sp>
      <p:sp>
        <p:nvSpPr>
          <p:cNvPr id="2" name="Geschweifte Klammer rechts 1"/>
          <p:cNvSpPr/>
          <p:nvPr/>
        </p:nvSpPr>
        <p:spPr bwMode="auto">
          <a:xfrm>
            <a:off x="5673080" y="2708920"/>
            <a:ext cx="648072" cy="2448272"/>
          </a:xfrm>
          <a:prstGeom prst="rightBrace">
            <a:avLst/>
          </a:prstGeom>
          <a:solidFill>
            <a:schemeClr val="bg1"/>
          </a:solidFill>
          <a:ln w="12700" cap="flat" cmpd="sng" algn="ctr">
            <a:solidFill>
              <a:schemeClr val="tx1"/>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DB Office" pitchFamily="34" charset="0"/>
            </a:endParaRPr>
          </a:p>
        </p:txBody>
      </p:sp>
    </p:spTree>
    <p:extLst>
      <p:ext uri="{BB962C8B-B14F-4D97-AF65-F5344CB8AC3E}">
        <p14:creationId xmlns:p14="http://schemas.microsoft.com/office/powerpoint/2010/main" val="18425382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1676190" y="1700807"/>
            <a:ext cx="4752975" cy="4897437"/>
          </a:xfrm>
        </p:spPr>
        <p:txBody>
          <a:bodyPr/>
          <a:lstStyle/>
          <a:p>
            <a:r>
              <a:rPr lang="en-US" sz="1800" b="1" dirty="0"/>
              <a:t>Vocabulary of a </a:t>
            </a:r>
            <a:r>
              <a:rPr lang="en-US" sz="1800" b="1" dirty="0" err="1"/>
              <a:t>xsl</a:t>
            </a:r>
            <a:endParaRPr lang="en-US" sz="1800" b="1" dirty="0"/>
          </a:p>
          <a:p>
            <a:pPr marL="471488" lvl="1" indent="-285750"/>
            <a:r>
              <a:rPr lang="de-DE" sz="2000" dirty="0">
                <a:latin typeface="CordiaUPC" panose="020B0304020202020204" pitchFamily="34" charset="-34"/>
                <a:cs typeface="CordiaUPC" panose="020B0304020202020204" pitchFamily="34" charset="-34"/>
              </a:rPr>
              <a:t>Core</a:t>
            </a:r>
          </a:p>
          <a:p>
            <a:pPr marL="644525" lvl="2" indent="-285750"/>
            <a:r>
              <a:rPr lang="de-DE" sz="2000" dirty="0" err="1">
                <a:latin typeface="CordiaUPC" panose="020B0304020202020204" pitchFamily="34" charset="-34"/>
                <a:cs typeface="CordiaUPC" panose="020B0304020202020204" pitchFamily="34" charset="-34"/>
              </a:rPr>
              <a:t>xsl:element</a:t>
            </a:r>
            <a:r>
              <a:rPr lang="de-DE" sz="2000" dirty="0">
                <a:latin typeface="CordiaUPC" panose="020B0304020202020204" pitchFamily="34" charset="-34"/>
                <a:cs typeface="CordiaUPC" panose="020B0304020202020204" pitchFamily="34" charset="-34"/>
              </a:rPr>
              <a:t>	</a:t>
            </a:r>
          </a:p>
          <a:p>
            <a:pPr marL="644525" lvl="2" indent="-285750"/>
            <a:r>
              <a:rPr lang="de-DE" sz="2000" dirty="0" err="1">
                <a:latin typeface="CordiaUPC" panose="020B0304020202020204" pitchFamily="34" charset="-34"/>
                <a:cs typeface="CordiaUPC" panose="020B0304020202020204" pitchFamily="34" charset="-34"/>
              </a:rPr>
              <a:t>xsl:attribute</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xsl:text</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xsl:value-of</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xsl:variable</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xsl:copy</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xsl:decimal-format</a:t>
            </a:r>
            <a:endParaRPr lang="de-DE" sz="2000" dirty="0">
              <a:latin typeface="CordiaUPC" panose="020B0304020202020204" pitchFamily="34" charset="-34"/>
              <a:cs typeface="CordiaUPC" panose="020B0304020202020204" pitchFamily="34" charset="-34"/>
            </a:endParaRPr>
          </a:p>
          <a:p>
            <a:pPr marL="471488" lvl="1" indent="-285750"/>
            <a:r>
              <a:rPr lang="de-DE" sz="2000" dirty="0">
                <a:latin typeface="CordiaUPC" panose="020B0304020202020204" pitchFamily="34" charset="-34"/>
                <a:cs typeface="CordiaUPC" panose="020B0304020202020204" pitchFamily="34" charset="-34"/>
              </a:rPr>
              <a:t>Loop</a:t>
            </a:r>
          </a:p>
          <a:p>
            <a:pPr marL="644525" lvl="2" indent="-285750"/>
            <a:r>
              <a:rPr lang="de-DE" sz="2000" dirty="0" err="1">
                <a:latin typeface="CordiaUPC" panose="020B0304020202020204" pitchFamily="34" charset="-34"/>
                <a:cs typeface="CordiaUPC" panose="020B0304020202020204" pitchFamily="34" charset="-34"/>
              </a:rPr>
              <a:t>xsl:for-each</a:t>
            </a:r>
            <a:endParaRPr lang="de-DE" sz="2000" dirty="0">
              <a:latin typeface="CordiaUPC" panose="020B0304020202020204" pitchFamily="34" charset="-34"/>
              <a:cs typeface="CordiaUPC" panose="020B0304020202020204" pitchFamily="34" charset="-34"/>
            </a:endParaRPr>
          </a:p>
          <a:p>
            <a:pPr marL="644525" lvl="2" indent="-285750"/>
            <a:r>
              <a:rPr lang="de-DE" sz="2000" dirty="0" err="1">
                <a:latin typeface="CordiaUPC" panose="020B0304020202020204" pitchFamily="34" charset="-34"/>
                <a:cs typeface="CordiaUPC" panose="020B0304020202020204" pitchFamily="34" charset="-34"/>
              </a:rPr>
              <a:t>xsl:sort</a:t>
            </a:r>
            <a:endParaRPr lang="de-DE" sz="2000" dirty="0">
              <a:latin typeface="CordiaUPC" panose="020B0304020202020204" pitchFamily="34" charset="-34"/>
              <a:cs typeface="CordiaUPC" panose="020B0304020202020204" pitchFamily="34" charset="-34"/>
            </a:endParaRPr>
          </a:p>
          <a:p>
            <a:pPr marL="644525" lvl="2" indent="-285750"/>
            <a:endParaRPr lang="de-DE" sz="2000" dirty="0">
              <a:latin typeface="CordiaUPC" panose="020B0304020202020204" pitchFamily="34" charset="-34"/>
              <a:cs typeface="CordiaUPC" panose="020B0304020202020204" pitchFamily="34" charset="-34"/>
            </a:endParaRPr>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13</a:t>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
        <p:nvSpPr>
          <p:cNvPr id="6" name="Textplatzhalter 15"/>
          <p:cNvSpPr txBox="1">
            <a:spLocks/>
          </p:cNvSpPr>
          <p:nvPr/>
        </p:nvSpPr>
        <p:spPr bwMode="auto">
          <a:xfrm>
            <a:off x="4736976" y="1699915"/>
            <a:ext cx="2952328"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1600">
                <a:solidFill>
                  <a:schemeClr val="tx1"/>
                </a:solidFill>
                <a:latin typeface="+mn-lt"/>
                <a:ea typeface="+mn-ea"/>
                <a:cs typeface="+mn-cs"/>
              </a:defRPr>
            </a:lvl1pPr>
            <a:lvl2pPr marL="185738" indent="-184150" algn="l" rtl="0" eaLnBrk="0" fontAlgn="base" hangingPunct="0">
              <a:spcBef>
                <a:spcPct val="0"/>
              </a:spcBef>
              <a:spcAft>
                <a:spcPct val="0"/>
              </a:spcAft>
              <a:buClr>
                <a:srgbClr val="FF0000"/>
              </a:buClr>
              <a:buSzPct val="85000"/>
              <a:buFont typeface="Wingdings"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513" indent="-184150" algn="l" rtl="0" eaLnBrk="0" fontAlgn="base" hangingPunct="0">
              <a:spcBef>
                <a:spcPct val="0"/>
              </a:spcBef>
              <a:spcAft>
                <a:spcPct val="0"/>
              </a:spcAft>
              <a:buClr>
                <a:srgbClr val="FF0000"/>
              </a:buClr>
              <a:buFont typeface="Wingdings" pitchFamily="2" charset="2"/>
              <a:buChar char="§"/>
              <a:defRPr sz="1600">
                <a:solidFill>
                  <a:schemeClr val="tx1"/>
                </a:solidFill>
                <a:latin typeface="+mn-lt"/>
              </a:defRPr>
            </a:lvl4pPr>
            <a:lvl5pPr marL="728663" indent="-182563" algn="l" rtl="0" eaLnBrk="0" fontAlgn="base" hangingPunct="0">
              <a:spcBef>
                <a:spcPct val="0"/>
              </a:spcBef>
              <a:spcAft>
                <a:spcPct val="0"/>
              </a:spcAft>
              <a:buClr>
                <a:srgbClr val="FF0000"/>
              </a:buClr>
              <a:buChar char="–"/>
              <a:defRPr sz="1600">
                <a:solidFill>
                  <a:schemeClr val="tx1"/>
                </a:solidFill>
                <a:latin typeface="+mn-lt"/>
              </a:defRPr>
            </a:lvl5pPr>
            <a:lvl6pPr marL="1185863" indent="-182563" algn="l" rtl="0" eaLnBrk="0" fontAlgn="base" hangingPunct="0">
              <a:spcBef>
                <a:spcPct val="0"/>
              </a:spcBef>
              <a:spcAft>
                <a:spcPct val="0"/>
              </a:spcAft>
              <a:buClr>
                <a:srgbClr val="FF0000"/>
              </a:buClr>
              <a:buChar char="–"/>
              <a:defRPr sz="1600">
                <a:solidFill>
                  <a:schemeClr val="tx1"/>
                </a:solidFill>
                <a:latin typeface="+mn-lt"/>
              </a:defRPr>
            </a:lvl6pPr>
            <a:lvl7pPr marL="1643063" indent="-182563" algn="l" rtl="0" eaLnBrk="0" fontAlgn="base" hangingPunct="0">
              <a:spcBef>
                <a:spcPct val="0"/>
              </a:spcBef>
              <a:spcAft>
                <a:spcPct val="0"/>
              </a:spcAft>
              <a:buClr>
                <a:srgbClr val="FF0000"/>
              </a:buClr>
              <a:buChar char="–"/>
              <a:defRPr sz="1600">
                <a:solidFill>
                  <a:schemeClr val="tx1"/>
                </a:solidFill>
                <a:latin typeface="+mn-lt"/>
              </a:defRPr>
            </a:lvl7pPr>
            <a:lvl8pPr marL="2100263" indent="-182563" algn="l" rtl="0" eaLnBrk="0" fontAlgn="base" hangingPunct="0">
              <a:spcBef>
                <a:spcPct val="0"/>
              </a:spcBef>
              <a:spcAft>
                <a:spcPct val="0"/>
              </a:spcAft>
              <a:buClr>
                <a:srgbClr val="FF0000"/>
              </a:buClr>
              <a:buChar char="–"/>
              <a:defRPr sz="1600">
                <a:solidFill>
                  <a:schemeClr val="tx1"/>
                </a:solidFill>
                <a:latin typeface="+mn-lt"/>
              </a:defRPr>
            </a:lvl8pPr>
            <a:lvl9pPr marL="2557463" indent="-182563" algn="l" rtl="0" eaLnBrk="0" fontAlgn="base" hangingPunct="0">
              <a:spcBef>
                <a:spcPct val="0"/>
              </a:spcBef>
              <a:spcAft>
                <a:spcPct val="0"/>
              </a:spcAft>
              <a:buClr>
                <a:srgbClr val="FF0000"/>
              </a:buClr>
              <a:buChar char="–"/>
              <a:defRPr sz="1600">
                <a:solidFill>
                  <a:schemeClr val="tx1"/>
                </a:solidFill>
                <a:latin typeface="+mn-lt"/>
              </a:defRPr>
            </a:lvl9pPr>
          </a:lstStyle>
          <a:p>
            <a:pPr marL="644525" lvl="2" indent="-285750"/>
            <a:endParaRPr lang="de-DE" sz="2000" dirty="0">
              <a:latin typeface="CordiaUPC" panose="020B0304020202020204" pitchFamily="34" charset="-34"/>
              <a:cs typeface="CordiaUPC" panose="020B0304020202020204" pitchFamily="34" charset="-34"/>
            </a:endParaRPr>
          </a:p>
          <a:p>
            <a:pPr marL="471488" lvl="1" indent="-285750"/>
            <a:r>
              <a:rPr lang="de-DE" sz="2000" dirty="0" err="1">
                <a:latin typeface="CordiaUPC" panose="020B0304020202020204" pitchFamily="34" charset="-34"/>
                <a:cs typeface="CordiaUPC" panose="020B0304020202020204" pitchFamily="34" charset="-34"/>
              </a:rPr>
              <a:t>Branching</a:t>
            </a:r>
            <a:endParaRPr lang="de-DE" sz="200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xsl:if</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xsl:choose</a:t>
            </a:r>
            <a:endParaRPr lang="de-DE" sz="2000" kern="0" dirty="0">
              <a:latin typeface="CordiaUPC" panose="020B0304020202020204" pitchFamily="34" charset="-34"/>
              <a:cs typeface="CordiaUPC" panose="020B0304020202020204" pitchFamily="34" charset="-34"/>
            </a:endParaRPr>
          </a:p>
          <a:p>
            <a:pPr marL="471488" lvl="1" indent="-285750"/>
            <a:r>
              <a:rPr lang="de-DE" sz="2000" kern="0" dirty="0">
                <a:latin typeface="CordiaUPC" panose="020B0304020202020204" pitchFamily="34" charset="-34"/>
                <a:cs typeface="CordiaUPC" panose="020B0304020202020204" pitchFamily="34" charset="-34"/>
              </a:rPr>
              <a:t>Import</a:t>
            </a:r>
          </a:p>
          <a:p>
            <a:pPr marL="644525" lvl="2" indent="-285750"/>
            <a:r>
              <a:rPr lang="de-DE" sz="2000" kern="0" dirty="0" err="1">
                <a:latin typeface="CordiaUPC" panose="020B0304020202020204" pitchFamily="34" charset="-34"/>
                <a:cs typeface="CordiaUPC" panose="020B0304020202020204" pitchFamily="34" charset="-34"/>
              </a:rPr>
              <a:t>xsl:import</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xsl:include</a:t>
            </a:r>
            <a:endParaRPr lang="de-DE" sz="2000" kern="0" dirty="0">
              <a:latin typeface="CordiaUPC" panose="020B0304020202020204" pitchFamily="34" charset="-34"/>
              <a:cs typeface="CordiaUPC" panose="020B0304020202020204" pitchFamily="34" charset="-34"/>
            </a:endParaRPr>
          </a:p>
          <a:p>
            <a:pPr marL="471488" lvl="1" indent="-285750"/>
            <a:r>
              <a:rPr lang="de-DE" sz="2000" kern="0" dirty="0">
                <a:latin typeface="CordiaUPC" panose="020B0304020202020204" pitchFamily="34" charset="-34"/>
                <a:cs typeface="CordiaUPC" panose="020B0304020202020204" pitchFamily="34" charset="-34"/>
              </a:rPr>
              <a:t>Templates</a:t>
            </a:r>
          </a:p>
          <a:p>
            <a:pPr marL="644525" lvl="2" indent="-285750"/>
            <a:r>
              <a:rPr lang="de-DE" sz="2000" kern="0" dirty="0" err="1">
                <a:latin typeface="CordiaUPC" panose="020B0304020202020204" pitchFamily="34" charset="-34"/>
                <a:cs typeface="CordiaUPC" panose="020B0304020202020204" pitchFamily="34" charset="-34"/>
              </a:rPr>
              <a:t>xsl:template</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xsl:param</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xsl:apply-templates</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xsl:call-templates</a:t>
            </a:r>
            <a:endParaRPr lang="de-DE" sz="2000" kern="0" dirty="0">
              <a:latin typeface="CordiaUPC" panose="020B0304020202020204" pitchFamily="34" charset="-34"/>
              <a:cs typeface="CordiaUPC" panose="020B0304020202020204" pitchFamily="34" charset="-34"/>
            </a:endParaRPr>
          </a:p>
          <a:p>
            <a:pPr marL="644525" lvl="2" indent="-285750"/>
            <a:r>
              <a:rPr lang="de-DE" sz="2000" kern="0" dirty="0" err="1">
                <a:latin typeface="CordiaUPC" panose="020B0304020202020204" pitchFamily="34" charset="-34"/>
                <a:cs typeface="CordiaUPC" panose="020B0304020202020204" pitchFamily="34" charset="-34"/>
              </a:rPr>
              <a:t>xsl:with-param</a:t>
            </a:r>
            <a:endParaRPr lang="de-DE" sz="2000" kern="0" dirty="0">
              <a:latin typeface="CordiaUPC" panose="020B0304020202020204" pitchFamily="34" charset="-34"/>
              <a:cs typeface="CordiaUPC" panose="020B0304020202020204" pitchFamily="34" charset="-34"/>
            </a:endParaRPr>
          </a:p>
          <a:p>
            <a:pPr marL="644525" lvl="2" indent="-285750"/>
            <a:endParaRPr lang="de-DE" kern="0" dirty="0">
              <a:latin typeface="CordiaUPC" panose="020B0304020202020204" pitchFamily="34" charset="-34"/>
              <a:cs typeface="CordiaUPC" panose="020B0304020202020204" pitchFamily="34" charset="-34"/>
            </a:endParaRPr>
          </a:p>
        </p:txBody>
      </p:sp>
    </p:spTree>
    <p:extLst>
      <p:ext uri="{BB962C8B-B14F-4D97-AF65-F5344CB8AC3E}">
        <p14:creationId xmlns:p14="http://schemas.microsoft.com/office/powerpoint/2010/main" val="6527782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Core:</a:t>
            </a:r>
            <a:r>
              <a:rPr lang="de-DE" dirty="0">
                <a:latin typeface="CordiaUPC" panose="020B0304020202020204" pitchFamily="34" charset="-34"/>
                <a:cs typeface="CordiaUPC" panose="020B0304020202020204" pitchFamily="34" charset="-34"/>
              </a:rPr>
              <a:t>:</a:t>
            </a:r>
          </a:p>
          <a:p>
            <a:pPr marL="471488" lvl="1" indent="-285750"/>
            <a:r>
              <a:rPr lang="de-DE" sz="1400" b="1" dirty="0" err="1">
                <a:latin typeface="CordiaUPC" panose="020B0304020202020204" pitchFamily="34" charset="-34"/>
                <a:cs typeface="CordiaUPC" panose="020B0304020202020204" pitchFamily="34" charset="-34"/>
              </a:rPr>
              <a:t>xsl:element</a:t>
            </a:r>
            <a:r>
              <a:rPr lang="de-DE" sz="1400" dirty="0">
                <a:latin typeface="CordiaUPC" panose="020B0304020202020204" pitchFamily="34" charset="-34"/>
                <a:cs typeface="CordiaUPC" panose="020B0304020202020204" pitchFamily="34" charset="-34"/>
              </a:rPr>
              <a:t>:</a:t>
            </a:r>
          </a:p>
          <a:p>
            <a:pPr lvl="3" indent="0">
              <a:buNone/>
            </a:pPr>
            <a:r>
              <a:rPr lang="de-DE" sz="1400" dirty="0">
                <a:latin typeface="CordiaUPC" panose="020B0304020202020204" pitchFamily="34" charset="-34"/>
                <a:cs typeface="CordiaUPC" panose="020B0304020202020204" pitchFamily="34" charset="-34"/>
              </a:rPr>
              <a:t>An </a:t>
            </a:r>
            <a:r>
              <a:rPr lang="de-DE" sz="1400" dirty="0" err="1">
                <a:latin typeface="CordiaUPC" panose="020B0304020202020204" pitchFamily="34" charset="-34"/>
                <a:cs typeface="CordiaUPC" panose="020B0304020202020204" pitchFamily="34" charset="-34"/>
              </a:rPr>
              <a:t>element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can</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be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created</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by</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two</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ways</a:t>
            </a:r>
            <a:r>
              <a:rPr lang="de-DE" sz="1400" dirty="0">
                <a:latin typeface="CordiaUPC" panose="020B0304020202020204" pitchFamily="34" charset="-34"/>
                <a:cs typeface="CordiaUPC" panose="020B0304020202020204" pitchFamily="34" charset="-34"/>
              </a:rPr>
              <a: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1: </a:t>
            </a:r>
            <a:r>
              <a:rPr lang="de-DE" sz="1400" dirty="0" err="1">
                <a:latin typeface="CordiaUPC" panose="020B0304020202020204" pitchFamily="34" charset="-34"/>
                <a:cs typeface="CordiaUPC" panose="020B0304020202020204" pitchFamily="34" charset="-34"/>
              </a:rPr>
              <a:t>use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the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element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as</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known</a:t>
            </a:r>
            <a:r>
              <a:rPr lang="de-DE" sz="1400" dirty="0">
                <a:latin typeface="CordiaUPC" panose="020B0304020202020204" pitchFamily="34" charset="-34"/>
                <a:cs typeface="CordiaUPC" panose="020B0304020202020204" pitchFamily="34" charset="-34"/>
              </a:rPr>
              <a:t> in </a:t>
            </a:r>
            <a:r>
              <a:rPr lang="de-DE" sz="1400" dirty="0" err="1">
                <a:latin typeface="CordiaUPC" panose="020B0304020202020204" pitchFamily="34" charset="-34"/>
                <a:cs typeface="CordiaUPC" panose="020B0304020202020204" pitchFamily="34" charset="-34"/>
              </a:rPr>
              <a:t>xml</a:t>
            </a:r>
            <a:r>
              <a:rPr lang="de-DE" sz="1400" dirty="0">
                <a:latin typeface="CordiaUPC" panose="020B0304020202020204" pitchFamily="34" charset="-34"/>
                <a:cs typeface="CordiaUPC" panose="020B0304020202020204" pitchFamily="34" charset="-34"/>
              </a:rPr>
              <a: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sym typeface="Wingdings" panose="05000000000000000000" pitchFamily="2" charset="2"/>
              </a:rPr>
              <a:t> &lt;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&gt;This </a:t>
            </a:r>
            <a:r>
              <a:rPr lang="de-DE" sz="1400" dirty="0" err="1">
                <a:latin typeface="CordiaUPC" panose="020B0304020202020204" pitchFamily="34" charset="-34"/>
                <a:cs typeface="CordiaUPC" panose="020B0304020202020204" pitchFamily="34" charset="-34"/>
                <a:sym typeface="Wingdings" panose="05000000000000000000" pitchFamily="2" charset="2"/>
              </a:rPr>
              <a:t>is</a:t>
            </a:r>
            <a:r>
              <a:rPr lang="de-DE" sz="1400" dirty="0">
                <a:latin typeface="CordiaUPC" panose="020B0304020202020204" pitchFamily="34" charset="-34"/>
                <a:cs typeface="CordiaUPC" panose="020B0304020202020204" pitchFamily="34" charset="-34"/>
                <a:sym typeface="Wingdings" panose="05000000000000000000" pitchFamily="2" charset="2"/>
              </a:rPr>
              <a:t> a simple </a:t>
            </a:r>
            <a:r>
              <a:rPr lang="de-DE" sz="1400" dirty="0" err="1">
                <a:latin typeface="CordiaUPC" panose="020B0304020202020204" pitchFamily="34" charset="-34"/>
                <a:cs typeface="CordiaUPC" panose="020B0304020202020204" pitchFamily="34" charset="-34"/>
                <a:sym typeface="Wingdings" panose="05000000000000000000" pitchFamily="2" charset="2"/>
              </a:rPr>
              <a:t>element</a:t>
            </a:r>
            <a:r>
              <a:rPr lang="de-DE" sz="1400" dirty="0">
                <a:latin typeface="CordiaUPC" panose="020B0304020202020204" pitchFamily="34" charset="-34"/>
                <a:cs typeface="CordiaUPC" panose="020B0304020202020204" pitchFamily="34" charset="-34"/>
                <a:sym typeface="Wingdings" panose="05000000000000000000" pitchFamily="2" charset="2"/>
              </a:rPr>
              <a:t>&lt;/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a:t>
            </a:r>
            <a:endParaRPr lang="de-DE" sz="1400" dirty="0">
              <a:latin typeface="CordiaUPC" panose="020B0304020202020204" pitchFamily="34" charset="-34"/>
              <a:cs typeface="CordiaUPC" panose="020B0304020202020204" pitchFamily="34" charset="-34"/>
            </a:endParaRPr>
          </a:p>
          <a:p>
            <a:pPr marL="471488" lvl="1" indent="-285750"/>
            <a:r>
              <a:rPr lang="de-DE" sz="1400" b="1" dirty="0" err="1">
                <a:latin typeface="CordiaUPC" panose="020B0304020202020204" pitchFamily="34" charset="-34"/>
                <a:cs typeface="CordiaUPC" panose="020B0304020202020204" pitchFamily="34" charset="-34"/>
              </a:rPr>
              <a:t>xsl:element</a:t>
            </a:r>
            <a:r>
              <a:rPr lang="de-DE" sz="1400" dirty="0">
                <a:latin typeface="CordiaUPC" panose="020B0304020202020204" pitchFamily="34" charset="-34"/>
                <a:cs typeface="CordiaUPC" panose="020B0304020202020204" pitchFamily="34" charset="-34"/>
              </a:rPr>
              <a:t> :</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xsl:element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test</a:t>
            </a:r>
            <a:r>
              <a:rPr lang="de-DE" sz="1400" dirty="0">
                <a:latin typeface="CordiaUPC" panose="020B0304020202020204" pitchFamily="34" charset="-34"/>
                <a:cs typeface="CordiaUPC" panose="020B0304020202020204" pitchFamily="34" charset="-34"/>
              </a:rPr>
              <a:t>“/&gt;This </a:t>
            </a:r>
            <a:r>
              <a:rPr lang="de-DE" sz="1400" dirty="0" err="1">
                <a:latin typeface="CordiaUPC" panose="020B0304020202020204" pitchFamily="34" charset="-34"/>
                <a:cs typeface="CordiaUPC" panose="020B0304020202020204" pitchFamily="34" charset="-34"/>
              </a:rPr>
              <a:t>is</a:t>
            </a:r>
            <a:r>
              <a:rPr lang="de-DE" sz="1400" dirty="0">
                <a:latin typeface="CordiaUPC" panose="020B0304020202020204" pitchFamily="34" charset="-34"/>
                <a:cs typeface="CordiaUPC" panose="020B0304020202020204" pitchFamily="34" charset="-34"/>
              </a:rPr>
              <a:t> a simple </a:t>
            </a:r>
            <a:r>
              <a:rPr lang="de-DE" sz="1400" dirty="0" err="1">
                <a:latin typeface="CordiaUPC" panose="020B0304020202020204" pitchFamily="34" charset="-34"/>
                <a:cs typeface="CordiaUPC" panose="020B0304020202020204" pitchFamily="34" charset="-34"/>
              </a:rPr>
              <a:t>element</a:t>
            </a: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xsl:element</a:t>
            </a:r>
            <a:r>
              <a:rPr lang="de-DE" sz="1400" dirty="0">
                <a:latin typeface="CordiaUPC" panose="020B0304020202020204" pitchFamily="34" charset="-34"/>
                <a:cs typeface="CordiaUPC" panose="020B0304020202020204" pitchFamily="34" charset="-34"/>
              </a:rPr>
              <a:t>&gt;</a:t>
            </a:r>
          </a:p>
          <a:p>
            <a:pPr lvl="3" indent="0">
              <a:buNone/>
            </a:pPr>
            <a:r>
              <a:rPr lang="de-DE" sz="1400" dirty="0">
                <a:latin typeface="CordiaUPC" panose="020B0304020202020204" pitchFamily="34" charset="-34"/>
                <a:cs typeface="CordiaUPC" panose="020B0304020202020204" pitchFamily="34" charset="-34"/>
                <a:sym typeface="Wingdings" panose="05000000000000000000" pitchFamily="2" charset="2"/>
              </a:rPr>
              <a:t> &lt;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&gt;This </a:t>
            </a:r>
            <a:r>
              <a:rPr lang="de-DE" sz="1400" dirty="0" err="1">
                <a:latin typeface="CordiaUPC" panose="020B0304020202020204" pitchFamily="34" charset="-34"/>
                <a:cs typeface="CordiaUPC" panose="020B0304020202020204" pitchFamily="34" charset="-34"/>
                <a:sym typeface="Wingdings" panose="05000000000000000000" pitchFamily="2" charset="2"/>
              </a:rPr>
              <a:t>is</a:t>
            </a:r>
            <a:r>
              <a:rPr lang="de-DE" sz="1400" dirty="0">
                <a:latin typeface="CordiaUPC" panose="020B0304020202020204" pitchFamily="34" charset="-34"/>
                <a:cs typeface="CordiaUPC" panose="020B0304020202020204" pitchFamily="34" charset="-34"/>
                <a:sym typeface="Wingdings" panose="05000000000000000000" pitchFamily="2" charset="2"/>
              </a:rPr>
              <a:t> a simple </a:t>
            </a:r>
            <a:r>
              <a:rPr lang="de-DE" sz="1400" dirty="0" err="1">
                <a:latin typeface="CordiaUPC" panose="020B0304020202020204" pitchFamily="34" charset="-34"/>
                <a:cs typeface="CordiaUPC" panose="020B0304020202020204" pitchFamily="34" charset="-34"/>
                <a:sym typeface="Wingdings" panose="05000000000000000000" pitchFamily="2" charset="2"/>
              </a:rPr>
              <a:t>element</a:t>
            </a:r>
            <a:r>
              <a:rPr lang="de-DE" sz="1400" dirty="0">
                <a:latin typeface="CordiaUPC" panose="020B0304020202020204" pitchFamily="34" charset="-34"/>
                <a:cs typeface="CordiaUPC" panose="020B0304020202020204" pitchFamily="34" charset="-34"/>
                <a:sym typeface="Wingdings" panose="05000000000000000000" pitchFamily="2" charset="2"/>
              </a:rPr>
              <a:t>&lt;/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a:t>
            </a:r>
            <a:r>
              <a:rPr lang="de-DE" sz="1400" dirty="0">
                <a:latin typeface="CordiaUPC" panose="020B0304020202020204" pitchFamily="34" charset="-34"/>
                <a:cs typeface="CordiaUPC" panose="020B0304020202020204" pitchFamily="34" charset="-34"/>
              </a:rPr>
              <a:t>	</a:t>
            </a:r>
          </a:p>
          <a:p>
            <a:pPr marL="471488" lvl="1" indent="-285750"/>
            <a:r>
              <a:rPr lang="de-DE" sz="1400" b="1" dirty="0" err="1">
                <a:latin typeface="CordiaUPC" panose="020B0304020202020204" pitchFamily="34" charset="-34"/>
                <a:cs typeface="CordiaUPC" panose="020B0304020202020204" pitchFamily="34" charset="-34"/>
              </a:rPr>
              <a:t>xsl:attribute</a:t>
            </a:r>
            <a:endParaRPr lang="de-DE" sz="1400" b="1" dirty="0">
              <a:latin typeface="CordiaUPC" panose="020B0304020202020204" pitchFamily="34" charset="-34"/>
              <a:cs typeface="CordiaUPC" panose="020B0304020202020204" pitchFamily="34" charset="-34"/>
            </a:endParaRPr>
          </a:p>
          <a:p>
            <a:pPr lvl="3" indent="0">
              <a:buNone/>
            </a:pP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xsl:element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test</a:t>
            </a:r>
            <a:r>
              <a:rPr lang="de-DE" sz="1400" dirty="0">
                <a:latin typeface="CordiaUPC" panose="020B0304020202020204" pitchFamily="34" charset="-34"/>
                <a:cs typeface="CordiaUPC" panose="020B0304020202020204" pitchFamily="34" charset="-34"/>
              </a:rPr>
              <a:t>“/&gt;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     &lt;</a:t>
            </a:r>
            <a:r>
              <a:rPr lang="de-DE" sz="1400" dirty="0" err="1">
                <a:latin typeface="CordiaUPC" panose="020B0304020202020204" pitchFamily="34" charset="-34"/>
                <a:cs typeface="CordiaUPC" panose="020B0304020202020204" pitchFamily="34" charset="-34"/>
              </a:rPr>
              <a:t>xsl:attribute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=„attrib1“&gt;This </a:t>
            </a:r>
            <a:r>
              <a:rPr lang="de-DE" sz="1400" dirty="0" err="1">
                <a:latin typeface="CordiaUPC" panose="020B0304020202020204" pitchFamily="34" charset="-34"/>
                <a:cs typeface="CordiaUPC" panose="020B0304020202020204" pitchFamily="34" charset="-34"/>
              </a:rPr>
              <a:t>is</a:t>
            </a:r>
            <a:r>
              <a:rPr lang="de-DE" sz="1400" dirty="0">
                <a:latin typeface="CordiaUPC" panose="020B0304020202020204" pitchFamily="34" charset="-34"/>
                <a:cs typeface="CordiaUPC" panose="020B0304020202020204" pitchFamily="34" charset="-34"/>
              </a:rPr>
              <a:t> a simple </a:t>
            </a:r>
            <a:r>
              <a:rPr lang="de-DE" sz="1400" dirty="0" err="1">
                <a:latin typeface="CordiaUPC" panose="020B0304020202020204" pitchFamily="34" charset="-34"/>
                <a:cs typeface="CordiaUPC" panose="020B0304020202020204" pitchFamily="34" charset="-34"/>
              </a:rPr>
              <a:t>attribute</a:t>
            </a: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xsl:attribute</a:t>
            </a:r>
            <a:r>
              <a:rPr lang="de-DE" sz="1400" dirty="0">
                <a:latin typeface="CordiaUPC" panose="020B0304020202020204" pitchFamily="34" charset="-34"/>
                <a:cs typeface="CordiaUPC" panose="020B0304020202020204" pitchFamily="34" charset="-34"/>
              </a:rPr>
              <a:t>&gt;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     This </a:t>
            </a:r>
            <a:r>
              <a:rPr lang="de-DE" sz="1400" dirty="0" err="1">
                <a:latin typeface="CordiaUPC" panose="020B0304020202020204" pitchFamily="34" charset="-34"/>
                <a:cs typeface="CordiaUPC" panose="020B0304020202020204" pitchFamily="34" charset="-34"/>
              </a:rPr>
              <a:t>is</a:t>
            </a:r>
            <a:r>
              <a:rPr lang="de-DE" sz="1400" dirty="0">
                <a:latin typeface="CordiaUPC" panose="020B0304020202020204" pitchFamily="34" charset="-34"/>
                <a:cs typeface="CordiaUPC" panose="020B0304020202020204" pitchFamily="34" charset="-34"/>
              </a:rPr>
              <a:t> a simple </a:t>
            </a:r>
            <a:r>
              <a:rPr lang="de-DE" sz="1400" dirty="0" err="1">
                <a:latin typeface="CordiaUPC" panose="020B0304020202020204" pitchFamily="34" charset="-34"/>
                <a:cs typeface="CordiaUPC" panose="020B0304020202020204" pitchFamily="34" charset="-34"/>
              </a:rPr>
              <a:t>element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xsl:element</a:t>
            </a:r>
            <a:r>
              <a:rPr lang="de-DE" sz="1400" dirty="0">
                <a:latin typeface="CordiaUPC" panose="020B0304020202020204" pitchFamily="34" charset="-34"/>
                <a:cs typeface="CordiaUPC" panose="020B0304020202020204" pitchFamily="34" charset="-34"/>
              </a:rPr>
              <a:t>&gt;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sym typeface="Wingdings" panose="05000000000000000000" pitchFamily="2" charset="2"/>
              </a:rPr>
              <a:t> &lt;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 attrib1=„This </a:t>
            </a:r>
            <a:r>
              <a:rPr lang="de-DE" sz="1400" dirty="0" err="1">
                <a:latin typeface="CordiaUPC" panose="020B0304020202020204" pitchFamily="34" charset="-34"/>
                <a:cs typeface="CordiaUPC" panose="020B0304020202020204" pitchFamily="34" charset="-34"/>
                <a:sym typeface="Wingdings" panose="05000000000000000000" pitchFamily="2" charset="2"/>
              </a:rPr>
              <a:t>is</a:t>
            </a:r>
            <a:r>
              <a:rPr lang="de-DE" sz="1400" dirty="0">
                <a:latin typeface="CordiaUPC" panose="020B0304020202020204" pitchFamily="34" charset="-34"/>
                <a:cs typeface="CordiaUPC" panose="020B0304020202020204" pitchFamily="34" charset="-34"/>
                <a:sym typeface="Wingdings" panose="05000000000000000000" pitchFamily="2" charset="2"/>
              </a:rPr>
              <a:t> a simple </a:t>
            </a:r>
            <a:r>
              <a:rPr lang="de-DE" sz="1400" dirty="0" err="1">
                <a:latin typeface="CordiaUPC" panose="020B0304020202020204" pitchFamily="34" charset="-34"/>
                <a:cs typeface="CordiaUPC" panose="020B0304020202020204" pitchFamily="34" charset="-34"/>
                <a:sym typeface="Wingdings" panose="05000000000000000000" pitchFamily="2" charset="2"/>
              </a:rPr>
              <a:t>attribute</a:t>
            </a:r>
            <a:r>
              <a:rPr lang="de-DE" sz="1400" dirty="0">
                <a:latin typeface="CordiaUPC" panose="020B0304020202020204" pitchFamily="34" charset="-34"/>
                <a:cs typeface="CordiaUPC" panose="020B0304020202020204" pitchFamily="34" charset="-34"/>
                <a:sym typeface="Wingdings" panose="05000000000000000000" pitchFamily="2" charset="2"/>
              </a:rPr>
              <a:t>“&gt;This </a:t>
            </a:r>
            <a:r>
              <a:rPr lang="de-DE" sz="1400" dirty="0" err="1">
                <a:latin typeface="CordiaUPC" panose="020B0304020202020204" pitchFamily="34" charset="-34"/>
                <a:cs typeface="CordiaUPC" panose="020B0304020202020204" pitchFamily="34" charset="-34"/>
                <a:sym typeface="Wingdings" panose="05000000000000000000" pitchFamily="2" charset="2"/>
              </a:rPr>
              <a:t>is</a:t>
            </a:r>
            <a:r>
              <a:rPr lang="de-DE" sz="1400" dirty="0">
                <a:latin typeface="CordiaUPC" panose="020B0304020202020204" pitchFamily="34" charset="-34"/>
                <a:cs typeface="CordiaUPC" panose="020B0304020202020204" pitchFamily="34" charset="-34"/>
                <a:sym typeface="Wingdings" panose="05000000000000000000" pitchFamily="2" charset="2"/>
              </a:rPr>
              <a:t> a simple </a:t>
            </a:r>
            <a:r>
              <a:rPr lang="de-DE" sz="1400" dirty="0" err="1">
                <a:latin typeface="CordiaUPC" panose="020B0304020202020204" pitchFamily="34" charset="-34"/>
                <a:cs typeface="CordiaUPC" panose="020B0304020202020204" pitchFamily="34" charset="-34"/>
                <a:sym typeface="Wingdings" panose="05000000000000000000" pitchFamily="2" charset="2"/>
              </a:rPr>
              <a:t>element</a:t>
            </a:r>
            <a:r>
              <a:rPr lang="de-DE" sz="1400" dirty="0">
                <a:latin typeface="CordiaUPC" panose="020B0304020202020204" pitchFamily="34" charset="-34"/>
                <a:cs typeface="CordiaUPC" panose="020B0304020202020204" pitchFamily="34" charset="-34"/>
                <a:sym typeface="Wingdings" panose="05000000000000000000" pitchFamily="2" charset="2"/>
              </a:rPr>
              <a:t>&lt;/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a:t>
            </a:r>
            <a:endParaRPr lang="de-DE" sz="1400" dirty="0">
              <a:latin typeface="CordiaUPC" panose="020B0304020202020204" pitchFamily="34" charset="-34"/>
              <a:cs typeface="CordiaUPC" panose="020B0304020202020204" pitchFamily="34" charset="-34"/>
            </a:endParaRPr>
          </a:p>
          <a:p>
            <a:pPr marL="471488" lvl="1" indent="-285750"/>
            <a:r>
              <a:rPr lang="de-DE" sz="1400" b="1" dirty="0" err="1">
                <a:latin typeface="CordiaUPC" panose="020B0304020202020204" pitchFamily="34" charset="-34"/>
                <a:cs typeface="CordiaUPC" panose="020B0304020202020204" pitchFamily="34" charset="-34"/>
              </a:rPr>
              <a:t>xsl:text</a:t>
            </a:r>
            <a:endParaRPr lang="de-DE" sz="1400" b="1" dirty="0">
              <a:latin typeface="CordiaUPC" panose="020B0304020202020204" pitchFamily="34" charset="-34"/>
              <a:cs typeface="CordiaUPC" panose="020B0304020202020204" pitchFamily="34" charset="-34"/>
            </a:endParaRPr>
          </a:p>
          <a:p>
            <a:pPr lvl="3" indent="0">
              <a:buNone/>
            </a:pPr>
            <a:r>
              <a:rPr lang="de-DE" sz="1400" dirty="0" err="1">
                <a:latin typeface="CordiaUPC" panose="020B0304020202020204" pitchFamily="34" charset="-34"/>
                <a:cs typeface="CordiaUPC" panose="020B0304020202020204" pitchFamily="34" charset="-34"/>
              </a:rPr>
              <a:t>Needful</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for</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example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to</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create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merged</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elements</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 + </a:t>
            </a:r>
            <a:r>
              <a:rPr lang="de-DE" sz="1400" dirty="0" err="1">
                <a:latin typeface="CordiaUPC" panose="020B0304020202020204" pitchFamily="34" charset="-34"/>
                <a:cs typeface="CordiaUPC" panose="020B0304020202020204" pitchFamily="34" charset="-34"/>
              </a:rPr>
              <a:t>surname</a:t>
            </a:r>
            <a:r>
              <a:rPr lang="de-DE" sz="1400" dirty="0">
                <a:latin typeface="CordiaUPC" panose="020B0304020202020204" pitchFamily="34" charset="-34"/>
                <a:cs typeface="CordiaUPC" panose="020B0304020202020204" pitchFamily="34" charset="-34"/>
              </a:rPr>
              <a:t>=&gt; </a:t>
            </a:r>
            <a:r>
              <a:rPr lang="de-DE" sz="1400" dirty="0" err="1">
                <a:latin typeface="CordiaUPC" panose="020B0304020202020204" pitchFamily="34" charset="-34"/>
                <a:cs typeface="CordiaUPC" panose="020B0304020202020204" pitchFamily="34" charset="-34"/>
              </a:rPr>
              <a:t>to</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one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field</a:t>
            </a:r>
            <a:r>
              <a:rPr lang="de-DE" sz="1400" dirty="0">
                <a:latin typeface="CordiaUPC" panose="020B0304020202020204" pitchFamily="34" charset="-34"/>
                <a:cs typeface="CordiaUPC" panose="020B0304020202020204" pitchFamily="34" charset="-34"/>
              </a:rPr>
              <a:t>:</a:t>
            </a:r>
          </a:p>
          <a:p>
            <a:pPr lvl="3" indent="0">
              <a:buNone/>
            </a:pPr>
            <a:r>
              <a:rPr lang="de-DE" sz="1400" dirty="0">
                <a:latin typeface="CordiaUPC" panose="020B0304020202020204" pitchFamily="34" charset="-34"/>
                <a:cs typeface="CordiaUPC" panose="020B0304020202020204" pitchFamily="34" charset="-34"/>
              </a:rPr>
              <a:t> &lt;</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xsl:value-of</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select</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“/&gt; &lt;/</a:t>
            </a:r>
            <a:r>
              <a:rPr lang="de-DE" sz="1400" dirty="0" err="1">
                <a:latin typeface="CordiaUPC" panose="020B0304020202020204" pitchFamily="34" charset="-34"/>
                <a:cs typeface="CordiaUPC" panose="020B0304020202020204" pitchFamily="34" charset="-34"/>
              </a:rPr>
              <a:t>xsl:text</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xsl:value-of</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select</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surname</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&gt;</a:t>
            </a:r>
            <a:r>
              <a:rPr lang="de-DE" sz="1400" dirty="0">
                <a:latin typeface="CordiaUPC" panose="020B0304020202020204" pitchFamily="34" charset="-34"/>
                <a:cs typeface="CordiaUPC" panose="020B0304020202020204" pitchFamily="34" charset="-34"/>
                <a:sym typeface="Wingdings" panose="05000000000000000000" pitchFamily="2" charset="2"/>
              </a:rPr>
              <a:t> </a:t>
            </a:r>
            <a:r>
              <a:rPr lang="de-DE" sz="1400" dirty="0" err="1">
                <a:latin typeface="CordiaUPC" panose="020B0304020202020204" pitchFamily="34" charset="-34"/>
                <a:cs typeface="CordiaUPC" panose="020B0304020202020204" pitchFamily="34" charset="-34"/>
                <a:sym typeface="Wingdings" panose="05000000000000000000" pitchFamily="2" charset="2"/>
              </a:rPr>
              <a:t>PeterSchmitz</a:t>
            </a:r>
            <a:endParaRPr lang="de-DE" sz="1400" i="1" dirty="0"/>
          </a:p>
          <a:p>
            <a:pPr lvl="3" indent="0">
              <a:buNone/>
            </a:pPr>
            <a:r>
              <a:rPr lang="de-DE" sz="1400" dirty="0">
                <a:latin typeface="CordiaUPC" panose="020B0304020202020204" pitchFamily="34" charset="-34"/>
                <a:cs typeface="CordiaUPC" panose="020B0304020202020204" pitchFamily="34" charset="-34"/>
              </a:rPr>
              <a:t> &lt;</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xsl:value-of</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select</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xsl:text</a:t>
            </a:r>
            <a:r>
              <a:rPr lang="de-DE" sz="1400" dirty="0">
                <a:latin typeface="CordiaUPC" panose="020B0304020202020204" pitchFamily="34" charset="-34"/>
                <a:cs typeface="CordiaUPC" panose="020B0304020202020204" pitchFamily="34" charset="-34"/>
              </a:rPr>
              <a:t>&gt; &lt;/</a:t>
            </a:r>
            <a:r>
              <a:rPr lang="de-DE" sz="1400" dirty="0" err="1">
                <a:latin typeface="CordiaUPC" panose="020B0304020202020204" pitchFamily="34" charset="-34"/>
                <a:cs typeface="CordiaUPC" panose="020B0304020202020204" pitchFamily="34" charset="-34"/>
              </a:rPr>
              <a:t>xsl:text</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xsl:value-of</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select</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surname</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&gt;</a:t>
            </a:r>
            <a:r>
              <a:rPr lang="de-DE" sz="1400" dirty="0">
                <a:latin typeface="CordiaUPC" panose="020B0304020202020204" pitchFamily="34" charset="-34"/>
                <a:cs typeface="CordiaUPC" panose="020B0304020202020204" pitchFamily="34" charset="-34"/>
                <a:sym typeface="Wingdings" panose="05000000000000000000" pitchFamily="2" charset="2"/>
              </a:rPr>
              <a:t> Peter Schmitz</a:t>
            </a:r>
            <a:endParaRPr lang="de-DE" sz="1400"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14</a:t>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Tree>
    <p:extLst>
      <p:ext uri="{BB962C8B-B14F-4D97-AF65-F5344CB8AC3E}">
        <p14:creationId xmlns:p14="http://schemas.microsoft.com/office/powerpoint/2010/main" val="2648578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99915"/>
            <a:ext cx="9505950" cy="4897437"/>
          </a:xfrm>
        </p:spPr>
        <p:txBody>
          <a:bodyPr/>
          <a:lstStyle/>
          <a:p>
            <a:r>
              <a:rPr lang="en-US" sz="1800" b="1" dirty="0"/>
              <a:t>Core:</a:t>
            </a:r>
            <a:r>
              <a:rPr lang="de-DE" dirty="0">
                <a:latin typeface="CordiaUPC" panose="020B0304020202020204" pitchFamily="34" charset="-34"/>
                <a:cs typeface="CordiaUPC" panose="020B0304020202020204" pitchFamily="34" charset="-34"/>
              </a:rPr>
              <a:t>:</a:t>
            </a:r>
          </a:p>
          <a:p>
            <a:pPr marL="471488" lvl="1" indent="-285750"/>
            <a:r>
              <a:rPr lang="de-DE" sz="1400" b="1" dirty="0" err="1">
                <a:latin typeface="CordiaUPC" panose="020B0304020202020204" pitchFamily="34" charset="-34"/>
                <a:cs typeface="CordiaUPC" panose="020B0304020202020204" pitchFamily="34" charset="-34"/>
              </a:rPr>
              <a:t>xsl:value-of</a:t>
            </a:r>
            <a:endParaRPr lang="de-DE" sz="1400" b="1" dirty="0">
              <a:latin typeface="CordiaUPC" panose="020B0304020202020204" pitchFamily="34" charset="-34"/>
              <a:cs typeface="CordiaUPC" panose="020B0304020202020204" pitchFamily="34" charset="-34"/>
            </a:endParaRPr>
          </a:p>
          <a:p>
            <a:pPr lvl="3" indent="0">
              <a:buNone/>
            </a:pPr>
            <a:r>
              <a:rPr lang="de-DE" sz="1400" dirty="0" err="1">
                <a:latin typeface="CordiaUPC" panose="020B0304020202020204" pitchFamily="34" charset="-34"/>
                <a:cs typeface="CordiaUPC" panose="020B0304020202020204" pitchFamily="34" charset="-34"/>
              </a:rPr>
              <a:t>Copy</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the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value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of</a:t>
            </a:r>
            <a:r>
              <a:rPr lang="de-DE" sz="1400" dirty="0">
                <a:latin typeface="CordiaUPC" panose="020B0304020202020204" pitchFamily="34" charset="-34"/>
                <a:cs typeface="CordiaUPC" panose="020B0304020202020204" pitchFamily="34" charset="-34"/>
              </a:rPr>
              <a:t> an </a:t>
            </a:r>
            <a:r>
              <a:rPr lang="de-DE" sz="1400" dirty="0" err="1">
                <a:latin typeface="CordiaUPC" panose="020B0304020202020204" pitchFamily="34" charset="-34"/>
                <a:cs typeface="CordiaUPC" panose="020B0304020202020204" pitchFamily="34" charset="-34"/>
              </a:rPr>
              <a:t>Xpath</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expression</a:t>
            </a:r>
            <a:r>
              <a:rPr lang="de-DE" sz="1400" dirty="0">
                <a:latin typeface="CordiaUPC" panose="020B0304020202020204" pitchFamily="34" charset="-34"/>
                <a:cs typeface="CordiaUPC" panose="020B0304020202020204" pitchFamily="34" charset="-34"/>
              </a:rPr>
              <a:t>:</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test</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xsl:value-of</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select</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xpath_expression</a:t>
            </a:r>
            <a:r>
              <a:rPr lang="de-DE" sz="1400" dirty="0">
                <a:latin typeface="CordiaUPC" panose="020B0304020202020204" pitchFamily="34" charset="-34"/>
                <a:cs typeface="CordiaUPC" panose="020B0304020202020204" pitchFamily="34" charset="-34"/>
              </a:rPr>
              <a:t>“/&gt;&lt;/</a:t>
            </a:r>
            <a:r>
              <a:rPr lang="de-DE" sz="1400" dirty="0" err="1">
                <a:latin typeface="CordiaUPC" panose="020B0304020202020204" pitchFamily="34" charset="-34"/>
                <a:cs typeface="CordiaUPC" panose="020B0304020202020204" pitchFamily="34" charset="-34"/>
              </a:rPr>
              <a:t>test</a:t>
            </a:r>
            <a:r>
              <a:rPr lang="de-DE" sz="1400" dirty="0">
                <a:latin typeface="CordiaUPC" panose="020B0304020202020204" pitchFamily="34" charset="-34"/>
                <a:cs typeface="CordiaUPC" panose="020B0304020202020204" pitchFamily="34" charset="-34"/>
              </a:rPr>
              <a:t>&gt;</a:t>
            </a:r>
          </a:p>
          <a:p>
            <a:pPr lvl="3" indent="0">
              <a:buNone/>
            </a:pPr>
            <a:r>
              <a:rPr lang="de-DE" sz="1400" dirty="0">
                <a:latin typeface="CordiaUPC" panose="020B0304020202020204" pitchFamily="34" charset="-34"/>
                <a:cs typeface="CordiaUPC" panose="020B0304020202020204" pitchFamily="34" charset="-34"/>
                <a:sym typeface="Wingdings" panose="05000000000000000000" pitchFamily="2" charset="2"/>
              </a:rPr>
              <a:t> &lt;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a:t>
            </a:r>
            <a:r>
              <a:rPr lang="de-DE" sz="1400" dirty="0" err="1">
                <a:latin typeface="CordiaUPC" panose="020B0304020202020204" pitchFamily="34" charset="-34"/>
                <a:cs typeface="CordiaUPC" panose="020B0304020202020204" pitchFamily="34" charset="-34"/>
                <a:sym typeface="Wingdings" panose="05000000000000000000" pitchFamily="2" charset="2"/>
              </a:rPr>
              <a:t>value</a:t>
            </a:r>
            <a:r>
              <a:rPr lang="de-DE" sz="1400" dirty="0">
                <a:latin typeface="CordiaUPC" panose="020B0304020202020204" pitchFamily="34" charset="-34"/>
                <a:cs typeface="CordiaUPC" panose="020B0304020202020204" pitchFamily="34" charset="-34"/>
                <a:sym typeface="Wingdings" panose="05000000000000000000" pitchFamily="2" charset="2"/>
              </a:rPr>
              <a:t> </a:t>
            </a:r>
            <a:r>
              <a:rPr lang="de-DE" sz="1400" dirty="0" err="1">
                <a:latin typeface="CordiaUPC" panose="020B0304020202020204" pitchFamily="34" charset="-34"/>
                <a:cs typeface="CordiaUPC" panose="020B0304020202020204" pitchFamily="34" charset="-34"/>
                <a:sym typeface="Wingdings" panose="05000000000000000000" pitchFamily="2" charset="2"/>
              </a:rPr>
              <a:t>of</a:t>
            </a:r>
            <a:r>
              <a:rPr lang="de-DE" sz="1400" dirty="0">
                <a:latin typeface="CordiaUPC" panose="020B0304020202020204" pitchFamily="34" charset="-34"/>
                <a:cs typeface="CordiaUPC" panose="020B0304020202020204" pitchFamily="34" charset="-34"/>
                <a:sym typeface="Wingdings" panose="05000000000000000000" pitchFamily="2" charset="2"/>
              </a:rPr>
              <a:t> </a:t>
            </a:r>
            <a:r>
              <a:rPr lang="de-DE" sz="1400" dirty="0" err="1">
                <a:latin typeface="CordiaUPC" panose="020B0304020202020204" pitchFamily="34" charset="-34"/>
                <a:cs typeface="CordiaUPC" panose="020B0304020202020204" pitchFamily="34" charset="-34"/>
                <a:sym typeface="Wingdings" panose="05000000000000000000" pitchFamily="2" charset="2"/>
              </a:rPr>
              <a:t>expression</a:t>
            </a:r>
            <a:r>
              <a:rPr lang="de-DE" sz="1400" dirty="0">
                <a:latin typeface="CordiaUPC" panose="020B0304020202020204" pitchFamily="34" charset="-34"/>
                <a:cs typeface="CordiaUPC" panose="020B0304020202020204" pitchFamily="34" charset="-34"/>
                <a:sym typeface="Wingdings" panose="05000000000000000000" pitchFamily="2" charset="2"/>
              </a:rPr>
              <a:t>]&lt;/</a:t>
            </a:r>
            <a:r>
              <a:rPr lang="de-DE" sz="1400" dirty="0" err="1">
                <a:latin typeface="CordiaUPC" panose="020B0304020202020204" pitchFamily="34" charset="-34"/>
                <a:cs typeface="CordiaUPC" panose="020B0304020202020204" pitchFamily="34" charset="-34"/>
                <a:sym typeface="Wingdings" panose="05000000000000000000" pitchFamily="2" charset="2"/>
              </a:rPr>
              <a:t>test</a:t>
            </a:r>
            <a:r>
              <a:rPr lang="de-DE" sz="1400" dirty="0">
                <a:latin typeface="CordiaUPC" panose="020B0304020202020204" pitchFamily="34" charset="-34"/>
                <a:cs typeface="CordiaUPC" panose="020B0304020202020204" pitchFamily="34" charset="-34"/>
                <a:sym typeface="Wingdings" panose="05000000000000000000" pitchFamily="2" charset="2"/>
              </a:rPr>
              <a:t>&gt;</a:t>
            </a:r>
            <a:endParaRPr lang="de-DE" sz="1400" dirty="0">
              <a:latin typeface="CordiaUPC" panose="020B0304020202020204" pitchFamily="34" charset="-34"/>
              <a:cs typeface="CordiaUPC" panose="020B0304020202020204" pitchFamily="34" charset="-34"/>
            </a:endParaRPr>
          </a:p>
          <a:p>
            <a:pPr marL="471488" lvl="1" indent="-285750"/>
            <a:r>
              <a:rPr lang="de-DE" sz="1400" b="1" dirty="0" err="1">
                <a:latin typeface="CordiaUPC" panose="020B0304020202020204" pitchFamily="34" charset="-34"/>
                <a:cs typeface="CordiaUPC" panose="020B0304020202020204" pitchFamily="34" charset="-34"/>
              </a:rPr>
              <a:t>xsl:variable</a:t>
            </a:r>
            <a:endParaRPr lang="de-DE" sz="1400" b="1" dirty="0">
              <a:latin typeface="CordiaUPC" panose="020B0304020202020204" pitchFamily="34" charset="-34"/>
              <a:cs typeface="CordiaUPC" panose="020B0304020202020204" pitchFamily="34" charset="-34"/>
            </a:endParaRPr>
          </a:p>
          <a:p>
            <a:pPr lvl="3" indent="0">
              <a:buNone/>
            </a:pPr>
            <a:r>
              <a:rPr lang="de-DE" sz="1400" dirty="0" err="1">
                <a:latin typeface="CordiaUPC" panose="020B0304020202020204" pitchFamily="34" charset="-34"/>
                <a:cs typeface="CordiaUPC" panose="020B0304020202020204" pitchFamily="34" charset="-34"/>
              </a:rPr>
              <a:t>Assign</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value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to</a:t>
            </a:r>
            <a:r>
              <a:rPr lang="de-DE" sz="1400" dirty="0">
                <a:latin typeface="CordiaUPC" panose="020B0304020202020204" pitchFamily="34" charset="-34"/>
                <a:cs typeface="CordiaUPC" panose="020B0304020202020204" pitchFamily="34" charset="-34"/>
              </a:rPr>
              <a:t> a variable </a:t>
            </a:r>
            <a:r>
              <a:rPr lang="de-DE" sz="1400" dirty="0" err="1">
                <a:latin typeface="CordiaUPC" panose="020B0304020202020204" pitchFamily="34" charset="-34"/>
                <a:cs typeface="CordiaUPC" panose="020B0304020202020204" pitchFamily="34" charset="-34"/>
              </a:rPr>
              <a:t>which</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can</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be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used</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through</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parser</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runtime</a:t>
            </a:r>
            <a:r>
              <a:rPr lang="de-DE" sz="1400" dirty="0">
                <a:latin typeface="CordiaUPC" panose="020B0304020202020204" pitchFamily="34" charset="-34"/>
                <a:cs typeface="CordiaUPC" panose="020B0304020202020204" pitchFamily="34" charset="-34"/>
              </a:rPr>
              <a:t>.</a:t>
            </a:r>
          </a:p>
          <a:p>
            <a:pPr lvl="3" indent="0">
              <a:buNone/>
            </a:pPr>
            <a:r>
              <a:rPr lang="de-DE" sz="1400" dirty="0">
                <a:latin typeface="CordiaUPC" panose="020B0304020202020204" pitchFamily="34" charset="-34"/>
                <a:cs typeface="CordiaUPC" panose="020B0304020202020204" pitchFamily="34" charset="-34"/>
              </a:rPr>
              <a:t>Variables </a:t>
            </a:r>
            <a:r>
              <a:rPr lang="de-DE" sz="1400" dirty="0" err="1">
                <a:latin typeface="CordiaUPC" panose="020B0304020202020204" pitchFamily="34" charset="-34"/>
                <a:cs typeface="CordiaUPC" panose="020B0304020202020204" pitchFamily="34" charset="-34"/>
              </a:rPr>
              <a:t>can</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be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only</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bound</a:t>
            </a:r>
            <a:r>
              <a:rPr lang="de-DE" sz="1400" dirty="0">
                <a:latin typeface="CordiaUPC" panose="020B0304020202020204" pitchFamily="34" charset="-34"/>
                <a:cs typeface="CordiaUPC" panose="020B0304020202020204" pitchFamily="34" charset="-34"/>
              </a:rPr>
              <a:t> at </a:t>
            </a:r>
            <a:r>
              <a:rPr lang="de-DE" sz="1400" dirty="0" err="1">
                <a:latin typeface="CordiaUPC" panose="020B0304020202020204" pitchFamily="34" charset="-34"/>
                <a:cs typeface="CordiaUPC" panose="020B0304020202020204" pitchFamily="34" charset="-34"/>
              </a:rPr>
              <a:t>one</a:t>
            </a:r>
            <a:r>
              <a:rPr lang="de-DE" sz="1400" dirty="0">
                <a:latin typeface="CordiaUPC" panose="020B0304020202020204" pitchFamily="34" charset="-34"/>
                <a:cs typeface="CordiaUPC" panose="020B0304020202020204" pitchFamily="34" charset="-34"/>
              </a:rPr>
              <a:t> time</a:t>
            </a:r>
            <a:br>
              <a:rPr lang="de-DE" sz="1400" dirty="0">
                <a:latin typeface="CordiaUPC" panose="020B0304020202020204" pitchFamily="34" charset="-34"/>
                <a:cs typeface="CordiaUPC" panose="020B0304020202020204" pitchFamily="34" charset="-34"/>
              </a:rPr>
            </a:b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xsl:variable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=„variable1“&gt;</a:t>
            </a:r>
            <a:r>
              <a:rPr lang="de-DE" sz="1400" dirty="0" err="1">
                <a:latin typeface="CordiaUPC" panose="020B0304020202020204" pitchFamily="34" charset="-34"/>
                <a:cs typeface="CordiaUPC" panose="020B0304020202020204" pitchFamily="34" charset="-34"/>
              </a:rPr>
              <a:t>content_of_variable</a:t>
            </a:r>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xsl:variable</a:t>
            </a:r>
            <a:r>
              <a:rPr lang="de-DE" sz="1400" dirty="0">
                <a:latin typeface="CordiaUPC" panose="020B0304020202020204" pitchFamily="34" charset="-34"/>
                <a:cs typeface="CordiaUPC" panose="020B0304020202020204" pitchFamily="34" charset="-34"/>
              </a:rPr>
              <a:t>&gt;</a:t>
            </a:r>
          </a:p>
          <a:p>
            <a:pPr lvl="3" indent="0">
              <a:buNone/>
            </a:pPr>
            <a:r>
              <a:rPr lang="de-DE" sz="1400" dirty="0">
                <a:latin typeface="CordiaUPC" panose="020B0304020202020204" pitchFamily="34" charset="-34"/>
                <a:cs typeface="CordiaUPC" panose="020B0304020202020204" pitchFamily="34" charset="-34"/>
                <a:sym typeface="Wingdings" panose="05000000000000000000" pitchFamily="2" charset="2"/>
              </a:rPr>
              <a:t>Can be accessed by $variable1</a:t>
            </a:r>
          </a:p>
          <a:p>
            <a:pPr lvl="3" indent="0">
              <a:buNone/>
            </a:pPr>
            <a:r>
              <a:rPr lang="de-DE" sz="1400" dirty="0">
                <a:latin typeface="CordiaUPC" panose="020B0304020202020204" pitchFamily="34" charset="-34"/>
                <a:cs typeface="CordiaUPC" panose="020B0304020202020204" pitchFamily="34" charset="-34"/>
                <a:sym typeface="Wingdings" panose="05000000000000000000" pitchFamily="2" charset="2"/>
              </a:rPr>
              <a:t>Variable type:</a:t>
            </a:r>
          </a:p>
          <a:p>
            <a:pPr lvl="3" indent="0">
              <a:buNone/>
            </a:pPr>
            <a:r>
              <a:rPr lang="de-DE" sz="1400" dirty="0">
                <a:latin typeface="CordiaUPC" panose="020B0304020202020204" pitchFamily="34" charset="-34"/>
                <a:cs typeface="CordiaUPC" panose="020B0304020202020204" pitchFamily="34" charset="-34"/>
                <a:sym typeface="Wingdings" panose="05000000000000000000" pitchFamily="2" charset="2"/>
              </a:rPr>
              <a:t>1.Number</a:t>
            </a:r>
          </a:p>
          <a:p>
            <a:pPr lvl="3" indent="0">
              <a:buNone/>
            </a:pPr>
            <a:r>
              <a:rPr lang="en-US" sz="1000" dirty="0">
                <a:solidFill>
                  <a:srgbClr val="0000FF"/>
                </a:solidFill>
                <a:highlight>
                  <a:srgbClr val="FFFFFF"/>
                </a:highlight>
                <a:latin typeface="Arial" panose="020B0604020202020204" pitchFamily="34" charset="0"/>
              </a:rPr>
              <a:t>&lt;</a:t>
            </a:r>
            <a:r>
              <a:rPr lang="en-US" sz="1000" dirty="0" err="1">
                <a:solidFill>
                  <a:srgbClr val="800000"/>
                </a:solidFill>
                <a:highlight>
                  <a:srgbClr val="FFFFFF"/>
                </a:highlight>
                <a:latin typeface="Arial" panose="020B0604020202020204" pitchFamily="34" charset="0"/>
              </a:rPr>
              <a:t>xsl:variable</a:t>
            </a:r>
            <a:r>
              <a:rPr lang="en-US" sz="1000" dirty="0">
                <a:solidFill>
                  <a:srgbClr val="FF0000"/>
                </a:solidFill>
                <a:highlight>
                  <a:srgbClr val="FFFFFF"/>
                </a:highlight>
                <a:latin typeface="Arial" panose="020B0604020202020204" pitchFamily="34" charset="0"/>
              </a:rPr>
              <a:t> name</a:t>
            </a:r>
            <a:r>
              <a:rPr lang="en-US" sz="1000" dirty="0">
                <a:solidFill>
                  <a:srgbClr val="0000FF"/>
                </a:solidFill>
                <a:highlight>
                  <a:srgbClr val="FFFFFF"/>
                </a:highlight>
                <a:latin typeface="Arial" panose="020B0604020202020204" pitchFamily="34" charset="0"/>
              </a:rPr>
              <a:t>="</a:t>
            </a:r>
            <a:r>
              <a:rPr lang="en-US" sz="1000" dirty="0" err="1">
                <a:solidFill>
                  <a:srgbClr val="000000"/>
                </a:solidFill>
                <a:highlight>
                  <a:srgbClr val="FFFFFF"/>
                </a:highlight>
                <a:latin typeface="Arial" panose="020B0604020202020204" pitchFamily="34" charset="0"/>
              </a:rPr>
              <a:t>n_number</a:t>
            </a:r>
            <a:r>
              <a:rPr lang="en-US" sz="1000" dirty="0">
                <a:solidFill>
                  <a:srgbClr val="0000FF"/>
                </a:solidFill>
                <a:highlight>
                  <a:srgbClr val="FFFFFF"/>
                </a:highlight>
                <a:latin typeface="Arial" panose="020B0604020202020204" pitchFamily="34" charset="0"/>
              </a:rPr>
              <a:t>"</a:t>
            </a:r>
            <a:r>
              <a:rPr lang="en-US" sz="1000" dirty="0">
                <a:solidFill>
                  <a:srgbClr val="FF0000"/>
                </a:solidFill>
                <a:highlight>
                  <a:srgbClr val="FFFFFF"/>
                </a:highlight>
                <a:latin typeface="Arial" panose="020B0604020202020204" pitchFamily="34" charset="0"/>
              </a:rPr>
              <a:t> select</a:t>
            </a:r>
            <a:r>
              <a:rPr lang="en-US" sz="1000" dirty="0">
                <a:solidFill>
                  <a:srgbClr val="0000FF"/>
                </a:solidFill>
                <a:highlight>
                  <a:srgbClr val="FFFFFF"/>
                </a:highlight>
                <a:latin typeface="Arial" panose="020B0604020202020204" pitchFamily="34" charset="0"/>
              </a:rPr>
              <a:t>="</a:t>
            </a:r>
            <a:r>
              <a:rPr lang="en-US" sz="1000" dirty="0">
                <a:solidFill>
                  <a:srgbClr val="000000"/>
                </a:solidFill>
                <a:highlight>
                  <a:srgbClr val="FFFFFF"/>
                </a:highlight>
                <a:latin typeface="Arial" panose="020B0604020202020204" pitchFamily="34" charset="0"/>
              </a:rPr>
              <a:t>2</a:t>
            </a:r>
            <a:r>
              <a:rPr lang="en-US" sz="1000" dirty="0">
                <a:solidFill>
                  <a:srgbClr val="0000FF"/>
                </a:solidFill>
                <a:highlight>
                  <a:srgbClr val="FFFFFF"/>
                </a:highlight>
                <a:latin typeface="Arial" panose="020B0604020202020204" pitchFamily="34" charset="0"/>
              </a:rPr>
              <a:t>"/&gt;</a:t>
            </a:r>
          </a:p>
          <a:p>
            <a:pPr lvl="3" indent="0">
              <a:buNone/>
            </a:pPr>
            <a:r>
              <a:rPr lang="en-US" sz="1000" dirty="0">
                <a:solidFill>
                  <a:srgbClr val="0000FF"/>
                </a:solidFill>
                <a:highlight>
                  <a:srgbClr val="FFFFFF"/>
                </a:highlight>
                <a:latin typeface="Arial" panose="020B0604020202020204" pitchFamily="34" charset="0"/>
                <a:cs typeface="CordiaUPC" panose="020B0304020202020204" pitchFamily="34" charset="-34"/>
                <a:sym typeface="Wingdings" panose="05000000000000000000" pitchFamily="2" charset="2"/>
              </a:rPr>
              <a:t>=&gt;</a:t>
            </a:r>
            <a:r>
              <a:rPr lang="en-US" sz="1000" dirty="0">
                <a:solidFill>
                  <a:srgbClr val="FF0000"/>
                </a:solidFill>
                <a:highlight>
                  <a:srgbClr val="FFFFFF"/>
                </a:highlight>
                <a:latin typeface="Arial" panose="020B0604020202020204" pitchFamily="34" charset="0"/>
                <a:cs typeface="CordiaUPC" panose="020B0304020202020204" pitchFamily="34" charset="-34"/>
                <a:sym typeface="Wingdings" panose="05000000000000000000" pitchFamily="2" charset="2"/>
              </a:rPr>
              <a:t>2</a:t>
            </a:r>
            <a:endParaRPr lang="de-DE" sz="1000" dirty="0">
              <a:solidFill>
                <a:srgbClr val="FF0000"/>
              </a:solidFill>
              <a:latin typeface="CordiaUPC" panose="020B0304020202020204" pitchFamily="34" charset="-34"/>
              <a:cs typeface="CordiaUPC" panose="020B0304020202020204" pitchFamily="34" charset="-34"/>
              <a:sym typeface="Wingdings" panose="05000000000000000000" pitchFamily="2" charset="2"/>
            </a:endParaRPr>
          </a:p>
          <a:p>
            <a:pPr lvl="3" indent="0">
              <a:buNone/>
            </a:pPr>
            <a:r>
              <a:rPr lang="de-DE" sz="1400" dirty="0">
                <a:latin typeface="CordiaUPC" panose="020B0304020202020204" pitchFamily="34" charset="-34"/>
                <a:cs typeface="CordiaUPC" panose="020B0304020202020204" pitchFamily="34" charset="-34"/>
                <a:sym typeface="Wingdings" panose="05000000000000000000" pitchFamily="2" charset="2"/>
              </a:rPr>
              <a:t>2.String</a:t>
            </a:r>
          </a:p>
          <a:p>
            <a:pPr lvl="3" indent="0">
              <a:buNone/>
            </a:pPr>
            <a:r>
              <a:rPr lang="en-US" sz="1000" dirty="0">
                <a:solidFill>
                  <a:srgbClr val="0000FF"/>
                </a:solidFill>
                <a:highlight>
                  <a:srgbClr val="FFFFFF"/>
                </a:highlight>
                <a:latin typeface="Arial" panose="020B0604020202020204" pitchFamily="34" charset="0"/>
              </a:rPr>
              <a:t>&lt;</a:t>
            </a:r>
            <a:r>
              <a:rPr lang="en-US" sz="1000" dirty="0" err="1">
                <a:solidFill>
                  <a:srgbClr val="800000"/>
                </a:solidFill>
                <a:highlight>
                  <a:srgbClr val="FFFFFF"/>
                </a:highlight>
                <a:latin typeface="Arial" panose="020B0604020202020204" pitchFamily="34" charset="0"/>
              </a:rPr>
              <a:t>xsl:variable</a:t>
            </a:r>
            <a:r>
              <a:rPr lang="en-US" sz="1000" dirty="0">
                <a:solidFill>
                  <a:srgbClr val="FF0000"/>
                </a:solidFill>
                <a:highlight>
                  <a:srgbClr val="FFFFFF"/>
                </a:highlight>
                <a:latin typeface="Arial" panose="020B0604020202020204" pitchFamily="34" charset="0"/>
              </a:rPr>
              <a:t> name</a:t>
            </a:r>
            <a:r>
              <a:rPr lang="en-US" sz="1000" dirty="0">
                <a:solidFill>
                  <a:srgbClr val="0000FF"/>
                </a:solidFill>
                <a:highlight>
                  <a:srgbClr val="FFFFFF"/>
                </a:highlight>
                <a:latin typeface="Arial" panose="020B0604020202020204" pitchFamily="34" charset="0"/>
              </a:rPr>
              <a:t>="</a:t>
            </a:r>
            <a:r>
              <a:rPr lang="en-US" sz="1000" dirty="0" err="1">
                <a:solidFill>
                  <a:srgbClr val="000000"/>
                </a:solidFill>
                <a:highlight>
                  <a:srgbClr val="FFFFFF"/>
                </a:highlight>
                <a:latin typeface="Arial" panose="020B0604020202020204" pitchFamily="34" charset="0"/>
              </a:rPr>
              <a:t>s_string</a:t>
            </a:r>
            <a:r>
              <a:rPr lang="en-US" sz="1000" dirty="0">
                <a:solidFill>
                  <a:srgbClr val="0000FF"/>
                </a:solidFill>
                <a:highlight>
                  <a:srgbClr val="FFFFFF"/>
                </a:highlight>
                <a:latin typeface="Arial" panose="020B0604020202020204" pitchFamily="34" charset="0"/>
              </a:rPr>
              <a:t>"</a:t>
            </a:r>
            <a:r>
              <a:rPr lang="en-US" sz="1000" dirty="0">
                <a:solidFill>
                  <a:srgbClr val="FF0000"/>
                </a:solidFill>
                <a:highlight>
                  <a:srgbClr val="FFFFFF"/>
                </a:highlight>
                <a:latin typeface="Arial" panose="020B0604020202020204" pitchFamily="34" charset="0"/>
              </a:rPr>
              <a:t> select</a:t>
            </a:r>
            <a:r>
              <a:rPr lang="en-US" sz="1000" dirty="0">
                <a:solidFill>
                  <a:srgbClr val="0000FF"/>
                </a:solidFill>
                <a:highlight>
                  <a:srgbClr val="FFFFFF"/>
                </a:highlight>
                <a:latin typeface="Arial" panose="020B0604020202020204" pitchFamily="34" charset="0"/>
              </a:rPr>
              <a:t>="</a:t>
            </a:r>
            <a:r>
              <a:rPr lang="en-US" sz="1000" dirty="0">
                <a:solidFill>
                  <a:srgbClr val="000000"/>
                </a:solidFill>
                <a:highlight>
                  <a:srgbClr val="FFFFFF"/>
                </a:highlight>
                <a:latin typeface="Arial" panose="020B0604020202020204" pitchFamily="34" charset="0"/>
              </a:rPr>
              <a:t>'</a:t>
            </a:r>
            <a:r>
              <a:rPr lang="en-US" sz="1000" dirty="0" err="1">
                <a:solidFill>
                  <a:srgbClr val="000000"/>
                </a:solidFill>
                <a:highlight>
                  <a:srgbClr val="FFFFFF"/>
                </a:highlight>
                <a:latin typeface="Arial" panose="020B0604020202020204" pitchFamily="34" charset="0"/>
              </a:rPr>
              <a:t>MyTest</a:t>
            </a:r>
            <a:r>
              <a:rPr lang="en-US" sz="1000" dirty="0">
                <a:solidFill>
                  <a:srgbClr val="000000"/>
                </a:solidFill>
                <a:highlight>
                  <a:srgbClr val="FFFFFF"/>
                </a:highlight>
                <a:latin typeface="Arial" panose="020B0604020202020204" pitchFamily="34" charset="0"/>
              </a:rPr>
              <a:t>’</a:t>
            </a:r>
            <a:r>
              <a:rPr lang="en-US" sz="1000" dirty="0">
                <a:solidFill>
                  <a:srgbClr val="0000FF"/>
                </a:solidFill>
                <a:highlight>
                  <a:srgbClr val="FFFFFF"/>
                </a:highlight>
                <a:latin typeface="Arial" panose="020B0604020202020204" pitchFamily="34" charset="0"/>
              </a:rPr>
              <a:t>”/&gt;</a:t>
            </a:r>
          </a:p>
          <a:p>
            <a:pPr lvl="3" indent="0">
              <a:buNone/>
            </a:pPr>
            <a:r>
              <a:rPr lang="en-US" sz="1000" dirty="0">
                <a:solidFill>
                  <a:srgbClr val="0000FF"/>
                </a:solidFill>
                <a:highlight>
                  <a:srgbClr val="FFFFFF"/>
                </a:highlight>
                <a:latin typeface="Arial" panose="020B0604020202020204" pitchFamily="34" charset="0"/>
                <a:cs typeface="CordiaUPC" panose="020B0304020202020204" pitchFamily="34" charset="-34"/>
                <a:sym typeface="Wingdings" panose="05000000000000000000" pitchFamily="2" charset="2"/>
              </a:rPr>
              <a:t>=&gt;</a:t>
            </a:r>
            <a:r>
              <a:rPr lang="en-US" sz="1000" dirty="0">
                <a:solidFill>
                  <a:srgbClr val="000000"/>
                </a:solidFill>
                <a:highlight>
                  <a:srgbClr val="FFFFFF"/>
                </a:highlight>
                <a:latin typeface="Arial" panose="020B0604020202020204" pitchFamily="34" charset="0"/>
              </a:rPr>
              <a:t> </a:t>
            </a:r>
            <a:r>
              <a:rPr lang="en-US" sz="1000" dirty="0" err="1">
                <a:solidFill>
                  <a:srgbClr val="FF0000"/>
                </a:solidFill>
                <a:highlight>
                  <a:srgbClr val="FFFFFF"/>
                </a:highlight>
                <a:latin typeface="Arial" panose="020B0604020202020204" pitchFamily="34" charset="0"/>
              </a:rPr>
              <a:t>MyTest</a:t>
            </a:r>
            <a:endParaRPr lang="de-DE" sz="1000" dirty="0">
              <a:solidFill>
                <a:srgbClr val="FF0000"/>
              </a:solidFill>
              <a:latin typeface="CordiaUPC" panose="020B0304020202020204" pitchFamily="34" charset="-34"/>
              <a:cs typeface="CordiaUPC" panose="020B0304020202020204" pitchFamily="34" charset="-34"/>
              <a:sym typeface="Wingdings" panose="05000000000000000000" pitchFamily="2" charset="2"/>
            </a:endParaRPr>
          </a:p>
          <a:p>
            <a:pPr lvl="3" indent="0">
              <a:buNone/>
            </a:pPr>
            <a:r>
              <a:rPr lang="de-DE" sz="1400" dirty="0">
                <a:latin typeface="CordiaUPC" panose="020B0304020202020204" pitchFamily="34" charset="-34"/>
                <a:cs typeface="CordiaUPC" panose="020B0304020202020204" pitchFamily="34" charset="-34"/>
                <a:sym typeface="Wingdings" panose="05000000000000000000" pitchFamily="2" charset="2"/>
              </a:rPr>
              <a:t>3.Boolean</a:t>
            </a:r>
          </a:p>
          <a:p>
            <a:pPr lvl="3" indent="0">
              <a:buNone/>
            </a:pPr>
            <a:r>
              <a:rPr lang="en-US" sz="1000" dirty="0">
                <a:solidFill>
                  <a:srgbClr val="0000FF"/>
                </a:solidFill>
                <a:highlight>
                  <a:srgbClr val="FFFFFF"/>
                </a:highlight>
                <a:latin typeface="Arial" panose="020B0604020202020204" pitchFamily="34" charset="0"/>
              </a:rPr>
              <a:t>&lt;</a:t>
            </a:r>
            <a:r>
              <a:rPr lang="en-US" sz="1000" dirty="0" err="1">
                <a:solidFill>
                  <a:srgbClr val="800000"/>
                </a:solidFill>
                <a:highlight>
                  <a:srgbClr val="FFFFFF"/>
                </a:highlight>
                <a:latin typeface="Arial" panose="020B0604020202020204" pitchFamily="34" charset="0"/>
              </a:rPr>
              <a:t>xsl:variable</a:t>
            </a:r>
            <a:r>
              <a:rPr lang="en-US" sz="1000" dirty="0">
                <a:solidFill>
                  <a:srgbClr val="FF0000"/>
                </a:solidFill>
                <a:highlight>
                  <a:srgbClr val="FFFFFF"/>
                </a:highlight>
                <a:latin typeface="Arial" panose="020B0604020202020204" pitchFamily="34" charset="0"/>
              </a:rPr>
              <a:t> name</a:t>
            </a:r>
            <a:r>
              <a:rPr lang="en-US" sz="1000" dirty="0">
                <a:solidFill>
                  <a:srgbClr val="0000FF"/>
                </a:solidFill>
                <a:highlight>
                  <a:srgbClr val="FFFFFF"/>
                </a:highlight>
                <a:latin typeface="Arial" panose="020B0604020202020204" pitchFamily="34" charset="0"/>
              </a:rPr>
              <a:t>="</a:t>
            </a:r>
            <a:r>
              <a:rPr lang="en-US" sz="1000" dirty="0" err="1">
                <a:solidFill>
                  <a:srgbClr val="000000"/>
                </a:solidFill>
                <a:highlight>
                  <a:srgbClr val="FFFFFF"/>
                </a:highlight>
                <a:latin typeface="Arial" panose="020B0604020202020204" pitchFamily="34" charset="0"/>
              </a:rPr>
              <a:t>b_boolean</a:t>
            </a:r>
            <a:r>
              <a:rPr lang="en-US" sz="1000" dirty="0">
                <a:solidFill>
                  <a:srgbClr val="0000FF"/>
                </a:solidFill>
                <a:highlight>
                  <a:srgbClr val="FFFFFF"/>
                </a:highlight>
                <a:latin typeface="Arial" panose="020B0604020202020204" pitchFamily="34" charset="0"/>
              </a:rPr>
              <a:t>"</a:t>
            </a:r>
            <a:r>
              <a:rPr lang="en-US" sz="1000" dirty="0">
                <a:solidFill>
                  <a:srgbClr val="FF0000"/>
                </a:solidFill>
                <a:highlight>
                  <a:srgbClr val="FFFFFF"/>
                </a:highlight>
                <a:latin typeface="Arial" panose="020B0604020202020204" pitchFamily="34" charset="0"/>
              </a:rPr>
              <a:t> select</a:t>
            </a:r>
            <a:r>
              <a:rPr lang="en-US" sz="1000" dirty="0">
                <a:solidFill>
                  <a:srgbClr val="0000FF"/>
                </a:solidFill>
                <a:highlight>
                  <a:srgbClr val="FFFFFF"/>
                </a:highlight>
                <a:latin typeface="Arial" panose="020B0604020202020204" pitchFamily="34" charset="0"/>
              </a:rPr>
              <a:t>="</a:t>
            </a:r>
            <a:r>
              <a:rPr lang="en-US" sz="1000" dirty="0">
                <a:solidFill>
                  <a:srgbClr val="000000"/>
                </a:solidFill>
                <a:highlight>
                  <a:srgbClr val="FFFFFF"/>
                </a:highlight>
                <a:latin typeface="Arial" panose="020B0604020202020204" pitchFamily="34" charset="0"/>
              </a:rPr>
              <a:t>1=2</a:t>
            </a:r>
            <a:r>
              <a:rPr lang="en-US" sz="1000" dirty="0">
                <a:solidFill>
                  <a:srgbClr val="0000FF"/>
                </a:solidFill>
                <a:highlight>
                  <a:srgbClr val="FFFFFF"/>
                </a:highlight>
                <a:latin typeface="Arial" panose="020B0604020202020204" pitchFamily="34" charset="0"/>
              </a:rPr>
              <a:t>"/&gt;</a:t>
            </a:r>
          </a:p>
          <a:p>
            <a:pPr lvl="3" indent="0">
              <a:buNone/>
            </a:pPr>
            <a:r>
              <a:rPr lang="en-US" sz="1000" dirty="0">
                <a:solidFill>
                  <a:srgbClr val="0000FF"/>
                </a:solidFill>
                <a:highlight>
                  <a:srgbClr val="FFFFFF"/>
                </a:highlight>
                <a:latin typeface="Arial" panose="020B0604020202020204" pitchFamily="34" charset="0"/>
                <a:cs typeface="CordiaUPC" panose="020B0304020202020204" pitchFamily="34" charset="-34"/>
                <a:sym typeface="Wingdings" panose="05000000000000000000" pitchFamily="2" charset="2"/>
              </a:rPr>
              <a:t>=&gt;</a:t>
            </a:r>
            <a:r>
              <a:rPr lang="en-US" sz="1000" dirty="0">
                <a:solidFill>
                  <a:srgbClr val="FF0000"/>
                </a:solidFill>
                <a:highlight>
                  <a:srgbClr val="FFFFFF"/>
                </a:highlight>
                <a:latin typeface="Arial" panose="020B0604020202020204" pitchFamily="34" charset="0"/>
                <a:cs typeface="CordiaUPC" panose="020B0304020202020204" pitchFamily="34" charset="-34"/>
                <a:sym typeface="Wingdings" panose="05000000000000000000" pitchFamily="2" charset="2"/>
              </a:rPr>
              <a:t>false</a:t>
            </a:r>
            <a:endParaRPr lang="de-DE" sz="1000" dirty="0">
              <a:solidFill>
                <a:srgbClr val="FF0000"/>
              </a:solidFill>
              <a:latin typeface="CordiaUPC" panose="020B0304020202020204" pitchFamily="34" charset="-34"/>
              <a:cs typeface="CordiaUPC" panose="020B0304020202020204" pitchFamily="34" charset="-34"/>
              <a:sym typeface="Wingdings" panose="05000000000000000000" pitchFamily="2" charset="2"/>
            </a:endParaRPr>
          </a:p>
          <a:p>
            <a:pPr lvl="3" indent="0">
              <a:buNone/>
            </a:pPr>
            <a:r>
              <a:rPr lang="de-DE" sz="1400" dirty="0">
                <a:latin typeface="CordiaUPC" panose="020B0304020202020204" pitchFamily="34" charset="-34"/>
                <a:cs typeface="CordiaUPC" panose="020B0304020202020204" pitchFamily="34" charset="-34"/>
                <a:sym typeface="Wingdings" panose="05000000000000000000" pitchFamily="2" charset="2"/>
              </a:rPr>
              <a:t>4.Node</a:t>
            </a:r>
          </a:p>
          <a:p>
            <a:pPr lvl="3" indent="0">
              <a:buNone/>
            </a:pPr>
            <a:r>
              <a:rPr lang="en-US" sz="1000" dirty="0">
                <a:solidFill>
                  <a:srgbClr val="0000FF"/>
                </a:solidFill>
                <a:highlight>
                  <a:srgbClr val="FFFFFF"/>
                </a:highlight>
                <a:latin typeface="Arial" panose="020B0604020202020204" pitchFamily="34" charset="0"/>
              </a:rPr>
              <a:t>&lt;</a:t>
            </a:r>
            <a:r>
              <a:rPr lang="en-US" sz="1000" dirty="0" err="1">
                <a:solidFill>
                  <a:srgbClr val="800000"/>
                </a:solidFill>
                <a:highlight>
                  <a:srgbClr val="FFFFFF"/>
                </a:highlight>
                <a:latin typeface="Arial" panose="020B0604020202020204" pitchFamily="34" charset="0"/>
              </a:rPr>
              <a:t>xsl:variable</a:t>
            </a:r>
            <a:r>
              <a:rPr lang="en-US" sz="1000" dirty="0">
                <a:solidFill>
                  <a:srgbClr val="FF0000"/>
                </a:solidFill>
                <a:highlight>
                  <a:srgbClr val="FFFFFF"/>
                </a:highlight>
                <a:latin typeface="Arial" panose="020B0604020202020204" pitchFamily="34" charset="0"/>
              </a:rPr>
              <a:t> name</a:t>
            </a:r>
            <a:r>
              <a:rPr lang="en-US" sz="1000" dirty="0">
                <a:solidFill>
                  <a:srgbClr val="0000FF"/>
                </a:solidFill>
                <a:highlight>
                  <a:srgbClr val="FFFFFF"/>
                </a:highlight>
                <a:latin typeface="Arial" panose="020B0604020202020204" pitchFamily="34" charset="0"/>
              </a:rPr>
              <a:t>="</a:t>
            </a:r>
            <a:r>
              <a:rPr lang="en-US" sz="1000" dirty="0" err="1">
                <a:solidFill>
                  <a:srgbClr val="000000"/>
                </a:solidFill>
                <a:highlight>
                  <a:srgbClr val="FFFFFF"/>
                </a:highlight>
                <a:latin typeface="Arial" panose="020B0604020202020204" pitchFamily="34" charset="0"/>
              </a:rPr>
              <a:t>n_node</a:t>
            </a:r>
            <a:r>
              <a:rPr lang="en-US" sz="1000" dirty="0">
                <a:solidFill>
                  <a:srgbClr val="0000FF"/>
                </a:solidFill>
                <a:highlight>
                  <a:srgbClr val="FFFFFF"/>
                </a:highlight>
                <a:latin typeface="Arial" panose="020B0604020202020204" pitchFamily="34" charset="0"/>
              </a:rPr>
              <a:t>"</a:t>
            </a:r>
            <a:r>
              <a:rPr lang="en-US" sz="1000" dirty="0">
                <a:solidFill>
                  <a:srgbClr val="FF0000"/>
                </a:solidFill>
                <a:highlight>
                  <a:srgbClr val="FFFFFF"/>
                </a:highlight>
                <a:latin typeface="Arial" panose="020B0604020202020204" pitchFamily="34" charset="0"/>
              </a:rPr>
              <a:t> select</a:t>
            </a:r>
            <a:r>
              <a:rPr lang="en-US" sz="1000" dirty="0">
                <a:solidFill>
                  <a:srgbClr val="0000FF"/>
                </a:solidFill>
                <a:highlight>
                  <a:srgbClr val="FFFFFF"/>
                </a:highlight>
                <a:latin typeface="Arial" panose="020B0604020202020204" pitchFamily="34" charset="0"/>
              </a:rPr>
              <a:t>="</a:t>
            </a:r>
            <a:r>
              <a:rPr lang="en-US" sz="1000" dirty="0">
                <a:solidFill>
                  <a:srgbClr val="000000"/>
                </a:solidFill>
                <a:highlight>
                  <a:srgbClr val="FFFFFF"/>
                </a:highlight>
                <a:latin typeface="Arial" panose="020B0604020202020204" pitchFamily="34" charset="0"/>
              </a:rPr>
              <a:t>/</a:t>
            </a:r>
            <a:r>
              <a:rPr lang="en-US" sz="1000" dirty="0" err="1">
                <a:solidFill>
                  <a:srgbClr val="000000"/>
                </a:solidFill>
                <a:highlight>
                  <a:srgbClr val="FFFFFF"/>
                </a:highlight>
                <a:latin typeface="Arial" panose="020B0604020202020204" pitchFamily="34" charset="0"/>
              </a:rPr>
              <a:t>invoiceNotification</a:t>
            </a:r>
            <a:r>
              <a:rPr lang="en-US" sz="1000" dirty="0">
                <a:solidFill>
                  <a:srgbClr val="000000"/>
                </a:solidFill>
                <a:highlight>
                  <a:srgbClr val="FFFFFF"/>
                </a:highlight>
                <a:latin typeface="Arial" panose="020B0604020202020204" pitchFamily="34" charset="0"/>
              </a:rPr>
              <a:t>/transmitter</a:t>
            </a:r>
            <a:r>
              <a:rPr lang="en-US" sz="1000" dirty="0">
                <a:solidFill>
                  <a:srgbClr val="0000FF"/>
                </a:solidFill>
                <a:highlight>
                  <a:srgbClr val="FFFFFF"/>
                </a:highlight>
                <a:latin typeface="Arial" panose="020B0604020202020204" pitchFamily="34" charset="0"/>
              </a:rPr>
              <a:t>"/&gt;</a:t>
            </a:r>
          </a:p>
          <a:p>
            <a:pPr lvl="3" indent="0">
              <a:buNone/>
            </a:pPr>
            <a:r>
              <a:rPr lang="en-US" sz="1000" dirty="0">
                <a:solidFill>
                  <a:srgbClr val="0000FF"/>
                </a:solidFill>
                <a:highlight>
                  <a:srgbClr val="FFFFFF"/>
                </a:highlight>
                <a:latin typeface="Arial" panose="020B0604020202020204" pitchFamily="34" charset="0"/>
                <a:cs typeface="CordiaUPC" panose="020B0304020202020204" pitchFamily="34" charset="-34"/>
                <a:sym typeface="Wingdings" panose="05000000000000000000" pitchFamily="2" charset="2"/>
              </a:rPr>
              <a:t>=&gt;</a:t>
            </a:r>
            <a:r>
              <a:rPr lang="en-US" sz="1000" dirty="0">
                <a:solidFill>
                  <a:srgbClr val="FF0000"/>
                </a:solidFill>
                <a:highlight>
                  <a:srgbClr val="FFFFFF"/>
                </a:highlight>
                <a:latin typeface="Arial" panose="020B0604020202020204" pitchFamily="34" charset="0"/>
                <a:cs typeface="CordiaUPC" panose="020B0304020202020204" pitchFamily="34" charset="-34"/>
                <a:sym typeface="Wingdings" panose="05000000000000000000" pitchFamily="2" charset="2"/>
              </a:rPr>
              <a:t>xxx</a:t>
            </a:r>
            <a:endParaRPr lang="de-DE" sz="1000" dirty="0">
              <a:solidFill>
                <a:srgbClr val="FF0000"/>
              </a:solidFill>
              <a:latin typeface="CordiaUPC" panose="020B0304020202020204" pitchFamily="34" charset="-34"/>
              <a:cs typeface="CordiaUPC" panose="020B0304020202020204" pitchFamily="34" charset="-34"/>
              <a:sym typeface="Wingdings" panose="05000000000000000000" pitchFamily="2" charset="2"/>
            </a:endParaRPr>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15</a:t>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Tree>
    <p:extLst>
      <p:ext uri="{BB962C8B-B14F-4D97-AF65-F5344CB8AC3E}">
        <p14:creationId xmlns:p14="http://schemas.microsoft.com/office/powerpoint/2010/main" val="24931351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99915"/>
            <a:ext cx="9505950" cy="4897437"/>
          </a:xfrm>
        </p:spPr>
        <p:txBody>
          <a:bodyPr/>
          <a:lstStyle/>
          <a:p>
            <a:r>
              <a:rPr lang="en-US" sz="1800" b="1" dirty="0"/>
              <a:t>Core:</a:t>
            </a:r>
            <a:r>
              <a:rPr lang="de-DE" dirty="0">
                <a:latin typeface="CordiaUPC" panose="020B0304020202020204" pitchFamily="34" charset="-34"/>
                <a:cs typeface="CordiaUPC" panose="020B0304020202020204" pitchFamily="34" charset="-34"/>
              </a:rPr>
              <a:t>:</a:t>
            </a:r>
          </a:p>
          <a:p>
            <a:pPr marL="471488" lvl="1" indent="-285750"/>
            <a:r>
              <a:rPr lang="de-DE" sz="1400" b="1" dirty="0">
                <a:latin typeface="CordiaUPC" panose="020B0304020202020204" pitchFamily="34" charset="-34"/>
                <a:cs typeface="CordiaUPC" panose="020B0304020202020204" pitchFamily="34" charset="-34"/>
              </a:rPr>
              <a:t>xsl:copy-of</a:t>
            </a:r>
          </a:p>
          <a:p>
            <a:pPr lvl="3" indent="0">
              <a:buNone/>
            </a:pPr>
            <a:r>
              <a:rPr lang="de-DE" sz="1400" dirty="0" err="1">
                <a:latin typeface="CordiaUPC" panose="020B0304020202020204" pitchFamily="34" charset="-34"/>
                <a:cs typeface="CordiaUPC" panose="020B0304020202020204" pitchFamily="34" charset="-34"/>
              </a:rPr>
              <a:t>Copies</a:t>
            </a:r>
            <a:r>
              <a:rPr lang="de-DE" sz="1400" dirty="0">
                <a:latin typeface="CordiaUPC" panose="020B0304020202020204" pitchFamily="34" charset="-34"/>
                <a:cs typeface="CordiaUPC" panose="020B0304020202020204" pitchFamily="34" charset="-34"/>
              </a:rPr>
              <a:t> a </a:t>
            </a:r>
            <a:r>
              <a:rPr lang="de-DE" sz="1400" dirty="0" err="1">
                <a:latin typeface="CordiaUPC" panose="020B0304020202020204" pitchFamily="34" charset="-34"/>
                <a:cs typeface="CordiaUPC" panose="020B0304020202020204" pitchFamily="34" charset="-34"/>
              </a:rPr>
              <a:t>whole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amount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of</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elements</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to</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the</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result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tree</a:t>
            </a:r>
            <a:endParaRPr lang="de-DE" sz="1400" dirty="0">
              <a:latin typeface="CordiaUPC" panose="020B0304020202020204" pitchFamily="34" charset="-34"/>
              <a:cs typeface="CordiaUPC" panose="020B0304020202020204" pitchFamily="34" charset="-34"/>
            </a:endParaRPr>
          </a:p>
          <a:p>
            <a:pPr marL="471488" lvl="1" indent="-285750"/>
            <a:r>
              <a:rPr lang="de-DE" sz="1400" b="1" dirty="0">
                <a:latin typeface="CordiaUPC" panose="020B0304020202020204" pitchFamily="34" charset="-34"/>
                <a:cs typeface="CordiaUPC" panose="020B0304020202020204" pitchFamily="34" charset="-34"/>
              </a:rPr>
              <a:t>format-</a:t>
            </a:r>
            <a:r>
              <a:rPr lang="de-DE" sz="1400" b="1" dirty="0" err="1">
                <a:latin typeface="CordiaUPC" panose="020B0304020202020204" pitchFamily="34" charset="-34"/>
                <a:cs typeface="CordiaUPC" panose="020B0304020202020204" pitchFamily="34" charset="-34"/>
              </a:rPr>
              <a:t>number</a:t>
            </a:r>
            <a:endParaRPr lang="de-DE" sz="1400" b="1" dirty="0">
              <a:latin typeface="CordiaUPC" panose="020B0304020202020204" pitchFamily="34" charset="-34"/>
              <a:cs typeface="CordiaUPC" panose="020B0304020202020204" pitchFamily="34" charset="-34"/>
            </a:endParaRPr>
          </a:p>
          <a:p>
            <a:pPr marL="830263" lvl="3" indent="-285750"/>
            <a:r>
              <a:rPr lang="en-US" sz="1400" dirty="0">
                <a:latin typeface="CordiaUPC" panose="020B0304020202020204" pitchFamily="34" charset="-34"/>
                <a:cs typeface="CordiaUPC" panose="020B0304020202020204" pitchFamily="34" charset="-34"/>
              </a:rPr>
              <a:t>&lt;</a:t>
            </a:r>
            <a:r>
              <a:rPr lang="en-US" sz="1400" dirty="0" err="1">
                <a:latin typeface="CordiaUPC" panose="020B0304020202020204" pitchFamily="34" charset="-34"/>
                <a:cs typeface="CordiaUPC" panose="020B0304020202020204" pitchFamily="34" charset="-34"/>
              </a:rPr>
              <a:t>xsl:value-of</a:t>
            </a:r>
            <a:r>
              <a:rPr lang="en-US" sz="1400" dirty="0">
                <a:latin typeface="CordiaUPC" panose="020B0304020202020204" pitchFamily="34" charset="-34"/>
                <a:cs typeface="CordiaUPC" panose="020B0304020202020204" pitchFamily="34" charset="-34"/>
              </a:rPr>
              <a:t> select="format-number(26825.8, '#,###.00')"/&gt; </a:t>
            </a:r>
            <a:r>
              <a:rPr lang="en-US" sz="1400" dirty="0">
                <a:latin typeface="CordiaUPC" panose="020B0304020202020204" pitchFamily="34" charset="-34"/>
                <a:cs typeface="CordiaUPC" panose="020B0304020202020204" pitchFamily="34" charset="-34"/>
                <a:sym typeface="Wingdings" panose="05000000000000000000" pitchFamily="2" charset="2"/>
              </a:rPr>
              <a:t> </a:t>
            </a:r>
            <a:r>
              <a:rPr lang="de-DE" sz="1400" dirty="0"/>
              <a:t>26</a:t>
            </a:r>
            <a:r>
              <a:rPr lang="de-DE" sz="1400" dirty="0">
                <a:solidFill>
                  <a:srgbClr val="FF0000"/>
                </a:solidFill>
              </a:rPr>
              <a:t>,</a:t>
            </a:r>
            <a:r>
              <a:rPr lang="de-DE" sz="1400" dirty="0"/>
              <a:t>825</a:t>
            </a:r>
            <a:r>
              <a:rPr lang="de-DE" sz="1400" dirty="0">
                <a:solidFill>
                  <a:srgbClr val="FF0000"/>
                </a:solidFill>
              </a:rPr>
              <a:t>.</a:t>
            </a:r>
            <a:r>
              <a:rPr lang="de-DE" sz="1400" dirty="0"/>
              <a:t>80 </a:t>
            </a:r>
          </a:p>
          <a:p>
            <a:pPr marL="830263" lvl="3" indent="-285750"/>
            <a:r>
              <a:rPr lang="de-DE" sz="1400" dirty="0">
                <a:latin typeface="CordiaUPC" panose="020B0304020202020204" pitchFamily="34" charset="-34"/>
                <a:cs typeface="CordiaUPC" panose="020B0304020202020204" pitchFamily="34" charset="-34"/>
              </a:rPr>
              <a:t>&lt;</a:t>
            </a:r>
            <a:r>
              <a:rPr lang="de-DE" sz="1400" dirty="0" err="1">
                <a:latin typeface="CordiaUPC" panose="020B0304020202020204" pitchFamily="34" charset="-34"/>
                <a:cs typeface="CordiaUPC" panose="020B0304020202020204" pitchFamily="34" charset="-34"/>
              </a:rPr>
              <a:t>xsl:decimal-format</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name</a:t>
            </a:r>
            <a:r>
              <a:rPr lang="de-DE" sz="1400" dirty="0">
                <a:latin typeface="CordiaUPC" panose="020B0304020202020204" pitchFamily="34" charset="-34"/>
                <a:cs typeface="CordiaUPC" panose="020B0304020202020204" pitchFamily="34" charset="-34"/>
              </a:rPr>
              <a:t>="</a:t>
            </a:r>
            <a:r>
              <a:rPr lang="de-DE" sz="1400" dirty="0" err="1">
                <a:latin typeface="CordiaUPC" panose="020B0304020202020204" pitchFamily="34" charset="-34"/>
                <a:cs typeface="CordiaUPC" panose="020B0304020202020204" pitchFamily="34" charset="-34"/>
              </a:rPr>
              <a:t>european</a:t>
            </a:r>
            <a:r>
              <a:rPr lang="de-DE" sz="1400" dirty="0">
                <a:latin typeface="CordiaUPC" panose="020B0304020202020204" pitchFamily="34" charset="-34"/>
                <a:cs typeface="CordiaUPC" panose="020B0304020202020204" pitchFamily="34" charset="-34"/>
              </a:rPr>
              <a:t>" </a:t>
            </a:r>
            <a:r>
              <a:rPr lang="de-DE" sz="1400" dirty="0" err="1">
                <a:latin typeface="CordiaUPC" panose="020B0304020202020204" pitchFamily="34" charset="-34"/>
                <a:cs typeface="CordiaUPC" panose="020B0304020202020204" pitchFamily="34" charset="-34"/>
              </a:rPr>
              <a:t>decimal</a:t>
            </a:r>
            <a:r>
              <a:rPr lang="de-DE" sz="1400" dirty="0">
                <a:latin typeface="CordiaUPC" panose="020B0304020202020204" pitchFamily="34" charset="-34"/>
                <a:cs typeface="CordiaUPC" panose="020B0304020202020204" pitchFamily="34" charset="-34"/>
              </a:rPr>
              <a:t>-separator=',' </a:t>
            </a:r>
            <a:r>
              <a:rPr lang="de-DE" sz="1400" dirty="0" err="1">
                <a:latin typeface="CordiaUPC" panose="020B0304020202020204" pitchFamily="34" charset="-34"/>
                <a:cs typeface="CordiaUPC" panose="020B0304020202020204" pitchFamily="34" charset="-34"/>
              </a:rPr>
              <a:t>grouping</a:t>
            </a:r>
            <a:r>
              <a:rPr lang="de-DE" sz="1400" dirty="0">
                <a:latin typeface="CordiaUPC" panose="020B0304020202020204" pitchFamily="34" charset="-34"/>
                <a:cs typeface="CordiaUPC" panose="020B0304020202020204" pitchFamily="34" charset="-34"/>
              </a:rPr>
              <a:t>-separator='.' /&gt; </a:t>
            </a:r>
            <a:br>
              <a:rPr lang="de-DE" sz="1400" dirty="0">
                <a:latin typeface="CordiaUPC" panose="020B0304020202020204" pitchFamily="34" charset="-34"/>
                <a:cs typeface="CordiaUPC" panose="020B0304020202020204" pitchFamily="34" charset="-34"/>
              </a:rPr>
            </a:br>
            <a:r>
              <a:rPr lang="en-US" sz="1400" dirty="0">
                <a:latin typeface="CordiaUPC" panose="020B0304020202020204" pitchFamily="34" charset="-34"/>
                <a:cs typeface="CordiaUPC" panose="020B0304020202020204" pitchFamily="34" charset="-34"/>
              </a:rPr>
              <a:t>&lt;</a:t>
            </a:r>
            <a:r>
              <a:rPr lang="en-US" sz="1400" dirty="0" err="1">
                <a:latin typeface="CordiaUPC" panose="020B0304020202020204" pitchFamily="34" charset="-34"/>
                <a:cs typeface="CordiaUPC" panose="020B0304020202020204" pitchFamily="34" charset="-34"/>
              </a:rPr>
              <a:t>xsl:value-of</a:t>
            </a:r>
            <a:r>
              <a:rPr lang="en-US" sz="1400" dirty="0">
                <a:latin typeface="CordiaUPC" panose="020B0304020202020204" pitchFamily="34" charset="-34"/>
                <a:cs typeface="CordiaUPC" panose="020B0304020202020204" pitchFamily="34" charset="-34"/>
              </a:rPr>
              <a:t> select="format-number(26825.8,'###.###,00;(###.###,00)', '</a:t>
            </a:r>
            <a:r>
              <a:rPr lang="en-US" sz="1400" dirty="0" err="1">
                <a:latin typeface="CordiaUPC" panose="020B0304020202020204" pitchFamily="34" charset="-34"/>
                <a:cs typeface="CordiaUPC" panose="020B0304020202020204" pitchFamily="34" charset="-34"/>
              </a:rPr>
              <a:t>european</a:t>
            </a:r>
            <a:r>
              <a:rPr lang="en-US" sz="1400" dirty="0">
                <a:latin typeface="CordiaUPC" panose="020B0304020202020204" pitchFamily="34" charset="-34"/>
                <a:cs typeface="CordiaUPC" panose="020B0304020202020204" pitchFamily="34" charset="-34"/>
              </a:rPr>
              <a:t>')"/&gt; </a:t>
            </a:r>
            <a:r>
              <a:rPr lang="en-US" sz="1400" dirty="0">
                <a:latin typeface="CordiaUPC" panose="020B0304020202020204" pitchFamily="34" charset="-34"/>
                <a:cs typeface="CordiaUPC" panose="020B0304020202020204" pitchFamily="34" charset="-34"/>
                <a:sym typeface="Wingdings" panose="05000000000000000000" pitchFamily="2" charset="2"/>
              </a:rPr>
              <a:t> </a:t>
            </a:r>
            <a:r>
              <a:rPr lang="de-DE" sz="1400" dirty="0"/>
              <a:t>26</a:t>
            </a:r>
            <a:r>
              <a:rPr lang="de-DE" sz="1400" dirty="0">
                <a:solidFill>
                  <a:srgbClr val="FF0000"/>
                </a:solidFill>
              </a:rPr>
              <a:t>.</a:t>
            </a:r>
            <a:r>
              <a:rPr lang="de-DE" sz="1400" dirty="0"/>
              <a:t>825</a:t>
            </a:r>
            <a:r>
              <a:rPr lang="de-DE" sz="1400" dirty="0">
                <a:solidFill>
                  <a:srgbClr val="FF0000"/>
                </a:solidFill>
              </a:rPr>
              <a:t>,</a:t>
            </a:r>
            <a:r>
              <a:rPr lang="de-DE" sz="1400" dirty="0"/>
              <a:t>80</a:t>
            </a:r>
            <a:endParaRPr lang="de-DE" sz="1400" dirty="0">
              <a:latin typeface="CordiaUPC" panose="020B0304020202020204" pitchFamily="34" charset="-34"/>
              <a:cs typeface="CordiaUPC" panose="020B0304020202020204" pitchFamily="34" charset="-34"/>
            </a:endParaRPr>
          </a:p>
          <a:p>
            <a:pPr marL="471488"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16</a:t>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Tree>
    <p:extLst>
      <p:ext uri="{BB962C8B-B14F-4D97-AF65-F5344CB8AC3E}">
        <p14:creationId xmlns:p14="http://schemas.microsoft.com/office/powerpoint/2010/main" val="30079855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Loop</a:t>
            </a:r>
            <a:endParaRPr lang="de-DE" dirty="0">
              <a:latin typeface="CordiaUPC" panose="020B0304020202020204" pitchFamily="34" charset="-34"/>
              <a:cs typeface="CordiaUPC" panose="020B0304020202020204" pitchFamily="34" charset="-34"/>
            </a:endParaRPr>
          </a:p>
          <a:p>
            <a:pPr marL="471488" lvl="1" indent="-285750"/>
            <a:r>
              <a:rPr lang="de-DE" sz="2400" b="1" dirty="0" err="1">
                <a:latin typeface="CordiaUPC" panose="020B0304020202020204" pitchFamily="34" charset="-34"/>
                <a:cs typeface="CordiaUPC" panose="020B0304020202020204" pitchFamily="34" charset="-34"/>
              </a:rPr>
              <a:t>xsl:for-each</a:t>
            </a:r>
            <a:endParaRPr lang="de-DE" sz="2400" b="1" dirty="0">
              <a:latin typeface="CordiaUPC" panose="020B0304020202020204" pitchFamily="34" charset="-34"/>
              <a:cs typeface="CordiaUPC" panose="020B0304020202020204" pitchFamily="34" charset="-34"/>
            </a:endParaRPr>
          </a:p>
          <a:p>
            <a:pPr marL="830263" lvl="3" indent="-285750"/>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xsl:for-each</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select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person</a:t>
            </a:r>
            <a:r>
              <a:rPr lang="de-DE" dirty="0">
                <a:latin typeface="CordiaUPC" panose="020B0304020202020204" pitchFamily="34" charset="-34"/>
                <a:cs typeface="CordiaUPC" panose="020B0304020202020204" pitchFamily="34" charset="-34"/>
              </a:rPr>
              <a:t> “&gt;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&gt;&lt;</a:t>
            </a:r>
            <a:r>
              <a:rPr lang="de-DE" dirty="0" err="1">
                <a:latin typeface="CordiaUPC" panose="020B0304020202020204" pitchFamily="34" charset="-34"/>
                <a:cs typeface="CordiaUPC" panose="020B0304020202020204" pitchFamily="34" charset="-34"/>
              </a:rPr>
              <a:t>xsl:value-of</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select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concat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 “, ./</a:t>
            </a:r>
            <a:r>
              <a:rPr lang="de-DE" dirty="0" err="1">
                <a:latin typeface="CordiaUPC" panose="020B0304020202020204" pitchFamily="34" charset="-34"/>
                <a:cs typeface="CordiaUPC" panose="020B0304020202020204" pitchFamily="34" charset="-34"/>
              </a:rPr>
              <a:t>surname</a:t>
            </a:r>
            <a:r>
              <a:rPr lang="de-DE" dirty="0">
                <a:latin typeface="CordiaUPC" panose="020B0304020202020204" pitchFamily="34" charset="-34"/>
                <a:cs typeface="CordiaUPC" panose="020B0304020202020204" pitchFamily="34" charset="-34"/>
              </a:rPr>
              <a:t>)/&gt;&lt;/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xsl:for-each</a:t>
            </a:r>
            <a:r>
              <a:rPr lang="de-DE" dirty="0">
                <a:latin typeface="CordiaUPC" panose="020B0304020202020204" pitchFamily="34" charset="-34"/>
                <a:cs typeface="CordiaUPC" panose="020B0304020202020204" pitchFamily="34" charset="-34"/>
              </a:rPr>
              <a:t>&gt;</a:t>
            </a:r>
          </a:p>
          <a:p>
            <a:pPr marL="830263" lvl="3" indent="-285750"/>
            <a:r>
              <a:rPr lang="de-DE" dirty="0">
                <a:latin typeface="CordiaUPC" panose="020B0304020202020204" pitchFamily="34" charset="-34"/>
                <a:cs typeface="CordiaUPC" panose="020B0304020202020204" pitchFamily="34" charset="-34"/>
              </a:rPr>
              <a:t>Source:</a:t>
            </a:r>
          </a:p>
          <a:p>
            <a:endParaRPr lang="de-DE" dirty="0">
              <a:latin typeface="CordiaUPC" panose="020B0304020202020204" pitchFamily="34" charset="-34"/>
              <a:cs typeface="CordiaUPC" panose="020B0304020202020204" pitchFamily="34" charset="-34"/>
            </a:endParaRPr>
          </a:p>
          <a:p>
            <a:pPr marL="471488" lvl="1" indent="-285750"/>
            <a:endParaRPr lang="de-DE" sz="2400" b="1" dirty="0">
              <a:latin typeface="CordiaUPC" panose="020B0304020202020204" pitchFamily="34" charset="-34"/>
              <a:cs typeface="CordiaUPC" panose="020B0304020202020204" pitchFamily="34" charset="-34"/>
            </a:endParaRPr>
          </a:p>
          <a:p>
            <a:pPr marL="471488" lvl="1" indent="-285750"/>
            <a:endParaRPr lang="de-DE" sz="2400" b="1" dirty="0">
              <a:latin typeface="CordiaUPC" panose="020B0304020202020204" pitchFamily="34" charset="-34"/>
              <a:cs typeface="CordiaUPC" panose="020B0304020202020204" pitchFamily="34" charset="-34"/>
            </a:endParaRPr>
          </a:p>
          <a:p>
            <a:pPr marL="471488" lvl="1" indent="-285750"/>
            <a:endParaRPr lang="de-DE" sz="2400" b="1" dirty="0">
              <a:latin typeface="CordiaUPC" panose="020B0304020202020204" pitchFamily="34" charset="-34"/>
              <a:cs typeface="CordiaUPC" panose="020B0304020202020204" pitchFamily="34" charset="-34"/>
            </a:endParaRPr>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17</a:t>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
        <p:nvSpPr>
          <p:cNvPr id="6" name="Textplatzhalter 15"/>
          <p:cNvSpPr txBox="1">
            <a:spLocks/>
          </p:cNvSpPr>
          <p:nvPr/>
        </p:nvSpPr>
        <p:spPr bwMode="auto">
          <a:xfrm>
            <a:off x="920552" y="3284985"/>
            <a:ext cx="3960440"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1600">
                <a:solidFill>
                  <a:schemeClr val="tx1"/>
                </a:solidFill>
                <a:latin typeface="+mn-lt"/>
                <a:ea typeface="+mn-ea"/>
                <a:cs typeface="+mn-cs"/>
              </a:defRPr>
            </a:lvl1pPr>
            <a:lvl2pPr marL="185738" indent="-184150" algn="l" rtl="0" eaLnBrk="0" fontAlgn="base" hangingPunct="0">
              <a:spcBef>
                <a:spcPct val="0"/>
              </a:spcBef>
              <a:spcAft>
                <a:spcPct val="0"/>
              </a:spcAft>
              <a:buClr>
                <a:srgbClr val="FF0000"/>
              </a:buClr>
              <a:buSzPct val="85000"/>
              <a:buFont typeface="Wingdings"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513" indent="-184150" algn="l" rtl="0" eaLnBrk="0" fontAlgn="base" hangingPunct="0">
              <a:spcBef>
                <a:spcPct val="0"/>
              </a:spcBef>
              <a:spcAft>
                <a:spcPct val="0"/>
              </a:spcAft>
              <a:buClr>
                <a:srgbClr val="FF0000"/>
              </a:buClr>
              <a:buFont typeface="Wingdings" pitchFamily="2" charset="2"/>
              <a:buChar char="§"/>
              <a:defRPr sz="1600">
                <a:solidFill>
                  <a:schemeClr val="tx1"/>
                </a:solidFill>
                <a:latin typeface="+mn-lt"/>
              </a:defRPr>
            </a:lvl4pPr>
            <a:lvl5pPr marL="728663" indent="-182563" algn="l" rtl="0" eaLnBrk="0" fontAlgn="base" hangingPunct="0">
              <a:spcBef>
                <a:spcPct val="0"/>
              </a:spcBef>
              <a:spcAft>
                <a:spcPct val="0"/>
              </a:spcAft>
              <a:buClr>
                <a:srgbClr val="FF0000"/>
              </a:buClr>
              <a:buChar char="–"/>
              <a:defRPr sz="1600">
                <a:solidFill>
                  <a:schemeClr val="tx1"/>
                </a:solidFill>
                <a:latin typeface="+mn-lt"/>
              </a:defRPr>
            </a:lvl5pPr>
            <a:lvl6pPr marL="1185863" indent="-182563" algn="l" rtl="0" eaLnBrk="0" fontAlgn="base" hangingPunct="0">
              <a:spcBef>
                <a:spcPct val="0"/>
              </a:spcBef>
              <a:spcAft>
                <a:spcPct val="0"/>
              </a:spcAft>
              <a:buClr>
                <a:srgbClr val="FF0000"/>
              </a:buClr>
              <a:buChar char="–"/>
              <a:defRPr sz="1600">
                <a:solidFill>
                  <a:schemeClr val="tx1"/>
                </a:solidFill>
                <a:latin typeface="+mn-lt"/>
              </a:defRPr>
            </a:lvl6pPr>
            <a:lvl7pPr marL="1643063" indent="-182563" algn="l" rtl="0" eaLnBrk="0" fontAlgn="base" hangingPunct="0">
              <a:spcBef>
                <a:spcPct val="0"/>
              </a:spcBef>
              <a:spcAft>
                <a:spcPct val="0"/>
              </a:spcAft>
              <a:buClr>
                <a:srgbClr val="FF0000"/>
              </a:buClr>
              <a:buChar char="–"/>
              <a:defRPr sz="1600">
                <a:solidFill>
                  <a:schemeClr val="tx1"/>
                </a:solidFill>
                <a:latin typeface="+mn-lt"/>
              </a:defRPr>
            </a:lvl7pPr>
            <a:lvl8pPr marL="2100263" indent="-182563" algn="l" rtl="0" eaLnBrk="0" fontAlgn="base" hangingPunct="0">
              <a:spcBef>
                <a:spcPct val="0"/>
              </a:spcBef>
              <a:spcAft>
                <a:spcPct val="0"/>
              </a:spcAft>
              <a:buClr>
                <a:srgbClr val="FF0000"/>
              </a:buClr>
              <a:buChar char="–"/>
              <a:defRPr sz="1600">
                <a:solidFill>
                  <a:schemeClr val="tx1"/>
                </a:solidFill>
                <a:latin typeface="+mn-lt"/>
              </a:defRPr>
            </a:lvl8pPr>
            <a:lvl9pPr marL="2557463" indent="-182563" algn="l" rtl="0" eaLnBrk="0" fontAlgn="base" hangingPunct="0">
              <a:spcBef>
                <a:spcPct val="0"/>
              </a:spcBef>
              <a:spcAft>
                <a:spcPct val="0"/>
              </a:spcAft>
              <a:buClr>
                <a:srgbClr val="FF0000"/>
              </a:buClr>
              <a:buChar char="–"/>
              <a:defRPr sz="1600">
                <a:solidFill>
                  <a:schemeClr val="tx1"/>
                </a:solidFill>
                <a:latin typeface="+mn-lt"/>
              </a:defRPr>
            </a:lvl9pPr>
          </a:lstStyle>
          <a:p>
            <a:r>
              <a:rPr lang="en-US" kern="0" dirty="0">
                <a:latin typeface="CordiaUPC" panose="020B0304020202020204" pitchFamily="34" charset="-34"/>
                <a:cs typeface="CordiaUPC" panose="020B0304020202020204" pitchFamily="34" charset="-34"/>
              </a:rPr>
              <a:t>&lt;person gender="male" age="28"&gt;</a:t>
            </a:r>
          </a:p>
          <a:p>
            <a:r>
              <a:rPr lang="en-US" kern="0" dirty="0">
                <a:latin typeface="CordiaUPC" panose="020B0304020202020204" pitchFamily="34" charset="-34"/>
                <a:cs typeface="CordiaUPC" panose="020B0304020202020204" pitchFamily="34" charset="-34"/>
              </a:rPr>
              <a:t>    &lt;name&gt;Leo&lt;/name&gt;</a:t>
            </a:r>
          </a:p>
          <a:p>
            <a:r>
              <a:rPr lang="en-US" kern="0" dirty="0">
                <a:latin typeface="CordiaUPC" panose="020B0304020202020204" pitchFamily="34" charset="-34"/>
                <a:cs typeface="CordiaUPC" panose="020B0304020202020204" pitchFamily="34" charset="-34"/>
              </a:rPr>
              <a:t>    &lt;surname&gt;Lurch&lt;/surname&gt;</a:t>
            </a:r>
          </a:p>
          <a:p>
            <a:r>
              <a:rPr lang="en-US" kern="0" dirty="0">
                <a:latin typeface="CordiaUPC" panose="020B0304020202020204" pitchFamily="34" charset="-34"/>
                <a:cs typeface="CordiaUPC" panose="020B0304020202020204" pitchFamily="34" charset="-34"/>
              </a:rPr>
              <a:t>&lt;/person&gt;</a:t>
            </a:r>
          </a:p>
          <a:p>
            <a:r>
              <a:rPr lang="en-US" kern="0" dirty="0">
                <a:latin typeface="CordiaUPC" panose="020B0304020202020204" pitchFamily="34" charset="-34"/>
                <a:cs typeface="CordiaUPC" panose="020B0304020202020204" pitchFamily="34" charset="-34"/>
              </a:rPr>
              <a:t>&lt;person gender="female" age="32"&gt;</a:t>
            </a:r>
          </a:p>
          <a:p>
            <a:r>
              <a:rPr lang="en-US" kern="0" dirty="0">
                <a:latin typeface="CordiaUPC" panose="020B0304020202020204" pitchFamily="34" charset="-34"/>
                <a:cs typeface="CordiaUPC" panose="020B0304020202020204" pitchFamily="34" charset="-34"/>
              </a:rPr>
              <a:t>    &lt;name&gt;Rosa&lt;/name&gt;</a:t>
            </a:r>
          </a:p>
          <a:p>
            <a:r>
              <a:rPr lang="en-US" kern="0" dirty="0">
                <a:latin typeface="CordiaUPC" panose="020B0304020202020204" pitchFamily="34" charset="-34"/>
                <a:cs typeface="CordiaUPC" panose="020B0304020202020204" pitchFamily="34" charset="-34"/>
              </a:rPr>
              <a:t>    &lt;surname&gt;Sack&lt;/surname&gt;</a:t>
            </a:r>
          </a:p>
          <a:p>
            <a:r>
              <a:rPr lang="en-US" kern="0" dirty="0">
                <a:latin typeface="CordiaUPC" panose="020B0304020202020204" pitchFamily="34" charset="-34"/>
                <a:cs typeface="CordiaUPC" panose="020B0304020202020204" pitchFamily="34" charset="-34"/>
              </a:rPr>
              <a:t>&lt;/person&gt;</a:t>
            </a:r>
          </a:p>
          <a:p>
            <a:r>
              <a:rPr lang="en-US" kern="0" dirty="0">
                <a:latin typeface="CordiaUPC" panose="020B0304020202020204" pitchFamily="34" charset="-34"/>
                <a:cs typeface="CordiaUPC" panose="020B0304020202020204" pitchFamily="34" charset="-34"/>
              </a:rPr>
              <a:t>&lt;person gender="male" age="45"&gt;</a:t>
            </a:r>
          </a:p>
          <a:p>
            <a:r>
              <a:rPr lang="en-US" kern="0" dirty="0">
                <a:latin typeface="CordiaUPC" panose="020B0304020202020204" pitchFamily="34" charset="-34"/>
                <a:cs typeface="CordiaUPC" panose="020B0304020202020204" pitchFamily="34" charset="-34"/>
              </a:rPr>
              <a:t>    &lt;name&gt;Peter&lt;/name&gt;</a:t>
            </a:r>
          </a:p>
          <a:p>
            <a:r>
              <a:rPr lang="en-US" kern="0" dirty="0">
                <a:latin typeface="CordiaUPC" panose="020B0304020202020204" pitchFamily="34" charset="-34"/>
                <a:cs typeface="CordiaUPC" panose="020B0304020202020204" pitchFamily="34" charset="-34"/>
              </a:rPr>
              <a:t>    &lt;surname&gt;</a:t>
            </a:r>
            <a:r>
              <a:rPr lang="en-US" kern="0" dirty="0" err="1">
                <a:latin typeface="CordiaUPC" panose="020B0304020202020204" pitchFamily="34" charset="-34"/>
                <a:cs typeface="CordiaUPC" panose="020B0304020202020204" pitchFamily="34" charset="-34"/>
              </a:rPr>
              <a:t>Lustig</a:t>
            </a:r>
            <a:r>
              <a:rPr lang="en-US" kern="0" dirty="0">
                <a:latin typeface="CordiaUPC" panose="020B0304020202020204" pitchFamily="34" charset="-34"/>
                <a:cs typeface="CordiaUPC" panose="020B0304020202020204" pitchFamily="34" charset="-34"/>
              </a:rPr>
              <a:t>&lt;/surname&gt;</a:t>
            </a:r>
          </a:p>
          <a:p>
            <a:r>
              <a:rPr lang="en-US" kern="0" dirty="0">
                <a:latin typeface="CordiaUPC" panose="020B0304020202020204" pitchFamily="34" charset="-34"/>
                <a:cs typeface="CordiaUPC" panose="020B0304020202020204" pitchFamily="34" charset="-34"/>
              </a:rPr>
              <a:t>&lt;/person&gt;</a:t>
            </a:r>
            <a:endParaRPr lang="de-DE" kern="0" dirty="0"/>
          </a:p>
        </p:txBody>
      </p:sp>
      <p:sp>
        <p:nvSpPr>
          <p:cNvPr id="7" name="Textplatzhalter 15"/>
          <p:cNvSpPr txBox="1">
            <a:spLocks/>
          </p:cNvSpPr>
          <p:nvPr/>
        </p:nvSpPr>
        <p:spPr bwMode="auto">
          <a:xfrm>
            <a:off x="5031879" y="4255953"/>
            <a:ext cx="3960440" cy="108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1600">
                <a:solidFill>
                  <a:schemeClr val="tx1"/>
                </a:solidFill>
                <a:latin typeface="+mn-lt"/>
                <a:ea typeface="+mn-ea"/>
                <a:cs typeface="+mn-cs"/>
              </a:defRPr>
            </a:lvl1pPr>
            <a:lvl2pPr marL="185738" indent="-184150" algn="l" rtl="0" eaLnBrk="0" fontAlgn="base" hangingPunct="0">
              <a:spcBef>
                <a:spcPct val="0"/>
              </a:spcBef>
              <a:spcAft>
                <a:spcPct val="0"/>
              </a:spcAft>
              <a:buClr>
                <a:srgbClr val="FF0000"/>
              </a:buClr>
              <a:buSzPct val="85000"/>
              <a:buFont typeface="Wingdings"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513" indent="-184150" algn="l" rtl="0" eaLnBrk="0" fontAlgn="base" hangingPunct="0">
              <a:spcBef>
                <a:spcPct val="0"/>
              </a:spcBef>
              <a:spcAft>
                <a:spcPct val="0"/>
              </a:spcAft>
              <a:buClr>
                <a:srgbClr val="FF0000"/>
              </a:buClr>
              <a:buFont typeface="Wingdings" pitchFamily="2" charset="2"/>
              <a:buChar char="§"/>
              <a:defRPr sz="1600">
                <a:solidFill>
                  <a:schemeClr val="tx1"/>
                </a:solidFill>
                <a:latin typeface="+mn-lt"/>
              </a:defRPr>
            </a:lvl4pPr>
            <a:lvl5pPr marL="728663" indent="-182563" algn="l" rtl="0" eaLnBrk="0" fontAlgn="base" hangingPunct="0">
              <a:spcBef>
                <a:spcPct val="0"/>
              </a:spcBef>
              <a:spcAft>
                <a:spcPct val="0"/>
              </a:spcAft>
              <a:buClr>
                <a:srgbClr val="FF0000"/>
              </a:buClr>
              <a:buChar char="–"/>
              <a:defRPr sz="1600">
                <a:solidFill>
                  <a:schemeClr val="tx1"/>
                </a:solidFill>
                <a:latin typeface="+mn-lt"/>
              </a:defRPr>
            </a:lvl5pPr>
            <a:lvl6pPr marL="1185863" indent="-182563" algn="l" rtl="0" eaLnBrk="0" fontAlgn="base" hangingPunct="0">
              <a:spcBef>
                <a:spcPct val="0"/>
              </a:spcBef>
              <a:spcAft>
                <a:spcPct val="0"/>
              </a:spcAft>
              <a:buClr>
                <a:srgbClr val="FF0000"/>
              </a:buClr>
              <a:buChar char="–"/>
              <a:defRPr sz="1600">
                <a:solidFill>
                  <a:schemeClr val="tx1"/>
                </a:solidFill>
                <a:latin typeface="+mn-lt"/>
              </a:defRPr>
            </a:lvl6pPr>
            <a:lvl7pPr marL="1643063" indent="-182563" algn="l" rtl="0" eaLnBrk="0" fontAlgn="base" hangingPunct="0">
              <a:spcBef>
                <a:spcPct val="0"/>
              </a:spcBef>
              <a:spcAft>
                <a:spcPct val="0"/>
              </a:spcAft>
              <a:buClr>
                <a:srgbClr val="FF0000"/>
              </a:buClr>
              <a:buChar char="–"/>
              <a:defRPr sz="1600">
                <a:solidFill>
                  <a:schemeClr val="tx1"/>
                </a:solidFill>
                <a:latin typeface="+mn-lt"/>
              </a:defRPr>
            </a:lvl7pPr>
            <a:lvl8pPr marL="2100263" indent="-182563" algn="l" rtl="0" eaLnBrk="0" fontAlgn="base" hangingPunct="0">
              <a:spcBef>
                <a:spcPct val="0"/>
              </a:spcBef>
              <a:spcAft>
                <a:spcPct val="0"/>
              </a:spcAft>
              <a:buClr>
                <a:srgbClr val="FF0000"/>
              </a:buClr>
              <a:buChar char="–"/>
              <a:defRPr sz="1600">
                <a:solidFill>
                  <a:schemeClr val="tx1"/>
                </a:solidFill>
                <a:latin typeface="+mn-lt"/>
              </a:defRPr>
            </a:lvl8pPr>
            <a:lvl9pPr marL="2557463" indent="-182563" algn="l" rtl="0" eaLnBrk="0" fontAlgn="base" hangingPunct="0">
              <a:spcBef>
                <a:spcPct val="0"/>
              </a:spcBef>
              <a:spcAft>
                <a:spcPct val="0"/>
              </a:spcAft>
              <a:buClr>
                <a:srgbClr val="FF0000"/>
              </a:buClr>
              <a:buChar char="–"/>
              <a:defRPr sz="1600">
                <a:solidFill>
                  <a:schemeClr val="tx1"/>
                </a:solidFill>
                <a:latin typeface="+mn-lt"/>
              </a:defRPr>
            </a:lvl9pPr>
          </a:lstStyle>
          <a:p>
            <a:r>
              <a:rPr lang="en-US" kern="0" dirty="0">
                <a:latin typeface="CordiaUPC" panose="020B0304020202020204" pitchFamily="34" charset="-34"/>
                <a:cs typeface="CordiaUPC" panose="020B0304020202020204" pitchFamily="34" charset="-34"/>
              </a:rPr>
              <a:t>&lt;name&gt;Leo Lurch&lt;/name&gt;</a:t>
            </a:r>
          </a:p>
          <a:p>
            <a:r>
              <a:rPr lang="en-US" kern="0" dirty="0">
                <a:latin typeface="CordiaUPC" panose="020B0304020202020204" pitchFamily="34" charset="-34"/>
                <a:cs typeface="CordiaUPC" panose="020B0304020202020204" pitchFamily="34" charset="-34"/>
              </a:rPr>
              <a:t>&lt;name&gt;Rosa Sack&lt;/name&gt;</a:t>
            </a:r>
          </a:p>
          <a:p>
            <a:r>
              <a:rPr lang="en-US" kern="0" dirty="0">
                <a:latin typeface="CordiaUPC" panose="020B0304020202020204" pitchFamily="34" charset="-34"/>
                <a:cs typeface="CordiaUPC" panose="020B0304020202020204" pitchFamily="34" charset="-34"/>
              </a:rPr>
              <a:t>&lt;name&gt;Peter </a:t>
            </a:r>
            <a:r>
              <a:rPr lang="en-US" kern="0" dirty="0" err="1">
                <a:latin typeface="CordiaUPC" panose="020B0304020202020204" pitchFamily="34" charset="-34"/>
                <a:cs typeface="CordiaUPC" panose="020B0304020202020204" pitchFamily="34" charset="-34"/>
              </a:rPr>
              <a:t>Lustig</a:t>
            </a:r>
            <a:r>
              <a:rPr lang="en-US" kern="0" dirty="0">
                <a:latin typeface="CordiaUPC" panose="020B0304020202020204" pitchFamily="34" charset="-34"/>
                <a:cs typeface="CordiaUPC" panose="020B0304020202020204" pitchFamily="34" charset="-34"/>
              </a:rPr>
              <a:t>&lt;/name&gt;</a:t>
            </a:r>
          </a:p>
        </p:txBody>
      </p:sp>
      <p:sp>
        <p:nvSpPr>
          <p:cNvPr id="2" name="Geschweifte Klammer rechts 1"/>
          <p:cNvSpPr/>
          <p:nvPr/>
        </p:nvSpPr>
        <p:spPr bwMode="auto">
          <a:xfrm>
            <a:off x="3728864" y="3284984"/>
            <a:ext cx="1303015" cy="2664295"/>
          </a:xfrm>
          <a:prstGeom prst="rightBrace">
            <a:avLst/>
          </a:prstGeom>
          <a:ln>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90000" tIns="46800" rIns="90000" bIns="4680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1" i="0" u="none" strike="noStrike" normalizeH="0" baseline="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DB Office" pitchFamily="34" charset="0"/>
            </a:endParaRPr>
          </a:p>
        </p:txBody>
      </p:sp>
    </p:spTree>
    <p:extLst>
      <p:ext uri="{BB962C8B-B14F-4D97-AF65-F5344CB8AC3E}">
        <p14:creationId xmlns:p14="http://schemas.microsoft.com/office/powerpoint/2010/main" val="372749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Loop</a:t>
            </a:r>
            <a:endParaRPr lang="de-DE" dirty="0">
              <a:latin typeface="CordiaUPC" panose="020B0304020202020204" pitchFamily="34" charset="-34"/>
              <a:cs typeface="CordiaUPC" panose="020B0304020202020204" pitchFamily="34" charset="-34"/>
            </a:endParaRPr>
          </a:p>
          <a:p>
            <a:pPr marL="471488" lvl="1" indent="-285750"/>
            <a:r>
              <a:rPr lang="de-DE" sz="2400" b="1" dirty="0" err="1">
                <a:latin typeface="CordiaUPC" panose="020B0304020202020204" pitchFamily="34" charset="-34"/>
                <a:cs typeface="CordiaUPC" panose="020B0304020202020204" pitchFamily="34" charset="-34"/>
              </a:rPr>
              <a:t>xsl:sort</a:t>
            </a:r>
            <a:endParaRPr lang="de-DE" sz="2400" b="1" dirty="0">
              <a:latin typeface="CordiaUPC" panose="020B0304020202020204" pitchFamily="34" charset="-34"/>
              <a:cs typeface="CordiaUPC" panose="020B0304020202020204" pitchFamily="34" charset="-34"/>
            </a:endParaRPr>
          </a:p>
          <a:p>
            <a:pPr marL="830263" lvl="3" indent="-285750"/>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xsl:for-each</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select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person</a:t>
            </a:r>
            <a:r>
              <a:rPr lang="de-DE" dirty="0">
                <a:latin typeface="CordiaUPC" panose="020B0304020202020204" pitchFamily="34" charset="-34"/>
                <a:cs typeface="CordiaUPC" panose="020B0304020202020204" pitchFamily="34" charset="-34"/>
              </a:rPr>
              <a:t> “&gt;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xsl:sort</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select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surname</a:t>
            </a:r>
            <a:r>
              <a:rPr lang="de-DE" dirty="0">
                <a:latin typeface="CordiaUPC" panose="020B0304020202020204" pitchFamily="34" charset="-34"/>
                <a:cs typeface="CordiaUPC" panose="020B0304020202020204" pitchFamily="34" charset="-34"/>
              </a:rPr>
              <a:t>"/&gt;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&gt;&lt;</a:t>
            </a:r>
            <a:r>
              <a:rPr lang="de-DE" dirty="0" err="1">
                <a:latin typeface="CordiaUPC" panose="020B0304020202020204" pitchFamily="34" charset="-34"/>
                <a:cs typeface="CordiaUPC" panose="020B0304020202020204" pitchFamily="34" charset="-34"/>
              </a:rPr>
              <a:t>xsl:value-of</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select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concat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 “, ./</a:t>
            </a:r>
            <a:r>
              <a:rPr lang="de-DE" dirty="0" err="1">
                <a:latin typeface="CordiaUPC" panose="020B0304020202020204" pitchFamily="34" charset="-34"/>
                <a:cs typeface="CordiaUPC" panose="020B0304020202020204" pitchFamily="34" charset="-34"/>
              </a:rPr>
              <a:t>surname</a:t>
            </a:r>
            <a:r>
              <a:rPr lang="de-DE" dirty="0">
                <a:latin typeface="CordiaUPC" panose="020B0304020202020204" pitchFamily="34" charset="-34"/>
                <a:cs typeface="CordiaUPC" panose="020B0304020202020204" pitchFamily="34" charset="-34"/>
              </a:rPr>
              <a:t>)/&gt;&lt;/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xsl:for-each</a:t>
            </a:r>
            <a:r>
              <a:rPr lang="de-DE" dirty="0">
                <a:latin typeface="CordiaUPC" panose="020B0304020202020204" pitchFamily="34" charset="-34"/>
                <a:cs typeface="CordiaUPC" panose="020B0304020202020204" pitchFamily="34" charset="-34"/>
              </a:rPr>
              <a:t>&gt;</a:t>
            </a:r>
          </a:p>
          <a:p>
            <a:pPr marL="830263" lvl="3" indent="-285750"/>
            <a:r>
              <a:rPr lang="de-DE" dirty="0">
                <a:latin typeface="CordiaUPC" panose="020B0304020202020204" pitchFamily="34" charset="-34"/>
                <a:cs typeface="CordiaUPC" panose="020B0304020202020204" pitchFamily="34" charset="-34"/>
              </a:rPr>
              <a:t>Source:</a:t>
            </a:r>
          </a:p>
          <a:p>
            <a:endParaRPr lang="de-DE" dirty="0">
              <a:latin typeface="CordiaUPC" panose="020B0304020202020204" pitchFamily="34" charset="-34"/>
              <a:cs typeface="CordiaUPC" panose="020B0304020202020204" pitchFamily="34" charset="-34"/>
            </a:endParaRPr>
          </a:p>
          <a:p>
            <a:pPr marL="471488" lvl="1" indent="-285750"/>
            <a:endParaRPr lang="de-DE" sz="2400" b="1" dirty="0">
              <a:latin typeface="CordiaUPC" panose="020B0304020202020204" pitchFamily="34" charset="-34"/>
              <a:cs typeface="CordiaUPC" panose="020B0304020202020204" pitchFamily="34" charset="-34"/>
            </a:endParaRPr>
          </a:p>
          <a:p>
            <a:pPr marL="471488" lvl="1" indent="-285750"/>
            <a:endParaRPr lang="de-DE" sz="2400" b="1" dirty="0">
              <a:latin typeface="CordiaUPC" panose="020B0304020202020204" pitchFamily="34" charset="-34"/>
              <a:cs typeface="CordiaUPC" panose="020B0304020202020204" pitchFamily="34" charset="-34"/>
            </a:endParaRPr>
          </a:p>
          <a:p>
            <a:pPr marL="471488" lvl="1" indent="-285750"/>
            <a:endParaRPr lang="de-DE" sz="2400" b="1" dirty="0">
              <a:latin typeface="CordiaUPC" panose="020B0304020202020204" pitchFamily="34" charset="-34"/>
              <a:cs typeface="CordiaUPC" panose="020B0304020202020204" pitchFamily="34" charset="-34"/>
            </a:endParaRPr>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18</a:t>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
        <p:nvSpPr>
          <p:cNvPr id="6" name="Textplatzhalter 15"/>
          <p:cNvSpPr txBox="1">
            <a:spLocks/>
          </p:cNvSpPr>
          <p:nvPr/>
        </p:nvSpPr>
        <p:spPr bwMode="auto">
          <a:xfrm>
            <a:off x="920552" y="3429000"/>
            <a:ext cx="3960440"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1600">
                <a:solidFill>
                  <a:schemeClr val="tx1"/>
                </a:solidFill>
                <a:latin typeface="+mn-lt"/>
                <a:ea typeface="+mn-ea"/>
                <a:cs typeface="+mn-cs"/>
              </a:defRPr>
            </a:lvl1pPr>
            <a:lvl2pPr marL="185738" indent="-184150" algn="l" rtl="0" eaLnBrk="0" fontAlgn="base" hangingPunct="0">
              <a:spcBef>
                <a:spcPct val="0"/>
              </a:spcBef>
              <a:spcAft>
                <a:spcPct val="0"/>
              </a:spcAft>
              <a:buClr>
                <a:srgbClr val="FF0000"/>
              </a:buClr>
              <a:buSzPct val="85000"/>
              <a:buFont typeface="Wingdings"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513" indent="-184150" algn="l" rtl="0" eaLnBrk="0" fontAlgn="base" hangingPunct="0">
              <a:spcBef>
                <a:spcPct val="0"/>
              </a:spcBef>
              <a:spcAft>
                <a:spcPct val="0"/>
              </a:spcAft>
              <a:buClr>
                <a:srgbClr val="FF0000"/>
              </a:buClr>
              <a:buFont typeface="Wingdings" pitchFamily="2" charset="2"/>
              <a:buChar char="§"/>
              <a:defRPr sz="1600">
                <a:solidFill>
                  <a:schemeClr val="tx1"/>
                </a:solidFill>
                <a:latin typeface="+mn-lt"/>
              </a:defRPr>
            </a:lvl4pPr>
            <a:lvl5pPr marL="728663" indent="-182563" algn="l" rtl="0" eaLnBrk="0" fontAlgn="base" hangingPunct="0">
              <a:spcBef>
                <a:spcPct val="0"/>
              </a:spcBef>
              <a:spcAft>
                <a:spcPct val="0"/>
              </a:spcAft>
              <a:buClr>
                <a:srgbClr val="FF0000"/>
              </a:buClr>
              <a:buChar char="–"/>
              <a:defRPr sz="1600">
                <a:solidFill>
                  <a:schemeClr val="tx1"/>
                </a:solidFill>
                <a:latin typeface="+mn-lt"/>
              </a:defRPr>
            </a:lvl5pPr>
            <a:lvl6pPr marL="1185863" indent="-182563" algn="l" rtl="0" eaLnBrk="0" fontAlgn="base" hangingPunct="0">
              <a:spcBef>
                <a:spcPct val="0"/>
              </a:spcBef>
              <a:spcAft>
                <a:spcPct val="0"/>
              </a:spcAft>
              <a:buClr>
                <a:srgbClr val="FF0000"/>
              </a:buClr>
              <a:buChar char="–"/>
              <a:defRPr sz="1600">
                <a:solidFill>
                  <a:schemeClr val="tx1"/>
                </a:solidFill>
                <a:latin typeface="+mn-lt"/>
              </a:defRPr>
            </a:lvl6pPr>
            <a:lvl7pPr marL="1643063" indent="-182563" algn="l" rtl="0" eaLnBrk="0" fontAlgn="base" hangingPunct="0">
              <a:spcBef>
                <a:spcPct val="0"/>
              </a:spcBef>
              <a:spcAft>
                <a:spcPct val="0"/>
              </a:spcAft>
              <a:buClr>
                <a:srgbClr val="FF0000"/>
              </a:buClr>
              <a:buChar char="–"/>
              <a:defRPr sz="1600">
                <a:solidFill>
                  <a:schemeClr val="tx1"/>
                </a:solidFill>
                <a:latin typeface="+mn-lt"/>
              </a:defRPr>
            </a:lvl7pPr>
            <a:lvl8pPr marL="2100263" indent="-182563" algn="l" rtl="0" eaLnBrk="0" fontAlgn="base" hangingPunct="0">
              <a:spcBef>
                <a:spcPct val="0"/>
              </a:spcBef>
              <a:spcAft>
                <a:spcPct val="0"/>
              </a:spcAft>
              <a:buClr>
                <a:srgbClr val="FF0000"/>
              </a:buClr>
              <a:buChar char="–"/>
              <a:defRPr sz="1600">
                <a:solidFill>
                  <a:schemeClr val="tx1"/>
                </a:solidFill>
                <a:latin typeface="+mn-lt"/>
              </a:defRPr>
            </a:lvl8pPr>
            <a:lvl9pPr marL="2557463" indent="-182563" algn="l" rtl="0" eaLnBrk="0" fontAlgn="base" hangingPunct="0">
              <a:spcBef>
                <a:spcPct val="0"/>
              </a:spcBef>
              <a:spcAft>
                <a:spcPct val="0"/>
              </a:spcAft>
              <a:buClr>
                <a:srgbClr val="FF0000"/>
              </a:buClr>
              <a:buChar char="–"/>
              <a:defRPr sz="1600">
                <a:solidFill>
                  <a:schemeClr val="tx1"/>
                </a:solidFill>
                <a:latin typeface="+mn-lt"/>
              </a:defRPr>
            </a:lvl9pPr>
          </a:lstStyle>
          <a:p>
            <a:r>
              <a:rPr lang="en-US" kern="0" dirty="0">
                <a:latin typeface="CordiaUPC" panose="020B0304020202020204" pitchFamily="34" charset="-34"/>
                <a:cs typeface="CordiaUPC" panose="020B0304020202020204" pitchFamily="34" charset="-34"/>
              </a:rPr>
              <a:t>&lt;person gender="male" age="28"&gt;</a:t>
            </a:r>
          </a:p>
          <a:p>
            <a:r>
              <a:rPr lang="en-US" kern="0" dirty="0">
                <a:latin typeface="CordiaUPC" panose="020B0304020202020204" pitchFamily="34" charset="-34"/>
                <a:cs typeface="CordiaUPC" panose="020B0304020202020204" pitchFamily="34" charset="-34"/>
              </a:rPr>
              <a:t>    &lt;name&gt;Leo&lt;/name&gt;</a:t>
            </a:r>
          </a:p>
          <a:p>
            <a:r>
              <a:rPr lang="en-US" kern="0" dirty="0">
                <a:latin typeface="CordiaUPC" panose="020B0304020202020204" pitchFamily="34" charset="-34"/>
                <a:cs typeface="CordiaUPC" panose="020B0304020202020204" pitchFamily="34" charset="-34"/>
              </a:rPr>
              <a:t>    &lt;surname&gt;Lurch&lt;/surname&gt;</a:t>
            </a:r>
          </a:p>
          <a:p>
            <a:r>
              <a:rPr lang="en-US" kern="0" dirty="0">
                <a:latin typeface="CordiaUPC" panose="020B0304020202020204" pitchFamily="34" charset="-34"/>
                <a:cs typeface="CordiaUPC" panose="020B0304020202020204" pitchFamily="34" charset="-34"/>
              </a:rPr>
              <a:t>&lt;/person&gt;</a:t>
            </a:r>
          </a:p>
          <a:p>
            <a:r>
              <a:rPr lang="en-US" kern="0" dirty="0">
                <a:latin typeface="CordiaUPC" panose="020B0304020202020204" pitchFamily="34" charset="-34"/>
                <a:cs typeface="CordiaUPC" panose="020B0304020202020204" pitchFamily="34" charset="-34"/>
              </a:rPr>
              <a:t>&lt;person gender="female" age="32"&gt;</a:t>
            </a:r>
          </a:p>
          <a:p>
            <a:r>
              <a:rPr lang="en-US" kern="0" dirty="0">
                <a:latin typeface="CordiaUPC" panose="020B0304020202020204" pitchFamily="34" charset="-34"/>
                <a:cs typeface="CordiaUPC" panose="020B0304020202020204" pitchFamily="34" charset="-34"/>
              </a:rPr>
              <a:t>    &lt;name&gt;Rosa&lt;/name&gt;</a:t>
            </a:r>
          </a:p>
          <a:p>
            <a:r>
              <a:rPr lang="en-US" kern="0" dirty="0">
                <a:latin typeface="CordiaUPC" panose="020B0304020202020204" pitchFamily="34" charset="-34"/>
                <a:cs typeface="CordiaUPC" panose="020B0304020202020204" pitchFamily="34" charset="-34"/>
              </a:rPr>
              <a:t>    &lt;surname&gt;Sack&lt;/surname&gt;</a:t>
            </a:r>
          </a:p>
          <a:p>
            <a:r>
              <a:rPr lang="en-US" kern="0" dirty="0">
                <a:latin typeface="CordiaUPC" panose="020B0304020202020204" pitchFamily="34" charset="-34"/>
                <a:cs typeface="CordiaUPC" panose="020B0304020202020204" pitchFamily="34" charset="-34"/>
              </a:rPr>
              <a:t>&lt;/person&gt;</a:t>
            </a:r>
          </a:p>
          <a:p>
            <a:r>
              <a:rPr lang="en-US" kern="0" dirty="0">
                <a:latin typeface="CordiaUPC" panose="020B0304020202020204" pitchFamily="34" charset="-34"/>
                <a:cs typeface="CordiaUPC" panose="020B0304020202020204" pitchFamily="34" charset="-34"/>
              </a:rPr>
              <a:t>&lt;person gender="male" age="45"&gt;</a:t>
            </a:r>
          </a:p>
          <a:p>
            <a:r>
              <a:rPr lang="en-US" kern="0" dirty="0">
                <a:latin typeface="CordiaUPC" panose="020B0304020202020204" pitchFamily="34" charset="-34"/>
                <a:cs typeface="CordiaUPC" panose="020B0304020202020204" pitchFamily="34" charset="-34"/>
              </a:rPr>
              <a:t>    &lt;name&gt;Peter&lt;/name&gt;</a:t>
            </a:r>
          </a:p>
          <a:p>
            <a:r>
              <a:rPr lang="en-US" kern="0" dirty="0">
                <a:latin typeface="CordiaUPC" panose="020B0304020202020204" pitchFamily="34" charset="-34"/>
                <a:cs typeface="CordiaUPC" panose="020B0304020202020204" pitchFamily="34" charset="-34"/>
              </a:rPr>
              <a:t>    &lt;surname&gt;</a:t>
            </a:r>
            <a:r>
              <a:rPr lang="en-US" kern="0" dirty="0" err="1">
                <a:latin typeface="CordiaUPC" panose="020B0304020202020204" pitchFamily="34" charset="-34"/>
                <a:cs typeface="CordiaUPC" panose="020B0304020202020204" pitchFamily="34" charset="-34"/>
              </a:rPr>
              <a:t>Lustig</a:t>
            </a:r>
            <a:r>
              <a:rPr lang="en-US" kern="0" dirty="0">
                <a:latin typeface="CordiaUPC" panose="020B0304020202020204" pitchFamily="34" charset="-34"/>
                <a:cs typeface="CordiaUPC" panose="020B0304020202020204" pitchFamily="34" charset="-34"/>
              </a:rPr>
              <a:t>&lt;/surname&gt;</a:t>
            </a:r>
          </a:p>
          <a:p>
            <a:r>
              <a:rPr lang="en-US" kern="0" dirty="0">
                <a:latin typeface="CordiaUPC" panose="020B0304020202020204" pitchFamily="34" charset="-34"/>
                <a:cs typeface="CordiaUPC" panose="020B0304020202020204" pitchFamily="34" charset="-34"/>
              </a:rPr>
              <a:t>&lt;/person&gt;</a:t>
            </a:r>
            <a:endParaRPr lang="de-DE" kern="0" dirty="0"/>
          </a:p>
        </p:txBody>
      </p:sp>
      <p:sp>
        <p:nvSpPr>
          <p:cNvPr id="7" name="Textplatzhalter 15"/>
          <p:cNvSpPr txBox="1">
            <a:spLocks/>
          </p:cNvSpPr>
          <p:nvPr/>
        </p:nvSpPr>
        <p:spPr bwMode="auto">
          <a:xfrm>
            <a:off x="5031879" y="4362824"/>
            <a:ext cx="3960440" cy="108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1600">
                <a:solidFill>
                  <a:schemeClr val="tx1"/>
                </a:solidFill>
                <a:latin typeface="+mn-lt"/>
                <a:ea typeface="+mn-ea"/>
                <a:cs typeface="+mn-cs"/>
              </a:defRPr>
            </a:lvl1pPr>
            <a:lvl2pPr marL="185738" indent="-184150" algn="l" rtl="0" eaLnBrk="0" fontAlgn="base" hangingPunct="0">
              <a:spcBef>
                <a:spcPct val="0"/>
              </a:spcBef>
              <a:spcAft>
                <a:spcPct val="0"/>
              </a:spcAft>
              <a:buClr>
                <a:srgbClr val="FF0000"/>
              </a:buClr>
              <a:buSzPct val="85000"/>
              <a:buFont typeface="Wingdings" pitchFamily="2" charset="2"/>
              <a:buChar char="n"/>
              <a:defRPr sz="1600">
                <a:solidFill>
                  <a:schemeClr val="tx1"/>
                </a:solidFill>
                <a:latin typeface="+mn-lt"/>
              </a:defRPr>
            </a:lvl2pPr>
            <a:lvl3pPr marL="358775" indent="-171450" algn="l" rtl="0" eaLnBrk="0" fontAlgn="base" hangingPunct="0">
              <a:spcBef>
                <a:spcPct val="0"/>
              </a:spcBef>
              <a:spcAft>
                <a:spcPct val="0"/>
              </a:spcAft>
              <a:buClr>
                <a:srgbClr val="FF0000"/>
              </a:buClr>
              <a:buChar char="–"/>
              <a:defRPr sz="1600">
                <a:solidFill>
                  <a:schemeClr val="tx1"/>
                </a:solidFill>
                <a:latin typeface="+mn-lt"/>
              </a:defRPr>
            </a:lvl3pPr>
            <a:lvl4pPr marL="544513" indent="-184150" algn="l" rtl="0" eaLnBrk="0" fontAlgn="base" hangingPunct="0">
              <a:spcBef>
                <a:spcPct val="0"/>
              </a:spcBef>
              <a:spcAft>
                <a:spcPct val="0"/>
              </a:spcAft>
              <a:buClr>
                <a:srgbClr val="FF0000"/>
              </a:buClr>
              <a:buFont typeface="Wingdings" pitchFamily="2" charset="2"/>
              <a:buChar char="§"/>
              <a:defRPr sz="1600">
                <a:solidFill>
                  <a:schemeClr val="tx1"/>
                </a:solidFill>
                <a:latin typeface="+mn-lt"/>
              </a:defRPr>
            </a:lvl4pPr>
            <a:lvl5pPr marL="728663" indent="-182563" algn="l" rtl="0" eaLnBrk="0" fontAlgn="base" hangingPunct="0">
              <a:spcBef>
                <a:spcPct val="0"/>
              </a:spcBef>
              <a:spcAft>
                <a:spcPct val="0"/>
              </a:spcAft>
              <a:buClr>
                <a:srgbClr val="FF0000"/>
              </a:buClr>
              <a:buChar char="–"/>
              <a:defRPr sz="1600">
                <a:solidFill>
                  <a:schemeClr val="tx1"/>
                </a:solidFill>
                <a:latin typeface="+mn-lt"/>
              </a:defRPr>
            </a:lvl5pPr>
            <a:lvl6pPr marL="1185863" indent="-182563" algn="l" rtl="0" eaLnBrk="0" fontAlgn="base" hangingPunct="0">
              <a:spcBef>
                <a:spcPct val="0"/>
              </a:spcBef>
              <a:spcAft>
                <a:spcPct val="0"/>
              </a:spcAft>
              <a:buClr>
                <a:srgbClr val="FF0000"/>
              </a:buClr>
              <a:buChar char="–"/>
              <a:defRPr sz="1600">
                <a:solidFill>
                  <a:schemeClr val="tx1"/>
                </a:solidFill>
                <a:latin typeface="+mn-lt"/>
              </a:defRPr>
            </a:lvl6pPr>
            <a:lvl7pPr marL="1643063" indent="-182563" algn="l" rtl="0" eaLnBrk="0" fontAlgn="base" hangingPunct="0">
              <a:spcBef>
                <a:spcPct val="0"/>
              </a:spcBef>
              <a:spcAft>
                <a:spcPct val="0"/>
              </a:spcAft>
              <a:buClr>
                <a:srgbClr val="FF0000"/>
              </a:buClr>
              <a:buChar char="–"/>
              <a:defRPr sz="1600">
                <a:solidFill>
                  <a:schemeClr val="tx1"/>
                </a:solidFill>
                <a:latin typeface="+mn-lt"/>
              </a:defRPr>
            </a:lvl7pPr>
            <a:lvl8pPr marL="2100263" indent="-182563" algn="l" rtl="0" eaLnBrk="0" fontAlgn="base" hangingPunct="0">
              <a:spcBef>
                <a:spcPct val="0"/>
              </a:spcBef>
              <a:spcAft>
                <a:spcPct val="0"/>
              </a:spcAft>
              <a:buClr>
                <a:srgbClr val="FF0000"/>
              </a:buClr>
              <a:buChar char="–"/>
              <a:defRPr sz="1600">
                <a:solidFill>
                  <a:schemeClr val="tx1"/>
                </a:solidFill>
                <a:latin typeface="+mn-lt"/>
              </a:defRPr>
            </a:lvl8pPr>
            <a:lvl9pPr marL="2557463" indent="-182563" algn="l" rtl="0" eaLnBrk="0" fontAlgn="base" hangingPunct="0">
              <a:spcBef>
                <a:spcPct val="0"/>
              </a:spcBef>
              <a:spcAft>
                <a:spcPct val="0"/>
              </a:spcAft>
              <a:buClr>
                <a:srgbClr val="FF0000"/>
              </a:buClr>
              <a:buChar char="–"/>
              <a:defRPr sz="1600">
                <a:solidFill>
                  <a:schemeClr val="tx1"/>
                </a:solidFill>
                <a:latin typeface="+mn-lt"/>
              </a:defRPr>
            </a:lvl9pPr>
          </a:lstStyle>
          <a:p>
            <a:r>
              <a:rPr lang="en-US" kern="0" dirty="0">
                <a:latin typeface="CordiaUPC" panose="020B0304020202020204" pitchFamily="34" charset="-34"/>
                <a:cs typeface="CordiaUPC" panose="020B0304020202020204" pitchFamily="34" charset="-34"/>
              </a:rPr>
              <a:t>&lt;name&gt;Leo Lurch&lt;/name&gt;</a:t>
            </a:r>
          </a:p>
          <a:p>
            <a:r>
              <a:rPr lang="en-US" kern="0" dirty="0">
                <a:latin typeface="CordiaUPC" panose="020B0304020202020204" pitchFamily="34" charset="-34"/>
                <a:cs typeface="CordiaUPC" panose="020B0304020202020204" pitchFamily="34" charset="-34"/>
              </a:rPr>
              <a:t>&lt;name&gt;Peter </a:t>
            </a:r>
            <a:r>
              <a:rPr lang="en-US" kern="0" dirty="0" err="1">
                <a:latin typeface="CordiaUPC" panose="020B0304020202020204" pitchFamily="34" charset="-34"/>
                <a:cs typeface="CordiaUPC" panose="020B0304020202020204" pitchFamily="34" charset="-34"/>
              </a:rPr>
              <a:t>Lustig</a:t>
            </a:r>
            <a:r>
              <a:rPr lang="en-US" kern="0" dirty="0">
                <a:latin typeface="CordiaUPC" panose="020B0304020202020204" pitchFamily="34" charset="-34"/>
                <a:cs typeface="CordiaUPC" panose="020B0304020202020204" pitchFamily="34" charset="-34"/>
              </a:rPr>
              <a:t>&lt;/name&gt;</a:t>
            </a:r>
          </a:p>
          <a:p>
            <a:r>
              <a:rPr lang="en-US" kern="0" dirty="0">
                <a:latin typeface="CordiaUPC" panose="020B0304020202020204" pitchFamily="34" charset="-34"/>
                <a:cs typeface="CordiaUPC" panose="020B0304020202020204" pitchFamily="34" charset="-34"/>
              </a:rPr>
              <a:t>&lt;name&gt;Rosa Sack&lt;/name&gt;</a:t>
            </a:r>
          </a:p>
        </p:txBody>
      </p:sp>
      <p:sp>
        <p:nvSpPr>
          <p:cNvPr id="2" name="Geschweifte Klammer rechts 1"/>
          <p:cNvSpPr/>
          <p:nvPr/>
        </p:nvSpPr>
        <p:spPr bwMode="auto">
          <a:xfrm>
            <a:off x="3728865" y="3429001"/>
            <a:ext cx="984542" cy="2664295"/>
          </a:xfrm>
          <a:prstGeom prst="rightBrace">
            <a:avLst/>
          </a:prstGeom>
          <a:ln>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90000" tIns="46800" rIns="90000" bIns="4680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1" i="0" u="none" strike="noStrike" normalizeH="0" baseline="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DB Office" pitchFamily="34" charset="0"/>
            </a:endParaRPr>
          </a:p>
        </p:txBody>
      </p:sp>
      <p:sp>
        <p:nvSpPr>
          <p:cNvPr id="10" name="Nach links gekrümmter Pfeil 9"/>
          <p:cNvSpPr/>
          <p:nvPr/>
        </p:nvSpPr>
        <p:spPr bwMode="auto">
          <a:xfrm rot="10993581">
            <a:off x="4725058" y="4581920"/>
            <a:ext cx="311867" cy="422815"/>
          </a:xfrm>
          <a:prstGeom prst="curvedLeft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DB Office" pitchFamily="34" charset="0"/>
            </a:endParaRPr>
          </a:p>
        </p:txBody>
      </p:sp>
      <p:sp>
        <p:nvSpPr>
          <p:cNvPr id="12" name="Nach links gekrümmter Pfeil 11"/>
          <p:cNvSpPr/>
          <p:nvPr/>
        </p:nvSpPr>
        <p:spPr bwMode="auto">
          <a:xfrm>
            <a:off x="6801373" y="4581128"/>
            <a:ext cx="311867" cy="422815"/>
          </a:xfrm>
          <a:prstGeom prst="curvedLeft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DB Office" pitchFamily="34" charset="0"/>
            </a:endParaRPr>
          </a:p>
        </p:txBody>
      </p:sp>
    </p:spTree>
    <p:extLst>
      <p:ext uri="{BB962C8B-B14F-4D97-AF65-F5344CB8AC3E}">
        <p14:creationId xmlns:p14="http://schemas.microsoft.com/office/powerpoint/2010/main" val="23513507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Branching</a:t>
            </a:r>
          </a:p>
          <a:p>
            <a:pPr marL="471488" lvl="1" indent="-285750"/>
            <a:r>
              <a:rPr lang="de-DE" sz="2400" b="1" dirty="0" err="1">
                <a:latin typeface="CordiaUPC" panose="020B0304020202020204" pitchFamily="34" charset="-34"/>
                <a:cs typeface="CordiaUPC" panose="020B0304020202020204" pitchFamily="34" charset="-34"/>
              </a:rPr>
              <a:t>xsl:if</a:t>
            </a:r>
            <a:endParaRPr lang="de-DE" sz="2400" b="1" dirty="0">
              <a:latin typeface="CordiaUPC" panose="020B0304020202020204" pitchFamily="34" charset="-34"/>
              <a:cs typeface="CordiaUPC" panose="020B0304020202020204" pitchFamily="34" charset="-34"/>
            </a:endParaRPr>
          </a:p>
          <a:p>
            <a:pPr lvl="3"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xsl:if</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test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[1]=‚Schmidt‘“&gt;do </a:t>
            </a:r>
            <a:r>
              <a:rPr lang="de-DE" dirty="0" err="1">
                <a:latin typeface="CordiaUPC" panose="020B0304020202020204" pitchFamily="34" charset="-34"/>
                <a:cs typeface="CordiaUPC" panose="020B0304020202020204" pitchFamily="34" charset="-34"/>
              </a:rPr>
              <a:t>something</a:t>
            </a: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xsl:if</a:t>
            </a:r>
            <a:r>
              <a:rPr lang="de-DE" dirty="0">
                <a:latin typeface="CordiaUPC" panose="020B0304020202020204" pitchFamily="34" charset="-34"/>
                <a:cs typeface="CordiaUPC" panose="020B0304020202020204" pitchFamily="34" charset="-34"/>
              </a:rPr>
              <a:t>&gt;</a:t>
            </a:r>
          </a:p>
          <a:p>
            <a:pPr marL="471488" lvl="1" indent="-285750"/>
            <a:r>
              <a:rPr lang="de-DE" sz="2400" b="1" dirty="0" err="1">
                <a:latin typeface="CordiaUPC" panose="020B0304020202020204" pitchFamily="34" charset="-34"/>
                <a:cs typeface="CordiaUPC" panose="020B0304020202020204" pitchFamily="34" charset="-34"/>
              </a:rPr>
              <a:t>xsl:choose</a:t>
            </a:r>
            <a:endParaRPr lang="de-DE" sz="2400" b="1" dirty="0">
              <a:latin typeface="CordiaUPC" panose="020B0304020202020204" pitchFamily="34" charset="-34"/>
              <a:cs typeface="CordiaUPC" panose="020B0304020202020204" pitchFamily="34" charset="-34"/>
            </a:endParaRPr>
          </a:p>
          <a:p>
            <a:pPr lvl="3" indent="0">
              <a:buNone/>
            </a:pP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xsl:choose</a:t>
            </a:r>
            <a:r>
              <a:rPr lang="de-DE" dirty="0">
                <a:latin typeface="CordiaUPC" panose="020B0304020202020204" pitchFamily="34" charset="-34"/>
                <a:cs typeface="CordiaUPC" panose="020B0304020202020204" pitchFamily="34" charset="-34"/>
              </a:rPr>
              <a:t>&gt;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xsl:when</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test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[1]=‚Schmidt‘“&gt;do </a:t>
            </a:r>
            <a:r>
              <a:rPr lang="de-DE" dirty="0" err="1">
                <a:latin typeface="CordiaUPC" panose="020B0304020202020204" pitchFamily="34" charset="-34"/>
                <a:cs typeface="CordiaUPC" panose="020B0304020202020204" pitchFamily="34" charset="-34"/>
              </a:rPr>
              <a:t>something</a:t>
            </a: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xsl:when</a:t>
            </a:r>
            <a:r>
              <a:rPr lang="de-DE" dirty="0">
                <a:latin typeface="CordiaUPC" panose="020B0304020202020204" pitchFamily="34" charset="-34"/>
                <a:cs typeface="CordiaUPC" panose="020B0304020202020204" pitchFamily="34" charset="-34"/>
              </a:rPr>
              <a:t>&gt;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xsl:when</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test</a:t>
            </a:r>
            <a:r>
              <a:rPr lang="de-DE" dirty="0">
                <a:latin typeface="CordiaUPC" panose="020B0304020202020204" pitchFamily="34" charset="-34"/>
                <a:cs typeface="CordiaUPC" panose="020B0304020202020204" pitchFamily="34" charset="-34"/>
              </a:rPr>
              <a:t>=„//</a:t>
            </a:r>
            <a:r>
              <a:rPr lang="de-DE" dirty="0" err="1">
                <a:latin typeface="CordiaUPC" panose="020B0304020202020204" pitchFamily="34" charset="-34"/>
                <a:cs typeface="CordiaUPC" panose="020B0304020202020204" pitchFamily="34" charset="-34"/>
              </a:rPr>
              <a:t>name</a:t>
            </a:r>
            <a:r>
              <a:rPr lang="de-DE" dirty="0">
                <a:latin typeface="CordiaUPC" panose="020B0304020202020204" pitchFamily="34" charset="-34"/>
                <a:cs typeface="CordiaUPC" panose="020B0304020202020204" pitchFamily="34" charset="-34"/>
              </a:rPr>
              <a:t>[1]=‚Meier‘“&gt;do </a:t>
            </a:r>
            <a:r>
              <a:rPr lang="de-DE" dirty="0" err="1">
                <a:latin typeface="CordiaUPC" panose="020B0304020202020204" pitchFamily="34" charset="-34"/>
                <a:cs typeface="CordiaUPC" panose="020B0304020202020204" pitchFamily="34" charset="-34"/>
              </a:rPr>
              <a:t>something</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other</a:t>
            </a: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xsl:when</a:t>
            </a:r>
            <a:r>
              <a:rPr lang="de-DE" dirty="0">
                <a:latin typeface="CordiaUPC" panose="020B0304020202020204" pitchFamily="34" charset="-34"/>
                <a:cs typeface="CordiaUPC" panose="020B0304020202020204" pitchFamily="34" charset="-34"/>
              </a:rPr>
              <a:t>&gt; </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xsl:otherwise</a:t>
            </a:r>
            <a:r>
              <a:rPr lang="de-DE" dirty="0">
                <a:latin typeface="CordiaUPC" panose="020B0304020202020204" pitchFamily="34" charset="-34"/>
                <a:cs typeface="CordiaUPC" panose="020B0304020202020204" pitchFamily="34" charset="-34"/>
              </a:rPr>
              <a:t>&gt;do </a:t>
            </a:r>
            <a:r>
              <a:rPr lang="de-DE" dirty="0" err="1">
                <a:latin typeface="CordiaUPC" panose="020B0304020202020204" pitchFamily="34" charset="-34"/>
                <a:cs typeface="CordiaUPC" panose="020B0304020202020204" pitchFamily="34" charset="-34"/>
              </a:rPr>
              <a:t>the</a:t>
            </a:r>
            <a:r>
              <a:rPr lang="de-DE" dirty="0">
                <a:latin typeface="CordiaUPC" panose="020B0304020202020204" pitchFamily="34" charset="-34"/>
                <a:cs typeface="CordiaUPC" panose="020B0304020202020204" pitchFamily="34" charset="-34"/>
              </a:rPr>
              <a:t> </a:t>
            </a:r>
            <a:r>
              <a:rPr lang="de-DE" dirty="0" err="1">
                <a:latin typeface="CordiaUPC" panose="020B0304020202020204" pitchFamily="34" charset="-34"/>
                <a:cs typeface="CordiaUPC" panose="020B0304020202020204" pitchFamily="34" charset="-34"/>
              </a:rPr>
              <a:t>rest</a:t>
            </a:r>
            <a:r>
              <a:rPr lang="de-DE" dirty="0">
                <a:latin typeface="CordiaUPC" panose="020B0304020202020204" pitchFamily="34" charset="-34"/>
                <a:cs typeface="CordiaUPC" panose="020B0304020202020204" pitchFamily="34" charset="-34"/>
              </a:rPr>
              <a:t> &lt;/</a:t>
            </a:r>
            <a:r>
              <a:rPr lang="de-DE" dirty="0" err="1">
                <a:latin typeface="CordiaUPC" panose="020B0304020202020204" pitchFamily="34" charset="-34"/>
                <a:cs typeface="CordiaUPC" panose="020B0304020202020204" pitchFamily="34" charset="-34"/>
              </a:rPr>
              <a:t>xsl:otherwise</a:t>
            </a:r>
            <a:r>
              <a:rPr lang="de-DE" dirty="0">
                <a:latin typeface="CordiaUPC" panose="020B0304020202020204" pitchFamily="34" charset="-34"/>
                <a:cs typeface="CordiaUPC" panose="020B0304020202020204" pitchFamily="34" charset="-34"/>
              </a:rPr>
              <a:t>&gt;</a:t>
            </a:r>
            <a:br>
              <a:rPr lang="de-DE" dirty="0">
                <a:latin typeface="CordiaUPC" panose="020B0304020202020204" pitchFamily="34" charset="-34"/>
                <a:cs typeface="CordiaUPC" panose="020B0304020202020204" pitchFamily="34" charset="-34"/>
              </a:rPr>
            </a:br>
            <a:r>
              <a:rPr lang="de-DE" dirty="0">
                <a:latin typeface="CordiaUPC" panose="020B0304020202020204" pitchFamily="34" charset="-34"/>
                <a:cs typeface="CordiaUPC" panose="020B0304020202020204" pitchFamily="34" charset="-34"/>
              </a:rPr>
              <a:t>&lt;/</a:t>
            </a:r>
            <a:r>
              <a:rPr lang="de-DE" dirty="0" err="1">
                <a:latin typeface="CordiaUPC" panose="020B0304020202020204" pitchFamily="34" charset="-34"/>
                <a:cs typeface="CordiaUPC" panose="020B0304020202020204" pitchFamily="34" charset="-34"/>
              </a:rPr>
              <a:t>xsl:choose</a:t>
            </a:r>
            <a:r>
              <a:rPr lang="de-DE" dirty="0">
                <a:latin typeface="CordiaUPC" panose="020B0304020202020204" pitchFamily="34" charset="-34"/>
                <a:cs typeface="CordiaUPC" panose="020B0304020202020204" pitchFamily="34" charset="-34"/>
              </a:rPr>
              <a:t>&gt;</a:t>
            </a:r>
          </a:p>
          <a:p>
            <a:pPr lvl="1" indent="0">
              <a:buNone/>
            </a:pPr>
            <a:endParaRPr lang="de-DE" dirty="0">
              <a:latin typeface="CordiaUPC" panose="020B0304020202020204" pitchFamily="34" charset="-34"/>
              <a:cs typeface="CordiaUPC" panose="020B0304020202020204" pitchFamily="34" charset="-34"/>
            </a:endParaRPr>
          </a:p>
          <a:p>
            <a:pPr lvl="1" indent="0">
              <a:buNone/>
            </a:pPr>
            <a:endParaRPr lang="de-DE" dirty="0">
              <a:latin typeface="CordiaUPC" panose="020B0304020202020204" pitchFamily="34" charset="-34"/>
              <a:cs typeface="CordiaUPC" panose="020B0304020202020204" pitchFamily="34" charset="-34"/>
            </a:endParaRPr>
          </a:p>
          <a:p>
            <a:pPr marL="471488"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19</a:t>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Tree>
    <p:extLst>
      <p:ext uri="{BB962C8B-B14F-4D97-AF65-F5344CB8AC3E}">
        <p14:creationId xmlns:p14="http://schemas.microsoft.com/office/powerpoint/2010/main" val="25340561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idx="1"/>
          </p:nvPr>
        </p:nvSpPr>
        <p:spPr>
          <a:xfrm>
            <a:off x="200025" y="1627907"/>
            <a:ext cx="9505950" cy="4897437"/>
          </a:xfrm>
        </p:spPr>
        <p:txBody>
          <a:bodyPr/>
          <a:lstStyle/>
          <a:p>
            <a:r>
              <a:rPr lang="en-US" sz="1800" b="1" dirty="0"/>
              <a:t>Import</a:t>
            </a:r>
          </a:p>
          <a:p>
            <a:pPr marL="471488" lvl="1" indent="-285750"/>
            <a:r>
              <a:rPr lang="de-DE" sz="2400" b="1" dirty="0" err="1">
                <a:latin typeface="CordiaUPC" panose="020B0304020202020204" pitchFamily="34" charset="-34"/>
                <a:cs typeface="CordiaUPC" panose="020B0304020202020204" pitchFamily="34" charset="-34"/>
              </a:rPr>
              <a:t>xsl:import</a:t>
            </a:r>
            <a:br>
              <a:rPr lang="de-DE" dirty="0">
                <a:latin typeface="CordiaUPC" panose="020B0304020202020204" pitchFamily="34" charset="-34"/>
                <a:cs typeface="CordiaUPC" panose="020B0304020202020204" pitchFamily="34" charset="-34"/>
              </a:rPr>
            </a:br>
            <a:r>
              <a:rPr lang="en-US" sz="1200" dirty="0"/>
              <a:t>An imported style sheet has </a:t>
            </a:r>
            <a:r>
              <a:rPr lang="en-US" sz="1200" b="1" dirty="0"/>
              <a:t>lower </a:t>
            </a:r>
            <a:r>
              <a:rPr lang="en-US" sz="1200" dirty="0"/>
              <a:t>precedence than the importing style sheet.</a:t>
            </a:r>
            <a:br>
              <a:rPr lang="en-US" sz="1200" dirty="0"/>
            </a:br>
            <a:endParaRPr lang="de-DE" dirty="0">
              <a:latin typeface="CordiaUPC" panose="020B0304020202020204" pitchFamily="34" charset="-34"/>
              <a:cs typeface="CordiaUPC" panose="020B0304020202020204" pitchFamily="34" charset="-34"/>
            </a:endParaRPr>
          </a:p>
          <a:p>
            <a:pPr marL="471488" lvl="1" indent="-285750"/>
            <a:r>
              <a:rPr lang="de-DE" sz="2400" b="1" dirty="0" err="1">
                <a:latin typeface="CordiaUPC" panose="020B0304020202020204" pitchFamily="34" charset="-34"/>
                <a:cs typeface="CordiaUPC" panose="020B0304020202020204" pitchFamily="34" charset="-34"/>
              </a:rPr>
              <a:t>xsl:include</a:t>
            </a:r>
            <a:br>
              <a:rPr lang="de-DE" dirty="0">
                <a:latin typeface="CordiaUPC" panose="020B0304020202020204" pitchFamily="34" charset="-34"/>
                <a:cs typeface="CordiaUPC" panose="020B0304020202020204" pitchFamily="34" charset="-34"/>
              </a:rPr>
            </a:br>
            <a:r>
              <a:rPr lang="en-US" sz="1200" dirty="0"/>
              <a:t>An included style sheet has </a:t>
            </a:r>
            <a:r>
              <a:rPr lang="en-US" sz="1200" b="1" dirty="0"/>
              <a:t>the same </a:t>
            </a:r>
            <a:r>
              <a:rPr lang="en-US" sz="1200" dirty="0"/>
              <a:t>precedence as the including style sheet</a:t>
            </a:r>
            <a:br>
              <a:rPr lang="en-US" sz="1200" dirty="0"/>
            </a:br>
            <a:endParaRPr lang="en-US" sz="1200" dirty="0"/>
          </a:p>
          <a:p>
            <a:pPr marL="471488" lvl="1" indent="-285750"/>
            <a:r>
              <a:rPr lang="de-DE" sz="2400" b="1" dirty="0" err="1">
                <a:latin typeface="CordiaUPC" panose="020B0304020202020204" pitchFamily="34" charset="-34"/>
                <a:cs typeface="CordiaUPC" panose="020B0304020202020204" pitchFamily="34" charset="-34"/>
              </a:rPr>
              <a:t>Document</a:t>
            </a:r>
            <a:r>
              <a:rPr lang="de-DE" sz="2400" b="1" dirty="0">
                <a:latin typeface="CordiaUPC" panose="020B0304020202020204" pitchFamily="34" charset="-34"/>
                <a:cs typeface="CordiaUPC" panose="020B0304020202020204" pitchFamily="34" charset="-34"/>
              </a:rPr>
              <a:t>()</a:t>
            </a:r>
            <a:br>
              <a:rPr lang="de-DE" dirty="0">
                <a:latin typeface="CordiaUPC" panose="020B0304020202020204" pitchFamily="34" charset="-34"/>
                <a:cs typeface="CordiaUPC" panose="020B0304020202020204" pitchFamily="34" charset="-34"/>
              </a:rPr>
            </a:br>
            <a:r>
              <a:rPr lang="en-US" sz="1200" dirty="0"/>
              <a:t>&lt;</a:t>
            </a:r>
            <a:r>
              <a:rPr lang="en-US" sz="1200" dirty="0" err="1"/>
              <a:t>xsl:value-of</a:t>
            </a:r>
            <a:r>
              <a:rPr lang="en-US" sz="1200" dirty="0"/>
              <a:t> select="document('test.xml')/*"&gt;&lt;/</a:t>
            </a:r>
            <a:r>
              <a:rPr lang="en-US" sz="1200" dirty="0" err="1"/>
              <a:t>xsl:value-of</a:t>
            </a:r>
            <a:r>
              <a:rPr lang="en-US" sz="1200" dirty="0"/>
              <a:t>&gt;</a:t>
            </a:r>
            <a:endParaRPr lang="de-DE" sz="1200" dirty="0"/>
          </a:p>
          <a:p>
            <a:pPr marL="471488" lvl="1" indent="-285750">
              <a:buFontTx/>
              <a:buChar char="-"/>
            </a:pPr>
            <a:endParaRPr lang="de-DE" i="1" dirty="0"/>
          </a:p>
          <a:p>
            <a:endParaRPr lang="de-DE" dirty="0"/>
          </a:p>
        </p:txBody>
      </p:sp>
      <p:sp>
        <p:nvSpPr>
          <p:cNvPr id="3" name="Foliennummernplatzhalter 2"/>
          <p:cNvSpPr>
            <a:spLocks noGrp="1"/>
          </p:cNvSpPr>
          <p:nvPr>
            <p:ph type="sldNum" sz="quarter" idx="10"/>
          </p:nvPr>
        </p:nvSpPr>
        <p:spPr/>
        <p:txBody>
          <a:bodyPr/>
          <a:lstStyle/>
          <a:p>
            <a:pPr>
              <a:defRPr/>
            </a:pPr>
            <a:fld id="{32E0B5BB-B465-4A53-BD8E-672FD4A25165}" type="slidenum">
              <a:rPr lang="de-DE" smtClean="0"/>
              <a:pPr>
                <a:defRPr/>
              </a:pPr>
              <a:t>20</a:t>
            </a:fld>
            <a:endParaRPr lang="de-DE"/>
          </a:p>
        </p:txBody>
      </p:sp>
      <p:sp>
        <p:nvSpPr>
          <p:cNvPr id="5" name="Titel 4"/>
          <p:cNvSpPr>
            <a:spLocks noGrp="1"/>
          </p:cNvSpPr>
          <p:nvPr>
            <p:ph type="title"/>
          </p:nvPr>
        </p:nvSpPr>
        <p:spPr/>
        <p:txBody>
          <a:bodyPr/>
          <a:lstStyle/>
          <a:p>
            <a:r>
              <a:rPr lang="en-US" dirty="0"/>
              <a:t>Vocabulary of a </a:t>
            </a:r>
            <a:r>
              <a:rPr lang="en-US" dirty="0" err="1"/>
              <a:t>xsl</a:t>
            </a:r>
            <a:br>
              <a:rPr lang="en-US" dirty="0"/>
            </a:br>
            <a:br>
              <a:rPr lang="en-US" noProof="0" dirty="0"/>
            </a:br>
            <a:endParaRPr lang="en-US" noProof="0" dirty="0"/>
          </a:p>
        </p:txBody>
      </p:sp>
    </p:spTree>
    <p:extLst>
      <p:ext uri="{BB962C8B-B14F-4D97-AF65-F5344CB8AC3E}">
        <p14:creationId xmlns:p14="http://schemas.microsoft.com/office/powerpoint/2010/main" val="25340561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6150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RANS_1" val="ppEffectCoverLeftDown"/>
  <p:tag name="TRANS_0" val="ppEffectNone"/>
  <p:tag name="TRANS_COUNT" val="2"/>
  <p:tag name="OPTIONS_SOUND" val="Falsch"/>
  <p:tag name="OPTIONS_VIDEO" val="Falsch"/>
  <p:tag name="OPTIONS_OBJECTANIMATION" val="Falsch"/>
  <p:tag name="OPTIONS_TEXTANIMATION" val="Falsch"/>
  <p:tag name="PAGESETUP_O" val="1"/>
  <p:tag name="PAGESETUP_H" val="540"/>
  <p:tag name="PAGESETUP_W" val="780"/>
  <p:tag name="SC_8" val="16777215"/>
  <p:tag name="SC_7" val="15395562"/>
  <p:tag name="SC_6" val="15854824"/>
  <p:tag name="SC_5" val="12165005"/>
  <p:tag name="SC_4" val="6684672"/>
  <p:tag name="SC_3" val="39423"/>
  <p:tag name="SC_2" val="3507008"/>
  <p:tag name="SC_1" val="255"/>
  <p:tag name="THC_1" val="255"/>
  <p:tag name="PC_8" val="15196894"/>
  <p:tag name="PC_7" val="12165005"/>
  <p:tag name="PC_6" val="6684672"/>
  <p:tag name="PC_5" val="12632256"/>
  <p:tag name="PC_4" val="0"/>
  <p:tag name="PC_3" val="9868950"/>
  <p:tag name="PC_2" val="0"/>
  <p:tag name="PC_1" val="16777215"/>
  <p:tag name="NM_PAGEN_FONT_C" val="0"/>
  <p:tag name="NM_PAGEN_FONT_S" val="12"/>
  <p:tag name="NM_PAGEN_FONT" val="Arial"/>
  <p:tag name="NM_PAGEN_H" val="39"/>
  <p:tag name="NM_PAGEN_W" val="234,875"/>
  <p:tag name="NM_PAGEN_L" val="307,125"/>
  <p:tag name="NM_PAGEN_T" val="741"/>
  <p:tag name="NM_NOTES_FONT_C" val="0"/>
  <p:tag name="NM_NOTES_FONT_S" val="12"/>
  <p:tag name="NM_NOTES_FONT" val="Arial"/>
  <p:tag name="NM_NOTES_H" val="351"/>
  <p:tag name="NM_NOTES_W" val="397,5"/>
  <p:tag name="NM_NOTES_L" val="72,25"/>
  <p:tag name="NM_NOTES_T" val="370,5"/>
  <p:tag name="NM_DATE_FONT_C" val="0"/>
  <p:tag name="NM_DATE_FONT_S" val="12"/>
  <p:tag name="NM_DATE_FONT" val="Arial"/>
  <p:tag name="NM_DATE_H" val="39"/>
  <p:tag name="NM_DATE_W" val="234,875"/>
  <p:tag name="NM_DATE_L" val="307,125"/>
  <p:tag name="NM_DATE_T" val="0"/>
  <p:tag name="NM_FOOTER_FONT_C" val="0"/>
  <p:tag name="NM_FOOTER_FONT_S" val="12"/>
  <p:tag name="NM_FOOTER_FONT" val="Arial"/>
  <p:tag name="NM_FOOTER_H" val="39"/>
  <p:tag name="NM_FOOTER_W" val="234,875"/>
  <p:tag name="NM_FOOTER_L" val="0"/>
  <p:tag name="NM_FOOTER_T" val="741"/>
  <p:tag name="NM_PREVIEW_FONT_C" val="16777215"/>
  <p:tag name="NM_PREVIEW_FONT_S" val=""/>
  <p:tag name="NM_PREVIEW_H" val="292,5"/>
  <p:tag name="NM_PREVIEW_W" val="422,5"/>
  <p:tag name="NM_PREVIEW_L" val="59,75"/>
  <p:tag name="NM_PREVIEW_T" val="58,5"/>
  <p:tag name="NM_HEADER_FONT_C" val="0"/>
  <p:tag name="NM_HEADER_FONT_S" val="12"/>
  <p:tag name="NM_HEADER_FONT" val="Arial"/>
  <p:tag name="NM_HEADER_H" val="39"/>
  <p:tag name="NM_HEADER_W" val="234,875"/>
  <p:tag name="NM_HEADER_L" val="0"/>
  <p:tag name="NM_HEADER_T" val="0"/>
  <p:tag name="HM_PAGEN_FONT_C" val="0"/>
  <p:tag name="HM_PAGEN_FONT_S" val="12"/>
  <p:tag name="HM_PAGEN_FONT" val="Arial"/>
  <p:tag name="HM_PAGEN_H" val="35,875"/>
  <p:tag name="HM_PAGEN_W" val="230,875"/>
  <p:tag name="HM_PAGEN_L" val="309,875"/>
  <p:tag name="HM_PAGEN_T" val="742,5"/>
  <p:tag name="HM_DATE_FONT_C" val="0"/>
  <p:tag name="HM_DATE_FONT_S" val="12"/>
  <p:tag name="HM_DATE_FONT" val="Arial"/>
  <p:tag name="HM_DATE_H" val="41,875"/>
  <p:tag name="HM_DATE_W" val="230,875"/>
  <p:tag name="HM_DATE_L" val="309,875"/>
  <p:tag name="HM_DATE_T" val="0"/>
  <p:tag name="HM_FOOTER_FONT_C" val="0"/>
  <p:tag name="HM_FOOTER_FONT_S" val="12"/>
  <p:tag name="HM_FOOTER_FONT" val="Arial"/>
  <p:tag name="HM_FOOTER_H" val="35,875"/>
  <p:tag name="HM_FOOTER_W" val="237"/>
  <p:tag name="HM_FOOTER_L" val="0"/>
  <p:tag name="HM_FOOTER_T" val="742,5"/>
  <p:tag name="HM_HEADER_FONT_C" val="0"/>
  <p:tag name="HM_HEADER_FONT_S" val="12"/>
  <p:tag name="HM_HEADER_FONT" val="Arial"/>
  <p:tag name="HM_HEADER_H" val="41,875"/>
  <p:tag name="HM_HEADER_W" val="237"/>
  <p:tag name="HM_HEADER_L" val="0"/>
  <p:tag name="HM_HEADER_T" val="0"/>
  <p:tag name="TM_STITLE_FONT_C" val="0"/>
  <p:tag name="TM_STITLE_FONT_S" val="28"/>
  <p:tag name="TM_STITLE_FONT" val="Arial"/>
  <p:tag name="TM_STITLE_H" val="68"/>
  <p:tag name="TM_STITLE_W" val="748,5"/>
  <p:tag name="TM_STITLE_L" val="15,75"/>
  <p:tag name="TM_STITLE_T" val="355,125"/>
  <p:tag name="TM_TITLE_FONT_C" val="0"/>
  <p:tag name="TM_TITLE_FONT_S" val="28"/>
  <p:tag name="TM_TITLE_FONT" val="Arial"/>
  <p:tag name="TM_TITLE_H" val="68"/>
  <p:tag name="TM_TITLE_W" val="748,5"/>
  <p:tag name="TM_TITLE_L" val="15,75"/>
  <p:tag name="TM_TITLE_T" val="281,375"/>
  <p:tag name="SM_PAGEN_FONT_C" val="16777215"/>
  <p:tag name="SM_PAGEN_FONT_S" val=""/>
  <p:tag name="SM_PAGEN_FONT" val=""/>
  <p:tag name="SM_PAGEN_H" val=""/>
  <p:tag name="SM_PAGEN_W" val=""/>
  <p:tag name="SM_PAGEN_L" val=""/>
  <p:tag name="SM_PAGEN_T" val=""/>
  <p:tag name="SM_FOOTER_FONT_C" val="16777215"/>
  <p:tag name="SM_FOOTER_FONT_S" val=""/>
  <p:tag name="SM_FOOTER_FONT" val=""/>
  <p:tag name="SM_FOOTER_H" val=""/>
  <p:tag name="SM_FOOTER_W" val=""/>
  <p:tag name="SM_FOOTER_L" val=""/>
  <p:tag name="SM_FOOTER_T" val=""/>
  <p:tag name="SM_DATE_FONT_C" val="0"/>
  <p:tag name="SM_DATE_FONT_S" val="9"/>
  <p:tag name="SM_DATE_FONT" val="Arial"/>
  <p:tag name="SM_DATE_H" val="7,375"/>
  <p:tag name="SM_DATE_W" val="150"/>
  <p:tag name="SM_DATE_L" val="315"/>
  <p:tag name="SM_DATE_T" val="527"/>
  <p:tag name="SM_AUTOLAYOUT_FONT_C" val="0"/>
  <p:tag name="SM_AUTOLAYOUT_FONT_S" val="18"/>
  <p:tag name="SM_AUTOLAYOUT_FONT" val="Arial"/>
  <p:tag name="SM_AUTOLAYOUT_H" val="385,625"/>
  <p:tag name="SM_AUTOLAYOUT_W" val="748,5"/>
  <p:tag name="SM_AUTOLAYOUT_L" val="15,75"/>
  <p:tag name="SM_AUTOLAYOUT_T" val="122,625"/>
  <p:tag name="SM_TITLE_FONT_C" val="0"/>
  <p:tag name="SM_TITLE_FONT_S" val="20"/>
  <p:tag name="SM_TITLE_FONT" val="Arial"/>
  <p:tag name="SM_TITLE_H" val="51"/>
  <p:tag name="SM_TITLE_W" val="601"/>
  <p:tag name="SM_TITLE_L" val="15,75"/>
  <p:tag name="SM_TITLE_T" val="31,875"/>
  <p:tag name="MASTERISTAGED" val="YES"/>
</p:tagLst>
</file>

<file path=ppt/tags/tag2.xml><?xml version="1.0" encoding="utf-8"?>
<p:tagLst xmlns:a="http://schemas.openxmlformats.org/drawingml/2006/main" xmlns:r="http://schemas.openxmlformats.org/officeDocument/2006/relationships" xmlns:p="http://schemas.openxmlformats.org/presentationml/2006/main">
  <p:tag name="TWNOMINIMIZE" val="-1"/>
</p:tagLst>
</file>

<file path=ppt/tags/tag3.xml><?xml version="1.0" encoding="utf-8"?>
<p:tagLst xmlns:a="http://schemas.openxmlformats.org/drawingml/2006/main" xmlns:r="http://schemas.openxmlformats.org/officeDocument/2006/relationships" xmlns:p="http://schemas.openxmlformats.org/presentationml/2006/main">
  <p:tag name="TWNOMINIMIZE" val="-1"/>
</p:tagLst>
</file>

<file path=ppt/tags/tag4.xml><?xml version="1.0" encoding="utf-8"?>
<p:tagLst xmlns:a="http://schemas.openxmlformats.org/drawingml/2006/main" xmlns:r="http://schemas.openxmlformats.org/officeDocument/2006/relationships" xmlns:p="http://schemas.openxmlformats.org/presentationml/2006/main">
  <p:tag name="TWNOMINIMIZE" val="-1"/>
</p:tagLst>
</file>

<file path=ppt/tags/tag5.xml><?xml version="1.0" encoding="utf-8"?>
<p:tagLst xmlns:a="http://schemas.openxmlformats.org/drawingml/2006/main" xmlns:r="http://schemas.openxmlformats.org/officeDocument/2006/relationships" xmlns:p="http://schemas.openxmlformats.org/presentationml/2006/main">
  <p:tag name="TWNOMINIMIZE" val="-1"/>
</p:tagLst>
</file>

<file path=ppt/tags/tag6.xml><?xml version="1.0" encoding="utf-8"?>
<p:tagLst xmlns:a="http://schemas.openxmlformats.org/drawingml/2006/main" xmlns:r="http://schemas.openxmlformats.org/officeDocument/2006/relationships" xmlns:p="http://schemas.openxmlformats.org/presentationml/2006/main">
  <p:tag name="TWNOMINIMIZE" val="-1"/>
</p:tagLst>
</file>

<file path=ppt/tags/tag7.xml><?xml version="1.0" encoding="utf-8"?>
<p:tagLst xmlns:a="http://schemas.openxmlformats.org/drawingml/2006/main" xmlns:r="http://schemas.openxmlformats.org/officeDocument/2006/relationships" xmlns:p="http://schemas.openxmlformats.org/presentationml/2006/main">
  <p:tag name="TWNOMINIMIZE" val="-1"/>
</p:tagLst>
</file>

<file path=ppt/tags/tag8.xml><?xml version="1.0" encoding="utf-8"?>
<p:tagLst xmlns:a="http://schemas.openxmlformats.org/drawingml/2006/main" xmlns:r="http://schemas.openxmlformats.org/officeDocument/2006/relationships" xmlns:p="http://schemas.openxmlformats.org/presentationml/2006/main">
  <p:tag name="TWNOMINIMIZE" val="-1"/>
</p:tagLst>
</file>

<file path=ppt/tags/tag9.xml><?xml version="1.0" encoding="utf-8"?>
<p:tagLst xmlns:a="http://schemas.openxmlformats.org/drawingml/2006/main" xmlns:r="http://schemas.openxmlformats.org/officeDocument/2006/relationships" xmlns:p="http://schemas.openxmlformats.org/presentationml/2006/main">
  <p:tag name="TWNOMINIMIZE" val="-1"/>
</p:tagLst>
</file>

<file path=ppt/tags/tag10.xml><?xml version="1.0" encoding="utf-8"?>
<p:tagLst xmlns:a="http://schemas.openxmlformats.org/drawingml/2006/main" xmlns:r="http://schemas.openxmlformats.org/officeDocument/2006/relationships" xmlns:p="http://schemas.openxmlformats.org/presentationml/2006/main">
  <p:tag name="TWNOMINIMIZE" val="-1"/>
</p:tagLst>
</file>

<file path=ppt/tags/tag11.xml><?xml version="1.0" encoding="utf-8"?>
<p:tagLst xmlns:a="http://schemas.openxmlformats.org/drawingml/2006/main" xmlns:r="http://schemas.openxmlformats.org/officeDocument/2006/relationships" xmlns:p="http://schemas.openxmlformats.org/presentationml/2006/main">
  <p:tag name="TWNOCDCHECK" val="-1"/>
</p:tagLst>
</file>

<file path=ppt/tags/tag12.xml><?xml version="1.0" encoding="utf-8"?>
<p:tagLst xmlns:a="http://schemas.openxmlformats.org/drawingml/2006/main" xmlns:r="http://schemas.openxmlformats.org/officeDocument/2006/relationships" xmlns:p="http://schemas.openxmlformats.org/presentationml/2006/main">
  <p:tag name="TWNOCDCHECK" val="-1"/>
</p:tagLst>
</file>

<file path=ppt/tags/tag13.xml><?xml version="1.0" encoding="utf-8"?>
<p:tagLst xmlns:a="http://schemas.openxmlformats.org/drawingml/2006/main" xmlns:r="http://schemas.openxmlformats.org/officeDocument/2006/relationships" xmlns:p="http://schemas.openxmlformats.org/presentationml/2006/main">
  <p:tag name="TWNOCDCHECK" val="-1"/>
</p:tagLst>
</file>

<file path=ppt/tags/tag14.xml><?xml version="1.0" encoding="utf-8"?>
<p:tagLst xmlns:a="http://schemas.openxmlformats.org/drawingml/2006/main" xmlns:r="http://schemas.openxmlformats.org/officeDocument/2006/relationships" xmlns:p="http://schemas.openxmlformats.org/presentationml/2006/main">
  <p:tag name="TWNOCDCHECK" val="-1"/>
</p:tagLst>
</file>

<file path=ppt/tags/tag15.xml><?xml version="1.0" encoding="utf-8"?>
<p:tagLst xmlns:a="http://schemas.openxmlformats.org/drawingml/2006/main" xmlns:r="http://schemas.openxmlformats.org/officeDocument/2006/relationships" xmlns:p="http://schemas.openxmlformats.org/presentationml/2006/main">
  <p:tag name="TWNOCDCHECK" val="-1"/>
</p:tagLst>
</file>

<file path=ppt/tags/tag16.xml><?xml version="1.0" encoding="utf-8"?>
<p:tagLst xmlns:a="http://schemas.openxmlformats.org/drawingml/2006/main" xmlns:r="http://schemas.openxmlformats.org/officeDocument/2006/relationships" xmlns:p="http://schemas.openxmlformats.org/presentationml/2006/main">
  <p:tag name="TWNOCDCHECK" val="-1"/>
</p:tagLst>
</file>

<file path=ppt/tags/tag17.xml><?xml version="1.0" encoding="utf-8"?>
<p:tagLst xmlns:a="http://schemas.openxmlformats.org/drawingml/2006/main" xmlns:r="http://schemas.openxmlformats.org/officeDocument/2006/relationships" xmlns:p="http://schemas.openxmlformats.org/presentationml/2006/main">
  <p:tag name="TWNOCDCHECK" val="-1"/>
</p:tagLst>
</file>

<file path=ppt/tags/tag18.xml><?xml version="1.0" encoding="utf-8"?>
<p:tagLst xmlns:a="http://schemas.openxmlformats.org/drawingml/2006/main" xmlns:r="http://schemas.openxmlformats.org/officeDocument/2006/relationships" xmlns:p="http://schemas.openxmlformats.org/presentationml/2006/main">
  <p:tag name="TWNOCDCHECK" val="-1"/>
</p:tagLst>
</file>

<file path=ppt/theme/theme1.xml><?xml version="1.0" encoding="utf-8"?>
<a:theme xmlns:a="http://schemas.openxmlformats.org/drawingml/2006/main" name="Die Bahn_2003">
  <a:themeElements>
    <a:clrScheme name="Die Bahn_2003 1">
      <a:dk1>
        <a:srgbClr val="000000"/>
      </a:dk1>
      <a:lt1>
        <a:srgbClr val="FFFFFF"/>
      </a:lt1>
      <a:dk2>
        <a:srgbClr val="000000"/>
      </a:dk2>
      <a:lt2>
        <a:srgbClr val="878C96"/>
      </a:lt2>
      <a:accent1>
        <a:srgbClr val="C8C8CD"/>
      </a:accent1>
      <a:accent2>
        <a:srgbClr val="000066"/>
      </a:accent2>
      <a:accent3>
        <a:srgbClr val="FFFFFF"/>
      </a:accent3>
      <a:accent4>
        <a:srgbClr val="000000"/>
      </a:accent4>
      <a:accent5>
        <a:srgbClr val="E0E0E3"/>
      </a:accent5>
      <a:accent6>
        <a:srgbClr val="00005C"/>
      </a:accent6>
      <a:hlink>
        <a:srgbClr val="004BB4"/>
      </a:hlink>
      <a:folHlink>
        <a:srgbClr val="D7DEE2"/>
      </a:folHlink>
    </a:clrScheme>
    <a:fontScheme name="Die Bahn_2003">
      <a:majorFont>
        <a:latin typeface="DB Office"/>
        <a:ea typeface=""/>
        <a:cs typeface=""/>
      </a:majorFont>
      <a:minorFont>
        <a:latin typeface="DB Office"/>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de-DE" sz="1600" b="0" i="0" u="none" strike="noStrike" cap="none" normalizeH="0" baseline="0" smtClean="0">
            <a:ln>
              <a:noFill/>
            </a:ln>
            <a:solidFill>
              <a:schemeClr val="tx1"/>
            </a:solidFill>
            <a:effectLst/>
            <a:latin typeface="DB Office"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de-DE" sz="1600" b="0" i="0" u="none" strike="noStrike" cap="none" normalizeH="0" baseline="0" smtClean="0">
            <a:ln>
              <a:noFill/>
            </a:ln>
            <a:solidFill>
              <a:schemeClr val="tx1"/>
            </a:solidFill>
            <a:effectLst/>
            <a:latin typeface="DB Office" pitchFamily="34" charset="0"/>
          </a:defRPr>
        </a:defPPr>
      </a:lstStyle>
    </a:lnDef>
  </a:objectDefaults>
  <a:extraClrSchemeLst>
    <a:extraClrScheme>
      <a:clrScheme name="Die Bahn_2003 1">
        <a:dk1>
          <a:srgbClr val="000000"/>
        </a:dk1>
        <a:lt1>
          <a:srgbClr val="FFFFFF"/>
        </a:lt1>
        <a:dk2>
          <a:srgbClr val="000000"/>
        </a:dk2>
        <a:lt2>
          <a:srgbClr val="878C96"/>
        </a:lt2>
        <a:accent1>
          <a:srgbClr val="C8C8CD"/>
        </a:accent1>
        <a:accent2>
          <a:srgbClr val="000066"/>
        </a:accent2>
        <a:accent3>
          <a:srgbClr val="FFFFFF"/>
        </a:accent3>
        <a:accent4>
          <a:srgbClr val="000000"/>
        </a:accent4>
        <a:accent5>
          <a:srgbClr val="E0E0E3"/>
        </a:accent5>
        <a:accent6>
          <a:srgbClr val="00005C"/>
        </a:accent6>
        <a:hlink>
          <a:srgbClr val="004BB4"/>
        </a:hlink>
        <a:folHlink>
          <a:srgbClr val="D7DEE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36e88c28-51f7-4cf2-bf07-d5dd31bd1c61" xsi:nil="true"/>
    <TaxCatchAll xmlns="ebd01039-58b0-4616-9cbc-df5c8ae803a8" xsi:nil="true"/>
    <lcf76f155ced4ddcb4097134ff3c332f xmlns="36e88c28-51f7-4cf2-bf07-d5dd31bd1c6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C226AA39FA88A44AFA62822AA17F4C7" ma:contentTypeVersion="17" ma:contentTypeDescription="Create a new document." ma:contentTypeScope="" ma:versionID="c0535d27d85ef8e73c7490146f1a7776">
  <xsd:schema xmlns:xsd="http://www.w3.org/2001/XMLSchema" xmlns:xs="http://www.w3.org/2001/XMLSchema" xmlns:p="http://schemas.microsoft.com/office/2006/metadata/properties" xmlns:ns2="36e88c28-51f7-4cf2-bf07-d5dd31bd1c61" xmlns:ns3="ebd01039-58b0-4616-9cbc-df5c8ae803a8" targetNamespace="http://schemas.microsoft.com/office/2006/metadata/properties" ma:root="true" ma:fieldsID="d64e3a2961643c026222916d5e9ecfd7" ns2:_="" ns3:_="">
    <xsd:import namespace="36e88c28-51f7-4cf2-bf07-d5dd31bd1c61"/>
    <xsd:import namespace="ebd01039-58b0-4616-9cbc-df5c8ae803a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Location" minOccurs="0"/>
                <xsd:element ref="ns3:SharedWithUsers" minOccurs="0"/>
                <xsd:element ref="ns3:SharedWithDetails" minOccurs="0"/>
                <xsd:element ref="ns2:MediaServiceOCR" minOccurs="0"/>
                <xsd:element ref="ns2:_Flow_SignoffStatu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e88c28-51f7-4cf2-bf07-d5dd31bd1c61"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Location" ma:index="12"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_Flow_SignoffStatus" ma:index="16" nillable="true" ma:displayName="Sign-off status" ma:internalName="_x0024_Resources_x003a_core_x002c_Signoff_Status_x003b_">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6a2fdd27-ee36-42ac-901d-ae0f66495c70"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bd01039-58b0-4616-9cbc-df5c8ae803a8"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a76a38d-9741-4a60-801e-cd6cd965268c}" ma:internalName="TaxCatchAll" ma:showField="CatchAllData" ma:web="ebd01039-58b0-4616-9cbc-df5c8ae803a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E3550159B654B3469BEC8F5FCB2D3E65" ma:contentTypeVersion="10" ma:contentTypeDescription="Create a new document." ma:contentTypeScope="" ma:versionID="c79d44ee12fb737209a0b9715c9c4a96">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rca:RCAuthoringProperties xmlns:rca="urn:sharePointPublishingRcaProperties">
  <rca:Converter rca:guid="6dfdc5b4-2a28-4a06-b0c6-ad3901e3a807">
    <rca:property rca:type="InheritParentSettings">False</rca:property>
    <rca:property rca:type="SelectedPageLayout">23</rca:property>
    <rca:property rca:type="SelectedPageField">f55c4d88-1f2e-4ad9-aaa8-819af4ee7ee8</rca:property>
    <rca:property rca:type="SelectedStylesField">a932ec3f-94c1-48b1-b6dc-41aaa6eb7e54</rca:property>
    <rca:property rca:type="CreatePageWithSourceDocument">True</rca:property>
    <rca:property rca:type="AllowChangeLocationConfig">True</rca:property>
    <rca:property rca:type="ConfiguredPageLocation">http://pegasus</rca:property>
    <rca:property rca:type="CreateSynchronously">True</rca:property>
    <rca:property rca:type="AllowChangeProcessingConfig">True</rca:property>
    <rca:property rca:type="ConverterSpecificSettings"/>
  </rca:Converter>
</rca:RCAuthoringProperties>
</file>

<file path=customXml/itemProps1.xml><?xml version="1.0" encoding="utf-8"?>
<ds:datastoreItem xmlns:ds="http://schemas.openxmlformats.org/officeDocument/2006/customXml" ds:itemID="{E378E111-E56C-4F90-879B-FBA01762B9B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F3ADC02-3C36-45A2-BD00-B7C4909CB6BB}"/>
</file>

<file path=customXml/itemProps3.xml><?xml version="1.0" encoding="utf-8"?>
<ds:datastoreItem xmlns:ds="http://schemas.openxmlformats.org/officeDocument/2006/customXml" ds:itemID="{60FD6C9F-E815-411F-A073-4443EB58E7C3}">
  <ds:schemaRefs>
    <ds:schemaRef ds:uri="http://schemas.microsoft.com/sharepoint/v3/contenttype/forms"/>
  </ds:schemaRefs>
</ds:datastoreItem>
</file>

<file path=customXml/itemProps4.xml><?xml version="1.0" encoding="utf-8"?>
<ds:datastoreItem xmlns:ds="http://schemas.openxmlformats.org/officeDocument/2006/customXml" ds:itemID="{36B58CD3-B182-4CB0-9FB2-F1BEF48FEA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5.xml><?xml version="1.0" encoding="utf-8"?>
<ds:datastoreItem xmlns:ds="http://schemas.openxmlformats.org/officeDocument/2006/customXml" ds:itemID="{CD553A8D-3605-4356-ACC1-B982D3CADAD7}">
  <ds:schemaRefs>
    <ds:schemaRef ds:uri="urn:sharePointPublishingRcaProperties"/>
  </ds:schemaRefs>
</ds:datastoreItem>
</file>

<file path=docProps/app.xml><?xml version="1.0" encoding="utf-8"?>
<Properties xmlns="http://schemas.openxmlformats.org/officeDocument/2006/extended-properties" xmlns:vt="http://schemas.openxmlformats.org/officeDocument/2006/docPropsVTypes">
  <Template/>
  <TotalTime>317</TotalTime>
  <Words>2102</Words>
  <Application>Microsoft Office PowerPoint</Application>
  <PresentationFormat>A4 Paper (210x297 mm)</PresentationFormat>
  <Paragraphs>303</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CordiaUPC</vt:lpstr>
      <vt:lpstr>DB Office</vt:lpstr>
      <vt:lpstr>Wingdings</vt:lpstr>
      <vt:lpstr>Die Bahn_2003</vt:lpstr>
      <vt:lpstr>PowerPoint Presentation</vt:lpstr>
      <vt:lpstr>XSl-Basic knowledge</vt:lpstr>
      <vt:lpstr>What is XSL  </vt:lpstr>
      <vt:lpstr>Structure </vt:lpstr>
      <vt:lpstr>Structure </vt:lpstr>
      <vt:lpstr>What is XSL  </vt:lpstr>
      <vt:lpstr>Structure </vt:lpstr>
      <vt:lpstr>Structure </vt:lpstr>
      <vt:lpstr>Structure </vt:lpstr>
      <vt:lpstr>Structure </vt:lpstr>
      <vt:lpstr>Structure </vt:lpstr>
      <vt:lpstr>Structure </vt:lpstr>
      <vt:lpstr>Vocabulary of a xsl  </vt:lpstr>
      <vt:lpstr>Vocabulary of a xsl  </vt:lpstr>
      <vt:lpstr>Vocabulary of a xsl  </vt:lpstr>
      <vt:lpstr>Vocabulary of a xsl  </vt:lpstr>
      <vt:lpstr>Vocabulary of a xsl  </vt:lpstr>
      <vt:lpstr>Vocabulary of a xsl  </vt:lpstr>
      <vt:lpstr>Vocabulary of a xsl  </vt:lpstr>
      <vt:lpstr>Vocabulary of a xsl  </vt:lpstr>
      <vt:lpstr>PowerPoint Presentation</vt:lpstr>
    </vt:vector>
  </TitlesOfParts>
  <Company>DB Schenker Deutschland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Zentrale Innovation Vision, Leitbild, Strategische Ausrichtung</dc:title>
  <dc:creator>Administrator</dc:creator>
  <cp:lastModifiedBy>Yang, Charles</cp:lastModifiedBy>
  <cp:revision>610</cp:revision>
  <cp:lastPrinted>2012-11-23T10:04:04Z</cp:lastPrinted>
  <dcterms:created xsi:type="dcterms:W3CDTF">2012-01-09T10:50:23Z</dcterms:created>
  <dcterms:modified xsi:type="dcterms:W3CDTF">2022-05-20T03:41:56Z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0x0101009C226AA39FA88A44AFA62822AA17F4C7</vt:lpwstr>
  </property>
  <property fmtid="{D5CDD505-2E9C-101B-9397-08002B2CF9AE}" pid="3" name="MSIP_Label_705c9e18-d393-4470-8b67-9616c62ec31f_Enabled">
    <vt:lpwstr>true</vt:lpwstr>
  </property>
  <property fmtid="{D5CDD505-2E9C-101B-9397-08002B2CF9AE}" pid="4" name="MSIP_Label_705c9e18-d393-4470-8b67-9616c62ec31f_SetDate">
    <vt:lpwstr>2022-05-19T01:02:29Z</vt:lpwstr>
  </property>
  <property fmtid="{D5CDD505-2E9C-101B-9397-08002B2CF9AE}" pid="5" name="MSIP_Label_705c9e18-d393-4470-8b67-9616c62ec31f_Method">
    <vt:lpwstr>Standard</vt:lpwstr>
  </property>
  <property fmtid="{D5CDD505-2E9C-101B-9397-08002B2CF9AE}" pid="6" name="MSIP_Label_705c9e18-d393-4470-8b67-9616c62ec31f_Name">
    <vt:lpwstr>705c9e18-d393-4470-8b67-9616c62ec31f</vt:lpwstr>
  </property>
  <property fmtid="{D5CDD505-2E9C-101B-9397-08002B2CF9AE}" pid="7" name="MSIP_Label_705c9e18-d393-4470-8b67-9616c62ec31f_SiteId">
    <vt:lpwstr>c5d1e823-e2b8-46bf-92ff-84f54313e0a5</vt:lpwstr>
  </property>
  <property fmtid="{D5CDD505-2E9C-101B-9397-08002B2CF9AE}" pid="8" name="MSIP_Label_705c9e18-d393-4470-8b67-9616c62ec31f_ActionId">
    <vt:lpwstr>785fa8c6-7000-47fb-aa6f-a8281108bcde</vt:lpwstr>
  </property>
  <property fmtid="{D5CDD505-2E9C-101B-9397-08002B2CF9AE}" pid="9" name="MSIP_Label_705c9e18-d393-4470-8b67-9616c62ec31f_ContentBits">
    <vt:lpwstr>0</vt:lpwstr>
  </property>
</Properties>
</file>