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3.xml" ContentType="application/vnd.openxmlformats-officedocument.customXmlPropertie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customXml/itemProps4.xml" ContentType="application/vnd.openxmlformats-officedocument.customXmlPropertie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0.xml" ContentType="application/vnd.openxmlformats-officedocument.presentationml.tags+xml"/>
  <Override PartName="/customXml/itemProps1.xml" ContentType="application/vnd.openxmlformats-officedocument.customXmlProperties+xml"/>
  <Override PartName="/customXml/itemProps5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bookmarkIdSeed="2">
  <p:sldMasterIdLst>
    <p:sldMasterId id="2147483685" r:id="rId5"/>
  </p:sldMasterIdLst>
  <p:notesMasterIdLst>
    <p:notesMasterId r:id="rId7"/>
  </p:notesMasterIdLst>
  <p:handoutMasterIdLst>
    <p:handoutMasterId r:id="rId8"/>
  </p:handoutMasterIdLst>
  <p:sldIdLst>
    <p:sldId id="425" r:id="rId6"/>
  </p:sldIdLst>
  <p:sldSz cx="9906000" cy="6858000" type="A4"/>
  <p:notesSz cx="6797675" cy="9874250"/>
  <p:custDataLst>
    <p:tags r:id="rId9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356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3521">
          <p15:clr>
            <a:srgbClr val="A4A3A4"/>
          </p15:clr>
        </p15:guide>
        <p15:guide id="7" orient="horz" pos="981">
          <p15:clr>
            <a:srgbClr val="A4A3A4"/>
          </p15:clr>
        </p15:guide>
        <p15:guide id="8" orient="horz" pos="3339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1389">
          <p15:clr>
            <a:srgbClr val="A4A3A4"/>
          </p15:clr>
        </p15:guide>
        <p15:guide id="11" orient="horz" pos="4156">
          <p15:clr>
            <a:srgbClr val="A4A3A4"/>
          </p15:clr>
        </p15:guide>
        <p15:guide id="12" pos="1532">
          <p15:clr>
            <a:srgbClr val="A4A3A4"/>
          </p15:clr>
        </p15:guide>
        <p15:guide id="13" pos="6114">
          <p15:clr>
            <a:srgbClr val="A4A3A4"/>
          </p15:clr>
        </p15:guide>
        <p15:guide id="14" pos="3120">
          <p15:clr>
            <a:srgbClr val="A4A3A4"/>
          </p15:clr>
        </p15:guide>
        <p15:guide id="15" pos="23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349" autoAdjust="0"/>
    <p:restoredTop sz="94588" autoAdjust="0"/>
  </p:normalViewPr>
  <p:slideViewPr>
    <p:cSldViewPr showGuides="1">
      <p:cViewPr>
        <p:scale>
          <a:sx n="100" d="100"/>
          <a:sy n="100" d="100"/>
        </p:scale>
        <p:origin x="72" y="348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777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170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273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9969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8597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6714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95550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73575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8973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  <a:pPr/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</p:spTree>
    <p:extLst>
      <p:ext uri="{BB962C8B-B14F-4D97-AF65-F5344CB8AC3E}">
        <p14:creationId xmlns:p14="http://schemas.microsoft.com/office/powerpoint/2010/main" val="18378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74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82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63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7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9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95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0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05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60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7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5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79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7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0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76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35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6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286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26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306893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5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60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  <a:pPr/>
              <a:t>‹Nr.›</a:t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9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838" r:id="rId2"/>
    <p:sldLayoutId id="2147483839" r:id="rId3"/>
    <p:sldLayoutId id="2147483841" r:id="rId4"/>
    <p:sldLayoutId id="2147483842" r:id="rId5"/>
    <p:sldLayoutId id="2147483843" r:id="rId6"/>
    <p:sldLayoutId id="2147483840" r:id="rId7"/>
    <p:sldLayoutId id="2147483844" r:id="rId8"/>
    <p:sldLayoutId id="2147483687" r:id="rId9"/>
    <p:sldLayoutId id="214748378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3" r:id="rId21"/>
    <p:sldLayoutId id="2147483809" r:id="rId22"/>
    <p:sldLayoutId id="2147483810" r:id="rId23"/>
    <p:sldLayoutId id="2147483811" r:id="rId24"/>
    <p:sldLayoutId id="2147483822" r:id="rId25"/>
    <p:sldLayoutId id="2147483823" r:id="rId26"/>
    <p:sldLayoutId id="2147483824" r:id="rId27"/>
    <p:sldLayoutId id="2147483845" r:id="rId28"/>
    <p:sldLayoutId id="2147483846" r:id="rId29"/>
    <p:sldLayoutId id="2147483847" r:id="rId30"/>
    <p:sldLayoutId id="2147483848" r:id="rId31"/>
    <p:sldLayoutId id="2147483853" r:id="rId32"/>
    <p:sldLayoutId id="2147483854" r:id="rId33"/>
    <p:sldLayoutId id="2147483855" r:id="rId34"/>
    <p:sldLayoutId id="2147483849" r:id="rId35"/>
    <p:sldLayoutId id="2147483850" r:id="rId36"/>
    <p:sldLayoutId id="2147483851" r:id="rId37"/>
    <p:sldLayoutId id="2147483701" r:id="rId38"/>
    <p:sldLayoutId id="2147483815" r:id="rId39"/>
    <p:sldLayoutId id="2147483819" r:id="rId40"/>
    <p:sldLayoutId id="2147483820" r:id="rId41"/>
    <p:sldLayoutId id="2147483821" r:id="rId42"/>
    <p:sldLayoutId id="2147483800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5738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513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6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58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0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2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4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Grouping Exercise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00025" y="1556792"/>
            <a:ext cx="9505950" cy="4969991"/>
          </a:xfrm>
        </p:spPr>
        <p:txBody>
          <a:bodyPr/>
          <a:lstStyle/>
          <a:p>
            <a:r>
              <a:rPr lang="de-DE" dirty="0"/>
              <a:t>Task: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City a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persons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. </a:t>
            </a:r>
          </a:p>
          <a:p>
            <a:pPr marL="285750" indent="-285750"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person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marked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„</a:t>
            </a:r>
            <a:r>
              <a:rPr lang="de-DE" dirty="0" err="1"/>
              <a:t>employee</a:t>
            </a:r>
            <a:r>
              <a:rPr lang="de-DE" dirty="0"/>
              <a:t>“ </a:t>
            </a:r>
            <a:r>
              <a:rPr lang="de-DE" dirty="0" err="1"/>
              <a:t>or</a:t>
            </a:r>
            <a:r>
              <a:rPr lang="de-DE" dirty="0"/>
              <a:t> „</a:t>
            </a:r>
            <a:r>
              <a:rPr lang="de-DE" dirty="0" err="1"/>
              <a:t>customer</a:t>
            </a:r>
            <a:r>
              <a:rPr lang="de-DE" dirty="0"/>
              <a:t>“. 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Each</a:t>
            </a:r>
            <a:r>
              <a:rPr lang="de-DE" dirty="0"/>
              <a:t> City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appear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time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Inbound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Outbound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endParaRPr lang="de-DE" dirty="0"/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807319"/>
              </p:ext>
            </p:extLst>
          </p:nvPr>
        </p:nvGraphicFramePr>
        <p:xfrm>
          <a:off x="1822119" y="4653136"/>
          <a:ext cx="3570652" cy="957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Objekt-Manager-Shellobjekt" showAsIcon="1" r:id="rId3" imgW="2041560" imgH="547920" progId="Package">
                  <p:embed/>
                </p:oleObj>
              </mc:Choice>
              <mc:Fallback>
                <p:oleObj name="Objekt-Manager-Shellobjekt" showAsIcon="1" r:id="rId3" imgW="2041560" imgH="547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2119" y="4653136"/>
                        <a:ext cx="3570652" cy="957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519578"/>
              </p:ext>
            </p:extLst>
          </p:nvPr>
        </p:nvGraphicFramePr>
        <p:xfrm>
          <a:off x="2815357" y="3068960"/>
          <a:ext cx="1584176" cy="1067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Objekt-Manager-Shellobjekt" showAsIcon="1" r:id="rId5" imgW="812520" imgH="547920" progId="Package">
                  <p:embed/>
                </p:oleObj>
              </mc:Choice>
              <mc:Fallback>
                <p:oleObj name="Objekt-Manager-Shellobjekt" showAsIcon="1" r:id="rId5" imgW="812520" imgH="547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5357" y="3068960"/>
                        <a:ext cx="1584176" cy="1067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24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550159B654B3469BEC8F5FCB2D3E65" ma:contentTypeVersion="10" ma:contentTypeDescription="Create a new document." ma:contentTypeScope="" ma:versionID="c79d44ee12fb737209a0b9715c9c4a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23</rca:property>
    <rca:property rca:type="SelectedPageField">f55c4d88-1f2e-4ad9-aaa8-819af4ee7ee8</rca:property>
    <rca:property rca:type="SelectedStylesField">a932ec3f-94c1-48b1-b6dc-41aaa6eb7e54</rca:property>
    <rca:property rca:type="CreatePageWithSourceDocument">True</rca:property>
    <rca:property rca:type="AllowChangeLocationConfig">True</rca:property>
    <rca:property rca:type="ConfiguredPageLocation">http://pegasus</rca:property>
    <rca:property rca:type="CreateSynchronously">True</rca:property>
    <rca:property rca:type="AllowChangeProcessingConfig">True</rca:property>
    <rca:property rca:type="ConverterSpecificSettings"/>
  </rca:Converter>
</rca:RCAuthoringProperties>
</file>

<file path=customXml/itemProps1.xml><?xml version="1.0" encoding="utf-8"?>
<ds:datastoreItem xmlns:ds="http://schemas.openxmlformats.org/officeDocument/2006/customXml" ds:itemID="{60FD6C9F-E815-411F-A073-4443EB58E7C3}"/>
</file>

<file path=customXml/itemProps2.xml><?xml version="1.0" encoding="utf-8"?>
<ds:datastoreItem xmlns:ds="http://schemas.openxmlformats.org/officeDocument/2006/customXml" ds:itemID="{E4084E3B-DBC3-4C91-9940-1AE9500D70D3}"/>
</file>

<file path=customXml/itemProps3.xml><?xml version="1.0" encoding="utf-8"?>
<ds:datastoreItem xmlns:ds="http://schemas.openxmlformats.org/officeDocument/2006/customXml" ds:itemID="{E378E111-E56C-4F90-879B-FBA01762B9B7}"/>
</file>

<file path=customXml/itemProps4.xml><?xml version="1.0" encoding="utf-8"?>
<ds:datastoreItem xmlns:ds="http://schemas.openxmlformats.org/officeDocument/2006/customXml" ds:itemID="{2394C62B-BACA-4AE4-A458-F0516D7BC123}"/>
</file>

<file path=customXml/itemProps5.xml><?xml version="1.0" encoding="utf-8"?>
<ds:datastoreItem xmlns:ds="http://schemas.openxmlformats.org/officeDocument/2006/customXml" ds:itemID="{D892B38B-B697-4FE2-AE79-30177A46918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</Words>
  <Application>Microsoft Office PowerPoint</Application>
  <PresentationFormat>A4-Papier (210 x 297 mm)</PresentationFormat>
  <Paragraphs>17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DB Office</vt:lpstr>
      <vt:lpstr>Wingdings</vt:lpstr>
      <vt:lpstr>Die Bahn_2003</vt:lpstr>
      <vt:lpstr>Paket</vt:lpstr>
      <vt:lpstr>Grouping Exercise </vt:lpstr>
    </vt:vector>
  </TitlesOfParts>
  <Company>DB Schenker Deutschland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Schulz, Richard</cp:lastModifiedBy>
  <cp:revision>640</cp:revision>
  <cp:lastPrinted>2012-11-23T10:04:04Z</cp:lastPrinted>
  <dcterms:created xsi:type="dcterms:W3CDTF">2012-01-09T10:50:23Z</dcterms:created>
  <dcterms:modified xsi:type="dcterms:W3CDTF">2017-07-25T11:13:15Z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</Properties>
</file>