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52" r:id="rId3"/>
    <p:sldId id="420" r:id="rId4"/>
    <p:sldId id="432" r:id="rId5"/>
    <p:sldId id="434" r:id="rId6"/>
    <p:sldId id="442" r:id="rId7"/>
    <p:sldId id="433" r:id="rId8"/>
    <p:sldId id="422" r:id="rId9"/>
    <p:sldId id="424" r:id="rId10"/>
    <p:sldId id="425" r:id="rId11"/>
    <p:sldId id="427" r:id="rId12"/>
    <p:sldId id="428" r:id="rId13"/>
    <p:sldId id="429" r:id="rId14"/>
    <p:sldId id="431" r:id="rId15"/>
    <p:sldId id="435" r:id="rId16"/>
    <p:sldId id="437" r:id="rId17"/>
    <p:sldId id="436" r:id="rId18"/>
    <p:sldId id="438" r:id="rId19"/>
    <p:sldId id="439" r:id="rId20"/>
    <p:sldId id="440" r:id="rId21"/>
    <p:sldId id="441" r:id="rId22"/>
    <p:sldId id="379" r:id="rId23"/>
  </p:sldIdLst>
  <p:sldSz cx="9906000" cy="6858000" type="A4"/>
  <p:notesSz cx="6797675" cy="9874250"/>
  <p:custDataLst>
    <p:tags r:id="rId29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570" userDrawn="1">
          <p15:clr>
            <a:srgbClr val="A4A3A4"/>
          </p15:clr>
        </p15:guide>
        <p15:guide id="3" orient="horz" pos="3566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2931" userDrawn="1">
          <p15:clr>
            <a:srgbClr val="A4A3A4"/>
          </p15:clr>
        </p15:guide>
        <p15:guide id="6" orient="horz" pos="3521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8" orient="horz" pos="3339" userDrawn="1">
          <p15:clr>
            <a:srgbClr val="A4A3A4"/>
          </p15:clr>
        </p15:guide>
        <p15:guide id="9" orient="horz" pos="3067" userDrawn="1">
          <p15:clr>
            <a:srgbClr val="A4A3A4"/>
          </p15:clr>
        </p15:guide>
        <p15:guide id="10" orient="horz" pos="1389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pos="1532" userDrawn="1">
          <p15:clr>
            <a:srgbClr val="A4A3A4"/>
          </p15:clr>
        </p15:guide>
        <p15:guide id="13" pos="6114" userDrawn="1">
          <p15:clr>
            <a:srgbClr val="A4A3A4"/>
          </p15:clr>
        </p15:guide>
        <p15:guide id="14" pos="3120" userDrawn="1">
          <p15:clr>
            <a:srgbClr val="A4A3A4"/>
          </p15:clr>
        </p15:guide>
        <p15:guide id="15" pos="23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4632" autoAdjust="0"/>
    <p:restoredTop sz="94588" autoAdjust="0"/>
  </p:normalViewPr>
  <p:slideViewPr>
    <p:cSldViewPr showGuides="1">
      <p:cViewPr>
        <p:scale>
          <a:sx n="80" d="100"/>
          <a:sy n="80" d="100"/>
        </p:scale>
        <p:origin x="-1542" y="-672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8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de-DE" noProof="0" smtClean="0"/>
              <a:t>Klicken Sie, um die Formate des Vorlagentextes zu bearbeiten</a:t>
            </a:r>
            <a:endParaRPr lang="de-DE" noProof="0" smtClean="0"/>
          </a:p>
          <a:p>
            <a:pPr lvl="1"/>
            <a:r>
              <a:rPr lang="de-DE" noProof="0" smtClean="0"/>
              <a:t>Zweite Ebene</a:t>
            </a:r>
            <a:endParaRPr lang="de-DE" noProof="0" smtClean="0"/>
          </a:p>
          <a:p>
            <a:pPr lvl="2"/>
            <a:r>
              <a:rPr lang="de-DE" noProof="0" smtClean="0"/>
              <a:t>Dritte Ebene</a:t>
            </a:r>
            <a:endParaRPr lang="de-DE" noProof="0" smtClean="0"/>
          </a:p>
          <a:p>
            <a:pPr lvl="3"/>
            <a:r>
              <a:rPr lang="de-DE" noProof="0" smtClean="0"/>
              <a:t>Vierte Ebene</a:t>
            </a:r>
            <a:endParaRPr lang="de-DE" noProof="0" smtClean="0"/>
          </a:p>
          <a:p>
            <a:pPr lvl="4"/>
            <a:r>
              <a:rPr lang="de-DE" noProof="0" smtClean="0"/>
              <a:t>Fünfte Ebene</a:t>
            </a:r>
            <a:endParaRPr lang="de-DE" noProof="0" smtClean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 smtClean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 smtClean="0"/>
              <a:t>Topic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Presentation</a:t>
            </a:r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 smtClean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? </a:t>
            </a:r>
            <a:endParaRPr lang="de-DE" dirty="0" smtClean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Richard Schulz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 smtClean="0">
                <a:solidFill>
                  <a:srgbClr val="000000"/>
                </a:solidFill>
                <a:latin typeface="DB Office"/>
              </a:rPr>
              <a:t>Customer Service - Implementation</a:t>
            </a:r>
            <a:endParaRPr lang="en-US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 smtClean="0">
                <a:solidFill>
                  <a:srgbClr val="000000"/>
                </a:solidFill>
                <a:latin typeface="DB Office"/>
              </a:rPr>
              <a:t>Differentiating IT (L.LCF)</a:t>
            </a:r>
            <a:endParaRPr lang="en-US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 smtClean="0">
                <a:solidFill>
                  <a:srgbClr val="000000"/>
                </a:solidFill>
                <a:latin typeface="DB Office"/>
              </a:rPr>
              <a:t>SWORD Customer Service</a:t>
            </a:r>
            <a:endParaRPr lang="en-US" sz="1200" b="0" dirty="0" smtClean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Phone: 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+49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8781-4940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Richard.Schulz@dbschenker.com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 smtClean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? </a:t>
            </a:r>
            <a:endParaRPr lang="de-DE" dirty="0" smtClean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Jürgen van Eik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Service Manager SWORD  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Phone: +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8781-8868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Mobile: +49 160 9748 1026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Fax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: +49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juergen.van-eik@dbschenker.com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 smtClean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? </a:t>
            </a:r>
            <a:endParaRPr lang="de-DE" dirty="0" smtClean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Herber Mayer-Rückleben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 smtClean="0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 Global 24/7 Support  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Phone: +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8781-8195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Mobile: +49 170 782 3258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Fax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: +49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herbert.mayer-rueckleben@dbschenker.com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 smtClean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? </a:t>
            </a:r>
            <a:endParaRPr lang="de-DE" dirty="0" smtClean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Gabriele Klar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 smtClean="0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 Customer Service  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Phone: +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8781-8194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Mobile: +49 160 899 0219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Fax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: +49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gabriele.klar@dbschenker.com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 smtClean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? </a:t>
            </a:r>
            <a:endParaRPr lang="de-DE" dirty="0" smtClean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 smtClean="0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 smtClean="0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 SWORD Engineering Competence Center   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Phone: +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8781-8218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Mobile: +49 175 182 2287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Fax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: +49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michael.scherner@dbschenker.com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 smtClean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? </a:t>
            </a:r>
            <a:endParaRPr lang="de-DE" dirty="0" smtClean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Birgit Bogumil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 smtClean="0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 Special Projects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Phone: +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8781-8568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Mobile: +49 170 922 6014 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Fax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: +49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8781-8228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birgit.bogumil@dbschenker.com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 smtClean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 smtClean="0">
                <a:solidFill>
                  <a:srgbClr val="000000"/>
                </a:solidFill>
                <a:latin typeface="DB Office"/>
              </a:rPr>
              <a:t>? </a:t>
            </a:r>
            <a:endParaRPr lang="de-DE" dirty="0" smtClean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 smtClean="0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 smtClean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 smtClean="0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 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Project Manager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 smtClean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 smtClean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Phone: +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8781-8107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Mobile: +49 151 651 66627 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Fax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: +49 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201 8781-8228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markus.melms.extern@dbschenker.com </a:t>
            </a:r>
            <a:endParaRPr lang="de-DE" sz="1200" dirty="0" smtClean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 smtClean="0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 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 smtClean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 smtClean="0"/>
              <a:t>Textmasterformat bearbeiten</a:t>
            </a:r>
            <a:endParaRPr lang="de-DE" dirty="0" smtClean="0"/>
          </a:p>
          <a:p>
            <a:pPr lvl="1"/>
            <a:r>
              <a:rPr lang="de-DE" dirty="0" smtClean="0"/>
              <a:t>Zweite Ebene</a:t>
            </a:r>
            <a:endParaRPr lang="de-DE" dirty="0" smtClean="0"/>
          </a:p>
          <a:p>
            <a:pPr lvl="2"/>
            <a:r>
              <a:rPr lang="de-DE" dirty="0" smtClean="0"/>
              <a:t>Dritte Ebene</a:t>
            </a:r>
            <a:endParaRPr lang="de-DE" dirty="0" smtClean="0"/>
          </a:p>
          <a:p>
            <a:pPr lvl="3"/>
            <a:r>
              <a:rPr lang="de-DE" dirty="0" smtClean="0"/>
              <a:t>Vierte Ebene</a:t>
            </a:r>
            <a:endParaRPr lang="de-DE" dirty="0" smtClean="0"/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 smtClean="0"/>
              <a:t>Headline 1</a:t>
            </a:r>
            <a:br>
              <a:rPr lang="de-DE" dirty="0" smtClean="0"/>
            </a:br>
            <a:r>
              <a:rPr lang="de-DE" dirty="0" smtClean="0"/>
              <a:t>Headline 2 </a:t>
            </a:r>
            <a:endParaRPr lang="de-DE" dirty="0" smtClean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 smtClean="0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  <a:endParaRPr lang="de-DE" dirty="0" smtClean="0"/>
          </a:p>
          <a:p>
            <a:pPr lvl="1"/>
            <a:r>
              <a:rPr lang="de-DE" dirty="0" smtClean="0"/>
              <a:t>Zweite Ebene</a:t>
            </a:r>
            <a:endParaRPr lang="de-DE" dirty="0" smtClean="0"/>
          </a:p>
          <a:p>
            <a:pPr lvl="2"/>
            <a:r>
              <a:rPr lang="de-DE" dirty="0" smtClean="0"/>
              <a:t>Dritte Ebene</a:t>
            </a:r>
            <a:endParaRPr lang="de-DE" dirty="0" smtClean="0"/>
          </a:p>
          <a:p>
            <a:pPr lvl="3"/>
            <a:r>
              <a:rPr lang="de-DE" dirty="0" smtClean="0"/>
              <a:t>Vierte Ebene</a:t>
            </a:r>
            <a:endParaRPr lang="de-DE" dirty="0" smtClean="0"/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smtClean="0"/>
              <a:t>Topic</a:t>
            </a:r>
            <a:endParaRPr lang="de-DE" dirty="0" smtClean="0"/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smtClean="0"/>
              <a:t>Topic</a:t>
            </a:r>
            <a:endParaRPr lang="de-DE" dirty="0" smtClean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smtClean="0"/>
              <a:t>Topic</a:t>
            </a:r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  <a:endParaRPr lang="de-DE" dirty="0" smtClean="0"/>
          </a:p>
          <a:p>
            <a:pPr lvl="1"/>
            <a:r>
              <a:rPr lang="de-DE" dirty="0" smtClean="0"/>
              <a:t>Zweite Ebene</a:t>
            </a:r>
            <a:endParaRPr lang="de-DE" dirty="0" smtClean="0"/>
          </a:p>
          <a:p>
            <a:pPr lvl="2"/>
            <a:r>
              <a:rPr lang="de-DE" dirty="0" smtClean="0"/>
              <a:t>Dritte Ebene</a:t>
            </a:r>
            <a:endParaRPr lang="de-DE" dirty="0" smtClean="0"/>
          </a:p>
          <a:p>
            <a:pPr lvl="3"/>
            <a:r>
              <a:rPr lang="de-DE" dirty="0" smtClean="0"/>
              <a:t>Vierte Ebene</a:t>
            </a:r>
            <a:endParaRPr lang="de-DE" dirty="0" smtClean="0"/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smtClean="0"/>
              <a:t>Topic</a:t>
            </a:r>
            <a:endParaRPr lang="de-DE" dirty="0" smtClean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smtClean="0"/>
              <a:t>Topic</a:t>
            </a:r>
            <a:endParaRPr lang="de-DE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  <a:endParaRPr lang="de-DE" dirty="0" smtClean="0"/>
          </a:p>
          <a:p>
            <a:pPr lvl="1"/>
            <a:r>
              <a:rPr lang="de-DE" dirty="0" smtClean="0"/>
              <a:t>Zweite Ebene</a:t>
            </a:r>
            <a:endParaRPr lang="de-DE" dirty="0" smtClean="0"/>
          </a:p>
          <a:p>
            <a:pPr lvl="2"/>
            <a:r>
              <a:rPr lang="de-DE" dirty="0" smtClean="0"/>
              <a:t>Dritte Ebene</a:t>
            </a:r>
            <a:endParaRPr lang="de-DE" dirty="0" smtClean="0"/>
          </a:p>
          <a:p>
            <a:pPr lvl="3"/>
            <a:r>
              <a:rPr lang="de-DE" dirty="0" smtClean="0"/>
              <a:t>Vierte Ebene</a:t>
            </a:r>
            <a:endParaRPr lang="de-DE" dirty="0" smtClean="0"/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smtClean="0"/>
              <a:t>Topic 1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  <a:endParaRPr lang="de-DE" dirty="0" smtClean="0"/>
          </a:p>
          <a:p>
            <a:pPr lvl="1"/>
            <a:r>
              <a:rPr lang="de-DE" dirty="0" smtClean="0"/>
              <a:t>Zweite Ebene</a:t>
            </a:r>
            <a:endParaRPr lang="de-DE" dirty="0" smtClean="0"/>
          </a:p>
          <a:p>
            <a:pPr lvl="2"/>
            <a:r>
              <a:rPr lang="de-DE" dirty="0" smtClean="0"/>
              <a:t>Dritte Ebene</a:t>
            </a:r>
            <a:endParaRPr lang="de-DE" dirty="0" smtClean="0"/>
          </a:p>
          <a:p>
            <a:pPr lvl="3"/>
            <a:r>
              <a:rPr lang="de-DE" dirty="0" smtClean="0"/>
              <a:t>Vierte Ebene</a:t>
            </a:r>
            <a:endParaRPr lang="de-DE" dirty="0" smtClean="0"/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  <a:endParaRPr lang="de-DE" dirty="0" smtClean="0"/>
          </a:p>
          <a:p>
            <a:pPr lvl="1"/>
            <a:r>
              <a:rPr lang="de-DE" dirty="0" smtClean="0"/>
              <a:t>Zweite Ebene</a:t>
            </a:r>
            <a:endParaRPr lang="de-DE" dirty="0" smtClean="0"/>
          </a:p>
          <a:p>
            <a:pPr lvl="2"/>
            <a:r>
              <a:rPr lang="de-DE" dirty="0" smtClean="0"/>
              <a:t>Dritte Ebene</a:t>
            </a:r>
            <a:endParaRPr lang="de-DE" dirty="0" smtClean="0"/>
          </a:p>
          <a:p>
            <a:pPr lvl="3"/>
            <a:r>
              <a:rPr lang="de-DE" dirty="0" smtClean="0"/>
              <a:t>Vierte Ebene</a:t>
            </a:r>
            <a:endParaRPr lang="de-DE" dirty="0" smtClean="0"/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  <a:endParaRPr lang="de-DE" dirty="0" smtClean="0"/>
          </a:p>
          <a:p>
            <a:pPr lvl="1"/>
            <a:r>
              <a:rPr lang="de-DE" dirty="0" smtClean="0"/>
              <a:t>Zweite Ebene</a:t>
            </a:r>
            <a:endParaRPr lang="de-DE" dirty="0" smtClean="0"/>
          </a:p>
          <a:p>
            <a:pPr lvl="2"/>
            <a:r>
              <a:rPr lang="de-DE" dirty="0" smtClean="0"/>
              <a:t>Dritte Ebene</a:t>
            </a:r>
            <a:endParaRPr lang="de-DE" dirty="0" smtClean="0"/>
          </a:p>
          <a:p>
            <a:pPr lvl="3"/>
            <a:r>
              <a:rPr lang="de-DE" dirty="0" smtClean="0"/>
              <a:t>Vierte Ebene</a:t>
            </a:r>
            <a:endParaRPr lang="de-DE" dirty="0" smtClean="0"/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7" Type="http://schemas.openxmlformats.org/officeDocument/2006/relationships/theme" Target="../theme/theme1.xml"/><Relationship Id="rId46" Type="http://schemas.openxmlformats.org/officeDocument/2006/relationships/image" Target="../media/image8.png"/><Relationship Id="rId45" Type="http://schemas.openxmlformats.org/officeDocument/2006/relationships/image" Target="../media/image1.png"/><Relationship Id="rId44" Type="http://schemas.openxmlformats.org/officeDocument/2006/relationships/tags" Target="../tags/tag9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de-DE" dirty="0" smtClean="0"/>
              <a:t>Klicken Sie, um die Formate des Vorlagentextes zu bearbeiten</a:t>
            </a:r>
            <a:endParaRPr lang="de-DE" dirty="0" smtClean="0"/>
          </a:p>
          <a:p>
            <a:pPr lvl="1"/>
            <a:r>
              <a:rPr lang="de-DE" dirty="0" smtClean="0"/>
              <a:t>Zweite Ebene</a:t>
            </a:r>
            <a:endParaRPr lang="de-DE" dirty="0" smtClean="0"/>
          </a:p>
          <a:p>
            <a:pPr lvl="2"/>
            <a:r>
              <a:rPr lang="de-DE" dirty="0" smtClean="0"/>
              <a:t>Dritte Ebene</a:t>
            </a:r>
            <a:endParaRPr lang="de-DE" dirty="0" smtClean="0"/>
          </a:p>
          <a:p>
            <a:pPr lvl="3"/>
            <a:r>
              <a:rPr lang="de-DE" dirty="0" smtClean="0"/>
              <a:t>Vierte Ebene</a:t>
            </a:r>
            <a:endParaRPr lang="de-DE" dirty="0" smtClean="0"/>
          </a:p>
          <a:p>
            <a:pPr lvl="4"/>
            <a:r>
              <a:rPr lang="de-DE" dirty="0" smtClean="0"/>
              <a:t>Fünfte Ebene</a:t>
            </a:r>
            <a:endParaRPr lang="de-DE" dirty="0" smtClean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/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/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4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de-DE" sz="900" b="0" i="0" dirty="0" smtClean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 smtClean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 smtClean="0">
                <a:solidFill>
                  <a:srgbClr val="000000"/>
                </a:solidFill>
                <a:latin typeface="+mn-lt"/>
              </a:rPr>
              <a:t>l 01 - 2015| Basic XML-Knowledge</a:t>
            </a:r>
            <a:endParaRPr lang="de-DE" sz="900" b="0" i="0" dirty="0" smtClean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 smtClean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 smtClean="0"/>
              <a:t>Klicken Sie, um das Titelformat zu bearbeiten</a:t>
            </a:r>
            <a:endParaRPr lang="de-DE" dirty="0" smtClean="0"/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6055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830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9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61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3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5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7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210450" y="4081463"/>
            <a:ext cx="9648000" cy="576000"/>
          </a:xfrm>
        </p:spPr>
        <p:txBody>
          <a:bodyPr/>
          <a:lstStyle/>
          <a:p>
            <a:r>
              <a:rPr lang="en-US" dirty="0" smtClean="0"/>
              <a:t>XSL-Mapping Example</a:t>
            </a:r>
            <a:endParaRPr lang="en-US" noProof="0" dirty="0">
              <a:latin typeface="+mj-lt"/>
            </a:endParaRPr>
          </a:p>
        </p:txBody>
      </p:sp>
      <p:sp>
        <p:nvSpPr>
          <p:cNvPr id="3" name="FirmaBox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37325" y="5589588"/>
            <a:ext cx="33686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 smtClean="0">
                <a:solidFill>
                  <a:srgbClr val="000000"/>
                </a:solidFill>
                <a:latin typeface="DB Office" pitchFamily="34" charset="0"/>
              </a:rPr>
              <a:t>Name </a:t>
            </a:r>
            <a:r>
              <a:rPr lang="en-US" sz="1200" dirty="0" smtClean="0">
                <a:solidFill>
                  <a:srgbClr val="000000"/>
                </a:solidFill>
                <a:latin typeface="+mn-lt"/>
              </a:rPr>
              <a:t>Referent</a:t>
            </a:r>
            <a:r>
              <a:rPr lang="en-US" sz="1200" dirty="0" smtClean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4" name="Referentbox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37325" y="5876925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 smtClean="0">
                <a:solidFill>
                  <a:srgbClr val="000000"/>
                </a:solidFill>
                <a:latin typeface="DB Office" pitchFamily="34" charset="0"/>
              </a:rPr>
              <a:t>Title/ </a:t>
            </a:r>
            <a:r>
              <a:rPr lang="en-US" sz="1200" dirty="0" smtClean="0">
                <a:solidFill>
                  <a:srgbClr val="000000"/>
                </a:solidFill>
                <a:latin typeface="+mn-lt"/>
              </a:rPr>
              <a:t>Function</a:t>
            </a:r>
            <a:r>
              <a:rPr lang="en-US" sz="1200" dirty="0" smtClean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537325" y="5561013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537325" y="5849938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537325" y="6137275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537325" y="6426200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9" name="Referentbox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37220" y="616551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 smtClean="0">
                <a:solidFill>
                  <a:srgbClr val="000000"/>
                </a:solidFill>
                <a:latin typeface="+mn-lt"/>
              </a:rPr>
              <a:t>Corporate Customer &amp; Enterprise Integration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Referentbox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537220" y="645355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 smtClean="0">
                <a:solidFill>
                  <a:srgbClr val="000000"/>
                </a:solidFill>
                <a:latin typeface="+mn-lt"/>
              </a:rPr>
              <a:t>Date 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 smtClean="0"/>
              <a:t>To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approaches</a:t>
            </a:r>
            <a:r>
              <a:rPr lang="de-DE" sz="1800" b="1" dirty="0" smtClean="0"/>
              <a:t>:</a:t>
            </a:r>
            <a:br>
              <a:rPr lang="de-DE" sz="1800" b="1" dirty="0" smtClean="0"/>
            </a:br>
            <a:endParaRPr lang="de-DE" sz="1800" b="1" dirty="0"/>
          </a:p>
          <a:p>
            <a:pPr marL="701675" lvl="2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b="1" dirty="0" smtClean="0"/>
              <a:t>„Design </a:t>
            </a:r>
            <a:r>
              <a:rPr lang="de-DE" sz="1800" b="1" dirty="0" err="1" smtClean="0"/>
              <a:t>by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contract</a:t>
            </a:r>
            <a:r>
              <a:rPr lang="de-DE" sz="1800" b="1" dirty="0" smtClean="0"/>
              <a:t>“</a:t>
            </a:r>
            <a:r>
              <a:rPr lang="de-DE" sz="1800" b="1" dirty="0"/>
              <a:t>-</a:t>
            </a:r>
            <a:r>
              <a:rPr lang="de-DE" sz="1800" b="1" dirty="0" smtClean="0"/>
              <a:t>approach</a:t>
            </a:r>
            <a:br>
              <a:rPr lang="de-DE" sz="1800" b="1" dirty="0" smtClean="0"/>
            </a:br>
            <a:endParaRPr lang="de-DE" sz="1800" dirty="0"/>
          </a:p>
          <a:p>
            <a:pPr marL="701675" lvl="2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b="1" dirty="0" smtClean="0"/>
              <a:t>„Code </a:t>
            </a:r>
            <a:r>
              <a:rPr lang="de-DE" sz="1800" b="1" dirty="0" err="1" smtClean="0"/>
              <a:t>first</a:t>
            </a:r>
            <a:r>
              <a:rPr lang="de-DE" sz="1800" b="1" dirty="0" smtClean="0"/>
              <a:t>“-approach</a:t>
            </a: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/>
              <a:t>„Design </a:t>
            </a:r>
            <a:r>
              <a:rPr lang="de-DE" sz="1800" b="1" dirty="0" err="1"/>
              <a:t>by</a:t>
            </a:r>
            <a:r>
              <a:rPr lang="de-DE" sz="1800" b="1" dirty="0"/>
              <a:t> </a:t>
            </a:r>
            <a:r>
              <a:rPr lang="de-DE" sz="1800" b="1" dirty="0" err="1"/>
              <a:t>contract</a:t>
            </a:r>
            <a:r>
              <a:rPr lang="de-DE" sz="1800" b="1" dirty="0"/>
              <a:t>“-approach 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b="1" dirty="0" smtClean="0"/>
              <a:t>This </a:t>
            </a:r>
            <a:r>
              <a:rPr lang="de-DE" sz="1800" b="1" dirty="0" err="1" smtClean="0"/>
              <a:t>approach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is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more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academical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approach</a:t>
            </a:r>
            <a:r>
              <a:rPr lang="de-DE" sz="1800" b="1" dirty="0" smtClean="0"/>
              <a:t>. </a:t>
            </a:r>
            <a:br>
              <a:rPr lang="de-DE" sz="1800" b="1" dirty="0" smtClean="0"/>
            </a:br>
            <a:endParaRPr lang="de-DE" sz="1800" b="1" dirty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smtClean="0"/>
              <a:t>Analyse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structure</a:t>
            </a:r>
            <a:r>
              <a:rPr lang="de-DE" sz="1800" dirty="0" smtClean="0"/>
              <a:t> </a:t>
            </a:r>
            <a:r>
              <a:rPr lang="de-DE" sz="1800" dirty="0" err="1" smtClean="0"/>
              <a:t>of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source</a:t>
            </a:r>
            <a:r>
              <a:rPr lang="de-DE" sz="1800" dirty="0" smtClean="0"/>
              <a:t> </a:t>
            </a:r>
            <a:r>
              <a:rPr lang="de-DE" sz="1800" dirty="0" err="1" smtClean="0"/>
              <a:t>and</a:t>
            </a:r>
            <a:r>
              <a:rPr lang="de-DE" sz="1800" dirty="0" smtClean="0"/>
              <a:t> </a:t>
            </a:r>
            <a:r>
              <a:rPr lang="de-DE" sz="1800" dirty="0" err="1" smtClean="0"/>
              <a:t>target</a:t>
            </a:r>
            <a:r>
              <a:rPr lang="de-DE" sz="1800" dirty="0" smtClean="0"/>
              <a:t> </a:t>
            </a:r>
            <a:endParaRPr lang="de-DE" sz="1800" dirty="0" smtClean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Identify</a:t>
            </a:r>
            <a:r>
              <a:rPr lang="de-DE" sz="1800" dirty="0" smtClean="0"/>
              <a:t> </a:t>
            </a:r>
            <a:r>
              <a:rPr lang="de-DE" sz="1800" dirty="0" err="1" smtClean="0"/>
              <a:t>patterns</a:t>
            </a:r>
            <a:r>
              <a:rPr lang="de-DE" sz="1800" dirty="0" smtClean="0"/>
              <a:t> </a:t>
            </a:r>
            <a:r>
              <a:rPr lang="de-DE" sz="1800" dirty="0" err="1" smtClean="0"/>
              <a:t>and</a:t>
            </a:r>
            <a:r>
              <a:rPr lang="de-DE" sz="1800" dirty="0" smtClean="0"/>
              <a:t> </a:t>
            </a:r>
            <a:r>
              <a:rPr lang="de-DE" sz="1800" dirty="0" err="1" smtClean="0"/>
              <a:t>templates</a:t>
            </a:r>
            <a:endParaRPr lang="de-DE" sz="1800" dirty="0" smtClean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smtClean="0"/>
              <a:t>Create </a:t>
            </a:r>
            <a:r>
              <a:rPr lang="de-DE" sz="1800" dirty="0" err="1" smtClean="0"/>
              <a:t>templates</a:t>
            </a:r>
            <a:r>
              <a:rPr lang="de-DE" sz="1800" dirty="0" smtClean="0"/>
              <a:t> </a:t>
            </a:r>
            <a:r>
              <a:rPr lang="de-DE" sz="1800" dirty="0" err="1" smtClean="0"/>
              <a:t>or</a:t>
            </a:r>
            <a:r>
              <a:rPr lang="de-DE" sz="1800" dirty="0" smtClean="0"/>
              <a:t> </a:t>
            </a:r>
            <a:r>
              <a:rPr lang="de-DE" sz="1800" dirty="0" err="1" smtClean="0"/>
              <a:t>use</a:t>
            </a:r>
            <a:r>
              <a:rPr lang="de-DE" sz="1800" dirty="0" smtClean="0"/>
              <a:t> </a:t>
            </a:r>
            <a:r>
              <a:rPr lang="de-DE" sz="1800" dirty="0" err="1" smtClean="0"/>
              <a:t>matching</a:t>
            </a:r>
            <a:r>
              <a:rPr lang="de-DE" sz="1800" dirty="0" smtClean="0"/>
              <a:t> </a:t>
            </a:r>
            <a:r>
              <a:rPr lang="de-DE" sz="1800" dirty="0" err="1" smtClean="0"/>
              <a:t>templates</a:t>
            </a:r>
            <a:endParaRPr lang="de-DE" sz="1800" dirty="0" smtClean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smtClean="0"/>
              <a:t>Create a master-template </a:t>
            </a:r>
            <a:r>
              <a:rPr lang="de-DE" sz="1800" dirty="0" err="1" smtClean="0"/>
              <a:t>which</a:t>
            </a:r>
            <a:r>
              <a:rPr lang="de-DE" sz="1800" dirty="0" smtClean="0"/>
              <a:t> </a:t>
            </a:r>
            <a:r>
              <a:rPr lang="de-DE" sz="1800" dirty="0" err="1" smtClean="0"/>
              <a:t>uses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other</a:t>
            </a:r>
            <a:r>
              <a:rPr lang="de-DE" sz="1800" dirty="0" smtClean="0"/>
              <a:t> </a:t>
            </a:r>
            <a:r>
              <a:rPr lang="de-DE" sz="1800" dirty="0" err="1" smtClean="0"/>
              <a:t>templates</a:t>
            </a:r>
            <a:endParaRPr lang="de-DE" sz="1800" dirty="0"/>
          </a:p>
          <a:p>
            <a:pPr lvl="3" indent="0">
              <a:lnSpc>
                <a:spcPct val="150000"/>
              </a:lnSpc>
              <a:buNone/>
            </a:pP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Two</a:t>
            </a:r>
            <a:r>
              <a:rPr lang="de-DE" dirty="0" smtClean="0"/>
              <a:t> </a:t>
            </a:r>
            <a:r>
              <a:rPr lang="de-DE" dirty="0" err="1"/>
              <a:t>approaches</a:t>
            </a:r>
            <a:r>
              <a:rPr lang="de-DE" dirty="0"/>
              <a:t> 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>
          <a:xfrm>
            <a:off x="200025" y="1555899"/>
            <a:ext cx="9505950" cy="4897437"/>
          </a:xfrm>
        </p:spPr>
        <p:txBody>
          <a:bodyPr/>
          <a:lstStyle/>
          <a:p>
            <a:pPr marL="0" lvl="2" indent="0">
              <a:lnSpc>
                <a:spcPct val="150000"/>
              </a:lnSpc>
              <a:buClrTx/>
              <a:buNone/>
            </a:pPr>
            <a:r>
              <a:rPr lang="de-DE" sz="1800" b="1" dirty="0" smtClean="0"/>
              <a:t>„</a:t>
            </a:r>
            <a:r>
              <a:rPr lang="de-DE" sz="1800" b="1" dirty="0"/>
              <a:t>Code </a:t>
            </a:r>
            <a:r>
              <a:rPr lang="de-DE" sz="1800" b="1" dirty="0" err="1"/>
              <a:t>first</a:t>
            </a:r>
            <a:r>
              <a:rPr lang="de-DE" sz="1800" b="1" dirty="0"/>
              <a:t>“-</a:t>
            </a:r>
            <a:r>
              <a:rPr lang="de-DE" sz="1800" b="1" dirty="0" smtClean="0"/>
              <a:t>approach:</a:t>
            </a:r>
            <a:br>
              <a:rPr lang="de-DE" sz="1800" b="1" dirty="0" smtClean="0"/>
            </a:br>
            <a:r>
              <a:rPr lang="de-DE" sz="1800" b="1" dirty="0"/>
              <a:t>This </a:t>
            </a:r>
            <a:r>
              <a:rPr lang="de-DE" sz="1800" b="1" dirty="0" err="1"/>
              <a:t>approach</a:t>
            </a:r>
            <a:r>
              <a:rPr lang="de-DE" sz="1800" b="1" dirty="0"/>
              <a:t> </a:t>
            </a:r>
            <a:r>
              <a:rPr lang="de-DE" sz="1800" b="1" dirty="0" err="1"/>
              <a:t>is</a:t>
            </a:r>
            <a:r>
              <a:rPr lang="de-DE" sz="1800" b="1" dirty="0"/>
              <a:t> </a:t>
            </a:r>
            <a:r>
              <a:rPr lang="de-DE" sz="1800" b="1" dirty="0" err="1"/>
              <a:t>the</a:t>
            </a:r>
            <a:r>
              <a:rPr lang="de-DE" sz="1800" b="1" dirty="0"/>
              <a:t> </a:t>
            </a:r>
            <a:r>
              <a:rPr lang="de-DE" sz="1800" b="1" dirty="0" err="1"/>
              <a:t>more</a:t>
            </a:r>
            <a:r>
              <a:rPr lang="de-DE" sz="1800" b="1" dirty="0"/>
              <a:t> </a:t>
            </a:r>
            <a:r>
              <a:rPr lang="de-DE" sz="1800" b="1" dirty="0" smtClean="0"/>
              <a:t>simple / </a:t>
            </a:r>
            <a:r>
              <a:rPr lang="de-DE" sz="1800" b="1" dirty="0" err="1" smtClean="0"/>
              <a:t>practical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approach</a:t>
            </a:r>
            <a:r>
              <a:rPr lang="de-DE" sz="1800" b="1" dirty="0" smtClean="0"/>
              <a:t>.</a:t>
            </a:r>
            <a:endParaRPr lang="de-DE" sz="1800" b="1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800" dirty="0" smtClean="0"/>
              <a:t>Write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code</a:t>
            </a:r>
            <a:r>
              <a:rPr lang="de-DE" sz="1800" dirty="0" smtClean="0"/>
              <a:t> in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result</a:t>
            </a:r>
            <a:r>
              <a:rPr lang="de-DE" sz="1800" dirty="0" smtClean="0"/>
              <a:t> </a:t>
            </a:r>
            <a:r>
              <a:rPr lang="de-DE" sz="1800" dirty="0" err="1" smtClean="0"/>
              <a:t>xml</a:t>
            </a:r>
            <a:r>
              <a:rPr lang="de-DE" sz="1800" dirty="0" smtClean="0"/>
              <a:t>:</a:t>
            </a:r>
            <a:endParaRPr lang="de-DE" sz="1800" dirty="0" smtClean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/>
              <a:t>write</a:t>
            </a:r>
            <a:r>
              <a:rPr lang="de-DE" sz="1800" dirty="0"/>
              <a:t> </a:t>
            </a: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own</a:t>
            </a:r>
            <a:r>
              <a:rPr lang="de-DE" sz="1800" dirty="0"/>
              <a:t> </a:t>
            </a:r>
            <a:r>
              <a:rPr lang="de-DE" sz="1800" dirty="0" err="1" smtClean="0"/>
              <a:t>xml</a:t>
            </a:r>
            <a:endParaRPr lang="de-DE" sz="1800" dirty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use</a:t>
            </a:r>
            <a:r>
              <a:rPr lang="de-DE" sz="1800" dirty="0" smtClean="0"/>
              <a:t> a XSD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create</a:t>
            </a:r>
            <a:r>
              <a:rPr lang="de-DE" sz="1800" dirty="0" smtClean="0"/>
              <a:t> an </a:t>
            </a:r>
            <a:r>
              <a:rPr lang="de-DE" sz="1800" dirty="0" err="1" smtClean="0"/>
              <a:t>xml</a:t>
            </a:r>
            <a:r>
              <a:rPr lang="de-DE" sz="1800" dirty="0" smtClean="0"/>
              <a:t> </a:t>
            </a:r>
            <a:r>
              <a:rPr lang="de-DE" sz="1800" dirty="0" err="1" smtClean="0"/>
              <a:t>example</a:t>
            </a:r>
            <a:r>
              <a:rPr lang="de-DE" sz="1800" dirty="0" smtClean="0"/>
              <a:t> </a:t>
            </a:r>
            <a:r>
              <a:rPr lang="de-DE" sz="1800" dirty="0" err="1" smtClean="0"/>
              <a:t>file</a:t>
            </a:r>
            <a:endParaRPr lang="de-DE" sz="1800" dirty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use</a:t>
            </a:r>
            <a:r>
              <a:rPr lang="de-DE" sz="1800" dirty="0" smtClean="0"/>
              <a:t> a </a:t>
            </a:r>
            <a:r>
              <a:rPr lang="de-DE" sz="1800" dirty="0" err="1" smtClean="0"/>
              <a:t>given</a:t>
            </a:r>
            <a:r>
              <a:rPr lang="de-DE" sz="1800" dirty="0" smtClean="0"/>
              <a:t> </a:t>
            </a:r>
            <a:r>
              <a:rPr lang="de-DE" sz="1800" dirty="0" err="1" smtClean="0"/>
              <a:t>example</a:t>
            </a:r>
            <a:r>
              <a:rPr lang="de-DE" sz="1800" dirty="0" smtClean="0"/>
              <a:t> </a:t>
            </a:r>
            <a:r>
              <a:rPr lang="de-DE" sz="1800" dirty="0" err="1" smtClean="0"/>
              <a:t>file</a:t>
            </a:r>
            <a:br>
              <a:rPr lang="de-DE" sz="1800" dirty="0"/>
            </a:br>
            <a:r>
              <a:rPr lang="de-DE" sz="1800" dirty="0" smtClean="0"/>
              <a:t>		</a:t>
            </a:r>
            <a:endParaRPr lang="de-DE" sz="1800" dirty="0" smtClean="0"/>
          </a:p>
          <a:p>
            <a:pPr lvl="3" indent="0">
              <a:lnSpc>
                <a:spcPct val="150000"/>
              </a:lnSpc>
              <a:buNone/>
            </a:pPr>
            <a:endParaRPr lang="de-DE" sz="1800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Two</a:t>
            </a:r>
            <a:r>
              <a:rPr lang="de-DE" dirty="0" smtClean="0"/>
              <a:t> </a:t>
            </a:r>
            <a:r>
              <a:rPr lang="de-DE" dirty="0" err="1"/>
              <a:t>approaches</a:t>
            </a: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>
          <a:xfrm>
            <a:off x="200025" y="1555899"/>
            <a:ext cx="9505950" cy="4897437"/>
          </a:xfrm>
        </p:spPr>
        <p:txBody>
          <a:bodyPr/>
          <a:lstStyle/>
          <a:p>
            <a:pPr marL="0" lvl="2" indent="0">
              <a:lnSpc>
                <a:spcPct val="150000"/>
              </a:lnSpc>
              <a:buClrTx/>
              <a:buNone/>
            </a:pPr>
            <a:r>
              <a:rPr lang="de-DE" sz="1800" b="1" dirty="0" smtClean="0"/>
              <a:t>„</a:t>
            </a:r>
            <a:r>
              <a:rPr lang="de-DE" sz="1800" b="1" dirty="0"/>
              <a:t>Code </a:t>
            </a:r>
            <a:r>
              <a:rPr lang="de-DE" sz="1800" b="1" dirty="0" err="1"/>
              <a:t>first</a:t>
            </a:r>
            <a:r>
              <a:rPr lang="de-DE" sz="1800" b="1" dirty="0"/>
              <a:t>“-</a:t>
            </a:r>
            <a:r>
              <a:rPr lang="de-DE" sz="1800" b="1" dirty="0" smtClean="0"/>
              <a:t>approach:</a:t>
            </a:r>
            <a:br>
              <a:rPr lang="de-DE" sz="1800" b="1" dirty="0" smtClean="0"/>
            </a:br>
            <a:r>
              <a:rPr lang="de-DE" sz="1800" b="1" dirty="0"/>
              <a:t>This </a:t>
            </a:r>
            <a:r>
              <a:rPr lang="de-DE" sz="1800" b="1" dirty="0" err="1"/>
              <a:t>approach</a:t>
            </a:r>
            <a:r>
              <a:rPr lang="de-DE" sz="1800" b="1" dirty="0"/>
              <a:t> </a:t>
            </a:r>
            <a:r>
              <a:rPr lang="de-DE" sz="1800" b="1" dirty="0" err="1"/>
              <a:t>is</a:t>
            </a:r>
            <a:r>
              <a:rPr lang="de-DE" sz="1800" b="1" dirty="0"/>
              <a:t> </a:t>
            </a:r>
            <a:r>
              <a:rPr lang="de-DE" sz="1800" b="1" dirty="0" err="1"/>
              <a:t>the</a:t>
            </a:r>
            <a:r>
              <a:rPr lang="de-DE" sz="1800" b="1" dirty="0"/>
              <a:t> </a:t>
            </a:r>
            <a:r>
              <a:rPr lang="de-DE" sz="1800" b="1" dirty="0" err="1"/>
              <a:t>more</a:t>
            </a:r>
            <a:r>
              <a:rPr lang="de-DE" sz="1800" b="1" dirty="0"/>
              <a:t> </a:t>
            </a:r>
            <a:r>
              <a:rPr lang="de-DE" sz="1800" b="1" dirty="0" smtClean="0"/>
              <a:t>simple / </a:t>
            </a:r>
            <a:r>
              <a:rPr lang="de-DE" sz="1800" b="1" dirty="0" err="1" smtClean="0"/>
              <a:t>practical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approach</a:t>
            </a:r>
            <a:r>
              <a:rPr lang="de-DE" sz="1800" b="1" dirty="0" smtClean="0"/>
              <a:t>.</a:t>
            </a:r>
            <a:endParaRPr lang="de-DE" sz="1800" b="1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800" dirty="0" smtClean="0"/>
              <a:t>Write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code</a:t>
            </a:r>
            <a:r>
              <a:rPr lang="de-DE" sz="1800" dirty="0" smtClean="0"/>
              <a:t> in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result</a:t>
            </a:r>
            <a:r>
              <a:rPr lang="de-DE" sz="1800" dirty="0" smtClean="0"/>
              <a:t> </a:t>
            </a:r>
            <a:r>
              <a:rPr lang="de-DE" sz="1800" dirty="0" err="1" smtClean="0"/>
              <a:t>xml</a:t>
            </a:r>
            <a:r>
              <a:rPr lang="de-DE" sz="1800" dirty="0" smtClean="0"/>
              <a:t>:</a:t>
            </a:r>
            <a:endParaRPr lang="de-DE" sz="1800" dirty="0" smtClean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/>
              <a:t>write</a:t>
            </a:r>
            <a:r>
              <a:rPr lang="de-DE" sz="1800" dirty="0"/>
              <a:t> </a:t>
            </a: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own</a:t>
            </a:r>
            <a:r>
              <a:rPr lang="de-DE" sz="1800" dirty="0"/>
              <a:t> </a:t>
            </a:r>
            <a:r>
              <a:rPr lang="de-DE" sz="1800" dirty="0" err="1" smtClean="0"/>
              <a:t>xml</a:t>
            </a:r>
            <a:endParaRPr lang="de-DE" sz="1800" dirty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use</a:t>
            </a:r>
            <a:r>
              <a:rPr lang="de-DE" sz="1800" dirty="0" smtClean="0"/>
              <a:t> a XSD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create</a:t>
            </a:r>
            <a:r>
              <a:rPr lang="de-DE" sz="1800" dirty="0" smtClean="0"/>
              <a:t> an </a:t>
            </a:r>
            <a:r>
              <a:rPr lang="de-DE" sz="1800" dirty="0" err="1" smtClean="0"/>
              <a:t>xml</a:t>
            </a:r>
            <a:r>
              <a:rPr lang="de-DE" sz="1800" dirty="0" smtClean="0"/>
              <a:t> </a:t>
            </a:r>
            <a:r>
              <a:rPr lang="de-DE" sz="1800" dirty="0" err="1" smtClean="0"/>
              <a:t>example</a:t>
            </a:r>
            <a:r>
              <a:rPr lang="de-DE" sz="1800" dirty="0" smtClean="0"/>
              <a:t> </a:t>
            </a:r>
            <a:r>
              <a:rPr lang="de-DE" sz="1800" dirty="0" err="1" smtClean="0"/>
              <a:t>file</a:t>
            </a:r>
            <a:endParaRPr lang="de-DE" sz="1800" dirty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use</a:t>
            </a:r>
            <a:r>
              <a:rPr lang="de-DE" sz="1800" dirty="0" smtClean="0"/>
              <a:t> a </a:t>
            </a:r>
            <a:r>
              <a:rPr lang="de-DE" sz="1800" dirty="0" err="1" smtClean="0"/>
              <a:t>given</a:t>
            </a:r>
            <a:r>
              <a:rPr lang="de-DE" sz="1800" dirty="0" smtClean="0"/>
              <a:t> </a:t>
            </a:r>
            <a:r>
              <a:rPr lang="de-DE" sz="1800" dirty="0" err="1" smtClean="0"/>
              <a:t>example</a:t>
            </a:r>
            <a:r>
              <a:rPr lang="de-DE" sz="1800" dirty="0" smtClean="0"/>
              <a:t> </a:t>
            </a:r>
            <a:r>
              <a:rPr lang="de-DE" sz="1800" dirty="0" err="1" smtClean="0"/>
              <a:t>file</a:t>
            </a:r>
            <a:br>
              <a:rPr lang="de-DE" sz="1800" dirty="0"/>
            </a:br>
            <a:r>
              <a:rPr lang="de-DE" sz="1800" dirty="0" smtClean="0"/>
              <a:t>		</a:t>
            </a:r>
            <a:endParaRPr lang="de-DE" sz="1800" dirty="0" smtClean="0"/>
          </a:p>
          <a:p>
            <a:pPr lvl="3" indent="0">
              <a:lnSpc>
                <a:spcPct val="150000"/>
              </a:lnSpc>
              <a:buNone/>
            </a:pPr>
            <a:r>
              <a:rPr lang="de-DE" sz="1800" dirty="0"/>
              <a:t>IMHO: </a:t>
            </a:r>
            <a:r>
              <a:rPr lang="de-DE" sz="1800" dirty="0" err="1"/>
              <a:t>the</a:t>
            </a:r>
            <a:r>
              <a:rPr lang="de-DE" sz="1800" dirty="0"/>
              <a:t> 3rd </a:t>
            </a:r>
            <a:r>
              <a:rPr lang="de-DE" sz="1800" dirty="0" err="1"/>
              <a:t>way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quick </a:t>
            </a:r>
            <a:r>
              <a:rPr lang="de-DE" sz="1800" dirty="0" err="1"/>
              <a:t>and</a:t>
            </a:r>
            <a:r>
              <a:rPr lang="de-DE" sz="1800" dirty="0"/>
              <a:t> simple, easy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understand</a:t>
            </a:r>
            <a:r>
              <a:rPr lang="de-DE" sz="1800" dirty="0"/>
              <a:t> </a:t>
            </a:r>
            <a:r>
              <a:rPr lang="de-DE" sz="1800" dirty="0" err="1"/>
              <a:t>and</a:t>
            </a:r>
            <a:r>
              <a:rPr lang="de-DE" sz="1800" dirty="0"/>
              <a:t> </a:t>
            </a:r>
            <a:r>
              <a:rPr lang="de-DE" sz="1800" dirty="0" err="1"/>
              <a:t>can</a:t>
            </a:r>
            <a:r>
              <a:rPr lang="de-DE" sz="1800" dirty="0"/>
              <a:t> also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extended</a:t>
            </a:r>
            <a:r>
              <a:rPr lang="de-DE" sz="1800" dirty="0"/>
              <a:t>…</a:t>
            </a:r>
            <a:endParaRPr lang="de-DE" sz="1800" dirty="0"/>
          </a:p>
          <a:p>
            <a:pPr lvl="3" indent="0">
              <a:lnSpc>
                <a:spcPct val="150000"/>
              </a:lnSpc>
              <a:buNone/>
            </a:pPr>
            <a:endParaRPr lang="de-DE" sz="1800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Two</a:t>
            </a:r>
            <a:r>
              <a:rPr lang="de-DE" dirty="0" smtClean="0"/>
              <a:t> </a:t>
            </a:r>
            <a:r>
              <a:rPr lang="de-DE" dirty="0" err="1"/>
              <a:t>approaches</a:t>
            </a: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 smtClean="0"/>
              <a:t>Which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way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choose</a:t>
            </a:r>
            <a:endParaRPr lang="de-DE" sz="1800" b="1" dirty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800" dirty="0" err="1" smtClean="0"/>
              <a:t>We</a:t>
            </a:r>
            <a:r>
              <a:rPr lang="de-DE" sz="1800" dirty="0" smtClean="0"/>
              <a:t> </a:t>
            </a:r>
            <a:r>
              <a:rPr lang="de-DE" sz="1800" dirty="0" err="1" smtClean="0"/>
              <a:t>use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simple </a:t>
            </a:r>
            <a:r>
              <a:rPr lang="de-DE" sz="1800" dirty="0" err="1" smtClean="0"/>
              <a:t>way</a:t>
            </a:r>
            <a:r>
              <a:rPr lang="de-DE" sz="1800" dirty="0" smtClean="0"/>
              <a:t> </a:t>
            </a:r>
            <a:r>
              <a:rPr lang="de-DE" sz="1800" dirty="0" err="1" smtClean="0"/>
              <a:t>because</a:t>
            </a:r>
            <a:r>
              <a:rPr lang="de-DE" sz="1800" dirty="0" smtClean="0"/>
              <a:t>:</a:t>
            </a:r>
            <a:endParaRPr lang="de-DE" sz="1800" dirty="0" smtClean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We</a:t>
            </a:r>
            <a:r>
              <a:rPr lang="de-DE" sz="1800" dirty="0" smtClean="0"/>
              <a:t> </a:t>
            </a:r>
            <a:r>
              <a:rPr lang="de-DE" sz="1800" dirty="0" err="1" smtClean="0"/>
              <a:t>want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have</a:t>
            </a:r>
            <a:r>
              <a:rPr lang="de-DE" sz="1800" dirty="0" smtClean="0"/>
              <a:t> </a:t>
            </a:r>
            <a:r>
              <a:rPr lang="de-DE" sz="1800" dirty="0" err="1" smtClean="0"/>
              <a:t>one</a:t>
            </a:r>
            <a:r>
              <a:rPr lang="de-DE" sz="1800" dirty="0" smtClean="0"/>
              <a:t> </a:t>
            </a:r>
            <a:r>
              <a:rPr lang="de-DE" sz="1800" dirty="0" err="1" smtClean="0"/>
              <a:t>file</a:t>
            </a:r>
            <a:r>
              <a:rPr lang="de-DE" sz="1800" dirty="0" smtClean="0"/>
              <a:t> per </a:t>
            </a:r>
            <a:r>
              <a:rPr lang="de-DE" sz="1800" dirty="0" err="1" smtClean="0"/>
              <a:t>mapping</a:t>
            </a:r>
            <a:r>
              <a:rPr lang="de-DE" sz="1800" dirty="0" smtClean="0"/>
              <a:t> </a:t>
            </a:r>
            <a:r>
              <a:rPr lang="de-DE" sz="1800" dirty="0" err="1" smtClean="0"/>
              <a:t>because</a:t>
            </a:r>
            <a:r>
              <a:rPr lang="de-DE" sz="1800" dirty="0" smtClean="0"/>
              <a:t> </a:t>
            </a:r>
            <a:r>
              <a:rPr lang="de-DE" sz="1800" dirty="0" err="1" smtClean="0"/>
              <a:t>versioning</a:t>
            </a:r>
            <a:r>
              <a:rPr lang="de-DE" sz="1800" dirty="0" smtClean="0"/>
              <a:t> </a:t>
            </a:r>
            <a:r>
              <a:rPr lang="de-DE" sz="1800" dirty="0" err="1" smtClean="0"/>
              <a:t>is</a:t>
            </a:r>
            <a:r>
              <a:rPr lang="de-DE" sz="1800" dirty="0" smtClean="0"/>
              <a:t> a </a:t>
            </a:r>
            <a:r>
              <a:rPr lang="de-DE" sz="1800" dirty="0" err="1" smtClean="0"/>
              <a:t>cruel</a:t>
            </a:r>
            <a:r>
              <a:rPr lang="de-DE" sz="1800" dirty="0" smtClean="0"/>
              <a:t> </a:t>
            </a:r>
            <a:r>
              <a:rPr lang="de-DE" sz="1800" dirty="0" err="1" smtClean="0"/>
              <a:t>with</a:t>
            </a:r>
            <a:r>
              <a:rPr lang="de-DE" sz="1800" dirty="0" smtClean="0"/>
              <a:t> </a:t>
            </a:r>
            <a:r>
              <a:rPr lang="de-DE" sz="1800" dirty="0" err="1" smtClean="0"/>
              <a:t>many</a:t>
            </a:r>
            <a:r>
              <a:rPr lang="de-DE" sz="1800" dirty="0" smtClean="0"/>
              <a:t> </a:t>
            </a:r>
            <a:r>
              <a:rPr lang="de-DE" sz="1800" dirty="0" err="1" smtClean="0"/>
              <a:t>templates</a:t>
            </a:r>
            <a:endParaRPr lang="de-DE" sz="1800" dirty="0" smtClean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It‘s</a:t>
            </a:r>
            <a:r>
              <a:rPr lang="de-DE" sz="1800" dirty="0" smtClean="0"/>
              <a:t> </a:t>
            </a:r>
            <a:r>
              <a:rPr lang="de-DE" sz="1800" dirty="0" err="1" smtClean="0"/>
              <a:t>very</a:t>
            </a:r>
            <a:r>
              <a:rPr lang="de-DE" sz="1800" dirty="0" smtClean="0"/>
              <a:t> </a:t>
            </a:r>
            <a:r>
              <a:rPr lang="de-DE" sz="1800" dirty="0" err="1" smtClean="0"/>
              <a:t>likley</a:t>
            </a:r>
            <a:r>
              <a:rPr lang="de-DE" sz="1800" dirty="0" smtClean="0"/>
              <a:t> </a:t>
            </a:r>
            <a:r>
              <a:rPr lang="de-DE" sz="1800" dirty="0" err="1" smtClean="0"/>
              <a:t>that</a:t>
            </a:r>
            <a:r>
              <a:rPr lang="de-DE" sz="1800" dirty="0" smtClean="0"/>
              <a:t> </a:t>
            </a:r>
            <a:r>
              <a:rPr lang="de-DE" sz="1800" dirty="0" err="1" smtClean="0"/>
              <a:t>there</a:t>
            </a:r>
            <a:r>
              <a:rPr lang="de-DE" sz="1800" dirty="0" smtClean="0"/>
              <a:t> </a:t>
            </a:r>
            <a:r>
              <a:rPr lang="de-DE" sz="1800" dirty="0" err="1" smtClean="0"/>
              <a:t>are</a:t>
            </a:r>
            <a:r>
              <a:rPr lang="de-DE" sz="1800" dirty="0" smtClean="0"/>
              <a:t> </a:t>
            </a:r>
            <a:r>
              <a:rPr lang="de-DE" sz="1800" dirty="0" err="1" smtClean="0"/>
              <a:t>only</a:t>
            </a:r>
            <a:r>
              <a:rPr lang="de-DE" sz="1800" dirty="0" smtClean="0"/>
              <a:t> a </a:t>
            </a:r>
            <a:r>
              <a:rPr lang="de-DE" sz="1800" dirty="0" err="1" smtClean="0"/>
              <a:t>few</a:t>
            </a:r>
            <a:r>
              <a:rPr lang="de-DE" sz="1800" dirty="0" smtClean="0"/>
              <a:t> </a:t>
            </a:r>
            <a:r>
              <a:rPr lang="de-DE" sz="1800" dirty="0" err="1" smtClean="0"/>
              <a:t>cases</a:t>
            </a:r>
            <a:r>
              <a:rPr lang="de-DE" sz="1800" dirty="0" smtClean="0"/>
              <a:t> </a:t>
            </a:r>
            <a:r>
              <a:rPr lang="de-DE" sz="1800" dirty="0" err="1" smtClean="0"/>
              <a:t>where</a:t>
            </a:r>
            <a:r>
              <a:rPr lang="de-DE" sz="1800" dirty="0" smtClean="0"/>
              <a:t> </a:t>
            </a:r>
            <a:r>
              <a:rPr lang="de-DE" sz="1800" dirty="0" err="1" smtClean="0"/>
              <a:t>we</a:t>
            </a:r>
            <a:r>
              <a:rPr lang="de-DE" sz="1800" dirty="0" smtClean="0"/>
              <a:t> </a:t>
            </a:r>
            <a:r>
              <a:rPr lang="de-DE" sz="1800" dirty="0" err="1" smtClean="0"/>
              <a:t>can</a:t>
            </a:r>
            <a:r>
              <a:rPr lang="de-DE" sz="1800" dirty="0" smtClean="0"/>
              <a:t> </a:t>
            </a:r>
            <a:r>
              <a:rPr lang="de-DE" sz="1800" dirty="0" err="1" smtClean="0"/>
              <a:t>reuse</a:t>
            </a:r>
            <a:r>
              <a:rPr lang="de-DE" sz="1800" dirty="0" smtClean="0"/>
              <a:t> </a:t>
            </a:r>
            <a:r>
              <a:rPr lang="de-DE" sz="1800" dirty="0" err="1" smtClean="0"/>
              <a:t>whole</a:t>
            </a:r>
            <a:r>
              <a:rPr lang="de-DE" sz="1800" dirty="0" smtClean="0"/>
              <a:t> </a:t>
            </a:r>
            <a:r>
              <a:rPr lang="de-DE" sz="1800" dirty="0" err="1" smtClean="0"/>
              <a:t>templates</a:t>
            </a:r>
            <a:endParaRPr lang="de-DE" sz="1800" dirty="0" smtClean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If</a:t>
            </a:r>
            <a:r>
              <a:rPr lang="de-DE" sz="1800" dirty="0" smtClean="0"/>
              <a:t> </a:t>
            </a:r>
            <a:r>
              <a:rPr lang="de-DE" sz="1800" dirty="0" err="1" smtClean="0"/>
              <a:t>we</a:t>
            </a:r>
            <a:r>
              <a:rPr lang="de-DE" sz="1800" dirty="0" smtClean="0"/>
              <a:t> </a:t>
            </a:r>
            <a:r>
              <a:rPr lang="de-DE" sz="1800" dirty="0" err="1" smtClean="0"/>
              <a:t>are</a:t>
            </a:r>
            <a:r>
              <a:rPr lang="de-DE" sz="1800" dirty="0" smtClean="0"/>
              <a:t> at a </a:t>
            </a:r>
            <a:r>
              <a:rPr lang="de-DE" sz="1800" dirty="0" err="1" smtClean="0"/>
              <a:t>point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use</a:t>
            </a:r>
            <a:r>
              <a:rPr lang="de-DE" sz="1800" dirty="0" smtClean="0"/>
              <a:t> SGI </a:t>
            </a:r>
            <a:r>
              <a:rPr lang="de-DE" sz="1800" dirty="0" err="1" smtClean="0"/>
              <a:t>than</a:t>
            </a:r>
            <a:r>
              <a:rPr lang="de-DE" sz="1800" dirty="0" smtClean="0"/>
              <a:t> </a:t>
            </a:r>
            <a:r>
              <a:rPr lang="de-DE" sz="1800" dirty="0" err="1" smtClean="0"/>
              <a:t>think</a:t>
            </a:r>
            <a:r>
              <a:rPr lang="de-DE" sz="1800" dirty="0" smtClean="0"/>
              <a:t> </a:t>
            </a:r>
            <a:r>
              <a:rPr lang="de-DE" sz="1800" dirty="0" err="1" smtClean="0"/>
              <a:t>about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OSB</a:t>
            </a:r>
            <a:endParaRPr lang="de-DE" sz="1800" dirty="0" smtClean="0"/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smtClean="0"/>
              <a:t>KEEP IT SIMPLE </a:t>
            </a:r>
            <a:r>
              <a:rPr lang="de-DE" sz="1800" dirty="0" smtClean="0">
                <a:sym typeface="Wingdings" panose="05000000000000000000" pitchFamily="2" charset="2"/>
              </a:rPr>
              <a:t> a </a:t>
            </a:r>
            <a:r>
              <a:rPr lang="de-DE" sz="1800" dirty="0" err="1" smtClean="0">
                <a:sym typeface="Wingdings" panose="05000000000000000000" pitchFamily="2" charset="2"/>
              </a:rPr>
              <a:t>plain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written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template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is</a:t>
            </a:r>
            <a:r>
              <a:rPr lang="de-DE" sz="1800" dirty="0" smtClean="0">
                <a:sym typeface="Wingdings" panose="05000000000000000000" pitchFamily="2" charset="2"/>
              </a:rPr>
              <a:t> not </a:t>
            </a:r>
            <a:r>
              <a:rPr lang="de-DE" sz="1800" dirty="0" err="1" smtClean="0">
                <a:sym typeface="Wingdings" panose="05000000000000000000" pitchFamily="2" charset="2"/>
              </a:rPr>
              <a:t>very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useful</a:t>
            </a:r>
            <a:r>
              <a:rPr lang="de-DE" sz="1800" dirty="0" smtClean="0">
                <a:sym typeface="Wingdings" panose="05000000000000000000" pitchFamily="2" charset="2"/>
              </a:rPr>
              <a:t>, but </a:t>
            </a:r>
            <a:r>
              <a:rPr lang="de-DE" sz="1800" dirty="0" err="1" smtClean="0">
                <a:sym typeface="Wingdings" panose="05000000000000000000" pitchFamily="2" charset="2"/>
              </a:rPr>
              <a:t>it‘s</a:t>
            </a:r>
            <a:r>
              <a:rPr lang="de-DE" sz="1800" dirty="0" smtClean="0">
                <a:sym typeface="Wingdings" panose="05000000000000000000" pitchFamily="2" charset="2"/>
              </a:rPr>
              <a:t> easy </a:t>
            </a:r>
            <a:r>
              <a:rPr lang="de-DE" sz="1800" dirty="0" err="1" smtClean="0">
                <a:sym typeface="Wingdings" panose="05000000000000000000" pitchFamily="2" charset="2"/>
              </a:rPr>
              <a:t>to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read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and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to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understand</a:t>
            </a:r>
            <a:r>
              <a:rPr lang="de-DE" sz="1800" dirty="0" smtClean="0">
                <a:sym typeface="Wingdings" panose="05000000000000000000" pitchFamily="2" charset="2"/>
              </a:rPr>
              <a:t> so </a:t>
            </a:r>
            <a:r>
              <a:rPr lang="de-DE" sz="1800" dirty="0" err="1" smtClean="0">
                <a:sym typeface="Wingdings" panose="05000000000000000000" pitchFamily="2" charset="2"/>
              </a:rPr>
              <a:t>we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ensure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good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maintainability</a:t>
            </a:r>
            <a:endParaRPr lang="de-DE" sz="1800" dirty="0" smtClean="0">
              <a:sym typeface="Wingdings" panose="05000000000000000000" pitchFamily="2" charset="2"/>
            </a:endParaRPr>
          </a:p>
          <a:p>
            <a:pPr marL="887730" lvl="3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>
                <a:sym typeface="Wingdings" panose="05000000000000000000" pitchFamily="2" charset="2"/>
              </a:rPr>
              <a:t>No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r>
              <a:rPr lang="de-DE" sz="1800" dirty="0" err="1" smtClean="0">
                <a:sym typeface="Wingdings" panose="05000000000000000000" pitchFamily="2" charset="2"/>
              </a:rPr>
              <a:t>dependencies</a:t>
            </a:r>
            <a:r>
              <a:rPr lang="de-DE" sz="1800" dirty="0" smtClean="0">
                <a:sym typeface="Wingdings" panose="05000000000000000000" pitchFamily="2" charset="2"/>
              </a:rPr>
              <a:t> </a:t>
            </a:r>
            <a:endParaRPr lang="de-DE" sz="1800" dirty="0" smtClean="0"/>
          </a:p>
          <a:p>
            <a:pPr lvl="3" indent="0">
              <a:lnSpc>
                <a:spcPct val="150000"/>
              </a:lnSpc>
              <a:buNone/>
            </a:pP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Two</a:t>
            </a:r>
            <a:r>
              <a:rPr lang="de-DE" dirty="0" smtClean="0"/>
              <a:t> </a:t>
            </a:r>
            <a:r>
              <a:rPr lang="de-DE" dirty="0" err="1"/>
              <a:t>approaches</a:t>
            </a:r>
            <a:r>
              <a:rPr lang="de-DE" dirty="0"/>
              <a:t> 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smtClean="0"/>
              <a:t>Workflow 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we</a:t>
            </a:r>
            <a:r>
              <a:rPr lang="de-DE" sz="1800" dirty="0" smtClean="0"/>
              <a:t> </a:t>
            </a:r>
            <a:r>
              <a:rPr lang="de-DE" sz="1800" dirty="0" err="1" smtClean="0"/>
              <a:t>have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put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target</a:t>
            </a:r>
            <a:r>
              <a:rPr lang="de-DE" sz="1800" dirty="0" smtClean="0"/>
              <a:t> </a:t>
            </a:r>
            <a:r>
              <a:rPr lang="de-DE" sz="1800" dirty="0" err="1" smtClean="0"/>
              <a:t>content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xsl</a:t>
            </a:r>
            <a:r>
              <a:rPr lang="de-DE" sz="1800" dirty="0" smtClean="0"/>
              <a:t> </a:t>
            </a:r>
            <a:r>
              <a:rPr lang="de-DE" sz="1800" dirty="0" err="1" smtClean="0"/>
              <a:t>main</a:t>
            </a:r>
            <a:r>
              <a:rPr lang="de-DE" sz="1800" dirty="0" smtClean="0"/>
              <a:t> </a:t>
            </a:r>
            <a:r>
              <a:rPr lang="de-DE" sz="1800" dirty="0" err="1" smtClean="0"/>
              <a:t>template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smtClean="0"/>
              <a:t>Take a </a:t>
            </a:r>
            <a:r>
              <a:rPr lang="de-DE" sz="1800" dirty="0" err="1" smtClean="0"/>
              <a:t>look</a:t>
            </a:r>
            <a:r>
              <a:rPr lang="de-DE" sz="1800" dirty="0" smtClean="0"/>
              <a:t> </a:t>
            </a:r>
            <a:r>
              <a:rPr lang="en-US" altLang="de-DE" sz="1800" dirty="0" smtClean="0"/>
              <a:t>at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namespaces</a:t>
            </a:r>
            <a:r>
              <a:rPr lang="de-DE" sz="1800" dirty="0" smtClean="0"/>
              <a:t> </a:t>
            </a:r>
            <a:r>
              <a:rPr lang="de-DE" sz="1800" dirty="0" err="1" smtClean="0"/>
              <a:t>used</a:t>
            </a:r>
            <a:endParaRPr lang="de-DE" sz="1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map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needed</a:t>
            </a:r>
            <a:r>
              <a:rPr lang="de-DE" sz="1800" dirty="0" smtClean="0"/>
              <a:t> </a:t>
            </a:r>
            <a:r>
              <a:rPr lang="de-DE" sz="1800" dirty="0" err="1" smtClean="0"/>
              <a:t>data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document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smtClean="0"/>
              <a:t>(</a:t>
            </a:r>
            <a:r>
              <a:rPr lang="de-DE" sz="1800" dirty="0" err="1" smtClean="0"/>
              <a:t>Maybe</a:t>
            </a:r>
            <a:r>
              <a:rPr lang="de-DE" sz="1800" dirty="0" smtClean="0"/>
              <a:t> </a:t>
            </a:r>
            <a:r>
              <a:rPr lang="de-DE" sz="1800" dirty="0" err="1" smtClean="0"/>
              <a:t>extend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document</a:t>
            </a:r>
            <a:r>
              <a:rPr lang="de-DE" sz="1800" dirty="0" smtClean="0"/>
              <a:t>)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smtClean="0"/>
              <a:t>(</a:t>
            </a:r>
            <a:r>
              <a:rPr lang="de-DE" sz="1800" dirty="0" err="1" smtClean="0"/>
              <a:t>Consider</a:t>
            </a:r>
            <a:r>
              <a:rPr lang="de-DE" sz="1800" dirty="0" smtClean="0"/>
              <a:t> </a:t>
            </a:r>
            <a:r>
              <a:rPr lang="de-DE" sz="1800" dirty="0" err="1" smtClean="0"/>
              <a:t>using</a:t>
            </a:r>
            <a:r>
              <a:rPr lang="de-DE" sz="1800" dirty="0" smtClean="0"/>
              <a:t> </a:t>
            </a:r>
            <a:r>
              <a:rPr lang="de-DE" sz="1800" dirty="0" err="1" smtClean="0"/>
              <a:t>templates</a:t>
            </a:r>
            <a:r>
              <a:rPr lang="de-DE" sz="1800" dirty="0" smtClean="0"/>
              <a:t> / variables)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smtClean="0"/>
              <a:t>(</a:t>
            </a:r>
            <a:r>
              <a:rPr lang="de-DE" sz="1800" dirty="0" err="1" smtClean="0"/>
              <a:t>Cleanup</a:t>
            </a:r>
            <a:r>
              <a:rPr lang="de-DE" sz="1800" dirty="0" smtClean="0"/>
              <a:t>)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Done</a:t>
            </a:r>
            <a:r>
              <a:rPr lang="de-DE" sz="1800" dirty="0" smtClean="0"/>
              <a:t>!</a:t>
            </a:r>
            <a:endParaRPr lang="de-DE" sz="1800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800" dirty="0" smtClean="0"/>
              <a:t> </a:t>
            </a: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 smtClean="0"/>
              <a:t>Examle</a:t>
            </a:r>
            <a:r>
              <a:rPr lang="en-US" noProof="0" dirty="0" smtClean="0"/>
              <a:t> XSL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1800" dirty="0" err="1" smtClean="0"/>
              <a:t>we</a:t>
            </a:r>
            <a:r>
              <a:rPr lang="de-DE" sz="1800" dirty="0" smtClean="0"/>
              <a:t> </a:t>
            </a:r>
            <a:r>
              <a:rPr lang="de-DE" sz="1800" dirty="0" err="1"/>
              <a:t>have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put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target</a:t>
            </a:r>
            <a:r>
              <a:rPr lang="de-DE" sz="1800" dirty="0"/>
              <a:t> </a:t>
            </a:r>
            <a:r>
              <a:rPr lang="de-DE" sz="1800" dirty="0" err="1"/>
              <a:t>content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xsl</a:t>
            </a:r>
            <a:r>
              <a:rPr lang="de-DE" sz="1800" dirty="0"/>
              <a:t> </a:t>
            </a:r>
            <a:r>
              <a:rPr lang="de-DE" sz="1800" dirty="0" err="1"/>
              <a:t>main</a:t>
            </a:r>
            <a:r>
              <a:rPr lang="de-DE" sz="1800" dirty="0"/>
              <a:t> </a:t>
            </a:r>
            <a:r>
              <a:rPr lang="de-DE" sz="1800" dirty="0" err="1" smtClean="0"/>
              <a:t>template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de-DE" sz="1800" dirty="0" smtClean="0"/>
          </a:p>
          <a:p>
            <a:r>
              <a:rPr lang="en-US" sz="1400" dirty="0"/>
              <a:t>&lt;?xml version="1.0" encoding="UTF-8"?&gt;</a:t>
            </a:r>
            <a:endParaRPr lang="en-US" sz="1400" dirty="0"/>
          </a:p>
          <a:p>
            <a:r>
              <a:rPr lang="en-US" sz="1400" dirty="0"/>
              <a:t>&lt;</a:t>
            </a:r>
            <a:r>
              <a:rPr lang="en-US" sz="1400" dirty="0" err="1"/>
              <a:t>xsl:stylesheet</a:t>
            </a:r>
            <a:r>
              <a:rPr lang="en-US" sz="1400" dirty="0"/>
              <a:t> version="2.0" </a:t>
            </a:r>
            <a:r>
              <a:rPr lang="en-US" sz="1400" dirty="0" err="1"/>
              <a:t>xmlns:xsl</a:t>
            </a:r>
            <a:r>
              <a:rPr lang="en-US" sz="1400" dirty="0"/>
              <a:t>="http://www.w3.org/1999/XSL/Transform" </a:t>
            </a:r>
            <a:r>
              <a:rPr lang="en-US" sz="1400" dirty="0" err="1"/>
              <a:t>xmlns:xsi</a:t>
            </a:r>
            <a:r>
              <a:rPr lang="en-US" sz="1400" dirty="0"/>
              <a:t>="http://www.w3.org/2001/XMLSchema-instance"&gt;</a:t>
            </a:r>
            <a:endParaRPr lang="en-US" sz="1400" dirty="0"/>
          </a:p>
          <a:p>
            <a:r>
              <a:rPr lang="en-US" sz="1400" dirty="0"/>
              <a:t>	&lt;</a:t>
            </a:r>
            <a:r>
              <a:rPr lang="en-US" sz="1400" dirty="0" err="1"/>
              <a:t>xsl:output</a:t>
            </a:r>
            <a:r>
              <a:rPr lang="en-US" sz="1400" dirty="0"/>
              <a:t> method="xml" version="1.0" encoding="UTF-8" indent="yes"/&gt;</a:t>
            </a:r>
            <a:endParaRPr lang="en-US" sz="1400" dirty="0"/>
          </a:p>
          <a:p>
            <a:r>
              <a:rPr lang="en-US" sz="1400" dirty="0"/>
              <a:t>	&lt;</a:t>
            </a:r>
            <a:r>
              <a:rPr lang="en-US" sz="1400" dirty="0" err="1"/>
              <a:t>xsl:template</a:t>
            </a:r>
            <a:r>
              <a:rPr lang="en-US" sz="1400" dirty="0"/>
              <a:t> match</a:t>
            </a:r>
            <a:r>
              <a:rPr lang="en-US" sz="1400" dirty="0" smtClean="0"/>
              <a:t>="/"&gt;</a:t>
            </a:r>
            <a:endParaRPr lang="en-US" sz="1400" dirty="0" smtClean="0"/>
          </a:p>
          <a:p>
            <a:pPr algn="ctr"/>
            <a:r>
              <a:rPr lang="en-US" sz="2000" b="1" dirty="0" smtClean="0"/>
              <a:t>Your content goes here!</a:t>
            </a:r>
            <a:endParaRPr lang="en-US" sz="2000" b="1" dirty="0"/>
          </a:p>
          <a:p>
            <a:r>
              <a:rPr lang="en-US" sz="1400" dirty="0"/>
              <a:t>	&lt;/</a:t>
            </a:r>
            <a:r>
              <a:rPr lang="en-US" sz="1400" dirty="0" err="1"/>
              <a:t>xsl:template</a:t>
            </a:r>
            <a:r>
              <a:rPr lang="en-US" sz="1400" dirty="0"/>
              <a:t>&gt;</a:t>
            </a:r>
            <a:endParaRPr lang="en-US" sz="1400" dirty="0"/>
          </a:p>
          <a:p>
            <a:r>
              <a:rPr lang="en-US" sz="1400" dirty="0"/>
              <a:t>&lt;/</a:t>
            </a:r>
            <a:r>
              <a:rPr lang="en-US" sz="1400" dirty="0" err="1"/>
              <a:t>xsl:stylesheet</a:t>
            </a:r>
            <a:r>
              <a:rPr lang="en-US" sz="1400" dirty="0"/>
              <a:t>&gt;</a:t>
            </a:r>
            <a:endParaRPr lang="de-DE" sz="14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Example XSL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1800" dirty="0" err="1" smtClean="0"/>
              <a:t>we</a:t>
            </a:r>
            <a:r>
              <a:rPr lang="de-DE" sz="1800" dirty="0" smtClean="0"/>
              <a:t> </a:t>
            </a:r>
            <a:r>
              <a:rPr lang="de-DE" sz="1800" dirty="0" err="1"/>
              <a:t>have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put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target</a:t>
            </a:r>
            <a:r>
              <a:rPr lang="de-DE" sz="1800" dirty="0"/>
              <a:t> </a:t>
            </a:r>
            <a:r>
              <a:rPr lang="de-DE" sz="1800" dirty="0" err="1"/>
              <a:t>content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xsl</a:t>
            </a:r>
            <a:r>
              <a:rPr lang="de-DE" sz="1800" dirty="0"/>
              <a:t> </a:t>
            </a:r>
            <a:r>
              <a:rPr lang="de-DE" sz="1800" dirty="0" err="1"/>
              <a:t>main</a:t>
            </a:r>
            <a:r>
              <a:rPr lang="de-DE" sz="1800" dirty="0"/>
              <a:t> </a:t>
            </a:r>
            <a:r>
              <a:rPr lang="de-DE" sz="1800" dirty="0" err="1" smtClean="0"/>
              <a:t>template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de-DE" sz="1800" dirty="0" smtClean="0"/>
          </a:p>
          <a:p>
            <a:r>
              <a:rPr lang="en-US" sz="1400" dirty="0"/>
              <a:t>&lt;?xml version="1.0" encoding="UTF-8"?&gt;</a:t>
            </a:r>
            <a:endParaRPr lang="en-US" sz="1400" dirty="0"/>
          </a:p>
          <a:p>
            <a:r>
              <a:rPr lang="en-US" sz="1400" dirty="0"/>
              <a:t>&lt;</a:t>
            </a:r>
            <a:r>
              <a:rPr lang="en-US" sz="1400" dirty="0" err="1"/>
              <a:t>xsl:stylesheet</a:t>
            </a:r>
            <a:r>
              <a:rPr lang="en-US" sz="1400" dirty="0"/>
              <a:t> version="2.0" </a:t>
            </a:r>
            <a:r>
              <a:rPr lang="en-US" sz="1400" dirty="0" err="1"/>
              <a:t>xmlns:xsl</a:t>
            </a:r>
            <a:r>
              <a:rPr lang="en-US" sz="1400" dirty="0"/>
              <a:t>="http://www.w3.org/1999/XSL/Transform" </a:t>
            </a:r>
            <a:r>
              <a:rPr lang="en-US" sz="1400" dirty="0" err="1"/>
              <a:t>xmlns:xsi</a:t>
            </a:r>
            <a:r>
              <a:rPr lang="en-US" sz="1400" dirty="0"/>
              <a:t>="http://www.w3.org/2001/XMLSchema-instance"&gt;</a:t>
            </a:r>
            <a:endParaRPr lang="en-US" sz="1400" dirty="0"/>
          </a:p>
          <a:p>
            <a:r>
              <a:rPr lang="en-US" sz="1400" dirty="0"/>
              <a:t>	&lt;</a:t>
            </a:r>
            <a:r>
              <a:rPr lang="en-US" sz="1400" dirty="0" err="1"/>
              <a:t>xsl:output</a:t>
            </a:r>
            <a:r>
              <a:rPr lang="en-US" sz="1400" dirty="0"/>
              <a:t> method="xml" version="1.0" encoding="UTF-8" indent="yes"/&gt;</a:t>
            </a:r>
            <a:endParaRPr lang="en-US" sz="1400" dirty="0"/>
          </a:p>
          <a:p>
            <a:r>
              <a:rPr lang="en-US" sz="1400" dirty="0"/>
              <a:t>	&lt;</a:t>
            </a:r>
            <a:r>
              <a:rPr lang="en-US" sz="1400" dirty="0" err="1"/>
              <a:t>xsl:template</a:t>
            </a:r>
            <a:r>
              <a:rPr lang="en-US" sz="1400" dirty="0"/>
              <a:t> match</a:t>
            </a:r>
            <a:r>
              <a:rPr lang="en-US" sz="1400" dirty="0" smtClean="0"/>
              <a:t>="/"&gt;</a:t>
            </a:r>
            <a:endParaRPr lang="en-US" sz="1400" dirty="0" smtClean="0"/>
          </a:p>
          <a:p>
            <a:r>
              <a:rPr lang="en-US" sz="1400" dirty="0" smtClean="0"/>
              <a:t>		    &lt;</a:t>
            </a:r>
            <a:r>
              <a:rPr lang="en-US" sz="1400" dirty="0"/>
              <a:t>Calls&gt;</a:t>
            </a:r>
            <a:endParaRPr lang="en-US" sz="1400" dirty="0"/>
          </a:p>
          <a:p>
            <a:r>
              <a:rPr lang="en-US" sz="1400" dirty="0" smtClean="0"/>
              <a:t>	</a:t>
            </a:r>
            <a:r>
              <a:rPr lang="en-US" sz="1400" dirty="0"/>
              <a:t>	</a:t>
            </a:r>
            <a:r>
              <a:rPr lang="en-US" sz="1400" dirty="0" smtClean="0"/>
              <a:t>	&lt;</a:t>
            </a:r>
            <a:r>
              <a:rPr lang="en-US" sz="1400" dirty="0"/>
              <a:t>Call&gt;</a:t>
            </a:r>
            <a:endParaRPr lang="en-US" sz="1400" dirty="0"/>
          </a:p>
          <a:p>
            <a:r>
              <a:rPr lang="en-US" sz="1400" dirty="0"/>
              <a:t>	</a:t>
            </a:r>
            <a:r>
              <a:rPr lang="en-US" sz="1400" dirty="0" smtClean="0"/>
              <a:t>	</a:t>
            </a:r>
            <a:r>
              <a:rPr lang="en-US" sz="1400" dirty="0"/>
              <a:t>	</a:t>
            </a:r>
            <a:r>
              <a:rPr lang="en-US" sz="1400" dirty="0" smtClean="0"/>
              <a:t>....</a:t>
            </a:r>
            <a:endParaRPr lang="en-US" sz="1400" dirty="0"/>
          </a:p>
          <a:p>
            <a:r>
              <a:rPr lang="en-US" sz="1400" dirty="0" smtClean="0"/>
              <a:t>	</a:t>
            </a:r>
            <a:r>
              <a:rPr lang="en-US" sz="1400" dirty="0"/>
              <a:t>		</a:t>
            </a:r>
            <a:r>
              <a:rPr lang="en-US" sz="1400" dirty="0" smtClean="0"/>
              <a:t>....	</a:t>
            </a:r>
            <a:endParaRPr lang="en-US" sz="1400" dirty="0"/>
          </a:p>
          <a:p>
            <a:r>
              <a:rPr lang="en-US" sz="1400" dirty="0"/>
              <a:t>		</a:t>
            </a:r>
            <a:r>
              <a:rPr lang="en-US" sz="1400" dirty="0" smtClean="0"/>
              <a:t>	....</a:t>
            </a:r>
            <a:endParaRPr lang="en-US" sz="1400" dirty="0"/>
          </a:p>
          <a:p>
            <a:r>
              <a:rPr lang="en-US" sz="1400" dirty="0"/>
              <a:t>	</a:t>
            </a:r>
            <a:r>
              <a:rPr lang="en-US" sz="1400" dirty="0" smtClean="0"/>
              <a:t>		&lt;/</a:t>
            </a:r>
            <a:r>
              <a:rPr lang="en-US" sz="1400" dirty="0"/>
              <a:t>Call&gt;</a:t>
            </a:r>
            <a:endParaRPr lang="en-US" sz="1400" dirty="0"/>
          </a:p>
          <a:p>
            <a:r>
              <a:rPr lang="en-US" sz="1400" dirty="0" smtClean="0"/>
              <a:t>	</a:t>
            </a:r>
            <a:r>
              <a:rPr lang="en-US" sz="1400" dirty="0"/>
              <a:t>	&lt;/</a:t>
            </a:r>
            <a:r>
              <a:rPr lang="en-US" sz="1400" dirty="0" smtClean="0"/>
              <a:t>Calls&gt;</a:t>
            </a:r>
            <a:endParaRPr lang="en-US" sz="1400" dirty="0" smtClean="0"/>
          </a:p>
          <a:p>
            <a:r>
              <a:rPr lang="en-US" sz="1400" dirty="0"/>
              <a:t>	&lt;/</a:t>
            </a:r>
            <a:r>
              <a:rPr lang="en-US" sz="1400" dirty="0" err="1"/>
              <a:t>xsl:template</a:t>
            </a:r>
            <a:r>
              <a:rPr lang="en-US" sz="1400" dirty="0"/>
              <a:t>&gt;</a:t>
            </a:r>
            <a:endParaRPr lang="en-US" sz="1400" dirty="0"/>
          </a:p>
          <a:p>
            <a:r>
              <a:rPr lang="en-US" sz="1400" dirty="0"/>
              <a:t>&lt;/</a:t>
            </a:r>
            <a:r>
              <a:rPr lang="en-US" sz="1400" dirty="0" err="1"/>
              <a:t>xsl:stylesheet</a:t>
            </a:r>
            <a:r>
              <a:rPr lang="en-US" sz="1400" dirty="0"/>
              <a:t>&gt;</a:t>
            </a:r>
            <a:endParaRPr lang="de-DE" sz="14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Example XSL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smtClean="0"/>
              <a:t>2. </a:t>
            </a:r>
            <a:r>
              <a:rPr lang="de-DE" sz="1800" dirty="0"/>
              <a:t>Take a </a:t>
            </a:r>
            <a:r>
              <a:rPr lang="de-DE" sz="1800" dirty="0" err="1"/>
              <a:t>look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namespaces</a:t>
            </a:r>
            <a:r>
              <a:rPr lang="de-DE" sz="1800" dirty="0"/>
              <a:t> </a:t>
            </a:r>
            <a:r>
              <a:rPr lang="de-DE" sz="1800" dirty="0" err="1"/>
              <a:t>used</a:t>
            </a:r>
            <a:endParaRPr lang="de-DE" sz="1800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XSL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3" y="2132856"/>
            <a:ext cx="9577064" cy="881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smtClean="0"/>
              <a:t>2. </a:t>
            </a:r>
            <a:r>
              <a:rPr lang="de-DE" sz="1800" dirty="0"/>
              <a:t>Take a </a:t>
            </a:r>
            <a:r>
              <a:rPr lang="de-DE" sz="1800" dirty="0" err="1"/>
              <a:t>look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namespaces</a:t>
            </a:r>
            <a:r>
              <a:rPr lang="de-DE" sz="1800" dirty="0"/>
              <a:t> </a:t>
            </a:r>
            <a:r>
              <a:rPr lang="de-DE" sz="1800" dirty="0" err="1" smtClean="0"/>
              <a:t>used</a:t>
            </a:r>
            <a:endParaRPr lang="de-DE" sz="1800" dirty="0" smtClean="0"/>
          </a:p>
          <a:p>
            <a:pPr>
              <a:lnSpc>
                <a:spcPct val="150000"/>
              </a:lnSpc>
            </a:pPr>
            <a:endParaRPr lang="de-DE" sz="1800" dirty="0"/>
          </a:p>
          <a:p>
            <a:pPr>
              <a:lnSpc>
                <a:spcPct val="150000"/>
              </a:lnSpc>
            </a:pPr>
            <a:endParaRPr lang="de-DE" sz="1800" dirty="0" smtClean="0"/>
          </a:p>
          <a:p>
            <a:pPr>
              <a:lnSpc>
                <a:spcPct val="150000"/>
              </a:lnSpc>
            </a:pPr>
            <a:endParaRPr lang="de-DE" sz="1800" dirty="0"/>
          </a:p>
          <a:p>
            <a:r>
              <a:rPr lang="en-US" sz="1200" dirty="0"/>
              <a:t>&lt;?xml version="1.0" encoding="UTF-8"?&gt;</a:t>
            </a:r>
            <a:endParaRPr lang="en-US" sz="1200" dirty="0"/>
          </a:p>
          <a:p>
            <a:r>
              <a:rPr lang="en-US" sz="1200" dirty="0" smtClean="0"/>
              <a:t>&lt;</a:t>
            </a:r>
            <a:r>
              <a:rPr lang="en-US" sz="1200" dirty="0" err="1"/>
              <a:t>xsl:stylesheet</a:t>
            </a:r>
            <a:r>
              <a:rPr lang="en-US" sz="1200" dirty="0"/>
              <a:t> version="2.0" </a:t>
            </a:r>
            <a:r>
              <a:rPr lang="en-US" sz="1200" dirty="0" err="1"/>
              <a:t>xmlns:xsl</a:t>
            </a:r>
            <a:r>
              <a:rPr lang="en-US" sz="1200" dirty="0"/>
              <a:t>="http://www.w3.org/1999/XSL/Transform" </a:t>
            </a:r>
            <a:r>
              <a:rPr lang="en-US" sz="1200" dirty="0" err="1"/>
              <a:t>xmlns:xsi</a:t>
            </a:r>
            <a:r>
              <a:rPr lang="en-US" sz="1200" dirty="0"/>
              <a:t>="http://www.w3.org/2001/XMLSchema-instance" </a:t>
            </a:r>
            <a:r>
              <a:rPr lang="en-US" sz="1200" dirty="0" err="1">
                <a:solidFill>
                  <a:srgbClr val="FF0000"/>
                </a:solidFill>
              </a:rPr>
              <a:t>xmlns</a:t>
            </a:r>
            <a:r>
              <a:rPr lang="en-US" sz="1200" dirty="0">
                <a:solidFill>
                  <a:srgbClr val="FF0000"/>
                </a:solidFill>
              </a:rPr>
              <a:t>="http://im.se/</a:t>
            </a:r>
            <a:r>
              <a:rPr lang="en-US" sz="1200" dirty="0" err="1">
                <a:solidFill>
                  <a:srgbClr val="FF0000"/>
                </a:solidFill>
              </a:rPr>
              <a:t>wms</a:t>
            </a:r>
            <a:r>
              <a:rPr lang="en-US" sz="1200" dirty="0">
                <a:solidFill>
                  <a:srgbClr val="FF0000"/>
                </a:solidFill>
              </a:rPr>
              <a:t>/</a:t>
            </a:r>
            <a:r>
              <a:rPr lang="en-US" sz="1200" dirty="0" err="1">
                <a:solidFill>
                  <a:srgbClr val="FF0000"/>
                </a:solidFill>
              </a:rPr>
              <a:t>webservices</a:t>
            </a:r>
            <a:r>
              <a:rPr lang="en-US" sz="1200" dirty="0">
                <a:solidFill>
                  <a:srgbClr val="FF0000"/>
                </a:solidFill>
              </a:rPr>
              <a:t>/"</a:t>
            </a:r>
            <a:r>
              <a:rPr lang="en-US" sz="1200" dirty="0"/>
              <a:t>&gt; </a:t>
            </a:r>
            <a:endParaRPr lang="en-US" sz="1200" dirty="0"/>
          </a:p>
          <a:p>
            <a:r>
              <a:rPr lang="en-US" sz="1200" dirty="0"/>
              <a:t>	&lt;</a:t>
            </a:r>
            <a:r>
              <a:rPr lang="en-US" sz="1200" dirty="0" err="1"/>
              <a:t>xsl:output</a:t>
            </a:r>
            <a:r>
              <a:rPr lang="en-US" sz="1200" dirty="0"/>
              <a:t> method="xml" version="1.0" encoding="UTF-8" indent="yes"/&gt;</a:t>
            </a:r>
            <a:endParaRPr lang="en-US" sz="1200" dirty="0"/>
          </a:p>
          <a:p>
            <a:r>
              <a:rPr lang="en-US" sz="1200" dirty="0"/>
              <a:t>	&lt;</a:t>
            </a:r>
            <a:r>
              <a:rPr lang="en-US" sz="1200" dirty="0" err="1"/>
              <a:t>xsl:template</a:t>
            </a:r>
            <a:r>
              <a:rPr lang="en-US" sz="1200" dirty="0"/>
              <a:t> match="/"&gt;</a:t>
            </a:r>
            <a:endParaRPr lang="en-US" sz="1200" dirty="0"/>
          </a:p>
          <a:p>
            <a:r>
              <a:rPr lang="en-US" sz="1200" dirty="0"/>
              <a:t>		    &lt;Calls&gt;</a:t>
            </a:r>
            <a:endParaRPr lang="en-US" sz="1200" dirty="0"/>
          </a:p>
          <a:p>
            <a:r>
              <a:rPr lang="en-US" sz="1200" dirty="0"/>
              <a:t>			&lt;Call&gt;</a:t>
            </a:r>
            <a:endParaRPr lang="en-US" sz="1200" dirty="0"/>
          </a:p>
          <a:p>
            <a:r>
              <a:rPr lang="en-US" sz="1200" dirty="0"/>
              <a:t>			....</a:t>
            </a:r>
            <a:endParaRPr lang="en-US" sz="1200" dirty="0"/>
          </a:p>
          <a:p>
            <a:r>
              <a:rPr lang="en-US" sz="1200" dirty="0"/>
              <a:t>			....	</a:t>
            </a:r>
            <a:endParaRPr lang="en-US" sz="1200" dirty="0"/>
          </a:p>
          <a:p>
            <a:r>
              <a:rPr lang="en-US" sz="1200" dirty="0"/>
              <a:t>			....</a:t>
            </a:r>
            <a:endParaRPr lang="en-US" sz="1200" dirty="0"/>
          </a:p>
          <a:p>
            <a:r>
              <a:rPr lang="en-US" sz="1200" dirty="0"/>
              <a:t>			&lt;/Call&gt;</a:t>
            </a:r>
            <a:endParaRPr lang="en-US" sz="1200" dirty="0"/>
          </a:p>
          <a:p>
            <a:r>
              <a:rPr lang="en-US" sz="1200" dirty="0"/>
              <a:t>		&lt;/Calls&gt;</a:t>
            </a:r>
            <a:endParaRPr lang="en-US" sz="1200" dirty="0"/>
          </a:p>
          <a:p>
            <a:r>
              <a:rPr lang="en-US" sz="1200" dirty="0"/>
              <a:t>	&lt;/</a:t>
            </a:r>
            <a:r>
              <a:rPr lang="en-US" sz="1200" dirty="0" err="1"/>
              <a:t>xsl:template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/>
              <a:t>&lt;/</a:t>
            </a:r>
            <a:r>
              <a:rPr lang="en-US" sz="1200" dirty="0" err="1"/>
              <a:t>xsl:stylesheet</a:t>
            </a:r>
            <a:endParaRPr lang="de-DE" sz="1200" dirty="0" smtClean="0"/>
          </a:p>
          <a:p>
            <a:pPr>
              <a:lnSpc>
                <a:spcPct val="150000"/>
              </a:lnSpc>
            </a:pPr>
            <a:endParaRPr lang="de-DE" sz="1800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XSL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95" y="2147589"/>
            <a:ext cx="9577064" cy="881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Gerade Verbindung mit Pfeil 3"/>
          <p:cNvCxnSpPr/>
          <p:nvPr/>
        </p:nvCxnSpPr>
        <p:spPr bwMode="auto">
          <a:xfrm flipH="1">
            <a:off x="2936776" y="2492896"/>
            <a:ext cx="4896544" cy="115212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smtClean="0"/>
              <a:t>3.</a:t>
            </a:r>
            <a:r>
              <a:rPr lang="de-DE" sz="1800" dirty="0"/>
              <a:t> </a:t>
            </a:r>
            <a:r>
              <a:rPr lang="de-DE" sz="1800" dirty="0" err="1"/>
              <a:t>map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needed</a:t>
            </a:r>
            <a:r>
              <a:rPr lang="de-DE" sz="1800" dirty="0"/>
              <a:t> </a:t>
            </a:r>
            <a:r>
              <a:rPr lang="de-DE" sz="1800" dirty="0" err="1"/>
              <a:t>data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document</a:t>
            </a:r>
            <a:endParaRPr lang="de-DE" sz="1800" dirty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r>
              <a:rPr lang="en-US" sz="1200" dirty="0"/>
              <a:t>&lt;</a:t>
            </a:r>
            <a:r>
              <a:rPr lang="en-US" sz="1200" dirty="0" err="1"/>
              <a:t>xsl:stylesheet</a:t>
            </a:r>
            <a:r>
              <a:rPr lang="en-US" sz="1200" dirty="0"/>
              <a:t> version="2.0" </a:t>
            </a:r>
            <a:r>
              <a:rPr lang="en-US" sz="1200" dirty="0" err="1"/>
              <a:t>xmlns:xsl</a:t>
            </a:r>
            <a:r>
              <a:rPr lang="en-US" sz="1200" dirty="0"/>
              <a:t>="http://www.w3.org/1999/XSL/Transform" </a:t>
            </a:r>
            <a:r>
              <a:rPr lang="en-US" sz="1200" dirty="0" err="1"/>
              <a:t>xmlns:xsi</a:t>
            </a:r>
            <a:r>
              <a:rPr lang="en-US" sz="1200" dirty="0"/>
              <a:t>="http://www.w3.org/2001/XMLSchema-instance" </a:t>
            </a:r>
            <a:r>
              <a:rPr lang="en-US" sz="1200" dirty="0" err="1"/>
              <a:t>xmlns</a:t>
            </a:r>
            <a:r>
              <a:rPr lang="en-US" sz="1200" dirty="0"/>
              <a:t>="http://im.se/</a:t>
            </a:r>
            <a:r>
              <a:rPr lang="en-US" sz="1200" dirty="0" err="1"/>
              <a:t>wms</a:t>
            </a:r>
            <a:r>
              <a:rPr lang="en-US" sz="1200" dirty="0"/>
              <a:t>/</a:t>
            </a:r>
            <a:r>
              <a:rPr lang="en-US" sz="1200" dirty="0" err="1"/>
              <a:t>webservices</a:t>
            </a:r>
            <a:r>
              <a:rPr lang="en-US" sz="1200" dirty="0"/>
              <a:t>/"&gt;</a:t>
            </a:r>
            <a:endParaRPr lang="en-US" sz="1200" dirty="0"/>
          </a:p>
          <a:p>
            <a:r>
              <a:rPr lang="en-US" sz="1200" dirty="0"/>
              <a:t>  &lt;</a:t>
            </a:r>
            <a:r>
              <a:rPr lang="en-US" sz="1200" dirty="0" err="1"/>
              <a:t>xsl:output</a:t>
            </a:r>
            <a:r>
              <a:rPr lang="en-US" sz="1200" dirty="0"/>
              <a:t> method="xml" version="1.0" encoding="UTF-8" indent="yes"/&gt;</a:t>
            </a:r>
            <a:endParaRPr lang="en-US" sz="1200" dirty="0"/>
          </a:p>
          <a:p>
            <a:r>
              <a:rPr lang="en-US" sz="1200" dirty="0"/>
              <a:t>  &lt;</a:t>
            </a:r>
            <a:r>
              <a:rPr lang="en-US" sz="1200" dirty="0" err="1"/>
              <a:t>xsl:template</a:t>
            </a:r>
            <a:r>
              <a:rPr lang="en-US" sz="1200" dirty="0"/>
              <a:t> match="/"&gt;</a:t>
            </a:r>
            <a:endParaRPr lang="en-US" sz="1200" dirty="0"/>
          </a:p>
          <a:p>
            <a:r>
              <a:rPr lang="en-US" sz="1200" dirty="0" smtClean="0"/>
              <a:t>  &lt;</a:t>
            </a:r>
            <a:r>
              <a:rPr lang="en-US" sz="1200" dirty="0"/>
              <a:t>Calls&gt;</a:t>
            </a:r>
            <a:endParaRPr lang="en-US" sz="1200" dirty="0"/>
          </a:p>
          <a:p>
            <a:r>
              <a:rPr lang="en-US" sz="1200" dirty="0"/>
              <a:t>      &lt;Call&gt;</a:t>
            </a:r>
            <a:endParaRPr lang="en-US" sz="1200" dirty="0"/>
          </a:p>
          <a:p>
            <a:r>
              <a:rPr lang="en-US" sz="1200" dirty="0"/>
              <a:t>        &lt;</a:t>
            </a:r>
            <a:r>
              <a:rPr lang="en-US" sz="1200" dirty="0" err="1"/>
              <a:t>Partys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/>
              <a:t>          &lt;Party&gt;</a:t>
            </a:r>
            <a:endParaRPr lang="en-US" sz="1200" dirty="0"/>
          </a:p>
          <a:p>
            <a:r>
              <a:rPr lang="en-US" sz="1200" dirty="0"/>
              <a:t>            &lt;</a:t>
            </a:r>
            <a:r>
              <a:rPr lang="en-US" sz="1200" dirty="0" err="1"/>
              <a:t>ChannelId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/>
              <a:t>              &lt;</a:t>
            </a:r>
            <a:r>
              <a:rPr lang="en-US" sz="1200" dirty="0" err="1"/>
              <a:t>xsl:choose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                &lt;</a:t>
            </a:r>
            <a:r>
              <a:rPr lang="en-US" sz="1200" dirty="0" err="1">
                <a:solidFill>
                  <a:srgbClr val="FF0000"/>
                </a:solidFill>
              </a:rPr>
              <a:t>xsl:when</a:t>
            </a:r>
            <a:r>
              <a:rPr lang="en-US" sz="1200" dirty="0">
                <a:solidFill>
                  <a:srgbClr val="FF0000"/>
                </a:solidFill>
              </a:rPr>
              <a:t> test="/</a:t>
            </a:r>
            <a:r>
              <a:rPr lang="en-US" sz="1200" dirty="0" err="1">
                <a:solidFill>
                  <a:srgbClr val="FF0000"/>
                </a:solidFill>
              </a:rPr>
              <a:t>ExchDocument</a:t>
            </a:r>
            <a:r>
              <a:rPr lang="en-US" sz="1200" dirty="0">
                <a:solidFill>
                  <a:srgbClr val="FF0000"/>
                </a:solidFill>
              </a:rPr>
              <a:t>/</a:t>
            </a:r>
            <a:r>
              <a:rPr lang="en-US" sz="1200" dirty="0" err="1">
                <a:solidFill>
                  <a:srgbClr val="FF0000"/>
                </a:solidFill>
              </a:rPr>
              <a:t>DeliveryOrder</a:t>
            </a:r>
            <a:r>
              <a:rPr lang="en-US" sz="1200" dirty="0">
                <a:solidFill>
                  <a:srgbClr val="FF0000"/>
                </a:solidFill>
              </a:rPr>
              <a:t>/Order/</a:t>
            </a:r>
            <a:r>
              <a:rPr lang="en-US" sz="1200" dirty="0" err="1">
                <a:solidFill>
                  <a:srgbClr val="FF0000"/>
                </a:solidFill>
              </a:rPr>
              <a:t>ClientId</a:t>
            </a:r>
            <a:r>
              <a:rPr lang="en-US" sz="1200" dirty="0">
                <a:solidFill>
                  <a:srgbClr val="FF0000"/>
                </a:solidFill>
              </a:rPr>
              <a:t> = 'TFNTRADING'"&gt;SLV_TFNTRADING&lt;/</a:t>
            </a:r>
            <a:r>
              <a:rPr lang="en-US" sz="1200" dirty="0" err="1">
                <a:solidFill>
                  <a:srgbClr val="FF0000"/>
                </a:solidFill>
              </a:rPr>
              <a:t>xsl:when</a:t>
            </a:r>
            <a:r>
              <a:rPr lang="en-US" sz="1200" dirty="0">
                <a:solidFill>
                  <a:srgbClr val="FF0000"/>
                </a:solidFill>
              </a:rPr>
              <a:t>&gt;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                &lt;</a:t>
            </a:r>
            <a:r>
              <a:rPr lang="en-US" sz="1200" dirty="0" err="1">
                <a:solidFill>
                  <a:srgbClr val="FF0000"/>
                </a:solidFill>
              </a:rPr>
              <a:t>xsl:when</a:t>
            </a:r>
            <a:r>
              <a:rPr lang="en-US" sz="1200" dirty="0">
                <a:solidFill>
                  <a:srgbClr val="FF0000"/>
                </a:solidFill>
              </a:rPr>
              <a:t> test="/</a:t>
            </a:r>
            <a:r>
              <a:rPr lang="en-US" sz="1200" dirty="0" err="1">
                <a:solidFill>
                  <a:srgbClr val="FF0000"/>
                </a:solidFill>
              </a:rPr>
              <a:t>ExchDocument</a:t>
            </a:r>
            <a:r>
              <a:rPr lang="en-US" sz="1200" dirty="0">
                <a:solidFill>
                  <a:srgbClr val="FF0000"/>
                </a:solidFill>
              </a:rPr>
              <a:t>/</a:t>
            </a:r>
            <a:r>
              <a:rPr lang="en-US" sz="1200" dirty="0" err="1">
                <a:solidFill>
                  <a:srgbClr val="FF0000"/>
                </a:solidFill>
              </a:rPr>
              <a:t>DeliveryOrder</a:t>
            </a:r>
            <a:r>
              <a:rPr lang="en-US" sz="1200" dirty="0">
                <a:solidFill>
                  <a:srgbClr val="FF0000"/>
                </a:solidFill>
              </a:rPr>
              <a:t>/Order/</a:t>
            </a:r>
            <a:r>
              <a:rPr lang="en-US" sz="1200" dirty="0" err="1">
                <a:solidFill>
                  <a:srgbClr val="FF0000"/>
                </a:solidFill>
              </a:rPr>
              <a:t>ClientId</a:t>
            </a:r>
            <a:r>
              <a:rPr lang="en-US" sz="1200" dirty="0">
                <a:solidFill>
                  <a:srgbClr val="FF0000"/>
                </a:solidFill>
              </a:rPr>
              <a:t> = 'WINARDENTE'"&gt;SLV_WINARDENTE&lt;/</a:t>
            </a:r>
            <a:r>
              <a:rPr lang="en-US" sz="1200" dirty="0" err="1">
                <a:solidFill>
                  <a:srgbClr val="FF0000"/>
                </a:solidFill>
              </a:rPr>
              <a:t>xsl:when</a:t>
            </a:r>
            <a:r>
              <a:rPr lang="en-US" sz="1200" dirty="0">
                <a:solidFill>
                  <a:srgbClr val="FF0000"/>
                </a:solidFill>
              </a:rPr>
              <a:t>&gt;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/>
              <a:t>              &lt;/</a:t>
            </a:r>
            <a:r>
              <a:rPr lang="en-US" sz="1200" dirty="0" err="1"/>
              <a:t>xsl:choose</a:t>
            </a:r>
            <a:r>
              <a:rPr lang="en-US" sz="1200" dirty="0" smtClean="0"/>
              <a:t>&gt;</a:t>
            </a:r>
            <a:endParaRPr lang="en-US" sz="1200" dirty="0" smtClean="0"/>
          </a:p>
          <a:p>
            <a:r>
              <a:rPr lang="en-US" sz="1200" dirty="0" smtClean="0"/>
              <a:t>          </a:t>
            </a:r>
            <a:r>
              <a:rPr lang="en-US" sz="1200" dirty="0"/>
              <a:t>&lt;</a:t>
            </a:r>
            <a:r>
              <a:rPr lang="en-US" sz="1200" dirty="0" err="1"/>
              <a:t>ChannelId</a:t>
            </a:r>
            <a:r>
              <a:rPr lang="en-US" sz="1200" dirty="0" smtClean="0"/>
              <a:t>&gt; </a:t>
            </a:r>
            <a:endParaRPr lang="en-US" sz="1200" dirty="0" smtClean="0"/>
          </a:p>
          <a:p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XSL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/>
              <a:t>4</a:t>
            </a:r>
            <a:r>
              <a:rPr lang="de-DE" sz="1800" b="1" dirty="0" smtClean="0"/>
              <a:t>.</a:t>
            </a:r>
            <a:r>
              <a:rPr lang="de-DE" sz="1800" dirty="0" smtClean="0"/>
              <a:t>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using</a:t>
            </a:r>
            <a:r>
              <a:rPr lang="de-DE" sz="1800" dirty="0"/>
              <a:t> </a:t>
            </a:r>
            <a:r>
              <a:rPr lang="de-DE" sz="1800" dirty="0" err="1"/>
              <a:t>templates</a:t>
            </a:r>
            <a:r>
              <a:rPr lang="de-DE" sz="1800" dirty="0"/>
              <a:t> / </a:t>
            </a:r>
            <a:r>
              <a:rPr lang="de-DE" sz="1800" dirty="0" smtClean="0"/>
              <a:t>variables</a:t>
            </a:r>
            <a:endParaRPr lang="de-DE" sz="1800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r>
              <a:rPr lang="en-US" sz="1200" dirty="0"/>
              <a:t>&lt;</a:t>
            </a:r>
            <a:r>
              <a:rPr lang="en-US" sz="1200" dirty="0" err="1"/>
              <a:t>xsl:stylesheet</a:t>
            </a:r>
            <a:r>
              <a:rPr lang="en-US" sz="1200" dirty="0"/>
              <a:t> version="2.0" </a:t>
            </a:r>
            <a:r>
              <a:rPr lang="en-US" sz="1200" dirty="0" err="1"/>
              <a:t>xmlns:xsl</a:t>
            </a:r>
            <a:r>
              <a:rPr lang="en-US" sz="1200" dirty="0"/>
              <a:t>="http://www.w3.org/1999/XSL/Transform" </a:t>
            </a:r>
            <a:r>
              <a:rPr lang="en-US" sz="1200" dirty="0" err="1"/>
              <a:t>xmlns:xsi</a:t>
            </a:r>
            <a:r>
              <a:rPr lang="en-US" sz="1200" dirty="0"/>
              <a:t>="http://www.w3.org/2001/XMLSchema-instance" </a:t>
            </a:r>
            <a:r>
              <a:rPr lang="en-US" sz="1200" dirty="0" err="1"/>
              <a:t>xmlns</a:t>
            </a:r>
            <a:r>
              <a:rPr lang="en-US" sz="1200" dirty="0"/>
              <a:t>="http://im.se/</a:t>
            </a:r>
            <a:r>
              <a:rPr lang="en-US" sz="1200" dirty="0" err="1"/>
              <a:t>wms</a:t>
            </a:r>
            <a:r>
              <a:rPr lang="en-US" sz="1200" dirty="0"/>
              <a:t>/</a:t>
            </a:r>
            <a:r>
              <a:rPr lang="en-US" sz="1200" dirty="0" err="1"/>
              <a:t>webservices</a:t>
            </a:r>
            <a:r>
              <a:rPr lang="en-US" sz="1200" dirty="0"/>
              <a:t>/"&gt;</a:t>
            </a:r>
            <a:endParaRPr lang="en-US" sz="1200" dirty="0"/>
          </a:p>
          <a:p>
            <a:r>
              <a:rPr lang="en-US" sz="1200" dirty="0"/>
              <a:t>  &lt;</a:t>
            </a:r>
            <a:r>
              <a:rPr lang="en-US" sz="1200" dirty="0" err="1"/>
              <a:t>xsl:output</a:t>
            </a:r>
            <a:r>
              <a:rPr lang="en-US" sz="1200" dirty="0"/>
              <a:t> method="xml" version="1.0" encoding="UTF-8" indent="yes"/&gt;</a:t>
            </a:r>
            <a:endParaRPr lang="en-US" sz="1200" dirty="0"/>
          </a:p>
          <a:p>
            <a:r>
              <a:rPr lang="en-US" sz="1200" dirty="0"/>
              <a:t>  &lt;</a:t>
            </a:r>
            <a:r>
              <a:rPr lang="en-US" sz="1200" dirty="0" err="1"/>
              <a:t>xsl:template</a:t>
            </a:r>
            <a:r>
              <a:rPr lang="en-US" sz="1200" dirty="0"/>
              <a:t> match</a:t>
            </a:r>
            <a:r>
              <a:rPr lang="en-US" sz="1200" dirty="0" smtClean="0"/>
              <a:t>="/"&gt;</a:t>
            </a:r>
            <a:endParaRPr lang="en-US" sz="1200" dirty="0" smtClean="0"/>
          </a:p>
          <a:p>
            <a:r>
              <a:rPr lang="en-US" sz="1200" dirty="0" smtClean="0"/>
              <a:t>  </a:t>
            </a:r>
            <a:r>
              <a:rPr lang="en-US" sz="1200" dirty="0" smtClean="0">
                <a:solidFill>
                  <a:srgbClr val="FF0000"/>
                </a:solidFill>
              </a:rPr>
              <a:t>&lt;</a:t>
            </a:r>
            <a:r>
              <a:rPr lang="en-US" sz="1200" dirty="0" err="1">
                <a:solidFill>
                  <a:srgbClr val="FF0000"/>
                </a:solidFill>
              </a:rPr>
              <a:t>xsl:variable</a:t>
            </a:r>
            <a:r>
              <a:rPr lang="en-US" sz="1200" dirty="0">
                <a:solidFill>
                  <a:srgbClr val="FF0000"/>
                </a:solidFill>
              </a:rPr>
              <a:t> name="</a:t>
            </a:r>
            <a:r>
              <a:rPr lang="en-US" sz="1200" dirty="0" err="1">
                <a:solidFill>
                  <a:srgbClr val="FF0000"/>
                </a:solidFill>
              </a:rPr>
              <a:t>TransactionId</a:t>
            </a:r>
            <a:r>
              <a:rPr lang="en-US" sz="1200" dirty="0">
                <a:solidFill>
                  <a:srgbClr val="FF0000"/>
                </a:solidFill>
              </a:rPr>
              <a:t>" select="</a:t>
            </a:r>
            <a:r>
              <a:rPr lang="en-US" sz="1200" dirty="0" err="1">
                <a:solidFill>
                  <a:srgbClr val="FF0000"/>
                </a:solidFill>
              </a:rPr>
              <a:t>concat</a:t>
            </a:r>
            <a:r>
              <a:rPr lang="en-US" sz="1200" dirty="0">
                <a:solidFill>
                  <a:srgbClr val="FF0000"/>
                </a:solidFill>
              </a:rPr>
              <a:t>('P',</a:t>
            </a:r>
            <a:r>
              <a:rPr lang="en-US" sz="1200" dirty="0" err="1">
                <a:solidFill>
                  <a:srgbClr val="FF0000"/>
                </a:solidFill>
              </a:rPr>
              <a:t>format-d</a:t>
            </a:r>
            <a:r>
              <a:rPr lang="en-US" sz="1200" dirty="0">
                <a:solidFill>
                  <a:srgbClr val="FF0000"/>
                </a:solidFill>
              </a:rPr>
              <a:t>ateTime(current-dateTime(),'[Y0001][M01][D01][H01][m01][s01][f001]'))"/&gt;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 smtClean="0"/>
              <a:t>  &lt;</a:t>
            </a:r>
            <a:r>
              <a:rPr lang="en-US" sz="1200" dirty="0"/>
              <a:t>Calls&gt;</a:t>
            </a:r>
            <a:endParaRPr lang="en-US" sz="1200" dirty="0"/>
          </a:p>
          <a:p>
            <a:r>
              <a:rPr lang="en-US" sz="1200" dirty="0"/>
              <a:t>      &lt;Call&gt;</a:t>
            </a:r>
            <a:endParaRPr lang="en-US" sz="1200" dirty="0"/>
          </a:p>
          <a:p>
            <a:r>
              <a:rPr lang="en-US" sz="1200" dirty="0"/>
              <a:t>        &lt;</a:t>
            </a:r>
            <a:r>
              <a:rPr lang="en-US" sz="1200" dirty="0" err="1"/>
              <a:t>Partys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/>
              <a:t>          &lt;Party&gt;</a:t>
            </a:r>
            <a:endParaRPr lang="en-US" sz="1200" dirty="0"/>
          </a:p>
          <a:p>
            <a:r>
              <a:rPr lang="en-US" sz="1200" dirty="0"/>
              <a:t>            &lt;</a:t>
            </a:r>
            <a:r>
              <a:rPr lang="en-US" sz="1200" dirty="0" err="1"/>
              <a:t>ChannelId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/>
              <a:t>              &lt;</a:t>
            </a:r>
            <a:r>
              <a:rPr lang="en-US" sz="1200" dirty="0" err="1"/>
              <a:t>xsl:choose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/>
              <a:t>                &lt;</a:t>
            </a:r>
            <a:r>
              <a:rPr lang="en-US" sz="1200" dirty="0" err="1"/>
              <a:t>xsl:when</a:t>
            </a:r>
            <a:r>
              <a:rPr lang="en-US" sz="1200" dirty="0"/>
              <a:t> test="/</a:t>
            </a:r>
            <a:r>
              <a:rPr lang="en-US" sz="1200" dirty="0" err="1"/>
              <a:t>ExchDocument</a:t>
            </a:r>
            <a:r>
              <a:rPr lang="en-US" sz="1200" dirty="0"/>
              <a:t>/</a:t>
            </a:r>
            <a:r>
              <a:rPr lang="en-US" sz="1200" dirty="0" err="1"/>
              <a:t>DeliveryOrder</a:t>
            </a:r>
            <a:r>
              <a:rPr lang="en-US" sz="1200" dirty="0"/>
              <a:t>/Order/</a:t>
            </a:r>
            <a:r>
              <a:rPr lang="en-US" sz="1200" dirty="0" err="1"/>
              <a:t>ClientId</a:t>
            </a:r>
            <a:r>
              <a:rPr lang="en-US" sz="1200" dirty="0"/>
              <a:t> = 'TFNTRADING'"&gt;SLV_TFNTRADING&lt;/</a:t>
            </a:r>
            <a:r>
              <a:rPr lang="en-US" sz="1200" dirty="0" err="1"/>
              <a:t>xsl:when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/>
              <a:t>                &lt;</a:t>
            </a:r>
            <a:r>
              <a:rPr lang="en-US" sz="1200" dirty="0" err="1"/>
              <a:t>xsl:when</a:t>
            </a:r>
            <a:r>
              <a:rPr lang="en-US" sz="1200" dirty="0"/>
              <a:t> test="/</a:t>
            </a:r>
            <a:r>
              <a:rPr lang="en-US" sz="1200" dirty="0" err="1"/>
              <a:t>ExchDocument</a:t>
            </a:r>
            <a:r>
              <a:rPr lang="en-US" sz="1200" dirty="0"/>
              <a:t>/</a:t>
            </a:r>
            <a:r>
              <a:rPr lang="en-US" sz="1200" dirty="0" err="1"/>
              <a:t>DeliveryOrder</a:t>
            </a:r>
            <a:r>
              <a:rPr lang="en-US" sz="1200" dirty="0"/>
              <a:t>/Order/</a:t>
            </a:r>
            <a:r>
              <a:rPr lang="en-US" sz="1200" dirty="0" err="1"/>
              <a:t>ClientId</a:t>
            </a:r>
            <a:r>
              <a:rPr lang="en-US" sz="1200" dirty="0"/>
              <a:t> = 'WINARDENTE'"&gt;SLV_WINARDENTE&lt;/</a:t>
            </a:r>
            <a:r>
              <a:rPr lang="en-US" sz="1200" dirty="0" err="1"/>
              <a:t>xsl:when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/>
              <a:t>              &lt;/</a:t>
            </a:r>
            <a:r>
              <a:rPr lang="en-US" sz="1200" dirty="0" err="1"/>
              <a:t>xsl:choose</a:t>
            </a:r>
            <a:r>
              <a:rPr lang="en-US" sz="1200" dirty="0" smtClean="0"/>
              <a:t>&gt;</a:t>
            </a:r>
            <a:endParaRPr lang="en-US" sz="1200" dirty="0" smtClean="0"/>
          </a:p>
          <a:p>
            <a:r>
              <a:rPr lang="en-US" sz="1200" dirty="0" smtClean="0"/>
              <a:t>          </a:t>
            </a:r>
            <a:r>
              <a:rPr lang="en-US" sz="1200" dirty="0"/>
              <a:t>&lt;</a:t>
            </a:r>
            <a:r>
              <a:rPr lang="en-US" sz="1200" dirty="0" err="1"/>
              <a:t>ChannelId</a:t>
            </a:r>
            <a:r>
              <a:rPr lang="en-US" sz="1200" dirty="0" smtClean="0"/>
              <a:t>&gt; </a:t>
            </a:r>
            <a:endParaRPr lang="en-US" sz="1200" dirty="0" smtClean="0"/>
          </a:p>
          <a:p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XSL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smtClean="0"/>
              <a:t>Workflow 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we</a:t>
            </a:r>
            <a:r>
              <a:rPr lang="de-DE" sz="1800" dirty="0" smtClean="0"/>
              <a:t> </a:t>
            </a:r>
            <a:r>
              <a:rPr lang="de-DE" sz="1800" dirty="0" err="1" smtClean="0"/>
              <a:t>have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put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target</a:t>
            </a:r>
            <a:r>
              <a:rPr lang="de-DE" sz="1800" dirty="0" smtClean="0"/>
              <a:t> </a:t>
            </a:r>
            <a:r>
              <a:rPr lang="de-DE" sz="1800" dirty="0" err="1" smtClean="0"/>
              <a:t>content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xsl</a:t>
            </a:r>
            <a:r>
              <a:rPr lang="de-DE" sz="1800" dirty="0" smtClean="0"/>
              <a:t> </a:t>
            </a:r>
            <a:r>
              <a:rPr lang="de-DE" sz="1800" dirty="0" err="1" smtClean="0"/>
              <a:t>main</a:t>
            </a:r>
            <a:r>
              <a:rPr lang="de-DE" sz="1800" dirty="0" smtClean="0"/>
              <a:t> </a:t>
            </a:r>
            <a:r>
              <a:rPr lang="de-DE" sz="1800" dirty="0" err="1" smtClean="0"/>
              <a:t>template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smtClean="0"/>
              <a:t>Take a </a:t>
            </a:r>
            <a:r>
              <a:rPr lang="de-DE" sz="1800" dirty="0" err="1" smtClean="0"/>
              <a:t>look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namespaces</a:t>
            </a:r>
            <a:r>
              <a:rPr lang="de-DE" sz="1800" dirty="0" smtClean="0"/>
              <a:t> </a:t>
            </a:r>
            <a:r>
              <a:rPr lang="de-DE" sz="1800" dirty="0" err="1" smtClean="0"/>
              <a:t>used</a:t>
            </a:r>
            <a:endParaRPr lang="de-DE" sz="1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map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needed</a:t>
            </a:r>
            <a:r>
              <a:rPr lang="de-DE" sz="1800" dirty="0" smtClean="0"/>
              <a:t> </a:t>
            </a:r>
            <a:r>
              <a:rPr lang="de-DE" sz="1800" dirty="0" err="1" smtClean="0"/>
              <a:t>data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document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b="1" i="1" dirty="0" smtClean="0"/>
              <a:t>(</a:t>
            </a:r>
            <a:r>
              <a:rPr lang="de-DE" sz="1800" b="1" i="1" dirty="0" err="1" smtClean="0"/>
              <a:t>Maybe</a:t>
            </a:r>
            <a:r>
              <a:rPr lang="de-DE" sz="1800" b="1" i="1" dirty="0" smtClean="0"/>
              <a:t> </a:t>
            </a:r>
            <a:r>
              <a:rPr lang="de-DE" sz="1800" b="1" i="1" dirty="0" err="1" smtClean="0"/>
              <a:t>extend</a:t>
            </a:r>
            <a:r>
              <a:rPr lang="de-DE" sz="1800" b="1" i="1" dirty="0" smtClean="0"/>
              <a:t> </a:t>
            </a:r>
            <a:r>
              <a:rPr lang="de-DE" sz="1800" b="1" i="1" dirty="0" err="1" smtClean="0"/>
              <a:t>the</a:t>
            </a:r>
            <a:r>
              <a:rPr lang="de-DE" sz="1800" b="1" i="1" dirty="0" smtClean="0"/>
              <a:t> </a:t>
            </a:r>
            <a:r>
              <a:rPr lang="de-DE" sz="1800" b="1" i="1" dirty="0" err="1" smtClean="0"/>
              <a:t>document</a:t>
            </a:r>
            <a:r>
              <a:rPr lang="de-DE" sz="1800" b="1" i="1" dirty="0" smtClean="0"/>
              <a:t>)</a:t>
            </a:r>
            <a:endParaRPr lang="de-DE" sz="1800" b="1" i="1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b="1" i="1" dirty="0" smtClean="0"/>
              <a:t>(</a:t>
            </a:r>
            <a:r>
              <a:rPr lang="de-DE" sz="1800" b="1" i="1" dirty="0" err="1" smtClean="0"/>
              <a:t>Consider</a:t>
            </a:r>
            <a:r>
              <a:rPr lang="de-DE" sz="1800" b="1" i="1" dirty="0" smtClean="0"/>
              <a:t> </a:t>
            </a:r>
            <a:r>
              <a:rPr lang="de-DE" sz="1800" b="1" i="1" dirty="0" err="1" smtClean="0"/>
              <a:t>using</a:t>
            </a:r>
            <a:r>
              <a:rPr lang="de-DE" sz="1800" b="1" i="1" dirty="0" smtClean="0"/>
              <a:t> </a:t>
            </a:r>
            <a:r>
              <a:rPr lang="de-DE" sz="1800" b="1" i="1" dirty="0" err="1" smtClean="0"/>
              <a:t>templates</a:t>
            </a:r>
            <a:r>
              <a:rPr lang="de-DE" sz="1800" b="1" i="1" dirty="0" smtClean="0"/>
              <a:t> / variables)</a:t>
            </a:r>
            <a:endParaRPr lang="de-DE" sz="1800" b="1" i="1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b="1" i="1" dirty="0" smtClean="0"/>
              <a:t>(</a:t>
            </a:r>
            <a:r>
              <a:rPr lang="de-DE" sz="1800" b="1" i="1" dirty="0" err="1" smtClean="0"/>
              <a:t>Cleanup</a:t>
            </a:r>
            <a:r>
              <a:rPr lang="de-DE" sz="1800" dirty="0" smtClean="0"/>
              <a:t>)</a:t>
            </a:r>
            <a:endParaRPr lang="de-DE" sz="1800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de-DE" sz="1800" dirty="0" err="1" smtClean="0"/>
              <a:t>Done</a:t>
            </a:r>
            <a:r>
              <a:rPr lang="de-DE" sz="1800" dirty="0" smtClean="0"/>
              <a:t>!</a:t>
            </a:r>
            <a:endParaRPr lang="de-DE" sz="1800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sz="1800" dirty="0" smtClean="0"/>
              <a:t> </a:t>
            </a: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 smtClean="0"/>
              <a:t>Examle</a:t>
            </a:r>
            <a:r>
              <a:rPr lang="en-US" noProof="0" dirty="0" smtClean="0"/>
              <a:t> XSL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  <p:sp>
        <p:nvSpPr>
          <p:cNvPr id="2" name="Geschweifte Klammer rechts 1"/>
          <p:cNvSpPr/>
          <p:nvPr/>
        </p:nvSpPr>
        <p:spPr bwMode="auto">
          <a:xfrm>
            <a:off x="4232920" y="3645024"/>
            <a:ext cx="1008112" cy="1440160"/>
          </a:xfrm>
          <a:prstGeom prst="rightBrac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241032" y="4165049"/>
            <a:ext cx="3049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Depends on the mapping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smtClean="0"/>
              <a:t>Work </a:t>
            </a:r>
            <a:r>
              <a:rPr lang="de-DE" sz="1800" b="1" dirty="0" err="1" smtClean="0"/>
              <a:t>with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XMLSpy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dirty="0" smtClean="0"/>
              <a:t> </a:t>
            </a: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Work with XML-Spy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664" y="2132856"/>
            <a:ext cx="6393160" cy="4311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smtClean="0"/>
              <a:t>Work </a:t>
            </a:r>
            <a:r>
              <a:rPr lang="de-DE" sz="1800" b="1" dirty="0" err="1" smtClean="0"/>
              <a:t>with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XMLSpy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dirty="0" smtClean="0"/>
              <a:t> </a:t>
            </a: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with XML-Spy	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664" y="2132856"/>
            <a:ext cx="6393160" cy="4311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Gerade Verbindung mit Pfeil 8"/>
          <p:cNvCxnSpPr>
            <a:stCxn id="10" idx="3"/>
          </p:cNvCxnSpPr>
          <p:nvPr/>
        </p:nvCxnSpPr>
        <p:spPr bwMode="auto">
          <a:xfrm>
            <a:off x="1709157" y="5301208"/>
            <a:ext cx="122761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feld 9"/>
          <p:cNvSpPr txBox="1"/>
          <p:nvPr/>
        </p:nvSpPr>
        <p:spPr>
          <a:xfrm>
            <a:off x="344488" y="4947265"/>
            <a:ext cx="13646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Validation </a:t>
            </a:r>
            <a:endParaRPr lang="en-US" dirty="0" smtClean="0"/>
          </a:p>
          <a:p>
            <a:r>
              <a:rPr lang="en-US" dirty="0" smtClean="0"/>
              <a:t>result</a:t>
            </a:r>
            <a:endParaRPr lang="en-US" dirty="0"/>
          </a:p>
        </p:txBody>
      </p:sp>
      <p:sp>
        <p:nvSpPr>
          <p:cNvPr id="13" name="Textfeld 12"/>
          <p:cNvSpPr txBox="1"/>
          <p:nvPr/>
        </p:nvSpPr>
        <p:spPr>
          <a:xfrm>
            <a:off x="357408" y="2849432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stylesheet</a:t>
            </a:r>
            <a:endParaRPr lang="en-US" dirty="0"/>
          </a:p>
        </p:txBody>
      </p:sp>
      <p:cxnSp>
        <p:nvCxnSpPr>
          <p:cNvPr id="15" name="Gerade Verbindung mit Pfeil 14"/>
          <p:cNvCxnSpPr/>
          <p:nvPr/>
        </p:nvCxnSpPr>
        <p:spPr bwMode="auto">
          <a:xfrm>
            <a:off x="1709157" y="3049487"/>
            <a:ext cx="1803683" cy="52352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smtClean="0"/>
              <a:t>Work </a:t>
            </a:r>
            <a:r>
              <a:rPr lang="de-DE" sz="1800" b="1" dirty="0" err="1" smtClean="0"/>
              <a:t>with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XMLSpy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b="1" dirty="0" smtClean="0"/>
              <a:t>F10: </a:t>
            </a:r>
            <a:r>
              <a:rPr lang="de-DE" sz="1800" b="1" dirty="0" err="1" smtClean="0"/>
              <a:t>select</a:t>
            </a:r>
            <a:r>
              <a:rPr lang="de-DE" sz="1800" b="1" dirty="0" smtClean="0"/>
              <a:t> a </a:t>
            </a:r>
            <a:r>
              <a:rPr lang="de-DE" sz="1800" b="1" dirty="0" err="1" smtClean="0"/>
              <a:t>source</a:t>
            </a:r>
            <a:r>
              <a:rPr lang="de-DE" sz="1800" b="1" dirty="0" smtClean="0"/>
              <a:t> XML: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dirty="0" smtClean="0"/>
              <a:t> </a:t>
            </a: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with XML-Spy	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2552700"/>
            <a:ext cx="612457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smtClean="0"/>
              <a:t>Work </a:t>
            </a:r>
            <a:r>
              <a:rPr lang="de-DE" sz="1800" b="1" dirty="0" err="1" smtClean="0"/>
              <a:t>with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XMLSpy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b="1" dirty="0" err="1" smtClean="0"/>
              <a:t>Generated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output</a:t>
            </a:r>
            <a:r>
              <a:rPr lang="de-DE" sz="1800" b="1" dirty="0" smtClean="0"/>
              <a:t>: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dirty="0" smtClean="0"/>
              <a:t> </a:t>
            </a: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with XML-Spy	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88" y="2421646"/>
            <a:ext cx="5993914" cy="404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 smtClean="0"/>
              <a:t>Limitations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for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use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within</a:t>
            </a:r>
            <a:r>
              <a:rPr lang="de-DE" sz="1800" b="1" dirty="0" smtClean="0"/>
              <a:t> XIB: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b="1" dirty="0" smtClean="0"/>
              <a:t>At </a:t>
            </a:r>
            <a:r>
              <a:rPr lang="de-DE" sz="1800" b="1" dirty="0" err="1" smtClean="0"/>
              <a:t>this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moment</a:t>
            </a:r>
            <a:r>
              <a:rPr lang="de-DE" sz="1800" b="1" dirty="0" smtClean="0"/>
              <a:t>…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 smtClean="0"/>
              <a:t>… </a:t>
            </a:r>
            <a:r>
              <a:rPr lang="de-DE" sz="1800" b="1" dirty="0" err="1" smtClean="0"/>
              <a:t>we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have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use</a:t>
            </a:r>
            <a:r>
              <a:rPr lang="de-DE" sz="1800" b="1" dirty="0" smtClean="0"/>
              <a:t> a </a:t>
            </a:r>
            <a:r>
              <a:rPr lang="de-DE" sz="1800" b="1" dirty="0" err="1" smtClean="0"/>
              <a:t>subhandler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call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processor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 smtClean="0"/>
              <a:t> … </a:t>
            </a:r>
            <a:r>
              <a:rPr lang="de-DE" sz="1800" b="1" dirty="0" err="1" smtClean="0"/>
              <a:t>it‘s</a:t>
            </a:r>
            <a:r>
              <a:rPr lang="de-DE" sz="1800" b="1" dirty="0" smtClean="0"/>
              <a:t> not </a:t>
            </a:r>
            <a:r>
              <a:rPr lang="de-DE" sz="1800" b="1" dirty="0" err="1" smtClean="0"/>
              <a:t>possible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give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BDID </a:t>
            </a:r>
            <a:r>
              <a:rPr lang="de-DE" sz="1800" b="1" dirty="0" err="1" smtClean="0"/>
              <a:t>to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XSLT-</a:t>
            </a:r>
            <a:r>
              <a:rPr lang="de-DE" sz="1800" b="1" dirty="0" err="1" smtClean="0"/>
              <a:t>Processor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 smtClean="0"/>
              <a:t>… </a:t>
            </a:r>
            <a:r>
              <a:rPr lang="de-DE" sz="1800" b="1" dirty="0" err="1" smtClean="0"/>
              <a:t>we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can</a:t>
            </a:r>
            <a:r>
              <a:rPr lang="de-DE" sz="1800" b="1" dirty="0" smtClean="0"/>
              <a:t> not </a:t>
            </a:r>
            <a:r>
              <a:rPr lang="de-DE" sz="1800" b="1" dirty="0" err="1" smtClean="0"/>
              <a:t>access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Datatables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direct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only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indirect</a:t>
            </a:r>
            <a:r>
              <a:rPr lang="de-DE" sz="1800" b="1" dirty="0" smtClean="0"/>
              <a:t> via </a:t>
            </a:r>
            <a:r>
              <a:rPr lang="de-DE" sz="1800" b="1" dirty="0" err="1" smtClean="0"/>
              <a:t>xml-include</a:t>
            </a:r>
            <a:r>
              <a:rPr lang="de-DE" sz="1800" b="1" dirty="0" smtClean="0"/>
              <a:t> 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 smtClean="0"/>
              <a:t>…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jvm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is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started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and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shutdown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every</a:t>
            </a:r>
            <a:r>
              <a:rPr lang="de-DE" sz="1800" b="1" dirty="0" smtClean="0"/>
              <a:t> time a </a:t>
            </a:r>
            <a:r>
              <a:rPr lang="de-DE" sz="1800" b="1" dirty="0" err="1" smtClean="0"/>
              <a:t>document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has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be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processed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 smtClean="0"/>
              <a:t>… </a:t>
            </a:r>
            <a:r>
              <a:rPr lang="de-DE" sz="1800" b="1" dirty="0" err="1" smtClean="0"/>
              <a:t>we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have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no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svn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scripts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check-in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mappings</a:t>
            </a:r>
            <a:endParaRPr lang="de-DE" sz="18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sz="1800" b="1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dirty="0" smtClean="0"/>
              <a:t> </a:t>
            </a: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Limitations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 smtClean="0"/>
              <a:t>Limitations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for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use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within</a:t>
            </a:r>
            <a:r>
              <a:rPr lang="de-DE" sz="1800" b="1" dirty="0" smtClean="0"/>
              <a:t> XIB:</a:t>
            </a: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b="1" dirty="0" smtClean="0"/>
              <a:t>In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future</a:t>
            </a:r>
            <a:r>
              <a:rPr lang="de-DE" sz="1800" b="1" dirty="0"/>
              <a:t> </a:t>
            </a:r>
            <a:r>
              <a:rPr lang="de-DE" sz="1800" b="1" dirty="0" smtClean="0"/>
              <a:t>…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/>
              <a:t>… </a:t>
            </a:r>
            <a:r>
              <a:rPr lang="de-DE" sz="1800" b="1" dirty="0" err="1"/>
              <a:t>we</a:t>
            </a:r>
            <a:r>
              <a:rPr lang="de-DE" sz="1800" b="1" dirty="0"/>
              <a:t> </a:t>
            </a:r>
            <a:r>
              <a:rPr lang="de-DE" sz="1800" b="1" dirty="0" err="1"/>
              <a:t>have</a:t>
            </a:r>
            <a:r>
              <a:rPr lang="de-DE" sz="1800" b="1" dirty="0"/>
              <a:t> </a:t>
            </a:r>
            <a:r>
              <a:rPr lang="de-DE" sz="1800" b="1" dirty="0" smtClean="0"/>
              <a:t>a </a:t>
            </a:r>
            <a:r>
              <a:rPr lang="de-DE" sz="1800" b="1" dirty="0" err="1" smtClean="0"/>
              <a:t>own</a:t>
            </a:r>
            <a:r>
              <a:rPr lang="de-DE" sz="1800" b="1" dirty="0" smtClean="0"/>
              <a:t> MBC 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 smtClean="0"/>
              <a:t>… </a:t>
            </a:r>
            <a:r>
              <a:rPr lang="de-DE" sz="1800" b="1" dirty="0" err="1" smtClean="0"/>
              <a:t>we</a:t>
            </a:r>
            <a:r>
              <a:rPr lang="de-DE" sz="1800" b="1" dirty="0" smtClean="0"/>
              <a:t> will </a:t>
            </a:r>
            <a:r>
              <a:rPr lang="de-DE" sz="1800" b="1" dirty="0" err="1" smtClean="0"/>
              <a:t>get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references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and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informations</a:t>
            </a:r>
            <a:r>
              <a:rPr lang="de-DE" sz="1800" b="1" dirty="0" smtClean="0"/>
              <a:t> like BDID in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xml-stream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 smtClean="0"/>
              <a:t>… </a:t>
            </a:r>
            <a:r>
              <a:rPr lang="de-DE" sz="1800" b="1" dirty="0" err="1" smtClean="0"/>
              <a:t>we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should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get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direct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access</a:t>
            </a:r>
            <a:r>
              <a:rPr lang="de-DE" sz="1800" b="1" dirty="0" smtClean="0"/>
              <a:t> tot </a:t>
            </a:r>
            <a:r>
              <a:rPr lang="de-DE" sz="1800" b="1" dirty="0" err="1" smtClean="0"/>
              <a:t>Datatables</a:t>
            </a:r>
            <a:r>
              <a:rPr lang="de-DE" sz="1800" b="1" dirty="0" smtClean="0"/>
              <a:t>  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 smtClean="0"/>
              <a:t>…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processor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runs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as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deamon</a:t>
            </a:r>
            <a:endParaRPr lang="de-DE" sz="1800" b="1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r>
              <a:rPr lang="de-DE" sz="1800" b="1" dirty="0" smtClean="0"/>
              <a:t>… </a:t>
            </a:r>
            <a:r>
              <a:rPr lang="de-DE" sz="1800" b="1" dirty="0" err="1" smtClean="0"/>
              <a:t>we</a:t>
            </a:r>
            <a:r>
              <a:rPr lang="de-DE" sz="1800" b="1" dirty="0" smtClean="0"/>
              <a:t> will </a:t>
            </a:r>
            <a:r>
              <a:rPr lang="de-DE" sz="1800" b="1" dirty="0" err="1" smtClean="0"/>
              <a:t>have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svn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scripts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to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check-in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the</a:t>
            </a:r>
            <a:r>
              <a:rPr lang="de-DE" sz="1800" b="1" dirty="0" smtClean="0"/>
              <a:t> </a:t>
            </a:r>
            <a:r>
              <a:rPr lang="de-DE" sz="1800" b="1" dirty="0" err="1" smtClean="0"/>
              <a:t>mappings</a:t>
            </a:r>
            <a:endParaRPr lang="de-DE" sz="18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sz="1800" b="1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endParaRPr lang="de-DE" sz="1800" b="1" dirty="0" smtClean="0"/>
          </a:p>
          <a:p>
            <a:pPr>
              <a:lnSpc>
                <a:spcPct val="150000"/>
              </a:lnSpc>
            </a:pPr>
            <a:r>
              <a:rPr lang="de-DE" sz="1800" dirty="0" smtClean="0"/>
              <a:t> </a:t>
            </a:r>
            <a:endParaRPr lang="de-DE" sz="1800" dirty="0" smtClean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 smtClean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Limitations</a:t>
            </a:r>
            <a:r>
              <a:rPr lang="en-US" noProof="0" dirty="0" smtClean="0"/>
              <a:t>	</a:t>
            </a:r>
            <a:br>
              <a:rPr lang="en-US" noProof="0" dirty="0" smtClean="0"/>
            </a:b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WNOMINIMIZE" val="-1"/>
</p:tagLst>
</file>

<file path=ppt/tags/tag2.xml><?xml version="1.0" encoding="utf-8"?>
<p:tagLst xmlns:p="http://schemas.openxmlformats.org/presentationml/2006/main">
  <p:tag name="TWNOMINIMIZE" val="-1"/>
</p:tagLst>
</file>

<file path=ppt/tags/tag3.xml><?xml version="1.0" encoding="utf-8"?>
<p:tagLst xmlns:p="http://schemas.openxmlformats.org/presentationml/2006/main">
  <p:tag name="TWNOMINIMIZE" val="-1"/>
</p:tagLst>
</file>

<file path=ppt/tags/tag4.xml><?xml version="1.0" encoding="utf-8"?>
<p:tagLst xmlns:p="http://schemas.openxmlformats.org/presentationml/2006/main">
  <p:tag name="TWNOMINIMIZE" val="-1"/>
</p:tagLst>
</file>

<file path=ppt/tags/tag5.xml><?xml version="1.0" encoding="utf-8"?>
<p:tagLst xmlns:p="http://schemas.openxmlformats.org/presentationml/2006/main">
  <p:tag name="TWNOMINIMIZE" val="-1"/>
</p:tagLst>
</file>

<file path=ppt/tags/tag6.xml><?xml version="1.0" encoding="utf-8"?>
<p:tagLst xmlns:p="http://schemas.openxmlformats.org/presentationml/2006/main">
  <p:tag name="TWNOMINIMIZE" val="-1"/>
</p:tagLst>
</file>

<file path=ppt/tags/tag7.xml><?xml version="1.0" encoding="utf-8"?>
<p:tagLst xmlns:p="http://schemas.openxmlformats.org/presentationml/2006/main">
  <p:tag name="TWNOMINIMIZE" val="-1"/>
</p:tagLst>
</file>

<file path=ppt/tags/tag8.xml><?xml version="1.0" encoding="utf-8"?>
<p:tagLst xmlns:p="http://schemas.openxmlformats.org/presentationml/2006/main">
  <p:tag name="TWNOMINIMIZE" val="-1"/>
</p:tagLst>
</file>

<file path=ppt/tags/tag9.xml><?xml version="1.0" encoding="utf-8"?>
<p:tagLst xmlns:p="http://schemas.openxmlformats.org/presentationml/2006/main">
  <p:tag name="TWNOMINIMIZE" val="-1"/>
</p:tagLst>
</file>

<file path=ppt/tags/tag10.xml><?xml version="1.0" encoding="utf-8"?>
<p:tagLst xmlns:p="http://schemas.openxmlformats.org/presentationml/2006/main">
  <p:tag name="TWNOCDCHECK" val="-1"/>
</p:tagLst>
</file>

<file path=ppt/tags/tag11.xml><?xml version="1.0" encoding="utf-8"?>
<p:tagLst xmlns:p="http://schemas.openxmlformats.org/presentationml/2006/main">
  <p:tag name="TWNOCDCHECK" val="-1"/>
</p:tagLst>
</file>

<file path=ppt/tags/tag12.xml><?xml version="1.0" encoding="utf-8"?>
<p:tagLst xmlns:p="http://schemas.openxmlformats.org/presentationml/2006/main">
  <p:tag name="TWNOCDCHECK" val="-1"/>
</p:tagLst>
</file>

<file path=ppt/tags/tag13.xml><?xml version="1.0" encoding="utf-8"?>
<p:tagLst xmlns:p="http://schemas.openxmlformats.org/presentationml/2006/main">
  <p:tag name="TWNOCDCHECK" val="-1"/>
</p:tagLst>
</file>

<file path=ppt/tags/tag14.xml><?xml version="1.0" encoding="utf-8"?>
<p:tagLst xmlns:p="http://schemas.openxmlformats.org/presentationml/2006/main">
  <p:tag name="TWNOCDCHECK" val="-1"/>
</p:tagLst>
</file>

<file path=ppt/tags/tag15.xml><?xml version="1.0" encoding="utf-8"?>
<p:tagLst xmlns:p="http://schemas.openxmlformats.org/presentationml/2006/main">
  <p:tag name="TWNOCDCHECK" val="-1"/>
</p:tagLst>
</file>

<file path=ppt/tags/tag16.xml><?xml version="1.0" encoding="utf-8"?>
<p:tagLst xmlns:p="http://schemas.openxmlformats.org/presentationml/2006/main">
  <p:tag name="TWNOCDCHECK" val="-1"/>
</p:tagLst>
</file>

<file path=ppt/tags/tag17.xml><?xml version="1.0" encoding="utf-8"?>
<p:tagLst xmlns:p="http://schemas.openxmlformats.org/presentationml/2006/main">
  <p:tag name="TWNOCDCHECK" val="-1"/>
</p:tagLst>
</file>

<file path=ppt/tags/tag18.xml><?xml version="1.0" encoding="utf-8"?>
<p:tagLst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  <p:tag name="KSO_WPP_MARK_KEY" val="c5fa9511-6038-4130-a40b-eaa6ac1773ca"/>
  <p:tag name="COMMONDATA" val="eyJoZGlkIjoiNGE2ZDEyOWJhOTU4ZDVkNjU0ZTAyZTdjNmYzZDVkYjYifQ==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5611</Words>
  <Application>WPS 演示</Application>
  <PresentationFormat>A4-Papier (210x297 mm)</PresentationFormat>
  <Paragraphs>342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DB Office</vt:lpstr>
      <vt:lpstr>Segoe Print</vt:lpstr>
      <vt:lpstr>DB Office</vt:lpstr>
      <vt:lpstr>微软雅黑</vt:lpstr>
      <vt:lpstr>Arial Unicode MS</vt:lpstr>
      <vt:lpstr>Die Bahn_2003</vt:lpstr>
      <vt:lpstr>PowerPoint 演示文稿</vt:lpstr>
      <vt:lpstr>	 </vt:lpstr>
      <vt:lpstr>Two approaches 	 </vt:lpstr>
      <vt:lpstr>Two approaches</vt:lpstr>
      <vt:lpstr>Two approaches</vt:lpstr>
      <vt:lpstr>Two approaches 	 </vt:lpstr>
      <vt:lpstr>Examle XSL	 </vt:lpstr>
      <vt:lpstr>Example XSL	 </vt:lpstr>
      <vt:lpstr>Example XSL	 </vt:lpstr>
      <vt:lpstr>Example XSL	 </vt:lpstr>
      <vt:lpstr>Example XSL	 </vt:lpstr>
      <vt:lpstr>Example XSL	 </vt:lpstr>
      <vt:lpstr>Example XSL	 </vt:lpstr>
      <vt:lpstr>Examle XSL	 </vt:lpstr>
      <vt:lpstr>Work with XML-Spy	 </vt:lpstr>
      <vt:lpstr>Work with XML-Spy		 </vt:lpstr>
      <vt:lpstr>Work with XML-Spy		 </vt:lpstr>
      <vt:lpstr>Work with XML-Spy		 </vt:lpstr>
      <vt:lpstr>Limitations	 </vt:lpstr>
      <vt:lpstr>Limitations	 </vt:lpstr>
      <vt:lpstr>PowerPoint 演示文稿</vt:lpstr>
    </vt:vector>
  </TitlesOfParts>
  <Company>DB Schenker Deutschland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，，</cp:lastModifiedBy>
  <cp:revision>620</cp:revision>
  <cp:lastPrinted>2012-11-23T10:04:00Z</cp:lastPrinted>
  <dcterms:created xsi:type="dcterms:W3CDTF">2012-01-09T10:50:00Z</dcterms:created>
  <dcterms:modified xsi:type="dcterms:W3CDTF">2023-01-15T03:52:21Z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ICV">
    <vt:lpwstr>476CD2BD39094D55A6A0120E3FA7BAC7</vt:lpwstr>
  </property>
  <property fmtid="{D5CDD505-2E9C-101B-9397-08002B2CF9AE}" pid="4" name="KSOProductBuildVer">
    <vt:lpwstr>2052-11.1.0.12980</vt:lpwstr>
  </property>
</Properties>
</file>